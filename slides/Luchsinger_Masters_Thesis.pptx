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82" r:id="rId2"/>
  </p:sldMasterIdLst>
  <p:notesMasterIdLst>
    <p:notesMasterId r:id="rId273"/>
  </p:notesMasterIdLst>
  <p:sldIdLst>
    <p:sldId id="728" r:id="rId3"/>
    <p:sldId id="729" r:id="rId4"/>
    <p:sldId id="740" r:id="rId5"/>
    <p:sldId id="741"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98" r:id="rId37"/>
    <p:sldId id="297" r:id="rId38"/>
    <p:sldId id="287" r:id="rId39"/>
    <p:sldId id="288" r:id="rId40"/>
    <p:sldId id="366" r:id="rId41"/>
    <p:sldId id="367" r:id="rId42"/>
    <p:sldId id="368" r:id="rId43"/>
    <p:sldId id="370" r:id="rId44"/>
    <p:sldId id="369" r:id="rId45"/>
    <p:sldId id="289" r:id="rId46"/>
    <p:sldId id="290" r:id="rId47"/>
    <p:sldId id="291" r:id="rId48"/>
    <p:sldId id="292" r:id="rId49"/>
    <p:sldId id="293" r:id="rId50"/>
    <p:sldId id="294" r:id="rId51"/>
    <p:sldId id="295" r:id="rId52"/>
    <p:sldId id="296" r:id="rId53"/>
    <p:sldId id="350" r:id="rId54"/>
    <p:sldId id="375" r:id="rId55"/>
    <p:sldId id="383" r:id="rId56"/>
    <p:sldId id="384" r:id="rId57"/>
    <p:sldId id="388" r:id="rId58"/>
    <p:sldId id="389" r:id="rId59"/>
    <p:sldId id="742" r:id="rId60"/>
    <p:sldId id="390" r:id="rId61"/>
    <p:sldId id="312" r:id="rId62"/>
    <p:sldId id="313" r:id="rId63"/>
    <p:sldId id="311" r:id="rId64"/>
    <p:sldId id="395" r:id="rId65"/>
    <p:sldId id="396" r:id="rId66"/>
    <p:sldId id="397" r:id="rId67"/>
    <p:sldId id="398" r:id="rId68"/>
    <p:sldId id="399" r:id="rId69"/>
    <p:sldId id="400" r:id="rId70"/>
    <p:sldId id="401" r:id="rId71"/>
    <p:sldId id="402" r:id="rId72"/>
    <p:sldId id="403" r:id="rId73"/>
    <p:sldId id="404" r:id="rId74"/>
    <p:sldId id="405" r:id="rId75"/>
    <p:sldId id="406" r:id="rId76"/>
    <p:sldId id="391" r:id="rId77"/>
    <p:sldId id="407" r:id="rId78"/>
    <p:sldId id="392" r:id="rId79"/>
    <p:sldId id="393" r:id="rId80"/>
    <p:sldId id="408" r:id="rId81"/>
    <p:sldId id="330" r:id="rId82"/>
    <p:sldId id="333" r:id="rId83"/>
    <p:sldId id="331" r:id="rId84"/>
    <p:sldId id="334" r:id="rId85"/>
    <p:sldId id="335" r:id="rId86"/>
    <p:sldId id="409" r:id="rId87"/>
    <p:sldId id="410" r:id="rId88"/>
    <p:sldId id="733" r:id="rId89"/>
    <p:sldId id="411" r:id="rId90"/>
    <p:sldId id="336" r:id="rId91"/>
    <p:sldId id="337" r:id="rId92"/>
    <p:sldId id="412" r:id="rId93"/>
    <p:sldId id="338" r:id="rId94"/>
    <p:sldId id="413" r:id="rId95"/>
    <p:sldId id="414" r:id="rId96"/>
    <p:sldId id="415" r:id="rId97"/>
    <p:sldId id="416" r:id="rId98"/>
    <p:sldId id="308" r:id="rId99"/>
    <p:sldId id="299" r:id="rId100"/>
    <p:sldId id="300" r:id="rId101"/>
    <p:sldId id="301" r:id="rId102"/>
    <p:sldId id="302" r:id="rId103"/>
    <p:sldId id="339" r:id="rId104"/>
    <p:sldId id="303" r:id="rId105"/>
    <p:sldId id="304" r:id="rId106"/>
    <p:sldId id="305" r:id="rId107"/>
    <p:sldId id="306" r:id="rId108"/>
    <p:sldId id="329" r:id="rId109"/>
    <p:sldId id="379" r:id="rId110"/>
    <p:sldId id="735" r:id="rId111"/>
    <p:sldId id="734" r:id="rId112"/>
    <p:sldId id="743" r:id="rId113"/>
    <p:sldId id="477" r:id="rId114"/>
    <p:sldId id="478" r:id="rId115"/>
    <p:sldId id="441" r:id="rId116"/>
    <p:sldId id="430" r:id="rId117"/>
    <p:sldId id="500" r:id="rId118"/>
    <p:sldId id="501" r:id="rId119"/>
    <p:sldId id="502" r:id="rId120"/>
    <p:sldId id="504" r:id="rId121"/>
    <p:sldId id="748" r:id="rId122"/>
    <p:sldId id="749" r:id="rId123"/>
    <p:sldId id="480" r:id="rId124"/>
    <p:sldId id="505" r:id="rId125"/>
    <p:sldId id="419" r:id="rId126"/>
    <p:sldId id="506" r:id="rId127"/>
    <p:sldId id="424" r:id="rId128"/>
    <p:sldId id="425" r:id="rId129"/>
    <p:sldId id="426" r:id="rId130"/>
    <p:sldId id="427" r:id="rId131"/>
    <p:sldId id="428" r:id="rId132"/>
    <p:sldId id="507" r:id="rId133"/>
    <p:sldId id="446" r:id="rId134"/>
    <p:sldId id="447" r:id="rId135"/>
    <p:sldId id="448" r:id="rId136"/>
    <p:sldId id="519" r:id="rId137"/>
    <p:sldId id="520" r:id="rId138"/>
    <p:sldId id="521" r:id="rId139"/>
    <p:sldId id="522" r:id="rId140"/>
    <p:sldId id="508" r:id="rId141"/>
    <p:sldId id="509" r:id="rId142"/>
    <p:sldId id="510" r:id="rId143"/>
    <p:sldId id="511" r:id="rId144"/>
    <p:sldId id="512" r:id="rId145"/>
    <p:sldId id="513" r:id="rId146"/>
    <p:sldId id="523" r:id="rId147"/>
    <p:sldId id="515" r:id="rId148"/>
    <p:sldId id="514" r:id="rId149"/>
    <p:sldId id="516" r:id="rId150"/>
    <p:sldId id="517" r:id="rId151"/>
    <p:sldId id="518" r:id="rId152"/>
    <p:sldId id="466" r:id="rId153"/>
    <p:sldId id="526" r:id="rId154"/>
    <p:sldId id="465" r:id="rId155"/>
    <p:sldId id="527" r:id="rId156"/>
    <p:sldId id="528" r:id="rId157"/>
    <p:sldId id="525" r:id="rId158"/>
    <p:sldId id="470" r:id="rId159"/>
    <p:sldId id="472" r:id="rId160"/>
    <p:sldId id="524" r:id="rId161"/>
    <p:sldId id="442" r:id="rId162"/>
    <p:sldId id="744" r:id="rId163"/>
    <p:sldId id="730" r:id="rId164"/>
    <p:sldId id="546" r:id="rId165"/>
    <p:sldId id="594" r:id="rId166"/>
    <p:sldId id="544" r:id="rId167"/>
    <p:sldId id="545" r:id="rId168"/>
    <p:sldId id="595" r:id="rId169"/>
    <p:sldId id="745" r:id="rId170"/>
    <p:sldId id="579" r:id="rId171"/>
    <p:sldId id="549" r:id="rId172"/>
    <p:sldId id="550" r:id="rId173"/>
    <p:sldId id="561" r:id="rId174"/>
    <p:sldId id="553" r:id="rId175"/>
    <p:sldId id="571" r:id="rId176"/>
    <p:sldId id="552" r:id="rId177"/>
    <p:sldId id="540" r:id="rId178"/>
    <p:sldId id="541" r:id="rId179"/>
    <p:sldId id="551" r:id="rId180"/>
    <p:sldId id="576" r:id="rId181"/>
    <p:sldId id="554" r:id="rId182"/>
    <p:sldId id="581" r:id="rId183"/>
    <p:sldId id="575" r:id="rId184"/>
    <p:sldId id="555" r:id="rId185"/>
    <p:sldId id="732" r:id="rId186"/>
    <p:sldId id="582" r:id="rId187"/>
    <p:sldId id="577" r:id="rId188"/>
    <p:sldId id="556" r:id="rId189"/>
    <p:sldId id="568" r:id="rId190"/>
    <p:sldId id="584" r:id="rId191"/>
    <p:sldId id="562" r:id="rId192"/>
    <p:sldId id="583" r:id="rId193"/>
    <p:sldId id="746" r:id="rId194"/>
    <p:sldId id="707" r:id="rId195"/>
    <p:sldId id="709" r:id="rId196"/>
    <p:sldId id="715" r:id="rId197"/>
    <p:sldId id="718" r:id="rId198"/>
    <p:sldId id="719" r:id="rId199"/>
    <p:sldId id="618" r:id="rId200"/>
    <p:sldId id="619" r:id="rId201"/>
    <p:sldId id="620" r:id="rId202"/>
    <p:sldId id="622" r:id="rId203"/>
    <p:sldId id="689" r:id="rId204"/>
    <p:sldId id="611" r:id="rId205"/>
    <p:sldId id="613" r:id="rId206"/>
    <p:sldId id="621" r:id="rId207"/>
    <p:sldId id="623" r:id="rId208"/>
    <p:sldId id="625" r:id="rId209"/>
    <p:sldId id="626" r:id="rId210"/>
    <p:sldId id="634" r:id="rId211"/>
    <p:sldId id="720" r:id="rId212"/>
    <p:sldId id="687" r:id="rId213"/>
    <p:sldId id="721" r:id="rId214"/>
    <p:sldId id="722" r:id="rId215"/>
    <p:sldId id="723" r:id="rId216"/>
    <p:sldId id="632" r:id="rId217"/>
    <p:sldId id="633" r:id="rId218"/>
    <p:sldId id="635" r:id="rId219"/>
    <p:sldId id="724" r:id="rId220"/>
    <p:sldId id="739" r:id="rId221"/>
    <p:sldId id="648" r:id="rId222"/>
    <p:sldId id="572" r:id="rId223"/>
    <p:sldId id="750" r:id="rId224"/>
    <p:sldId id="747" r:id="rId225"/>
    <p:sldId id="653" r:id="rId226"/>
    <p:sldId id="654" r:id="rId227"/>
    <p:sldId id="629" r:id="rId228"/>
    <p:sldId id="628" r:id="rId229"/>
    <p:sldId id="638" r:id="rId230"/>
    <p:sldId id="725" r:id="rId231"/>
    <p:sldId id="726" r:id="rId232"/>
    <p:sldId id="646" r:id="rId233"/>
    <p:sldId id="727" r:id="rId234"/>
    <p:sldId id="680" r:id="rId235"/>
    <p:sldId id="681" r:id="rId236"/>
    <p:sldId id="684" r:id="rId237"/>
    <p:sldId id="716" r:id="rId238"/>
    <p:sldId id="685" r:id="rId239"/>
    <p:sldId id="699" r:id="rId240"/>
    <p:sldId id="695" r:id="rId241"/>
    <p:sldId id="645" r:id="rId242"/>
    <p:sldId id="683" r:id="rId243"/>
    <p:sldId id="698" r:id="rId244"/>
    <p:sldId id="690" r:id="rId245"/>
    <p:sldId id="682" r:id="rId246"/>
    <p:sldId id="700" r:id="rId247"/>
    <p:sldId id="701" r:id="rId248"/>
    <p:sldId id="679" r:id="rId249"/>
    <p:sldId id="702" r:id="rId250"/>
    <p:sldId id="703" r:id="rId251"/>
    <p:sldId id="731" r:id="rId252"/>
    <p:sldId id="589" r:id="rId253"/>
    <p:sldId id="590" r:id="rId254"/>
    <p:sldId id="557" r:id="rId255"/>
    <p:sldId id="563" r:id="rId256"/>
    <p:sldId id="592" r:id="rId257"/>
    <p:sldId id="560" r:id="rId258"/>
    <p:sldId id="586" r:id="rId259"/>
    <p:sldId id="587" r:id="rId260"/>
    <p:sldId id="588" r:id="rId261"/>
    <p:sldId id="566" r:id="rId262"/>
    <p:sldId id="569" r:id="rId263"/>
    <p:sldId id="564" r:id="rId264"/>
    <p:sldId id="574" r:id="rId265"/>
    <p:sldId id="580" r:id="rId266"/>
    <p:sldId id="558" r:id="rId267"/>
    <p:sldId id="567" r:id="rId268"/>
    <p:sldId id="570" r:id="rId269"/>
    <p:sldId id="565" r:id="rId270"/>
    <p:sldId id="593" r:id="rId271"/>
    <p:sldId id="578" r:id="rId2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4" autoAdjust="0"/>
    <p:restoredTop sz="82256" autoAdjust="0"/>
  </p:normalViewPr>
  <p:slideViewPr>
    <p:cSldViewPr snapToGrid="0">
      <p:cViewPr varScale="1">
        <p:scale>
          <a:sx n="94" d="100"/>
          <a:sy n="94" d="100"/>
        </p:scale>
        <p:origin x="5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247" Type="http://schemas.openxmlformats.org/officeDocument/2006/relationships/slide" Target="slides/slide245.xml"/><Relationship Id="rId107" Type="http://schemas.openxmlformats.org/officeDocument/2006/relationships/slide" Target="slides/slide105.xml"/><Relationship Id="rId268" Type="http://schemas.openxmlformats.org/officeDocument/2006/relationships/slide" Target="slides/slide266.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58" Type="http://schemas.openxmlformats.org/officeDocument/2006/relationships/slide" Target="slides/slide256.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269" Type="http://schemas.openxmlformats.org/officeDocument/2006/relationships/slide" Target="slides/slide267.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270" Type="http://schemas.openxmlformats.org/officeDocument/2006/relationships/slide" Target="slides/slide268.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slide" Target="slides/slide200.xml"/><Relationship Id="rId207" Type="http://schemas.openxmlformats.org/officeDocument/2006/relationships/slide" Target="slides/slide205.xml"/><Relationship Id="rId223" Type="http://schemas.openxmlformats.org/officeDocument/2006/relationships/slide" Target="slides/slide221.xml"/><Relationship Id="rId228" Type="http://schemas.openxmlformats.org/officeDocument/2006/relationships/slide" Target="slides/slide226.xml"/><Relationship Id="rId244" Type="http://schemas.openxmlformats.org/officeDocument/2006/relationships/slide" Target="slides/slide242.xml"/><Relationship Id="rId249" Type="http://schemas.openxmlformats.org/officeDocument/2006/relationships/slide" Target="slides/slide24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260" Type="http://schemas.openxmlformats.org/officeDocument/2006/relationships/slide" Target="slides/slide258.xml"/><Relationship Id="rId265" Type="http://schemas.openxmlformats.org/officeDocument/2006/relationships/slide" Target="slides/slide263.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13" Type="http://schemas.openxmlformats.org/officeDocument/2006/relationships/slide" Target="slides/slide211.xml"/><Relationship Id="rId218" Type="http://schemas.openxmlformats.org/officeDocument/2006/relationships/slide" Target="slides/slide216.xml"/><Relationship Id="rId234" Type="http://schemas.openxmlformats.org/officeDocument/2006/relationships/slide" Target="slides/slide232.xml"/><Relationship Id="rId239" Type="http://schemas.openxmlformats.org/officeDocument/2006/relationships/slide" Target="slides/slide237.xml"/><Relationship Id="rId2" Type="http://schemas.openxmlformats.org/officeDocument/2006/relationships/slideMaster" Target="slideMasters/slideMaster2.xml"/><Relationship Id="rId29" Type="http://schemas.openxmlformats.org/officeDocument/2006/relationships/slide" Target="slides/slide27.xml"/><Relationship Id="rId250" Type="http://schemas.openxmlformats.org/officeDocument/2006/relationships/slide" Target="slides/slide248.xml"/><Relationship Id="rId255" Type="http://schemas.openxmlformats.org/officeDocument/2006/relationships/slide" Target="slides/slide253.xml"/><Relationship Id="rId271" Type="http://schemas.openxmlformats.org/officeDocument/2006/relationships/slide" Target="slides/slide269.xml"/><Relationship Id="rId276" Type="http://schemas.openxmlformats.org/officeDocument/2006/relationships/theme" Target="theme/theme1.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slide" Target="slides/slide206.xml"/><Relationship Id="rId229" Type="http://schemas.openxmlformats.org/officeDocument/2006/relationships/slide" Target="slides/slide227.xml"/><Relationship Id="rId19" Type="http://schemas.openxmlformats.org/officeDocument/2006/relationships/slide" Target="slides/slide17.xml"/><Relationship Id="rId224" Type="http://schemas.openxmlformats.org/officeDocument/2006/relationships/slide" Target="slides/slide222.xml"/><Relationship Id="rId240" Type="http://schemas.openxmlformats.org/officeDocument/2006/relationships/slide" Target="slides/slide238.xml"/><Relationship Id="rId245" Type="http://schemas.openxmlformats.org/officeDocument/2006/relationships/slide" Target="slides/slide243.xml"/><Relationship Id="rId261" Type="http://schemas.openxmlformats.org/officeDocument/2006/relationships/slide" Target="slides/slide259.xml"/><Relationship Id="rId266" Type="http://schemas.openxmlformats.org/officeDocument/2006/relationships/slide" Target="slides/slide264.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30" Type="http://schemas.openxmlformats.org/officeDocument/2006/relationships/slide" Target="slides/slide228.xml"/><Relationship Id="rId235" Type="http://schemas.openxmlformats.org/officeDocument/2006/relationships/slide" Target="slides/slide233.xml"/><Relationship Id="rId251" Type="http://schemas.openxmlformats.org/officeDocument/2006/relationships/slide" Target="slides/slide249.xml"/><Relationship Id="rId256" Type="http://schemas.openxmlformats.org/officeDocument/2006/relationships/slide" Target="slides/slide254.xml"/><Relationship Id="rId277" Type="http://schemas.openxmlformats.org/officeDocument/2006/relationships/tableStyles" Target="tableStyles.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72" Type="http://schemas.openxmlformats.org/officeDocument/2006/relationships/slide" Target="slides/slide270.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slide" Target="slides/slide223.xml"/><Relationship Id="rId241" Type="http://schemas.openxmlformats.org/officeDocument/2006/relationships/slide" Target="slides/slide239.xml"/><Relationship Id="rId246" Type="http://schemas.openxmlformats.org/officeDocument/2006/relationships/slide" Target="slides/slide244.xml"/><Relationship Id="rId267" Type="http://schemas.openxmlformats.org/officeDocument/2006/relationships/slide" Target="slides/slide265.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262" Type="http://schemas.openxmlformats.org/officeDocument/2006/relationships/slide" Target="slides/slide260.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273" Type="http://schemas.openxmlformats.org/officeDocument/2006/relationships/notesMaster" Target="notesMasters/notesMaster1.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4" Type="http://schemas.openxmlformats.org/officeDocument/2006/relationships/presProps" Target="presProps.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slide" Target="slides/slide262.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275" Type="http://schemas.openxmlformats.org/officeDocument/2006/relationships/viewProps" Target="viewProps.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8C4403-F31A-44E4-91D7-B4AAF4AD3316}" type="datetimeFigureOut">
              <a:rPr lang="en-US" smtClean="0"/>
              <a:t>5/6/2020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CDBAFA-8902-4722-B5F5-E7675CA9D1A8}" type="slidenum">
              <a:rPr lang="en-US" smtClean="0"/>
              <a:t>‹#›</a:t>
            </a:fld>
            <a:endParaRPr lang="en-US"/>
          </a:p>
        </p:txBody>
      </p:sp>
    </p:spTree>
    <p:extLst>
      <p:ext uri="{BB962C8B-B14F-4D97-AF65-F5344CB8AC3E}">
        <p14:creationId xmlns:p14="http://schemas.microsoft.com/office/powerpoint/2010/main" val="3258600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A lot of this work was done in collaboration with members of the Algorithmic Self-Assembly Research Group (ASARG) under Dr. </a:t>
            </a:r>
            <a:r>
              <a:rPr lang="en-US" dirty="0" err="1"/>
              <a:t>Schweller</a:t>
            </a:r>
            <a:r>
              <a:rPr lang="en-US" dirty="0"/>
              <a:t> and Dr. Wylie.</a:t>
            </a:r>
            <a:br>
              <a:rPr lang="en-US" dirty="0"/>
            </a:br>
            <a:r>
              <a:rPr lang="en-US" dirty="0"/>
              <a:t>I am very grateful to have been a part of this group.</a:t>
            </a:r>
          </a:p>
        </p:txBody>
      </p:sp>
      <p:sp>
        <p:nvSpPr>
          <p:cNvPr id="4" name="Slide Number Placeholder 3"/>
          <p:cNvSpPr>
            <a:spLocks noGrp="1"/>
          </p:cNvSpPr>
          <p:nvPr>
            <p:ph type="sldNum" sz="quarter" idx="10"/>
          </p:nvPr>
        </p:nvSpPr>
        <p:spPr/>
        <p:txBody>
          <a:bodyPr/>
          <a:lstStyle/>
          <a:p>
            <a:fld id="{07FE95A3-4147-4249-99A6-5391E96D1C91}" type="slidenum">
              <a:rPr lang="en-US"/>
              <a:pPr/>
              <a:t>1</a:t>
            </a:fld>
            <a:endParaRPr lang="en-US"/>
          </a:p>
        </p:txBody>
      </p:sp>
    </p:spTree>
    <p:extLst>
      <p:ext uri="{BB962C8B-B14F-4D97-AF65-F5344CB8AC3E}">
        <p14:creationId xmlns:p14="http://schemas.microsoft.com/office/powerpoint/2010/main" val="182200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very brief outline of topics which we will be referring to throughout the presentation.</a:t>
            </a:r>
          </a:p>
        </p:txBody>
      </p:sp>
      <p:sp>
        <p:nvSpPr>
          <p:cNvPr id="4" name="Slide Number Placeholder 3"/>
          <p:cNvSpPr>
            <a:spLocks noGrp="1"/>
          </p:cNvSpPr>
          <p:nvPr>
            <p:ph type="sldNum" sz="quarter" idx="5"/>
          </p:nvPr>
        </p:nvSpPr>
        <p:spPr/>
        <p:txBody>
          <a:bodyPr/>
          <a:lstStyle/>
          <a:p>
            <a:fld id="{27CDBAFA-8902-4722-B5F5-E7675CA9D1A8}" type="slidenum">
              <a:rPr lang="en-US" smtClean="0"/>
              <a:t>3</a:t>
            </a:fld>
            <a:endParaRPr lang="en-US"/>
          </a:p>
        </p:txBody>
      </p:sp>
    </p:spTree>
    <p:extLst>
      <p:ext uri="{BB962C8B-B14F-4D97-AF65-F5344CB8AC3E}">
        <p14:creationId xmlns:p14="http://schemas.microsoft.com/office/powerpoint/2010/main" val="2633610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DBAFA-8902-4722-B5F5-E7675CA9D1A8}" type="slidenum">
              <a:rPr lang="en-US" smtClean="0"/>
              <a:t>4</a:t>
            </a:fld>
            <a:endParaRPr lang="en-US"/>
          </a:p>
        </p:txBody>
      </p:sp>
    </p:spTree>
    <p:extLst>
      <p:ext uri="{BB962C8B-B14F-4D97-AF65-F5344CB8AC3E}">
        <p14:creationId xmlns:p14="http://schemas.microsoft.com/office/powerpoint/2010/main" val="3682095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phenomenon is particularly abundant in the areas of Chemistry and Biology. One promising area has been an attempt to harness the power of DNA to assemble complex structures.</a:t>
            </a:r>
            <a:endParaRPr/>
          </a:p>
        </p:txBody>
      </p:sp>
      <p:sp>
        <p:nvSpPr>
          <p:cNvPr id="173" name="Google Shape;17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approach of using DNA self-assembly to engineer structures was pioneered by Ned Seeman, whose idea was to assemble tilings of DNA from what’s known as a Branched Junction Molecule.</a:t>
            </a:r>
            <a:endParaRPr/>
          </a:p>
        </p:txBody>
      </p:sp>
      <p:sp>
        <p:nvSpPr>
          <p:cNvPr id="184" name="Google Shape;18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5bb3e39ef4_1_2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For these Branched Junction Molecules, the idea is to intertwine multiple strands of DNA.</a:t>
            </a:r>
            <a:endParaRPr/>
          </a:p>
        </p:txBody>
      </p:sp>
      <p:sp>
        <p:nvSpPr>
          <p:cNvPr id="196" name="Google Shape;196;g5bb3e39ef4_1_2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5bb3e39ef4_1_2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By exposing ``loose’’ ends with complimentary sequences of Watson Crick base-pairs, multiple copies of a branched junction molecule might stick together.</a:t>
            </a:r>
            <a:endParaRPr/>
          </a:p>
        </p:txBody>
      </p:sp>
      <p:sp>
        <p:nvSpPr>
          <p:cNvPr id="202" name="Google Shape;202;g5bb3e39ef4_1_2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And that pumping these molecules into a system could tile a plane.</a:t>
            </a:r>
            <a:endParaRPr/>
          </a:p>
        </p:txBody>
      </p:sp>
      <p:sp>
        <p:nvSpPr>
          <p:cNvPr id="213" name="Google Shape;21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5bb3e39ef4_1_3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5bb3e39ef4_1_3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And that pumping these molecules into a system could tile a plane.</a:t>
            </a:r>
            <a:endParaRPr/>
          </a:p>
        </p:txBody>
      </p:sp>
      <p:sp>
        <p:nvSpPr>
          <p:cNvPr id="222" name="Google Shape;222;g5bb3e39ef4_1_3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5bb3e39ef4_1_3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g5bb3e39ef4_1_3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And that pumping these molecules into a system could tile a plane.</a:t>
            </a:r>
            <a:endParaRPr/>
          </a:p>
        </p:txBody>
      </p:sp>
      <p:sp>
        <p:nvSpPr>
          <p:cNvPr id="235" name="Google Shape;235;g5bb3e39ef4_1_3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5bb3e39ef4_1_3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5bb3e39ef4_1_3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And it turns out that this actually works! These are images taken by an Atomic Force Microscope of engineered DNA structures (inspired by the branched junction molecule) forming a 2D lattice structure.</a:t>
            </a:r>
            <a:endParaRPr/>
          </a:p>
        </p:txBody>
      </p:sp>
      <p:sp>
        <p:nvSpPr>
          <p:cNvPr id="251" name="Google Shape;251;g5bb3e39ef4_1_3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But, the chemistry and biology of this type of implementation is all very involved.</a:t>
            </a:r>
            <a:endParaRPr/>
          </a:p>
        </p:txBody>
      </p:sp>
      <p:sp>
        <p:nvSpPr>
          <p:cNvPr id="267" name="Google Shape;26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So Erik Winfree, in his PhD thesis, abstracted away the details by representing structures like this Branched Junction Molecule with a square with labeled edges.</a:t>
            </a:r>
            <a:endParaRPr/>
          </a:p>
        </p:txBody>
      </p:sp>
      <p:sp>
        <p:nvSpPr>
          <p:cNvPr id="273" name="Google Shape;27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So, instead of exposed strings of complementary base-pairs, we can just think of them as “sticky” sides of the square.</a:t>
            </a:r>
            <a:endParaRPr/>
          </a:p>
        </p:txBody>
      </p:sp>
      <p:sp>
        <p:nvSpPr>
          <p:cNvPr id="287" name="Google Shape;28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And notably, Winfree imagined that these glues might have varying attachment strengths.</a:t>
            </a:r>
            <a:endParaRPr/>
          </a:p>
        </p:txBody>
      </p:sp>
      <p:sp>
        <p:nvSpPr>
          <p:cNvPr id="303" name="Google Shape;30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As a visual aid, I’ll be representing glue strengths with the number of colored rectangles on a given side of the square.</a:t>
            </a:r>
            <a:endParaRPr/>
          </a:p>
        </p:txBody>
      </p:sp>
      <p:sp>
        <p:nvSpPr>
          <p:cNvPr id="319" name="Google Shape;31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Also, something to keep in mind is that these tiles only translate through the systems we’ll be discussing. They do not rotate. Obviously an actual DNA implementation might rotate, but we mean that we can create glue labels which do not allow rotated tiles to stick unless they are both rotated the same amount.</a:t>
            </a:r>
            <a:endParaRPr/>
          </a:p>
        </p:txBody>
      </p:sp>
      <p:sp>
        <p:nvSpPr>
          <p:cNvPr id="333" name="Google Shape;33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DBAFA-8902-4722-B5F5-E7675CA9D1A8}" type="slidenum">
              <a:rPr lang="en-US" smtClean="0"/>
              <a:t>58</a:t>
            </a:fld>
            <a:endParaRPr lang="en-US"/>
          </a:p>
        </p:txBody>
      </p:sp>
    </p:spTree>
    <p:extLst>
      <p:ext uri="{BB962C8B-B14F-4D97-AF65-F5344CB8AC3E}">
        <p14:creationId xmlns:p14="http://schemas.microsoft.com/office/powerpoint/2010/main" val="15143312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spanning tree for a shape can be found in linear time </a:t>
            </a:r>
            <a:r>
              <a:rPr lang="en-US" dirty="0" err="1"/>
              <a:t>w.r.t.</a:t>
            </a:r>
            <a:r>
              <a:rPr lang="en-US" dirty="0"/>
              <a:t> the size of the shape, with either a depth-first of breadth-first search.</a:t>
            </a:r>
          </a:p>
        </p:txBody>
      </p:sp>
      <p:sp>
        <p:nvSpPr>
          <p:cNvPr id="4" name="Slide Number Placeholder 3"/>
          <p:cNvSpPr>
            <a:spLocks noGrp="1"/>
          </p:cNvSpPr>
          <p:nvPr>
            <p:ph type="sldNum" sz="quarter" idx="5"/>
          </p:nvPr>
        </p:nvSpPr>
        <p:spPr/>
        <p:txBody>
          <a:bodyPr/>
          <a:lstStyle/>
          <a:p>
            <a:fld id="{27CDBAFA-8902-4722-B5F5-E7675CA9D1A8}" type="slidenum">
              <a:rPr lang="en-US" smtClean="0"/>
              <a:t>64</a:t>
            </a:fld>
            <a:endParaRPr lang="en-US"/>
          </a:p>
        </p:txBody>
      </p:sp>
    </p:spTree>
    <p:extLst>
      <p:ext uri="{BB962C8B-B14F-4D97-AF65-F5344CB8AC3E}">
        <p14:creationId xmlns:p14="http://schemas.microsoft.com/office/powerpoint/2010/main" val="19828032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DBAFA-8902-4722-B5F5-E7675CA9D1A8}" type="slidenum">
              <a:rPr lang="en-US" smtClean="0"/>
              <a:t>111</a:t>
            </a:fld>
            <a:endParaRPr lang="en-US"/>
          </a:p>
        </p:txBody>
      </p:sp>
    </p:spTree>
    <p:extLst>
      <p:ext uri="{BB962C8B-B14F-4D97-AF65-F5344CB8AC3E}">
        <p14:creationId xmlns:p14="http://schemas.microsoft.com/office/powerpoint/2010/main" val="30580076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premier result for this question is that of </a:t>
            </a:r>
            <a:r>
              <a:rPr lang="en-US" dirty="0" err="1"/>
              <a:t>Soloveichik</a:t>
            </a:r>
            <a:r>
              <a:rPr lang="en-US" dirty="0"/>
              <a:t> and Winfree. The Kolmogorov complexity of shape S, K(S), is the number of bits in the smallest program which outputs S </a:t>
            </a:r>
            <a:r>
              <a:rPr lang="en-US" dirty="0" err="1"/>
              <a:t>w.r.t.</a:t>
            </a:r>
            <a:r>
              <a:rPr lang="en-US" dirty="0"/>
              <a:t> a universal Turing machine. They encode S in the number of tile types of the system.</a:t>
            </a:r>
            <a:br>
              <a:rPr lang="en-US" dirty="0"/>
            </a:br>
            <a:br>
              <a:rPr lang="en-US" dirty="0"/>
            </a:br>
            <a:r>
              <a:rPr lang="en-US" dirty="0"/>
              <a:t>Since the Kolmogorov complexity of a string depends on the universal Turing machine chosen, the complexity community adopted a notion of additive equivalence, where additive constants are ignored. However, Theorem 4.1 includes multiplicative constants as well, which are not customarily discounted.</a:t>
            </a:r>
          </a:p>
        </p:txBody>
      </p:sp>
      <p:sp>
        <p:nvSpPr>
          <p:cNvPr id="4" name="Slide Number Placeholder 3"/>
          <p:cNvSpPr>
            <a:spLocks noGrp="1"/>
          </p:cNvSpPr>
          <p:nvPr>
            <p:ph type="sldNum" sz="quarter" idx="10"/>
          </p:nvPr>
        </p:nvSpPr>
        <p:spPr/>
        <p:txBody>
          <a:bodyPr/>
          <a:lstStyle/>
          <a:p>
            <a:fld id="{07FE95A3-4147-4249-99A6-5391E96D1C91}" type="slidenum">
              <a:rPr lang="en-US" smtClean="0"/>
              <a:pPr/>
              <a:t>114</a:t>
            </a:fld>
            <a:endParaRPr lang="en-US"/>
          </a:p>
        </p:txBody>
      </p:sp>
    </p:spTree>
    <p:extLst>
      <p:ext uri="{BB962C8B-B14F-4D97-AF65-F5344CB8AC3E}">
        <p14:creationId xmlns:p14="http://schemas.microsoft.com/office/powerpoint/2010/main" val="15329997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encode S in the temperature and glue function of the tile system, rather than in the number of tile types.</a:t>
            </a:r>
          </a:p>
        </p:txBody>
      </p:sp>
      <p:sp>
        <p:nvSpPr>
          <p:cNvPr id="4" name="Slide Number Placeholder 3"/>
          <p:cNvSpPr>
            <a:spLocks noGrp="1"/>
          </p:cNvSpPr>
          <p:nvPr>
            <p:ph type="sldNum" sz="quarter" idx="10"/>
          </p:nvPr>
        </p:nvSpPr>
        <p:spPr/>
        <p:txBody>
          <a:bodyPr/>
          <a:lstStyle/>
          <a:p>
            <a:fld id="{07FE95A3-4147-4249-99A6-5391E96D1C91}" type="slidenum">
              <a:rPr lang="en-US" smtClean="0"/>
              <a:pPr/>
              <a:t>116</a:t>
            </a:fld>
            <a:endParaRPr lang="en-US"/>
          </a:p>
        </p:txBody>
      </p:sp>
    </p:spTree>
    <p:extLst>
      <p:ext uri="{BB962C8B-B14F-4D97-AF65-F5344CB8AC3E}">
        <p14:creationId xmlns:p14="http://schemas.microsoft.com/office/powerpoint/2010/main" val="8141515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encode S in the temperature and glue function of the tile system, rather than in the number of tile types.</a:t>
            </a:r>
          </a:p>
        </p:txBody>
      </p:sp>
      <p:sp>
        <p:nvSpPr>
          <p:cNvPr id="4" name="Slide Number Placeholder 3"/>
          <p:cNvSpPr>
            <a:spLocks noGrp="1"/>
          </p:cNvSpPr>
          <p:nvPr>
            <p:ph type="sldNum" sz="quarter" idx="10"/>
          </p:nvPr>
        </p:nvSpPr>
        <p:spPr/>
        <p:txBody>
          <a:bodyPr/>
          <a:lstStyle/>
          <a:p>
            <a:fld id="{07FE95A3-4147-4249-99A6-5391E96D1C91}" type="slidenum">
              <a:rPr lang="en-US" smtClean="0"/>
              <a:pPr/>
              <a:t>117</a:t>
            </a:fld>
            <a:endParaRPr lang="en-US"/>
          </a:p>
        </p:txBody>
      </p:sp>
    </p:spTree>
    <p:extLst>
      <p:ext uri="{BB962C8B-B14F-4D97-AF65-F5344CB8AC3E}">
        <p14:creationId xmlns:p14="http://schemas.microsoft.com/office/powerpoint/2010/main" val="784152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encode S in the temperature and glue function of the tile system, rather than in the number of tile types.</a:t>
            </a:r>
          </a:p>
        </p:txBody>
      </p:sp>
      <p:sp>
        <p:nvSpPr>
          <p:cNvPr id="4" name="Slide Number Placeholder 3"/>
          <p:cNvSpPr>
            <a:spLocks noGrp="1"/>
          </p:cNvSpPr>
          <p:nvPr>
            <p:ph type="sldNum" sz="quarter" idx="10"/>
          </p:nvPr>
        </p:nvSpPr>
        <p:spPr/>
        <p:txBody>
          <a:bodyPr/>
          <a:lstStyle/>
          <a:p>
            <a:fld id="{07FE95A3-4147-4249-99A6-5391E96D1C91}" type="slidenum">
              <a:rPr lang="en-US" smtClean="0"/>
              <a:pPr/>
              <a:t>118</a:t>
            </a:fld>
            <a:endParaRPr lang="en-US"/>
          </a:p>
        </p:txBody>
      </p:sp>
    </p:spTree>
    <p:extLst>
      <p:ext uri="{BB962C8B-B14F-4D97-AF65-F5344CB8AC3E}">
        <p14:creationId xmlns:p14="http://schemas.microsoft.com/office/powerpoint/2010/main" val="20715700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Martel et al. [2009]</a:t>
            </a:r>
          </a:p>
          <a:p>
            <a:r>
              <a:rPr lang="en-US" dirty="0">
                <a:solidFill>
                  <a:schemeClr val="bg1"/>
                </a:solidFill>
              </a:rPr>
              <a:t>MRI-based Medical Nanorobotic Platform for the Control of Magnetic Nanoparticles</a:t>
            </a:r>
          </a:p>
          <a:p>
            <a:r>
              <a:rPr lang="en-US" dirty="0"/>
              <a:t>Some MRI techniques used for the experiments: </a:t>
            </a:r>
          </a:p>
          <a:p>
            <a:r>
              <a:rPr lang="en-US" dirty="0"/>
              <a:t>(a), (b) unfiltered and filtered MRI images of the carotid artery of the living animal </a:t>
            </a:r>
          </a:p>
          <a:p>
            <a:r>
              <a:rPr lang="en-US" dirty="0"/>
              <a:t>(c) the same artery with waypoints being plotted to provide trajectory control commands to the computer </a:t>
            </a:r>
          </a:p>
          <a:p>
            <a:r>
              <a:rPr lang="en-US" dirty="0"/>
              <a:t>(d) distorted MRI image created by the 1.5 mm chrome steel sphere (see Extension 1)</a:t>
            </a:r>
          </a:p>
          <a:p>
            <a:r>
              <a:rPr lang="en-US" dirty="0"/>
              <a:t>(e), (f) MRI image of the ferromagnetic sphere using the MS-SET method as seen in the transversal and sagittal plane, respectively </a:t>
            </a:r>
          </a:p>
          <a:p>
            <a:r>
              <a:rPr lang="en-US" dirty="0"/>
              <a:t>(g) the same ferromagnetic sphere being tracked using the MS-SET method over a pre-acquired X-ray image (optional) providing additional physiological information (e.g. the spinal cord) while being controlled at 24 Hz in the carotid artery of the living swine along the waypoints </a:t>
            </a:r>
          </a:p>
          <a:p>
            <a:r>
              <a:rPr lang="en-US" dirty="0"/>
              <a:t>(h) shows the waypoints plotted over the MRI image of a phantom mimicking human vascular conditions and being shown through a dedicated imaging software with </a:t>
            </a:r>
          </a:p>
          <a:p>
            <a:pPr marL="285750" indent="-285750">
              <a:buAutoNum type="romanLcParenBoth"/>
            </a:pPr>
            <a:r>
              <a:rPr lang="en-US" dirty="0"/>
              <a:t>the respective real-time displacement of the sphere being displayed.</a:t>
            </a:r>
          </a:p>
          <a:p>
            <a:pPr marL="285750" indent="-285750">
              <a:buAutoNum type="romanLcParenBoth"/>
            </a:pPr>
            <a:endParaRPr lang="en-US" dirty="0"/>
          </a:p>
          <a:p>
            <a:pPr marL="0" indent="0">
              <a:buNone/>
            </a:pPr>
            <a:r>
              <a:rPr lang="en-US" sz="1200" b="1" i="0" kern="1200" dirty="0" err="1">
                <a:solidFill>
                  <a:schemeClr val="tx1"/>
                </a:solidFill>
                <a:effectLst/>
                <a:latin typeface="+mn-lt"/>
                <a:ea typeface="+mn-ea"/>
                <a:cs typeface="+mn-cs"/>
              </a:rPr>
              <a:t>magnetotactic</a:t>
            </a:r>
            <a:r>
              <a:rPr lang="en-US" sz="1200" b="1" i="0" kern="1200" dirty="0">
                <a:solidFill>
                  <a:schemeClr val="tx1"/>
                </a:solidFill>
                <a:effectLst/>
                <a:latin typeface="+mn-lt"/>
                <a:ea typeface="+mn-ea"/>
                <a:cs typeface="+mn-cs"/>
              </a:rPr>
              <a:t> bacteria (MTB) </a:t>
            </a:r>
            <a:r>
              <a:rPr lang="en-US" sz="1200" b="0" i="0" kern="1200" dirty="0">
                <a:solidFill>
                  <a:schemeClr val="tx1"/>
                </a:solidFill>
                <a:effectLst/>
                <a:latin typeface="+mn-lt"/>
                <a:ea typeface="+mn-ea"/>
                <a:cs typeface="+mn-cs"/>
              </a:rPr>
              <a:t>can sense magnetic fields.</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Fabricated </a:t>
            </a:r>
            <a:r>
              <a:rPr lang="en-US" sz="1200" b="1" i="0" kern="1200" dirty="0">
                <a:solidFill>
                  <a:schemeClr val="tx1"/>
                </a:solidFill>
                <a:effectLst/>
                <a:latin typeface="+mn-lt"/>
                <a:ea typeface="+mn-ea"/>
                <a:cs typeface="+mn-cs"/>
              </a:rPr>
              <a:t>Magnetic nanoparticles</a:t>
            </a:r>
            <a:r>
              <a:rPr lang="en-US" sz="1200" b="0" i="0" kern="1200" dirty="0">
                <a:solidFill>
                  <a:schemeClr val="tx1"/>
                </a:solidFill>
                <a:effectLst/>
                <a:latin typeface="+mn-lt"/>
                <a:ea typeface="+mn-ea"/>
                <a:cs typeface="+mn-cs"/>
              </a:rPr>
              <a:t> (tiny magnetic particles 1-1000nm in size) are used in many different areas of research.</a:t>
            </a:r>
            <a:endParaRPr lang="en-US" dirty="0"/>
          </a:p>
        </p:txBody>
      </p:sp>
      <p:sp>
        <p:nvSpPr>
          <p:cNvPr id="4" name="Slide Number Placeholder 3"/>
          <p:cNvSpPr>
            <a:spLocks noGrp="1"/>
          </p:cNvSpPr>
          <p:nvPr>
            <p:ph type="sldNum" sz="quarter" idx="5"/>
          </p:nvPr>
        </p:nvSpPr>
        <p:spPr/>
        <p:txBody>
          <a:bodyPr/>
          <a:lstStyle/>
          <a:p>
            <a:fld id="{27CDBAFA-8902-4722-B5F5-E7675CA9D1A8}" type="slidenum">
              <a:rPr lang="en-US" smtClean="0"/>
              <a:t>162</a:t>
            </a:fld>
            <a:endParaRPr lang="en-US"/>
          </a:p>
        </p:txBody>
      </p:sp>
    </p:spTree>
    <p:extLst>
      <p:ext uri="{BB962C8B-B14F-4D97-AF65-F5344CB8AC3E}">
        <p14:creationId xmlns:p14="http://schemas.microsoft.com/office/powerpoint/2010/main" val="2687449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07FE95A3-4147-4249-99A6-5391E96D1C91}" type="slidenum">
              <a:rPr lang="en-US" smtClean="0"/>
              <a:pPr/>
              <a:t>163</a:t>
            </a:fld>
            <a:endParaRPr lang="en-US"/>
          </a:p>
        </p:txBody>
      </p:sp>
    </p:spTree>
    <p:extLst>
      <p:ext uri="{BB962C8B-B14F-4D97-AF65-F5344CB8AC3E}">
        <p14:creationId xmlns:p14="http://schemas.microsoft.com/office/powerpoint/2010/main" val="17490671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07FE95A3-4147-4249-99A6-5391E96D1C91}" type="slidenum">
              <a:rPr lang="en-US" smtClean="0"/>
              <a:pPr/>
              <a:t>164</a:t>
            </a:fld>
            <a:endParaRPr lang="en-US"/>
          </a:p>
        </p:txBody>
      </p:sp>
    </p:spTree>
    <p:extLst>
      <p:ext uri="{BB962C8B-B14F-4D97-AF65-F5344CB8AC3E}">
        <p14:creationId xmlns:p14="http://schemas.microsoft.com/office/powerpoint/2010/main" val="974434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is most similar to the gravity-fed logic maze </a:t>
            </a:r>
            <a:r>
              <a:rPr lang="en-US" sz="1200" b="0" i="1" u="none" strike="noStrike" kern="1200" baseline="0" dirty="0">
                <a:solidFill>
                  <a:schemeClr val="tx1"/>
                </a:solidFill>
                <a:latin typeface="+mn-lt"/>
                <a:ea typeface="+mn-ea"/>
                <a:cs typeface="+mn-cs"/>
              </a:rPr>
              <a:t>Tilt </a:t>
            </a:r>
            <a:r>
              <a:rPr lang="en-US" sz="1200" b="0" i="0" u="none" strike="noStrike" kern="1200" baseline="0" dirty="0">
                <a:solidFill>
                  <a:schemeClr val="tx1"/>
                </a:solidFill>
                <a:latin typeface="+mn-lt"/>
                <a:ea typeface="+mn-ea"/>
                <a:cs typeface="+mn-cs"/>
              </a:rPr>
              <a:t>TM, invented by </a:t>
            </a:r>
            <a:r>
              <a:rPr lang="en-US" sz="1200" b="0" i="0" u="none" strike="noStrike" kern="1200" baseline="0" dirty="0" err="1">
                <a:solidFill>
                  <a:schemeClr val="tx1"/>
                </a:solidFill>
                <a:latin typeface="+mn-lt"/>
                <a:ea typeface="+mn-ea"/>
                <a:cs typeface="+mn-cs"/>
              </a:rPr>
              <a:t>Vesa</a:t>
            </a:r>
            <a:r>
              <a:rPr lang="en-US" sz="1200" b="0" i="0" u="none" strike="noStrike" kern="1200" baseline="0" dirty="0">
                <a:solidFill>
                  <a:schemeClr val="tx1"/>
                </a:solidFill>
                <a:latin typeface="+mn-lt"/>
                <a:ea typeface="+mn-ea"/>
                <a:cs typeface="+mn-cs"/>
              </a:rPr>
              <a:t> Timonen and Timo </a:t>
            </a:r>
            <a:r>
              <a:rPr lang="en-US" sz="1200" b="0" i="0" u="none" strike="noStrike" kern="1200" baseline="0" dirty="0" err="1">
                <a:solidFill>
                  <a:schemeClr val="tx1"/>
                </a:solidFill>
                <a:latin typeface="+mn-lt"/>
                <a:ea typeface="+mn-ea"/>
                <a:cs typeface="+mn-cs"/>
              </a:rPr>
              <a:t>Jokitalo</a:t>
            </a:r>
            <a:r>
              <a:rPr lang="en-US" sz="1200" b="0" i="0" u="none" strike="noStrike" kern="1200" baseline="0" dirty="0">
                <a:solidFill>
                  <a:schemeClr val="tx1"/>
                </a:solidFill>
                <a:latin typeface="+mn-lt"/>
                <a:ea typeface="+mn-ea"/>
                <a:cs typeface="+mn-cs"/>
              </a:rPr>
              <a:t> and distributed by </a:t>
            </a:r>
            <a:r>
              <a:rPr lang="en-US" sz="1200" b="0" i="0" u="none" strike="noStrike" kern="1200" baseline="0" dirty="0" err="1">
                <a:solidFill>
                  <a:schemeClr val="tx1"/>
                </a:solidFill>
                <a:latin typeface="+mn-lt"/>
                <a:ea typeface="+mn-ea"/>
                <a:cs typeface="+mn-cs"/>
              </a:rPr>
              <a:t>ThinkFun</a:t>
            </a:r>
            <a:r>
              <a:rPr lang="en-US" sz="1200" b="0" i="0" u="none" strike="noStrike" kern="1200" baseline="0" dirty="0">
                <a:solidFill>
                  <a:schemeClr val="tx1"/>
                </a:solidFill>
                <a:latin typeface="+mn-lt"/>
                <a:ea typeface="+mn-ea"/>
                <a:cs typeface="+mn-cs"/>
              </a:rPr>
              <a:t> since 2010.</a:t>
            </a:r>
            <a:endParaRPr lang="en-US" dirty="0"/>
          </a:p>
        </p:txBody>
      </p:sp>
      <p:sp>
        <p:nvSpPr>
          <p:cNvPr id="4" name="Slide Number Placeholder 3"/>
          <p:cNvSpPr>
            <a:spLocks noGrp="1"/>
          </p:cNvSpPr>
          <p:nvPr>
            <p:ph type="sldNum" sz="quarter" idx="10"/>
          </p:nvPr>
        </p:nvSpPr>
        <p:spPr/>
        <p:txBody>
          <a:bodyPr/>
          <a:lstStyle/>
          <a:p>
            <a:fld id="{07FE95A3-4147-4249-99A6-5391E96D1C91}" type="slidenum">
              <a:rPr lang="en-US" smtClean="0"/>
              <a:pPr/>
              <a:t>165</a:t>
            </a:fld>
            <a:endParaRPr lang="en-US"/>
          </a:p>
        </p:txBody>
      </p:sp>
    </p:spTree>
    <p:extLst>
      <p:ext uri="{BB962C8B-B14F-4D97-AF65-F5344CB8AC3E}">
        <p14:creationId xmlns:p14="http://schemas.microsoft.com/office/powerpoint/2010/main" val="25208806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This is most similar to the gravity-fed logic maze </a:t>
            </a:r>
            <a:r>
              <a:rPr lang="en-US" sz="1200" b="0" i="1" u="none" strike="noStrike" kern="1200" baseline="0" dirty="0">
                <a:solidFill>
                  <a:schemeClr val="tx1"/>
                </a:solidFill>
                <a:latin typeface="+mn-lt"/>
                <a:ea typeface="+mn-ea"/>
                <a:cs typeface="+mn-cs"/>
              </a:rPr>
              <a:t>Tilt </a:t>
            </a:r>
            <a:r>
              <a:rPr lang="en-US" sz="1200" b="0" i="0" u="none" strike="noStrike" kern="1200" baseline="0" dirty="0">
                <a:solidFill>
                  <a:schemeClr val="tx1"/>
                </a:solidFill>
                <a:latin typeface="+mn-lt"/>
                <a:ea typeface="+mn-ea"/>
                <a:cs typeface="+mn-cs"/>
              </a:rPr>
              <a:t>TM, invented by </a:t>
            </a:r>
            <a:r>
              <a:rPr lang="en-US" sz="1200" b="0" i="0" u="none" strike="noStrike" kern="1200" baseline="0" dirty="0" err="1">
                <a:solidFill>
                  <a:schemeClr val="tx1"/>
                </a:solidFill>
                <a:latin typeface="+mn-lt"/>
                <a:ea typeface="+mn-ea"/>
                <a:cs typeface="+mn-cs"/>
              </a:rPr>
              <a:t>Vesa</a:t>
            </a:r>
            <a:r>
              <a:rPr lang="en-US" sz="1200" b="0" i="0" u="none" strike="noStrike" kern="1200" baseline="0" dirty="0">
                <a:solidFill>
                  <a:schemeClr val="tx1"/>
                </a:solidFill>
                <a:latin typeface="+mn-lt"/>
                <a:ea typeface="+mn-ea"/>
                <a:cs typeface="+mn-cs"/>
              </a:rPr>
              <a:t> Timonen and Timo </a:t>
            </a:r>
            <a:r>
              <a:rPr lang="en-US" sz="1200" b="0" i="0" u="none" strike="noStrike" kern="1200" baseline="0" dirty="0" err="1">
                <a:solidFill>
                  <a:schemeClr val="tx1"/>
                </a:solidFill>
                <a:latin typeface="+mn-lt"/>
                <a:ea typeface="+mn-ea"/>
                <a:cs typeface="+mn-cs"/>
              </a:rPr>
              <a:t>Jokitalo</a:t>
            </a:r>
            <a:r>
              <a:rPr lang="en-US" sz="1200" b="0" i="0" u="none" strike="noStrike" kern="1200" baseline="0" dirty="0">
                <a:solidFill>
                  <a:schemeClr val="tx1"/>
                </a:solidFill>
                <a:latin typeface="+mn-lt"/>
                <a:ea typeface="+mn-ea"/>
                <a:cs typeface="+mn-cs"/>
              </a:rPr>
              <a:t> and distributed by </a:t>
            </a:r>
            <a:r>
              <a:rPr lang="en-US" sz="1200" b="0" i="0" u="none" strike="noStrike" kern="1200" baseline="0" dirty="0" err="1">
                <a:solidFill>
                  <a:schemeClr val="tx1"/>
                </a:solidFill>
                <a:latin typeface="+mn-lt"/>
                <a:ea typeface="+mn-ea"/>
                <a:cs typeface="+mn-cs"/>
              </a:rPr>
              <a:t>ThinkFun</a:t>
            </a:r>
            <a:r>
              <a:rPr lang="en-US" sz="1200" b="0" i="0" u="none" strike="noStrike" kern="1200" baseline="0" dirty="0">
                <a:solidFill>
                  <a:schemeClr val="tx1"/>
                </a:solidFill>
                <a:latin typeface="+mn-lt"/>
                <a:ea typeface="+mn-ea"/>
                <a:cs typeface="+mn-cs"/>
              </a:rPr>
              <a:t> since 2010.</a:t>
            </a:r>
            <a:endParaRPr lang="en-US" dirty="0"/>
          </a:p>
          <a:p>
            <a:endParaRPr lang="en-US" dirty="0"/>
          </a:p>
        </p:txBody>
      </p:sp>
      <p:sp>
        <p:nvSpPr>
          <p:cNvPr id="4" name="Slide Number Placeholder 3"/>
          <p:cNvSpPr>
            <a:spLocks noGrp="1"/>
          </p:cNvSpPr>
          <p:nvPr>
            <p:ph type="sldNum" sz="quarter" idx="5"/>
          </p:nvPr>
        </p:nvSpPr>
        <p:spPr/>
        <p:txBody>
          <a:bodyPr/>
          <a:lstStyle/>
          <a:p>
            <a:fld id="{27CDBAFA-8902-4722-B5F5-E7675CA9D1A8}" type="slidenum">
              <a:rPr lang="en-US" smtClean="0"/>
              <a:t>166</a:t>
            </a:fld>
            <a:endParaRPr lang="en-US"/>
          </a:p>
        </p:txBody>
      </p:sp>
    </p:spTree>
    <p:extLst>
      <p:ext uri="{BB962C8B-B14F-4D97-AF65-F5344CB8AC3E}">
        <p14:creationId xmlns:p14="http://schemas.microsoft.com/office/powerpoint/2010/main" val="28030893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DBAFA-8902-4722-B5F5-E7675CA9D1A8}" type="slidenum">
              <a:rPr lang="en-US" smtClean="0"/>
              <a:t>168</a:t>
            </a:fld>
            <a:endParaRPr lang="en-US"/>
          </a:p>
        </p:txBody>
      </p:sp>
    </p:spTree>
    <p:extLst>
      <p:ext uri="{BB962C8B-B14F-4D97-AF65-F5344CB8AC3E}">
        <p14:creationId xmlns:p14="http://schemas.microsoft.com/office/powerpoint/2010/main" val="3202712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FE95A3-4147-4249-99A6-5391E96D1C91}" type="slidenum">
              <a:rPr lang="en-US" smtClean="0"/>
              <a:pPr/>
              <a:t>177</a:t>
            </a:fld>
            <a:endParaRPr lang="en-US"/>
          </a:p>
        </p:txBody>
      </p:sp>
    </p:spTree>
    <p:extLst>
      <p:ext uri="{BB962C8B-B14F-4D97-AF65-F5344CB8AC3E}">
        <p14:creationId xmlns:p14="http://schemas.microsoft.com/office/powerpoint/2010/main" val="12117059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tilt assembly system consists of tiles that exists on a board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boards consists of blocked and open spaces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then give commands that we call tilts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cause the tiles to move in one direction until the hit a blocked space,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 another tile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193</a:t>
            </a:fld>
            <a:endParaRPr lang="en-US"/>
          </a:p>
        </p:txBody>
      </p:sp>
    </p:spTree>
    <p:extLst>
      <p:ext uri="{BB962C8B-B14F-4D97-AF65-F5344CB8AC3E}">
        <p14:creationId xmlns:p14="http://schemas.microsoft.com/office/powerpoint/2010/main" val="15638474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Also we allow for these tiles to stick together based on certain rules very similar to the previous presentation</a:t>
            </a:r>
          </a:p>
        </p:txBody>
      </p:sp>
      <p:sp>
        <p:nvSpPr>
          <p:cNvPr id="4" name="Slide Number Placeholder 3"/>
          <p:cNvSpPr>
            <a:spLocks noGrp="1"/>
          </p:cNvSpPr>
          <p:nvPr>
            <p:ph type="sldNum" sz="quarter" idx="5"/>
          </p:nvPr>
        </p:nvSpPr>
        <p:spPr/>
        <p:txBody>
          <a:bodyPr/>
          <a:lstStyle/>
          <a:p>
            <a:fld id="{07FE95A3-4147-4249-99A6-5391E96D1C91}" type="slidenum">
              <a:rPr lang="en-US" smtClean="0"/>
              <a:pPr/>
              <a:t>194</a:t>
            </a:fld>
            <a:endParaRPr lang="en-US"/>
          </a:p>
        </p:txBody>
      </p:sp>
    </p:spTree>
    <p:extLst>
      <p:ext uri="{BB962C8B-B14F-4D97-AF65-F5344CB8AC3E}">
        <p14:creationId xmlns:p14="http://schemas.microsoft.com/office/powerpoint/2010/main" val="17456048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has been viewed in two different ways</a:t>
            </a:r>
          </a:p>
          <a:p>
            <a:r>
              <a:rPr lang="en-US" dirty="0"/>
              <a:t>We present three results in these two areas</a:t>
            </a:r>
          </a:p>
          <a:p>
            <a:pPr marL="228600" indent="-228600">
              <a:buAutoNum type="arabicPeriod"/>
            </a:pPr>
            <a:r>
              <a:rPr lang="en-US" dirty="0"/>
              <a:t>A polynomial time algorithm for determining if a shape is in the class of shapes we can currently build</a:t>
            </a:r>
          </a:p>
          <a:p>
            <a:pPr marL="228600" indent="-228600">
              <a:buAutoNum type="arabicPeriod"/>
            </a:pPr>
            <a:r>
              <a:rPr lang="en-US" dirty="0"/>
              <a:t>A universal Constructor for this class</a:t>
            </a:r>
          </a:p>
          <a:p>
            <a:pPr marL="228600" indent="-228600">
              <a:buAutoNum type="arabicPeriod"/>
            </a:pPr>
            <a:r>
              <a:rPr lang="en-US" dirty="0"/>
              <a:t>PSPACE-Completeness of the occupancy problem</a:t>
            </a:r>
          </a:p>
        </p:txBody>
      </p:sp>
      <p:sp>
        <p:nvSpPr>
          <p:cNvPr id="4" name="Slide Number Placeholder 3"/>
          <p:cNvSpPr>
            <a:spLocks noGrp="1"/>
          </p:cNvSpPr>
          <p:nvPr>
            <p:ph type="sldNum" sz="quarter" idx="5"/>
          </p:nvPr>
        </p:nvSpPr>
        <p:spPr/>
        <p:txBody>
          <a:bodyPr/>
          <a:lstStyle/>
          <a:p>
            <a:fld id="{07FE95A3-4147-4249-99A6-5391E96D1C91}" type="slidenum">
              <a:rPr lang="en-US" smtClean="0"/>
              <a:pPr/>
              <a:t>195</a:t>
            </a:fld>
            <a:endParaRPr lang="en-US"/>
          </a:p>
        </p:txBody>
      </p:sp>
    </p:spTree>
    <p:extLst>
      <p:ext uri="{BB962C8B-B14F-4D97-AF65-F5344CB8AC3E}">
        <p14:creationId xmlns:p14="http://schemas.microsoft.com/office/powerpoint/2010/main" val="28291917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this class of shapes?</a:t>
            </a:r>
          </a:p>
          <a:p>
            <a:r>
              <a:rPr lang="en-US" dirty="0"/>
              <a:t>Well looking back at previous work…</a:t>
            </a:r>
          </a:p>
        </p:txBody>
      </p:sp>
      <p:sp>
        <p:nvSpPr>
          <p:cNvPr id="4" name="Slide Number Placeholder 3"/>
          <p:cNvSpPr>
            <a:spLocks noGrp="1"/>
          </p:cNvSpPr>
          <p:nvPr>
            <p:ph type="sldNum" sz="quarter" idx="5"/>
          </p:nvPr>
        </p:nvSpPr>
        <p:spPr/>
        <p:txBody>
          <a:bodyPr/>
          <a:lstStyle/>
          <a:p>
            <a:fld id="{07FE95A3-4147-4249-99A6-5391E96D1C91}" type="slidenum">
              <a:rPr lang="en-US" smtClean="0"/>
              <a:pPr/>
              <a:t>196</a:t>
            </a:fld>
            <a:endParaRPr lang="en-US"/>
          </a:p>
        </p:txBody>
      </p:sp>
    </p:spTree>
    <p:extLst>
      <p:ext uri="{BB962C8B-B14F-4D97-AF65-F5344CB8AC3E}">
        <p14:creationId xmlns:p14="http://schemas.microsoft.com/office/powerpoint/2010/main" val="14440435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2017 these Authors define a class of shapes called drop shapes</a:t>
            </a:r>
          </a:p>
          <a:p>
            <a:endParaRPr lang="en-US" dirty="0"/>
          </a:p>
          <a:p>
            <a:r>
              <a:rPr lang="en-US" dirty="0"/>
              <a:t>Shapes we can build by starting with one tile and repeat “dropping” tiles on to from any direction. </a:t>
            </a:r>
          </a:p>
          <a:p>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197</a:t>
            </a:fld>
            <a:endParaRPr lang="en-US"/>
          </a:p>
        </p:txBody>
      </p:sp>
    </p:spTree>
    <p:extLst>
      <p:ext uri="{BB962C8B-B14F-4D97-AF65-F5344CB8AC3E}">
        <p14:creationId xmlns:p14="http://schemas.microsoft.com/office/powerpoint/2010/main" val="7061089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generalize this definition to a drop shape </a:t>
            </a:r>
            <a:r>
              <a:rPr lang="en-US" dirty="0" err="1"/>
              <a:t>heirarchy</a:t>
            </a:r>
            <a:endParaRPr lang="en-US" dirty="0"/>
          </a:p>
          <a:p>
            <a:endParaRPr lang="en-US" dirty="0"/>
          </a:p>
          <a:p>
            <a:r>
              <a:rPr lang="en-US" dirty="0"/>
              <a:t>We define level-0 to be the single tile</a:t>
            </a:r>
          </a:p>
          <a:p>
            <a:r>
              <a:rPr lang="en-US" dirty="0"/>
              <a:t>Level-1 is the class of drop shapes</a:t>
            </a:r>
          </a:p>
          <a:p>
            <a:r>
              <a:rPr lang="en-US" dirty="0"/>
              <a:t>Level-2 is the class of shapes that can be built by dropping level-1 polyominos</a:t>
            </a:r>
          </a:p>
        </p:txBody>
      </p:sp>
      <p:sp>
        <p:nvSpPr>
          <p:cNvPr id="4" name="Slide Number Placeholder 3"/>
          <p:cNvSpPr>
            <a:spLocks noGrp="1"/>
          </p:cNvSpPr>
          <p:nvPr>
            <p:ph type="sldNum" sz="quarter" idx="5"/>
          </p:nvPr>
        </p:nvSpPr>
        <p:spPr/>
        <p:txBody>
          <a:bodyPr/>
          <a:lstStyle/>
          <a:p>
            <a:fld id="{07FE95A3-4147-4249-99A6-5391E96D1C91}" type="slidenum">
              <a:rPr lang="en-US" smtClean="0"/>
              <a:pPr/>
              <a:t>198</a:t>
            </a:fld>
            <a:endParaRPr lang="en-US"/>
          </a:p>
        </p:txBody>
      </p:sp>
    </p:spTree>
    <p:extLst>
      <p:ext uri="{BB962C8B-B14F-4D97-AF65-F5344CB8AC3E}">
        <p14:creationId xmlns:p14="http://schemas.microsoft.com/office/powerpoint/2010/main" val="26787354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general case we define a level recursively</a:t>
            </a:r>
          </a:p>
          <a:p>
            <a:r>
              <a:rPr lang="en-US" dirty="0"/>
              <a:t>Level-H includes everything in level-H-1 and everything that can be built by taking something in level-H and dropping a shape in level-H-1 on it</a:t>
            </a:r>
          </a:p>
          <a:p>
            <a:endParaRPr lang="en-US" dirty="0"/>
          </a:p>
          <a:p>
            <a:r>
              <a:rPr lang="en-US" dirty="0"/>
              <a:t>We say a polyomino is in strict level-H if H is the lowest level it can be built in</a:t>
            </a:r>
          </a:p>
        </p:txBody>
      </p:sp>
      <p:sp>
        <p:nvSpPr>
          <p:cNvPr id="4" name="Slide Number Placeholder 3"/>
          <p:cNvSpPr>
            <a:spLocks noGrp="1"/>
          </p:cNvSpPr>
          <p:nvPr>
            <p:ph type="sldNum" sz="quarter" idx="5"/>
          </p:nvPr>
        </p:nvSpPr>
        <p:spPr/>
        <p:txBody>
          <a:bodyPr/>
          <a:lstStyle/>
          <a:p>
            <a:fld id="{07FE95A3-4147-4249-99A6-5391E96D1C91}" type="slidenum">
              <a:rPr lang="en-US" smtClean="0"/>
              <a:pPr/>
              <a:t>199</a:t>
            </a:fld>
            <a:endParaRPr lang="en-US"/>
          </a:p>
        </p:txBody>
      </p:sp>
    </p:spTree>
    <p:extLst>
      <p:ext uri="{BB962C8B-B14F-4D97-AF65-F5344CB8AC3E}">
        <p14:creationId xmlns:p14="http://schemas.microsoft.com/office/powerpoint/2010/main" val="33092666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refer to “The Hierarchy” we mean the union of all levels</a:t>
            </a:r>
          </a:p>
          <a:p>
            <a:endParaRPr lang="en-US" dirty="0"/>
          </a:p>
          <a:p>
            <a:r>
              <a:rPr lang="en-US" dirty="0"/>
              <a:t>This is actually equivalent to a set of shapes that’s already been investigated</a:t>
            </a:r>
          </a:p>
          <a:p>
            <a:endParaRPr lang="en-US" dirty="0"/>
          </a:p>
          <a:p>
            <a:r>
              <a:rPr lang="en-US" dirty="0"/>
              <a:t>I will go over the definition of 2-cut in a couple slides</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200</a:t>
            </a:fld>
            <a:endParaRPr lang="en-US"/>
          </a:p>
        </p:txBody>
      </p:sp>
    </p:spTree>
    <p:extLst>
      <p:ext uri="{BB962C8B-B14F-4D97-AF65-F5344CB8AC3E}">
        <p14:creationId xmlns:p14="http://schemas.microsoft.com/office/powerpoint/2010/main" val="27711110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defined this set of shapes the first question is can we decide this quickly?</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201</a:t>
            </a:fld>
            <a:endParaRPr lang="en-US"/>
          </a:p>
        </p:txBody>
      </p:sp>
    </p:spTree>
    <p:extLst>
      <p:ext uri="{BB962C8B-B14F-4D97-AF65-F5344CB8AC3E}">
        <p14:creationId xmlns:p14="http://schemas.microsoft.com/office/powerpoint/2010/main" val="1262149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yes……. For simple polyominos</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202</a:t>
            </a:fld>
            <a:endParaRPr lang="en-US"/>
          </a:p>
        </p:txBody>
      </p:sp>
    </p:spTree>
    <p:extLst>
      <p:ext uri="{BB962C8B-B14F-4D97-AF65-F5344CB8AC3E}">
        <p14:creationId xmlns:p14="http://schemas.microsoft.com/office/powerpoint/2010/main" val="27651535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cut is a line through a shape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2 cut splits the shape in two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Valid means they can be pulled apart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Decomposition is the same as construction</a:t>
            </a:r>
          </a:p>
          <a:p>
            <a:r>
              <a:rPr lang="en-US" dirty="0"/>
              <a:t>The reserve process is dropping</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203</a:t>
            </a:fld>
            <a:endParaRPr lang="en-US"/>
          </a:p>
        </p:txBody>
      </p:sp>
    </p:spTree>
    <p:extLst>
      <p:ext uri="{BB962C8B-B14F-4D97-AF65-F5344CB8AC3E}">
        <p14:creationId xmlns:p14="http://schemas.microsoft.com/office/powerpoint/2010/main" val="36956292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two cuts to create a decomposition tree </a:t>
            </a:r>
          </a:p>
          <a:p>
            <a:r>
              <a:rPr lang="en-US" dirty="0"/>
              <a:t>Starting with our top shape we can make a cut resulting in two </a:t>
            </a:r>
            <a:r>
              <a:rPr lang="en-US" dirty="0" err="1"/>
              <a:t>subpolyominos</a:t>
            </a:r>
            <a:endParaRPr lang="en-US" dirty="0"/>
          </a:p>
          <a:p>
            <a:r>
              <a:rPr lang="en-US" dirty="0"/>
              <a:t>We then repeat this process until we get down to less complex shapes</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204</a:t>
            </a:fld>
            <a:endParaRPr lang="en-US"/>
          </a:p>
        </p:txBody>
      </p:sp>
    </p:spTree>
    <p:extLst>
      <p:ext uri="{BB962C8B-B14F-4D97-AF65-F5344CB8AC3E}">
        <p14:creationId xmlns:p14="http://schemas.microsoft.com/office/powerpoint/2010/main" val="23558087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can cut all the way down to get single tiles as all the leaves we say it’s an atomic decomposition tree</a:t>
            </a:r>
          </a:p>
          <a:p>
            <a:endParaRPr lang="en-US" dirty="0"/>
          </a:p>
          <a:p>
            <a:r>
              <a:rPr lang="en-US" dirty="0"/>
              <a:t>With this lemma we in order to show a polyomino is in the hierarchy we just need to find an atomic decomposition tree</a:t>
            </a:r>
          </a:p>
          <a:p>
            <a:endParaRPr lang="en-US" dirty="0"/>
          </a:p>
          <a:p>
            <a:r>
              <a:rPr lang="en-US" dirty="0"/>
              <a:t>Now let’s look at a shape not in the </a:t>
            </a:r>
            <a:r>
              <a:rPr lang="en-US" dirty="0" err="1"/>
              <a:t>heirarchy</a:t>
            </a:r>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205</a:t>
            </a:fld>
            <a:endParaRPr lang="en-US"/>
          </a:p>
        </p:txBody>
      </p:sp>
    </p:spTree>
    <p:extLst>
      <p:ext uri="{BB962C8B-B14F-4D97-AF65-F5344CB8AC3E}">
        <p14:creationId xmlns:p14="http://schemas.microsoft.com/office/powerpoint/2010/main" val="38737212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Tangled polyominoes are one type of shape that are not in the hierarchy</a:t>
            </a:r>
          </a:p>
          <a:p>
            <a:endParaRPr lang="en-US" dirty="0"/>
          </a:p>
          <a:p>
            <a:r>
              <a:rPr lang="en-US" dirty="0"/>
              <a:t>No matter how you cut this shape it will never result in two polyominos that can be pulled apart</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206</a:t>
            </a:fld>
            <a:endParaRPr lang="en-US"/>
          </a:p>
        </p:txBody>
      </p:sp>
    </p:spTree>
    <p:extLst>
      <p:ext uri="{BB962C8B-B14F-4D97-AF65-F5344CB8AC3E}">
        <p14:creationId xmlns:p14="http://schemas.microsoft.com/office/powerpoint/2010/main" val="28297916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say we start cutting a shape and we end up with a tangled polyomino</a:t>
            </a:r>
          </a:p>
          <a:p>
            <a:endParaRPr lang="en-US" dirty="0"/>
          </a:p>
          <a:p>
            <a:r>
              <a:rPr lang="en-US" dirty="0"/>
              <a:t>Well, we show that for SIMPLE shapes if we find a tangled polyomino we will always find that shape no matter how we cut it</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207</a:t>
            </a:fld>
            <a:endParaRPr lang="en-US"/>
          </a:p>
        </p:txBody>
      </p:sp>
    </p:spTree>
    <p:extLst>
      <p:ext uri="{BB962C8B-B14F-4D97-AF65-F5344CB8AC3E}">
        <p14:creationId xmlns:p14="http://schemas.microsoft.com/office/powerpoint/2010/main" val="39088913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these two lemmas to create a recursive algorithm</a:t>
            </a:r>
          </a:p>
          <a:p>
            <a:endParaRPr lang="en-US" dirty="0"/>
          </a:p>
          <a:p>
            <a:r>
              <a:rPr lang="en-US" dirty="0"/>
              <a:t>Our two base cases</a:t>
            </a:r>
          </a:p>
          <a:p>
            <a:r>
              <a:rPr lang="en-US" dirty="0"/>
              <a:t>If P is a single tile we return yes because we know that is in the hierarchy</a:t>
            </a:r>
          </a:p>
          <a:p>
            <a:r>
              <a:rPr lang="en-US" dirty="0"/>
              <a:t>If not we try to find a valid 2-cut, If we don’t this is a tangled polyomino we can’t build it so we return no</a:t>
            </a:r>
          </a:p>
          <a:p>
            <a:endParaRPr lang="en-US" dirty="0"/>
          </a:p>
          <a:p>
            <a:r>
              <a:rPr lang="en-US" dirty="0"/>
              <a:t>If we find a 2-cut we recurse on the two resulting </a:t>
            </a:r>
            <a:r>
              <a:rPr lang="en-US" dirty="0" err="1"/>
              <a:t>subpolyminos</a:t>
            </a:r>
            <a:r>
              <a:rPr lang="en-US" dirty="0"/>
              <a:t> and if we both return yes this shape is in the hierarchy </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208</a:t>
            </a:fld>
            <a:endParaRPr lang="en-US"/>
          </a:p>
        </p:txBody>
      </p:sp>
    </p:spTree>
    <p:extLst>
      <p:ext uri="{BB962C8B-B14F-4D97-AF65-F5344CB8AC3E}">
        <p14:creationId xmlns:p14="http://schemas.microsoft.com/office/powerpoint/2010/main" val="7725580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runtimes are in the size of the shape</a:t>
            </a:r>
          </a:p>
          <a:p>
            <a:r>
              <a:rPr lang="en-US" dirty="0"/>
              <a:t>The first two results are for drop shapes, </a:t>
            </a:r>
          </a:p>
          <a:p>
            <a:r>
              <a:rPr lang="en-US" dirty="0"/>
              <a:t>A polynomial time algorithm for simple drop shapes</a:t>
            </a:r>
          </a:p>
          <a:p>
            <a:r>
              <a:rPr lang="en-US" dirty="0"/>
              <a:t>The second works for general shapes but the run time is factorial in the number of holes in the shape</a:t>
            </a:r>
          </a:p>
          <a:p>
            <a:endParaRPr lang="en-US" dirty="0"/>
          </a:p>
          <a:p>
            <a:r>
              <a:rPr lang="en-US" dirty="0"/>
              <a:t>The next two results identify shapes in the class “Straight 2-cuttable” which is a slightly more restricted class</a:t>
            </a:r>
          </a:p>
          <a:p>
            <a:r>
              <a:rPr lang="en-US" dirty="0"/>
              <a:t>Our algorithm can classify simple shapes in the hierarchy </a:t>
            </a:r>
          </a:p>
          <a:p>
            <a:endParaRPr lang="en-US" dirty="0"/>
          </a:p>
          <a:p>
            <a:r>
              <a:rPr lang="en-US" dirty="0"/>
              <a:t>So now what is the difference between these algorithms?</a:t>
            </a:r>
          </a:p>
        </p:txBody>
      </p:sp>
      <p:sp>
        <p:nvSpPr>
          <p:cNvPr id="4" name="Slide Number Placeholder 3"/>
          <p:cNvSpPr>
            <a:spLocks noGrp="1"/>
          </p:cNvSpPr>
          <p:nvPr>
            <p:ph type="sldNum" sz="quarter" idx="5"/>
          </p:nvPr>
        </p:nvSpPr>
        <p:spPr/>
        <p:txBody>
          <a:bodyPr/>
          <a:lstStyle/>
          <a:p>
            <a:fld id="{07FE95A3-4147-4249-99A6-5391E96D1C91}" type="slidenum">
              <a:rPr lang="en-US" smtClean="0"/>
              <a:pPr/>
              <a:t>209</a:t>
            </a:fld>
            <a:endParaRPr lang="en-US"/>
          </a:p>
        </p:txBody>
      </p:sp>
    </p:spTree>
    <p:extLst>
      <p:ext uri="{BB962C8B-B14F-4D97-AF65-F5344CB8AC3E}">
        <p14:creationId xmlns:p14="http://schemas.microsoft.com/office/powerpoint/2010/main" val="26201110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has been viewed in two different ways</a:t>
            </a:r>
          </a:p>
          <a:p>
            <a:r>
              <a:rPr lang="en-US" dirty="0"/>
              <a:t>We present three results in these two areas</a:t>
            </a:r>
          </a:p>
          <a:p>
            <a:pPr marL="228600" indent="-228600">
              <a:buAutoNum type="arabicPeriod"/>
            </a:pPr>
            <a:r>
              <a:rPr lang="en-US" dirty="0"/>
              <a:t>A polynomial time algorithm for determining if a shape is in the class of shapes we can currently build</a:t>
            </a:r>
          </a:p>
          <a:p>
            <a:pPr marL="228600" indent="-228600">
              <a:buAutoNum type="arabicPeriod"/>
            </a:pPr>
            <a:r>
              <a:rPr lang="en-US" dirty="0"/>
              <a:t>A universal Constructor for this class</a:t>
            </a:r>
          </a:p>
          <a:p>
            <a:pPr marL="228600" indent="-228600">
              <a:buAutoNum type="arabicPeriod"/>
            </a:pPr>
            <a:r>
              <a:rPr lang="en-US" dirty="0"/>
              <a:t>PSPACE-Completeness of the occupancy problem</a:t>
            </a:r>
          </a:p>
        </p:txBody>
      </p:sp>
      <p:sp>
        <p:nvSpPr>
          <p:cNvPr id="4" name="Slide Number Placeholder 3"/>
          <p:cNvSpPr>
            <a:spLocks noGrp="1"/>
          </p:cNvSpPr>
          <p:nvPr>
            <p:ph type="sldNum" sz="quarter" idx="5"/>
          </p:nvPr>
        </p:nvSpPr>
        <p:spPr/>
        <p:txBody>
          <a:bodyPr/>
          <a:lstStyle/>
          <a:p>
            <a:fld id="{07FE95A3-4147-4249-99A6-5391E96D1C91}" type="slidenum">
              <a:rPr lang="en-US" smtClean="0"/>
              <a:pPr/>
              <a:t>210</a:t>
            </a:fld>
            <a:endParaRPr lang="en-US"/>
          </a:p>
        </p:txBody>
      </p:sp>
    </p:spTree>
    <p:extLst>
      <p:ext uri="{BB962C8B-B14F-4D97-AF65-F5344CB8AC3E}">
        <p14:creationId xmlns:p14="http://schemas.microsoft.com/office/powerpoint/2010/main" val="4737844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board can represent a shape in a very natural way</a:t>
            </a:r>
          </a:p>
          <a:p>
            <a:r>
              <a:rPr lang="en-US" dirty="0"/>
              <a:t>If a board contains a polyomino that is in a specific shape we can say that configuration represents a shape</a:t>
            </a:r>
          </a:p>
        </p:txBody>
      </p:sp>
      <p:sp>
        <p:nvSpPr>
          <p:cNvPr id="4" name="Slide Number Placeholder 3"/>
          <p:cNvSpPr>
            <a:spLocks noGrp="1"/>
          </p:cNvSpPr>
          <p:nvPr>
            <p:ph type="sldNum" sz="quarter" idx="5"/>
          </p:nvPr>
        </p:nvSpPr>
        <p:spPr/>
        <p:txBody>
          <a:bodyPr/>
          <a:lstStyle/>
          <a:p>
            <a:fld id="{07FE95A3-4147-4249-99A6-5391E96D1C91}" type="slidenum">
              <a:rPr lang="en-US" smtClean="0"/>
              <a:pPr/>
              <a:t>211</a:t>
            </a:fld>
            <a:endParaRPr lang="en-US"/>
          </a:p>
        </p:txBody>
      </p:sp>
    </p:spTree>
    <p:extLst>
      <p:ext uri="{BB962C8B-B14F-4D97-AF65-F5344CB8AC3E}">
        <p14:creationId xmlns:p14="http://schemas.microsoft.com/office/powerpoint/2010/main" val="9599057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say we construct a shape if we can use tilts to go from some starting configuration to a configuration that represents that shape</a:t>
            </a:r>
          </a:p>
        </p:txBody>
      </p:sp>
      <p:sp>
        <p:nvSpPr>
          <p:cNvPr id="4" name="Slide Number Placeholder 3"/>
          <p:cNvSpPr>
            <a:spLocks noGrp="1"/>
          </p:cNvSpPr>
          <p:nvPr>
            <p:ph type="sldNum" sz="quarter" idx="5"/>
          </p:nvPr>
        </p:nvSpPr>
        <p:spPr/>
        <p:txBody>
          <a:bodyPr/>
          <a:lstStyle/>
          <a:p>
            <a:fld id="{07FE95A3-4147-4249-99A6-5391E96D1C91}" type="slidenum">
              <a:rPr lang="en-US" smtClean="0"/>
              <a:pPr/>
              <a:t>212</a:t>
            </a:fld>
            <a:endParaRPr lang="en-US"/>
          </a:p>
        </p:txBody>
      </p:sp>
    </p:spTree>
    <p:extLst>
      <p:ext uri="{BB962C8B-B14F-4D97-AF65-F5344CB8AC3E}">
        <p14:creationId xmlns:p14="http://schemas.microsoft.com/office/powerpoint/2010/main" val="20990708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say a configuration is universal for a set of shapes if it is possible to construct any shape in that from that configuration</a:t>
            </a:r>
          </a:p>
        </p:txBody>
      </p:sp>
      <p:sp>
        <p:nvSpPr>
          <p:cNvPr id="4" name="Slide Number Placeholder 3"/>
          <p:cNvSpPr>
            <a:spLocks noGrp="1"/>
          </p:cNvSpPr>
          <p:nvPr>
            <p:ph type="sldNum" sz="quarter" idx="5"/>
          </p:nvPr>
        </p:nvSpPr>
        <p:spPr/>
        <p:txBody>
          <a:bodyPr/>
          <a:lstStyle/>
          <a:p>
            <a:fld id="{07FE95A3-4147-4249-99A6-5391E96D1C91}" type="slidenum">
              <a:rPr lang="en-US" smtClean="0"/>
              <a:pPr/>
              <a:t>213</a:t>
            </a:fld>
            <a:endParaRPr lang="en-US"/>
          </a:p>
        </p:txBody>
      </p:sp>
    </p:spTree>
    <p:extLst>
      <p:ext uri="{BB962C8B-B14F-4D97-AF65-F5344CB8AC3E}">
        <p14:creationId xmlns:p14="http://schemas.microsoft.com/office/powerpoint/2010/main" val="12633226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published by our group last year in SODA presented a universal constructor for all drop shapes up to a certain size. </a:t>
            </a:r>
          </a:p>
          <a:p>
            <a:endParaRPr lang="en-US" dirty="0"/>
          </a:p>
          <a:p>
            <a:r>
              <a:rPr lang="en-US" dirty="0"/>
              <a:t>It works by extracting a single tile from the fuel chamber on the right, then selecting what direction you want to drop the tile from,</a:t>
            </a:r>
          </a:p>
          <a:p>
            <a:r>
              <a:rPr lang="en-US" dirty="0"/>
              <a:t>Then what column</a:t>
            </a:r>
          </a:p>
          <a:p>
            <a:endParaRPr lang="en-US" dirty="0"/>
          </a:p>
          <a:p>
            <a:r>
              <a:rPr lang="en-US" dirty="0"/>
              <a:t>We expand on this </a:t>
            </a:r>
          </a:p>
        </p:txBody>
      </p:sp>
      <p:sp>
        <p:nvSpPr>
          <p:cNvPr id="4" name="Slide Number Placeholder 3"/>
          <p:cNvSpPr>
            <a:spLocks noGrp="1"/>
          </p:cNvSpPr>
          <p:nvPr>
            <p:ph type="sldNum" sz="quarter" idx="5"/>
          </p:nvPr>
        </p:nvSpPr>
        <p:spPr/>
        <p:txBody>
          <a:bodyPr/>
          <a:lstStyle/>
          <a:p>
            <a:fld id="{07FE95A3-4147-4249-99A6-5391E96D1C91}" type="slidenum">
              <a:rPr lang="en-US" smtClean="0"/>
              <a:pPr/>
              <a:t>214</a:t>
            </a:fld>
            <a:endParaRPr lang="en-US"/>
          </a:p>
        </p:txBody>
      </p:sp>
    </p:spTree>
    <p:extLst>
      <p:ext uri="{BB962C8B-B14F-4D97-AF65-F5344CB8AC3E}">
        <p14:creationId xmlns:p14="http://schemas.microsoft.com/office/powerpoint/2010/main" val="14365894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allow for polyominoes to be dropped instead of only single tiles</a:t>
            </a:r>
          </a:p>
          <a:p>
            <a:endParaRPr lang="en-US" dirty="0"/>
          </a:p>
          <a:p>
            <a:r>
              <a:rPr lang="en-US" dirty="0"/>
              <a:t>We can then connect multiple copies of this</a:t>
            </a:r>
          </a:p>
        </p:txBody>
      </p:sp>
      <p:sp>
        <p:nvSpPr>
          <p:cNvPr id="4" name="Slide Number Placeholder 3"/>
          <p:cNvSpPr>
            <a:spLocks noGrp="1"/>
          </p:cNvSpPr>
          <p:nvPr>
            <p:ph type="sldNum" sz="quarter" idx="5"/>
          </p:nvPr>
        </p:nvSpPr>
        <p:spPr/>
        <p:txBody>
          <a:bodyPr/>
          <a:lstStyle/>
          <a:p>
            <a:fld id="{07FE95A3-4147-4249-99A6-5391E96D1C91}" type="slidenum">
              <a:rPr lang="en-US" smtClean="0"/>
              <a:pPr/>
              <a:t>215</a:t>
            </a:fld>
            <a:endParaRPr lang="en-US"/>
          </a:p>
        </p:txBody>
      </p:sp>
    </p:spTree>
    <p:extLst>
      <p:ext uri="{BB962C8B-B14F-4D97-AF65-F5344CB8AC3E}">
        <p14:creationId xmlns:p14="http://schemas.microsoft.com/office/powerpoint/2010/main" val="29280847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create a universal configuration</a:t>
            </a:r>
          </a:p>
          <a:p>
            <a:r>
              <a:rPr lang="en-US" dirty="0"/>
              <a:t>We can build level-1s in the right most chamber. </a:t>
            </a:r>
          </a:p>
          <a:p>
            <a:r>
              <a:rPr lang="en-US" dirty="0"/>
              <a:t>Than pass them forward to build the next level.</a:t>
            </a:r>
          </a:p>
          <a:p>
            <a:r>
              <a:rPr lang="en-US" dirty="0"/>
              <a:t>We only need </a:t>
            </a:r>
            <a:r>
              <a:rPr lang="en-US" dirty="0" err="1"/>
              <a:t>logp</a:t>
            </a:r>
            <a:r>
              <a:rPr lang="en-US" dirty="0"/>
              <a:t> total chambers and one will be the little one</a:t>
            </a:r>
          </a:p>
          <a:p>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216</a:t>
            </a:fld>
            <a:endParaRPr lang="en-US"/>
          </a:p>
        </p:txBody>
      </p:sp>
    </p:spTree>
    <p:extLst>
      <p:ext uri="{BB962C8B-B14F-4D97-AF65-F5344CB8AC3E}">
        <p14:creationId xmlns:p14="http://schemas.microsoft.com/office/powerpoint/2010/main" val="28024392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are the current constructor results for this area</a:t>
            </a:r>
          </a:p>
          <a:p>
            <a:r>
              <a:rPr lang="en-US" dirty="0"/>
              <a:t>The first two results provide a configuration that can produce copies of a single shape in that class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217</a:t>
            </a:fld>
            <a:endParaRPr lang="en-US"/>
          </a:p>
        </p:txBody>
      </p:sp>
    </p:spTree>
    <p:extLst>
      <p:ext uri="{BB962C8B-B14F-4D97-AF65-F5344CB8AC3E}">
        <p14:creationId xmlns:p14="http://schemas.microsoft.com/office/powerpoint/2010/main" val="9761684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going to show how we solved the open problem and prove PSPACE-Completeness of the occupancy problem and others</a:t>
            </a:r>
          </a:p>
        </p:txBody>
      </p:sp>
      <p:sp>
        <p:nvSpPr>
          <p:cNvPr id="4" name="Slide Number Placeholder 3"/>
          <p:cNvSpPr>
            <a:spLocks noGrp="1"/>
          </p:cNvSpPr>
          <p:nvPr>
            <p:ph type="sldNum" sz="quarter" idx="5"/>
          </p:nvPr>
        </p:nvSpPr>
        <p:spPr/>
        <p:txBody>
          <a:bodyPr/>
          <a:lstStyle/>
          <a:p>
            <a:fld id="{07FE95A3-4147-4249-99A6-5391E96D1C91}" type="slidenum">
              <a:rPr lang="en-US" smtClean="0"/>
              <a:pPr/>
              <a:t>218</a:t>
            </a:fld>
            <a:endParaRPr lang="en-US"/>
          </a:p>
        </p:txBody>
      </p:sp>
    </p:spTree>
    <p:extLst>
      <p:ext uri="{BB962C8B-B14F-4D97-AF65-F5344CB8AC3E}">
        <p14:creationId xmlns:p14="http://schemas.microsoft.com/office/powerpoint/2010/main" val="13795600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DBAFA-8902-4722-B5F5-E7675CA9D1A8}" type="slidenum">
              <a:rPr lang="en-US" smtClean="0"/>
              <a:t>219</a:t>
            </a:fld>
            <a:endParaRPr lang="en-US"/>
          </a:p>
        </p:txBody>
      </p:sp>
    </p:spTree>
    <p:extLst>
      <p:ext uri="{BB962C8B-B14F-4D97-AF65-F5344CB8AC3E}">
        <p14:creationId xmlns:p14="http://schemas.microsoft.com/office/powerpoint/2010/main" val="31576707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forward here are some of the areas we want to explore,</a:t>
            </a:r>
          </a:p>
          <a:p>
            <a:endParaRPr lang="en-US" dirty="0"/>
          </a:p>
          <a:p>
            <a:r>
              <a:rPr lang="en-US" dirty="0"/>
              <a:t>The biggest question right now is does there exist a shape that is not buildable in this model? Or does there exist a general constructor?</a:t>
            </a:r>
          </a:p>
          <a:p>
            <a:endParaRPr lang="en-US" dirty="0"/>
          </a:p>
          <a:p>
            <a:r>
              <a:rPr lang="en-US" dirty="0"/>
              <a:t>The others questions involve finding fast classification algorithms for shapes with holes or does adding holes make this questions hard?</a:t>
            </a:r>
          </a:p>
          <a:p>
            <a:r>
              <a:rPr lang="en-US" dirty="0"/>
              <a:t>Lastly are the decision problems we explored still hard with limited boards? There exists a hierarchy of board geometries and maybe these problems become easier when limiting this. </a:t>
            </a:r>
          </a:p>
        </p:txBody>
      </p:sp>
      <p:sp>
        <p:nvSpPr>
          <p:cNvPr id="4" name="Slide Number Placeholder 3"/>
          <p:cNvSpPr>
            <a:spLocks noGrp="1"/>
          </p:cNvSpPr>
          <p:nvPr>
            <p:ph type="sldNum" sz="quarter" idx="5"/>
          </p:nvPr>
        </p:nvSpPr>
        <p:spPr/>
        <p:txBody>
          <a:bodyPr/>
          <a:lstStyle/>
          <a:p>
            <a:fld id="{07FE95A3-4147-4249-99A6-5391E96D1C91}" type="slidenum">
              <a:rPr lang="en-US" smtClean="0"/>
              <a:pPr/>
              <a:t>220</a:t>
            </a:fld>
            <a:endParaRPr lang="en-US"/>
          </a:p>
        </p:txBody>
      </p:sp>
    </p:spTree>
    <p:extLst>
      <p:ext uri="{BB962C8B-B14F-4D97-AF65-F5344CB8AC3E}">
        <p14:creationId xmlns:p14="http://schemas.microsoft.com/office/powerpoint/2010/main" val="26001821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CDBAFA-8902-4722-B5F5-E7675CA9D1A8}" type="slidenum">
              <a:rPr lang="en-US" smtClean="0"/>
              <a:t>222</a:t>
            </a:fld>
            <a:endParaRPr lang="en-US"/>
          </a:p>
        </p:txBody>
      </p:sp>
    </p:spTree>
    <p:extLst>
      <p:ext uri="{BB962C8B-B14F-4D97-AF65-F5344CB8AC3E}">
        <p14:creationId xmlns:p14="http://schemas.microsoft.com/office/powerpoint/2010/main" val="9375636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07FE95A3-4147-4249-99A6-5391E96D1C91}" type="slidenum">
              <a:rPr lang="en-US" smtClean="0"/>
              <a:pPr/>
              <a:t>223</a:t>
            </a:fld>
            <a:endParaRPr lang="en-US"/>
          </a:p>
        </p:txBody>
      </p:sp>
    </p:spTree>
    <p:extLst>
      <p:ext uri="{BB962C8B-B14F-4D97-AF65-F5344CB8AC3E}">
        <p14:creationId xmlns:p14="http://schemas.microsoft.com/office/powerpoint/2010/main" val="20251175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straight 2-cut is a cut that does not take any turns while inside the polyomino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cut on the left is straight while the cut on the right is not</a:t>
            </a:r>
          </a:p>
        </p:txBody>
      </p:sp>
      <p:sp>
        <p:nvSpPr>
          <p:cNvPr id="4" name="Slide Number Placeholder 3"/>
          <p:cNvSpPr>
            <a:spLocks noGrp="1"/>
          </p:cNvSpPr>
          <p:nvPr>
            <p:ph type="sldNum" sz="quarter" idx="5"/>
          </p:nvPr>
        </p:nvSpPr>
        <p:spPr/>
        <p:txBody>
          <a:bodyPr/>
          <a:lstStyle/>
          <a:p>
            <a:fld id="{07FE95A3-4147-4249-99A6-5391E96D1C91}" type="slidenum">
              <a:rPr lang="en-US" smtClean="0"/>
              <a:pPr/>
              <a:t>224</a:t>
            </a:fld>
            <a:endParaRPr lang="en-US"/>
          </a:p>
        </p:txBody>
      </p:sp>
    </p:spTree>
    <p:extLst>
      <p:ext uri="{BB962C8B-B14F-4D97-AF65-F5344CB8AC3E}">
        <p14:creationId xmlns:p14="http://schemas.microsoft.com/office/powerpoint/2010/main" val="12203420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2-cuttable follows pretty naturally from the definition of 2-cuttable </a:t>
            </a:r>
          </a:p>
          <a:p>
            <a:endParaRPr lang="en-US" dirty="0"/>
          </a:p>
          <a:p>
            <a:r>
              <a:rPr lang="en-US" dirty="0"/>
              <a:t>It’s actually an open problem whether these two classes are equivalent!</a:t>
            </a:r>
          </a:p>
          <a:p>
            <a:r>
              <a:rPr lang="en-US" dirty="0"/>
              <a:t>If this is true then it will help lower the run time of our algorithm</a:t>
            </a:r>
          </a:p>
        </p:txBody>
      </p:sp>
      <p:sp>
        <p:nvSpPr>
          <p:cNvPr id="4" name="Slide Number Placeholder 3"/>
          <p:cNvSpPr>
            <a:spLocks noGrp="1"/>
          </p:cNvSpPr>
          <p:nvPr>
            <p:ph type="sldNum" sz="quarter" idx="5"/>
          </p:nvPr>
        </p:nvSpPr>
        <p:spPr/>
        <p:txBody>
          <a:bodyPr/>
          <a:lstStyle/>
          <a:p>
            <a:fld id="{07FE95A3-4147-4249-99A6-5391E96D1C91}" type="slidenum">
              <a:rPr lang="en-US" smtClean="0"/>
              <a:pPr/>
              <a:t>225</a:t>
            </a:fld>
            <a:endParaRPr lang="en-US"/>
          </a:p>
        </p:txBody>
      </p:sp>
    </p:spTree>
    <p:extLst>
      <p:ext uri="{BB962C8B-B14F-4D97-AF65-F5344CB8AC3E}">
        <p14:creationId xmlns:p14="http://schemas.microsoft.com/office/powerpoint/2010/main" val="14249075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problem in this model is the occupancy problem and like mentioned before it was posed in 2013</a:t>
            </a:r>
          </a:p>
          <a:p>
            <a:r>
              <a:rPr lang="en-US" dirty="0"/>
              <a:t>This problem asks given a configuration and a goal location in that configuration, can a tile be moved to that position</a:t>
            </a:r>
          </a:p>
        </p:txBody>
      </p:sp>
      <p:sp>
        <p:nvSpPr>
          <p:cNvPr id="4" name="Slide Number Placeholder 3"/>
          <p:cNvSpPr>
            <a:spLocks noGrp="1"/>
          </p:cNvSpPr>
          <p:nvPr>
            <p:ph type="sldNum" sz="quarter" idx="5"/>
          </p:nvPr>
        </p:nvSpPr>
        <p:spPr/>
        <p:txBody>
          <a:bodyPr/>
          <a:lstStyle/>
          <a:p>
            <a:fld id="{07FE95A3-4147-4249-99A6-5391E96D1C91}" type="slidenum">
              <a:rPr lang="en-US" smtClean="0"/>
              <a:pPr/>
              <a:t>228</a:t>
            </a:fld>
            <a:endParaRPr lang="en-US"/>
          </a:p>
        </p:txBody>
      </p:sp>
    </p:spTree>
    <p:extLst>
      <p:ext uri="{BB962C8B-B14F-4D97-AF65-F5344CB8AC3E}">
        <p14:creationId xmlns:p14="http://schemas.microsoft.com/office/powerpoint/2010/main" val="35113896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problem is very similar but instead of asking if any tile can get to that position, can a specific tile get to that position?</a:t>
            </a:r>
          </a:p>
          <a:p>
            <a:r>
              <a:rPr lang="en-US" dirty="0"/>
              <a:t>In this case can the blue tile get to that location</a:t>
            </a:r>
          </a:p>
        </p:txBody>
      </p:sp>
      <p:sp>
        <p:nvSpPr>
          <p:cNvPr id="4" name="Slide Number Placeholder 3"/>
          <p:cNvSpPr>
            <a:spLocks noGrp="1"/>
          </p:cNvSpPr>
          <p:nvPr>
            <p:ph type="sldNum" sz="quarter" idx="5"/>
          </p:nvPr>
        </p:nvSpPr>
        <p:spPr/>
        <p:txBody>
          <a:bodyPr/>
          <a:lstStyle/>
          <a:p>
            <a:fld id="{07FE95A3-4147-4249-99A6-5391E96D1C91}" type="slidenum">
              <a:rPr lang="en-US" smtClean="0"/>
              <a:pPr/>
              <a:t>229</a:t>
            </a:fld>
            <a:endParaRPr lang="en-US"/>
          </a:p>
        </p:txBody>
      </p:sp>
    </p:spTree>
    <p:extLst>
      <p:ext uri="{BB962C8B-B14F-4D97-AF65-F5344CB8AC3E}">
        <p14:creationId xmlns:p14="http://schemas.microsoft.com/office/powerpoint/2010/main" val="18580837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problem is reconfiguration, Given a start and goal configuration, does there exist a tilt sequence to reconfiguration the first into the second</a:t>
            </a:r>
          </a:p>
        </p:txBody>
      </p:sp>
      <p:sp>
        <p:nvSpPr>
          <p:cNvPr id="4" name="Slide Number Placeholder 3"/>
          <p:cNvSpPr>
            <a:spLocks noGrp="1"/>
          </p:cNvSpPr>
          <p:nvPr>
            <p:ph type="sldNum" sz="quarter" idx="5"/>
          </p:nvPr>
        </p:nvSpPr>
        <p:spPr/>
        <p:txBody>
          <a:bodyPr/>
          <a:lstStyle/>
          <a:p>
            <a:fld id="{07FE95A3-4147-4249-99A6-5391E96D1C91}" type="slidenum">
              <a:rPr lang="en-US" smtClean="0"/>
              <a:pPr/>
              <a:t>230</a:t>
            </a:fld>
            <a:endParaRPr lang="en-US"/>
          </a:p>
        </p:txBody>
      </p:sp>
    </p:spTree>
    <p:extLst>
      <p:ext uri="{BB962C8B-B14F-4D97-AF65-F5344CB8AC3E}">
        <p14:creationId xmlns:p14="http://schemas.microsoft.com/office/powerpoint/2010/main" val="281769908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table with currently know results,</a:t>
            </a:r>
          </a:p>
          <a:p>
            <a:r>
              <a:rPr lang="en-US" dirty="0"/>
              <a:t>The first results showed the occupancy problem was NP-hard using only single tiles and that finding the minimum tilt sequence for reconfiguration was PSPACE-Complete</a:t>
            </a:r>
          </a:p>
          <a:p>
            <a:endParaRPr lang="en-US" dirty="0"/>
          </a:p>
          <a:p>
            <a:r>
              <a:rPr lang="en-US" dirty="0"/>
              <a:t>Last year in addition to the universal constructor our group showed that if a single 2x2 polyomino was allowed all three problems were PSPACE-Complete</a:t>
            </a:r>
          </a:p>
          <a:p>
            <a:endParaRPr lang="en-US" dirty="0"/>
          </a:p>
          <a:p>
            <a:r>
              <a:rPr lang="en-US" dirty="0"/>
              <a:t>Now we present the answer to the original formulation of the problem showing that these problems are PSPACE-Complete EVEN with only 1x1 tiles</a:t>
            </a:r>
          </a:p>
        </p:txBody>
      </p:sp>
      <p:sp>
        <p:nvSpPr>
          <p:cNvPr id="4" name="Slide Number Placeholder 3"/>
          <p:cNvSpPr>
            <a:spLocks noGrp="1"/>
          </p:cNvSpPr>
          <p:nvPr>
            <p:ph type="sldNum" sz="quarter" idx="5"/>
          </p:nvPr>
        </p:nvSpPr>
        <p:spPr/>
        <p:txBody>
          <a:bodyPr/>
          <a:lstStyle/>
          <a:p>
            <a:fld id="{07FE95A3-4147-4249-99A6-5391E96D1C91}" type="slidenum">
              <a:rPr lang="en-US" smtClean="0"/>
              <a:pPr/>
              <a:t>231</a:t>
            </a:fld>
            <a:endParaRPr lang="en-US"/>
          </a:p>
        </p:txBody>
      </p:sp>
    </p:spTree>
    <p:extLst>
      <p:ext uri="{BB962C8B-B14F-4D97-AF65-F5344CB8AC3E}">
        <p14:creationId xmlns:p14="http://schemas.microsoft.com/office/powerpoint/2010/main" val="27697377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so from a reduction from non-deterministic constraint logic</a:t>
            </a:r>
          </a:p>
          <a:p>
            <a:endParaRPr lang="en-US" dirty="0"/>
          </a:p>
          <a:p>
            <a:r>
              <a:rPr lang="en-US" dirty="0"/>
              <a:t>We have a graph with weighted directed edges</a:t>
            </a:r>
          </a:p>
          <a:p>
            <a:r>
              <a:rPr lang="en-US" dirty="0"/>
              <a:t>The inflow of each vertex must be at least the constraint (2)</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FE95A3-4147-4249-99A6-5391E96D1C9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151765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legal move on this graph is the flipping of a single edge such that the constraint of all vertices remains satisfied </a:t>
            </a:r>
          </a:p>
          <a:p>
            <a:endParaRPr lang="en-US" dirty="0"/>
          </a:p>
          <a:p>
            <a:r>
              <a:rPr lang="en-US" dirty="0"/>
              <a:t>The problem we are reducing from is called the Configuration-to-Configuration problem and asks </a:t>
            </a:r>
          </a:p>
          <a:p>
            <a:r>
              <a:rPr lang="en-US" dirty="0"/>
              <a:t>Given two configurations of a graph can one configuration be reconfigured to the other using legal edge flips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FE95A3-4147-4249-99A6-5391E96D1C9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58239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we have part of a constraint graph, </a:t>
            </a:r>
          </a:p>
          <a:p>
            <a:r>
              <a:rPr lang="en-US" dirty="0"/>
              <a:t>This reduction works by instead of looking at the full graph we’re going to focus on each induvial vertex</a:t>
            </a:r>
          </a:p>
        </p:txBody>
      </p:sp>
      <p:sp>
        <p:nvSpPr>
          <p:cNvPr id="4" name="Slide Number Placeholder 3"/>
          <p:cNvSpPr>
            <a:spLocks noGrp="1"/>
          </p:cNvSpPr>
          <p:nvPr>
            <p:ph type="sldNum" sz="quarter" idx="5"/>
          </p:nvPr>
        </p:nvSpPr>
        <p:spPr/>
        <p:txBody>
          <a:bodyPr/>
          <a:lstStyle/>
          <a:p>
            <a:fld id="{07FE95A3-4147-4249-99A6-5391E96D1C91}" type="slidenum">
              <a:rPr lang="en-US" smtClean="0"/>
              <a:pPr/>
              <a:t>234</a:t>
            </a:fld>
            <a:endParaRPr lang="en-US"/>
          </a:p>
        </p:txBody>
      </p:sp>
    </p:spTree>
    <p:extLst>
      <p:ext uri="{BB962C8B-B14F-4D97-AF65-F5344CB8AC3E}">
        <p14:creationId xmlns:p14="http://schemas.microsoft.com/office/powerpoint/2010/main" val="150609407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label all the edges and look at each vertex as having a state that is represented by the orientation of it’s edges</a:t>
            </a:r>
          </a:p>
          <a:p>
            <a:r>
              <a:rPr lang="en-US" dirty="0"/>
              <a:t>If we flip one edge we are changing the state of the two vertices it is connected too</a:t>
            </a:r>
          </a:p>
        </p:txBody>
      </p:sp>
      <p:sp>
        <p:nvSpPr>
          <p:cNvPr id="4" name="Slide Number Placeholder 3"/>
          <p:cNvSpPr>
            <a:spLocks noGrp="1"/>
          </p:cNvSpPr>
          <p:nvPr>
            <p:ph type="sldNum" sz="quarter" idx="5"/>
          </p:nvPr>
        </p:nvSpPr>
        <p:spPr/>
        <p:txBody>
          <a:bodyPr/>
          <a:lstStyle/>
          <a:p>
            <a:fld id="{07FE95A3-4147-4249-99A6-5391E96D1C91}" type="slidenum">
              <a:rPr lang="en-US" smtClean="0"/>
              <a:pPr/>
              <a:t>235</a:t>
            </a:fld>
            <a:endParaRPr lang="en-US"/>
          </a:p>
        </p:txBody>
      </p:sp>
    </p:spTree>
    <p:extLst>
      <p:ext uri="{BB962C8B-B14F-4D97-AF65-F5344CB8AC3E}">
        <p14:creationId xmlns:p14="http://schemas.microsoft.com/office/powerpoint/2010/main" val="114363935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think of each vertex has having legal states, when the constraint is met</a:t>
            </a:r>
          </a:p>
          <a:p>
            <a:r>
              <a:rPr lang="en-US" dirty="0"/>
              <a:t>Illegal states when it is not</a:t>
            </a:r>
          </a:p>
          <a:p>
            <a:r>
              <a:rPr lang="en-US" dirty="0"/>
              <a:t>And a goal state which is the state it is in in the goal configuration</a:t>
            </a:r>
          </a:p>
        </p:txBody>
      </p:sp>
      <p:sp>
        <p:nvSpPr>
          <p:cNvPr id="4" name="Slide Number Placeholder 3"/>
          <p:cNvSpPr>
            <a:spLocks noGrp="1"/>
          </p:cNvSpPr>
          <p:nvPr>
            <p:ph type="sldNum" sz="quarter" idx="5"/>
          </p:nvPr>
        </p:nvSpPr>
        <p:spPr/>
        <p:txBody>
          <a:bodyPr/>
          <a:lstStyle/>
          <a:p>
            <a:fld id="{07FE95A3-4147-4249-99A6-5391E96D1C91}" type="slidenum">
              <a:rPr lang="en-US" smtClean="0"/>
              <a:pPr/>
              <a:t>236</a:t>
            </a:fld>
            <a:endParaRPr lang="en-US"/>
          </a:p>
        </p:txBody>
      </p:sp>
    </p:spTree>
    <p:extLst>
      <p:ext uri="{BB962C8B-B14F-4D97-AF65-F5344CB8AC3E}">
        <p14:creationId xmlns:p14="http://schemas.microsoft.com/office/powerpoint/2010/main" val="5768406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can get into the reduction</a:t>
            </a:r>
          </a:p>
          <a:p>
            <a:endParaRPr lang="en-US" dirty="0"/>
          </a:p>
          <a:p>
            <a:r>
              <a:rPr lang="en-US" dirty="0"/>
              <a:t>Here is the framework for our reduction, </a:t>
            </a:r>
          </a:p>
          <a:p>
            <a:r>
              <a:rPr lang="en-US" dirty="0"/>
              <a:t>In the boxes we will create vertex gadgets that will represent and act like vertices in a constraint logic graph</a:t>
            </a:r>
          </a:p>
        </p:txBody>
      </p:sp>
      <p:sp>
        <p:nvSpPr>
          <p:cNvPr id="4" name="Slide Number Placeholder 3"/>
          <p:cNvSpPr>
            <a:spLocks noGrp="1"/>
          </p:cNvSpPr>
          <p:nvPr>
            <p:ph type="sldNum" sz="quarter" idx="5"/>
          </p:nvPr>
        </p:nvSpPr>
        <p:spPr/>
        <p:txBody>
          <a:bodyPr/>
          <a:lstStyle/>
          <a:p>
            <a:fld id="{07FE95A3-4147-4249-99A6-5391E96D1C91}" type="slidenum">
              <a:rPr lang="en-US" smtClean="0"/>
              <a:pPr/>
              <a:t>237</a:t>
            </a:fld>
            <a:endParaRPr lang="en-US"/>
          </a:p>
        </p:txBody>
      </p:sp>
    </p:spTree>
    <p:extLst>
      <p:ext uri="{BB962C8B-B14F-4D97-AF65-F5344CB8AC3E}">
        <p14:creationId xmlns:p14="http://schemas.microsoft.com/office/powerpoint/2010/main" val="114861257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properties our vertex gadget will need mimic from NCL vertices</a:t>
            </a:r>
          </a:p>
          <a:p>
            <a:endParaRPr lang="en-US" dirty="0"/>
          </a:p>
          <a:p>
            <a:r>
              <a:rPr lang="en-US" dirty="0"/>
              <a:t>We need to </a:t>
            </a:r>
          </a:p>
          <a:p>
            <a:pPr marL="228600" indent="-228600">
              <a:buAutoNum type="arabicPeriod"/>
            </a:pPr>
            <a:r>
              <a:rPr lang="en-US" dirty="0"/>
              <a:t>Represent the current state of the vertex</a:t>
            </a:r>
          </a:p>
          <a:p>
            <a:pPr marL="228600" indent="-228600">
              <a:buAutoNum type="arabicPeriod"/>
            </a:pPr>
            <a:r>
              <a:rPr lang="en-US" dirty="0"/>
              <a:t>Be able to flip edges changing the state of only the two vertices that are connected by that edge</a:t>
            </a:r>
          </a:p>
          <a:p>
            <a:pPr marL="228600" indent="-228600">
              <a:buAutoNum type="arabicPeriod"/>
            </a:pPr>
            <a:r>
              <a:rPr lang="en-US" dirty="0"/>
              <a:t>Prevent the problem from being solved if a vertex enters an illegal state</a:t>
            </a:r>
          </a:p>
          <a:p>
            <a:pPr marL="228600" indent="-228600">
              <a:buAutoNum type="arabicPeriod"/>
            </a:pPr>
            <a:endParaRPr lang="en-US" dirty="0"/>
          </a:p>
          <a:p>
            <a:pPr marL="0" indent="0">
              <a:buNone/>
            </a:pPr>
            <a:r>
              <a:rPr lang="en-US" dirty="0"/>
              <a:t>We also need one more thing,</a:t>
            </a:r>
          </a:p>
          <a:p>
            <a:pPr marL="0" indent="0">
              <a:buNone/>
            </a:pPr>
            <a:r>
              <a:rPr lang="en-US" dirty="0"/>
              <a:t>A way to solve the problem</a:t>
            </a:r>
          </a:p>
        </p:txBody>
      </p:sp>
      <p:sp>
        <p:nvSpPr>
          <p:cNvPr id="4" name="Slide Number Placeholder 3"/>
          <p:cNvSpPr>
            <a:spLocks noGrp="1"/>
          </p:cNvSpPr>
          <p:nvPr>
            <p:ph type="sldNum" sz="quarter" idx="5"/>
          </p:nvPr>
        </p:nvSpPr>
        <p:spPr/>
        <p:txBody>
          <a:bodyPr/>
          <a:lstStyle/>
          <a:p>
            <a:fld id="{07FE95A3-4147-4249-99A6-5391E96D1C91}" type="slidenum">
              <a:rPr lang="en-US" smtClean="0"/>
              <a:pPr/>
              <a:t>238</a:t>
            </a:fld>
            <a:endParaRPr lang="en-US"/>
          </a:p>
        </p:txBody>
      </p:sp>
    </p:spTree>
    <p:extLst>
      <p:ext uri="{BB962C8B-B14F-4D97-AF65-F5344CB8AC3E}">
        <p14:creationId xmlns:p14="http://schemas.microsoft.com/office/powerpoint/2010/main" val="196046495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frame work we created, our goal location… We have two rows…….</a:t>
            </a:r>
          </a:p>
          <a:p>
            <a:r>
              <a:rPr lang="en-US" dirty="0"/>
              <a:t>Each vertex gadget will have a tile. We will create a move sequence that extracts all tiles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a vertex is in it’s goal state it will be sent to the goal row, if not the invalid row </a:t>
            </a:r>
          </a:p>
        </p:txBody>
      </p:sp>
      <p:sp>
        <p:nvSpPr>
          <p:cNvPr id="4" name="Slide Number Placeholder 3"/>
          <p:cNvSpPr>
            <a:spLocks noGrp="1"/>
          </p:cNvSpPr>
          <p:nvPr>
            <p:ph type="sldNum" sz="quarter" idx="5"/>
          </p:nvPr>
        </p:nvSpPr>
        <p:spPr/>
        <p:txBody>
          <a:bodyPr/>
          <a:lstStyle/>
          <a:p>
            <a:fld id="{07FE95A3-4147-4249-99A6-5391E96D1C91}" type="slidenum">
              <a:rPr lang="en-US" smtClean="0"/>
              <a:pPr/>
              <a:t>239</a:t>
            </a:fld>
            <a:endParaRPr lang="en-US"/>
          </a:p>
        </p:txBody>
      </p:sp>
    </p:spTree>
    <p:extLst>
      <p:ext uri="{BB962C8B-B14F-4D97-AF65-F5344CB8AC3E}">
        <p14:creationId xmlns:p14="http://schemas.microsoft.com/office/powerpoint/2010/main" val="369873916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solve the c-2-c problem all vertices must be in their goal state</a:t>
            </a:r>
          </a:p>
          <a:p>
            <a:r>
              <a:rPr lang="en-US" dirty="0"/>
              <a:t>To mimic this we set the goal location to be the number vertices spaces away from the left wall</a:t>
            </a:r>
          </a:p>
          <a:p>
            <a:r>
              <a:rPr lang="en-US" dirty="0"/>
              <a:t>We need all vertices to have been in their goal state in order to TILT LEFT and allow a tile to reach the GOAL LOCATION</a:t>
            </a:r>
          </a:p>
        </p:txBody>
      </p:sp>
      <p:sp>
        <p:nvSpPr>
          <p:cNvPr id="4" name="Slide Number Placeholder 3"/>
          <p:cNvSpPr>
            <a:spLocks noGrp="1"/>
          </p:cNvSpPr>
          <p:nvPr>
            <p:ph type="sldNum" sz="quarter" idx="5"/>
          </p:nvPr>
        </p:nvSpPr>
        <p:spPr/>
        <p:txBody>
          <a:bodyPr/>
          <a:lstStyle/>
          <a:p>
            <a:fld id="{07FE95A3-4147-4249-99A6-5391E96D1C91}" type="slidenum">
              <a:rPr lang="en-US" smtClean="0"/>
              <a:pPr/>
              <a:t>240</a:t>
            </a:fld>
            <a:endParaRPr lang="en-US"/>
          </a:p>
        </p:txBody>
      </p:sp>
    </p:spTree>
    <p:extLst>
      <p:ext uri="{BB962C8B-B14F-4D97-AF65-F5344CB8AC3E}">
        <p14:creationId xmlns:p14="http://schemas.microsoft.com/office/powerpoint/2010/main" val="428917542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we have all four properties our vertex must have,</a:t>
            </a:r>
          </a:p>
          <a:p>
            <a:endParaRPr lang="en-US" dirty="0"/>
          </a:p>
          <a:p>
            <a:r>
              <a:rPr lang="en-US" dirty="0"/>
              <a:t>And here is the gadget, It sits above the two rows we used </a:t>
            </a:r>
          </a:p>
          <a:p>
            <a:r>
              <a:rPr lang="en-US" dirty="0"/>
              <a:t>Each gadget contains a single tile</a:t>
            </a:r>
          </a:p>
          <a:p>
            <a:r>
              <a:rPr lang="en-US" dirty="0"/>
              <a:t>There are multiple colored paths through out the gadget, </a:t>
            </a:r>
          </a:p>
          <a:p>
            <a:r>
              <a:rPr lang="en-US" dirty="0"/>
              <a:t>There is a path and section of the gadget for each legal state of a vertex (MAX DEGREE-3)</a:t>
            </a:r>
          </a:p>
          <a:p>
            <a:r>
              <a:rPr lang="en-US" dirty="0"/>
              <a:t>The path that the tile is currently on represents the state of the vertex </a:t>
            </a:r>
          </a:p>
          <a:p>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241</a:t>
            </a:fld>
            <a:endParaRPr lang="en-US"/>
          </a:p>
        </p:txBody>
      </p:sp>
    </p:spTree>
    <p:extLst>
      <p:ext uri="{BB962C8B-B14F-4D97-AF65-F5344CB8AC3E}">
        <p14:creationId xmlns:p14="http://schemas.microsoft.com/office/powerpoint/2010/main" val="54522703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we need to be able to flip edges, </a:t>
            </a:r>
          </a:p>
          <a:p>
            <a:endParaRPr lang="en-US" dirty="0"/>
          </a:p>
          <a:p>
            <a:r>
              <a:rPr lang="en-US" dirty="0"/>
              <a:t>Let’s look closer at this part of the gadget which we call the state gadget and transition area</a:t>
            </a:r>
          </a:p>
          <a:p>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242</a:t>
            </a:fld>
            <a:endParaRPr lang="en-US"/>
          </a:p>
        </p:txBody>
      </p:sp>
    </p:spTree>
    <p:extLst>
      <p:ext uri="{BB962C8B-B14F-4D97-AF65-F5344CB8AC3E}">
        <p14:creationId xmlns:p14="http://schemas.microsoft.com/office/powerpoint/2010/main" val="293402730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this is the full graph</a:t>
            </a:r>
          </a:p>
          <a:p>
            <a:endParaRPr lang="en-US" dirty="0"/>
          </a:p>
          <a:p>
            <a:r>
              <a:rPr lang="en-US" dirty="0"/>
              <a:t>So on the right is what we call the State Gadget, Is has as many rows as edges in the configuration</a:t>
            </a:r>
          </a:p>
          <a:p>
            <a:r>
              <a:rPr lang="en-US" dirty="0"/>
              <a:t>*Let’s say we want to flip edge 2</a:t>
            </a:r>
          </a:p>
          <a:p>
            <a:r>
              <a:rPr lang="en-US" dirty="0"/>
              <a:t>Tile starts by coming into the top of the gadget, *then we move downward to select what edge we want to flip then tilt left</a:t>
            </a:r>
          </a:p>
          <a:p>
            <a:endParaRPr lang="en-US" dirty="0"/>
          </a:p>
          <a:p>
            <a:r>
              <a:rPr lang="en-US" dirty="0"/>
              <a:t>The tile goes to what we call the transition area, here there is concrete that changes the path of the tile</a:t>
            </a:r>
          </a:p>
        </p:txBody>
      </p:sp>
      <p:sp>
        <p:nvSpPr>
          <p:cNvPr id="4" name="Slide Number Placeholder 3"/>
          <p:cNvSpPr>
            <a:spLocks noGrp="1"/>
          </p:cNvSpPr>
          <p:nvPr>
            <p:ph type="sldNum" sz="quarter" idx="5"/>
          </p:nvPr>
        </p:nvSpPr>
        <p:spPr/>
        <p:txBody>
          <a:bodyPr/>
          <a:lstStyle/>
          <a:p>
            <a:fld id="{07FE95A3-4147-4249-99A6-5391E96D1C91}" type="slidenum">
              <a:rPr lang="en-US" smtClean="0"/>
              <a:pPr/>
              <a:t>243</a:t>
            </a:fld>
            <a:endParaRPr lang="en-US"/>
          </a:p>
        </p:txBody>
      </p:sp>
    </p:spTree>
    <p:extLst>
      <p:ext uri="{BB962C8B-B14F-4D97-AF65-F5344CB8AC3E}">
        <p14:creationId xmlns:p14="http://schemas.microsoft.com/office/powerpoint/2010/main" val="97949822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tile then enters a new state gadget and is along a new path representing the vertex is in a new state</a:t>
            </a:r>
          </a:p>
          <a:p>
            <a:endParaRPr lang="en-US" dirty="0"/>
          </a:p>
          <a:p>
            <a:r>
              <a:rPr lang="en-US" dirty="0"/>
              <a:t>Now since all the tiles are receiving these signals what about when we want to flip edge 6*</a:t>
            </a:r>
          </a:p>
          <a:p>
            <a:r>
              <a:rPr lang="en-US" dirty="0"/>
              <a:t>Well as you can see there are dotted lines on all the rows of edges not connected to this vertex</a:t>
            </a:r>
          </a:p>
          <a:p>
            <a:r>
              <a:rPr lang="en-US" dirty="0"/>
              <a:t>*These rows keep the tiles on the same path and don’t change the state</a:t>
            </a:r>
          </a:p>
        </p:txBody>
      </p:sp>
      <p:sp>
        <p:nvSpPr>
          <p:cNvPr id="4" name="Slide Number Placeholder 3"/>
          <p:cNvSpPr>
            <a:spLocks noGrp="1"/>
          </p:cNvSpPr>
          <p:nvPr>
            <p:ph type="sldNum" sz="quarter" idx="5"/>
          </p:nvPr>
        </p:nvSpPr>
        <p:spPr/>
        <p:txBody>
          <a:bodyPr/>
          <a:lstStyle/>
          <a:p>
            <a:fld id="{07FE95A3-4147-4249-99A6-5391E96D1C91}" type="slidenum">
              <a:rPr lang="en-US" smtClean="0"/>
              <a:pPr/>
              <a:t>244</a:t>
            </a:fld>
            <a:endParaRPr lang="en-US"/>
          </a:p>
        </p:txBody>
      </p:sp>
    </p:spTree>
    <p:extLst>
      <p:ext uri="{BB962C8B-B14F-4D97-AF65-F5344CB8AC3E}">
        <p14:creationId xmlns:p14="http://schemas.microsoft.com/office/powerpoint/2010/main" val="116689528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happens if we enter an illegal state</a:t>
            </a:r>
          </a:p>
          <a:p>
            <a:endParaRPr lang="en-US" dirty="0"/>
          </a:p>
          <a:p>
            <a:r>
              <a:rPr lang="en-US" dirty="0"/>
              <a:t>Well if you notice there are some black paths that don’t have a state gadget,*</a:t>
            </a:r>
          </a:p>
          <a:p>
            <a:r>
              <a:rPr lang="en-US" dirty="0"/>
              <a:t>If we zoom in on the top of the gadget we can see that these paths trap a tile in this column and it can no longer change states or be extracted</a:t>
            </a:r>
          </a:p>
          <a:p>
            <a:r>
              <a:rPr lang="en-US" dirty="0"/>
              <a:t>If a vertex ever enters an illegal state it’s tile will be trapped in one of these columns</a:t>
            </a:r>
          </a:p>
          <a:p>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245</a:t>
            </a:fld>
            <a:endParaRPr lang="en-US"/>
          </a:p>
        </p:txBody>
      </p:sp>
    </p:spTree>
    <p:extLst>
      <p:ext uri="{BB962C8B-B14F-4D97-AF65-F5344CB8AC3E}">
        <p14:creationId xmlns:p14="http://schemas.microsoft.com/office/powerpoint/2010/main" val="289290622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last thing we need to do is be able to enforce we can only extract the tile if a vertex is in it’s goal state</a:t>
            </a:r>
          </a:p>
          <a:p>
            <a:endParaRPr lang="en-US" dirty="0"/>
          </a:p>
          <a:p>
            <a:r>
              <a:rPr lang="en-US" dirty="0"/>
              <a:t>Again lets zoom on the gadget</a:t>
            </a:r>
          </a:p>
        </p:txBody>
      </p:sp>
      <p:sp>
        <p:nvSpPr>
          <p:cNvPr id="4" name="Slide Number Placeholder 3"/>
          <p:cNvSpPr>
            <a:spLocks noGrp="1"/>
          </p:cNvSpPr>
          <p:nvPr>
            <p:ph type="sldNum" sz="quarter" idx="5"/>
          </p:nvPr>
        </p:nvSpPr>
        <p:spPr/>
        <p:txBody>
          <a:bodyPr/>
          <a:lstStyle/>
          <a:p>
            <a:fld id="{07FE95A3-4147-4249-99A6-5391E96D1C91}" type="slidenum">
              <a:rPr lang="en-US" smtClean="0"/>
              <a:pPr/>
              <a:t>246</a:t>
            </a:fld>
            <a:endParaRPr lang="en-US"/>
          </a:p>
        </p:txBody>
      </p:sp>
    </p:spTree>
    <p:extLst>
      <p:ext uri="{BB962C8B-B14F-4D97-AF65-F5344CB8AC3E}">
        <p14:creationId xmlns:p14="http://schemas.microsoft.com/office/powerpoint/2010/main" val="229843073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the bottom of each state gadget outputs to the bottom rows</a:t>
            </a:r>
          </a:p>
          <a:p>
            <a:endParaRPr lang="en-US" dirty="0"/>
          </a:p>
          <a:p>
            <a:r>
              <a:rPr lang="en-US" dirty="0"/>
              <a:t>*Only one state outputs to the goal row the rest stop the tile in the invalid row</a:t>
            </a:r>
          </a:p>
        </p:txBody>
      </p:sp>
      <p:sp>
        <p:nvSpPr>
          <p:cNvPr id="4" name="Slide Number Placeholder 3"/>
          <p:cNvSpPr>
            <a:spLocks noGrp="1"/>
          </p:cNvSpPr>
          <p:nvPr>
            <p:ph type="sldNum" sz="quarter" idx="5"/>
          </p:nvPr>
        </p:nvSpPr>
        <p:spPr/>
        <p:txBody>
          <a:bodyPr/>
          <a:lstStyle/>
          <a:p>
            <a:fld id="{07FE95A3-4147-4249-99A6-5391E96D1C91}" type="slidenum">
              <a:rPr lang="en-US" smtClean="0"/>
              <a:pPr/>
              <a:t>247</a:t>
            </a:fld>
            <a:endParaRPr lang="en-US"/>
          </a:p>
        </p:txBody>
      </p:sp>
    </p:spTree>
    <p:extLst>
      <p:ext uri="{BB962C8B-B14F-4D97-AF65-F5344CB8AC3E}">
        <p14:creationId xmlns:p14="http://schemas.microsoft.com/office/powerpoint/2010/main" val="381672977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our vertex gadget has all the necessary properties</a:t>
            </a:r>
          </a:p>
          <a:p>
            <a:endParaRPr lang="en-US" dirty="0"/>
          </a:p>
          <a:p>
            <a:r>
              <a:rPr lang="en-US" dirty="0"/>
              <a:t>We have a way to represent states of vertices and to be able to change them like in NCL</a:t>
            </a:r>
          </a:p>
          <a:p>
            <a:r>
              <a:rPr lang="en-US" dirty="0"/>
              <a:t>The only way to solve the occupancy problem is too be able to change the state of all the vertex gadgets into their goal states using legal edge flips</a:t>
            </a:r>
          </a:p>
          <a:p>
            <a:endParaRPr lang="en-US" dirty="0"/>
          </a:p>
        </p:txBody>
      </p:sp>
      <p:sp>
        <p:nvSpPr>
          <p:cNvPr id="4" name="Slide Number Placeholder 3"/>
          <p:cNvSpPr>
            <a:spLocks noGrp="1"/>
          </p:cNvSpPr>
          <p:nvPr>
            <p:ph type="sldNum" sz="quarter" idx="5"/>
          </p:nvPr>
        </p:nvSpPr>
        <p:spPr/>
        <p:txBody>
          <a:bodyPr/>
          <a:lstStyle/>
          <a:p>
            <a:fld id="{07FE95A3-4147-4249-99A6-5391E96D1C91}" type="slidenum">
              <a:rPr lang="en-US" smtClean="0"/>
              <a:pPr/>
              <a:t>248</a:t>
            </a:fld>
            <a:endParaRPr lang="en-US"/>
          </a:p>
        </p:txBody>
      </p:sp>
    </p:spTree>
    <p:extLst>
      <p:ext uri="{BB962C8B-B14F-4D97-AF65-F5344CB8AC3E}">
        <p14:creationId xmlns:p14="http://schemas.microsoft.com/office/powerpoint/2010/main" val="362921597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reduction is easily extended to the relocation and reconfiguration problems </a:t>
            </a:r>
          </a:p>
          <a:p>
            <a:endParaRPr lang="en-US" dirty="0"/>
          </a:p>
          <a:p>
            <a:r>
              <a:rPr lang="en-US" dirty="0"/>
              <a:t>So now we have a complete answer to these problems when using only 1x1 pieces</a:t>
            </a:r>
          </a:p>
        </p:txBody>
      </p:sp>
      <p:sp>
        <p:nvSpPr>
          <p:cNvPr id="4" name="Slide Number Placeholder 3"/>
          <p:cNvSpPr>
            <a:spLocks noGrp="1"/>
          </p:cNvSpPr>
          <p:nvPr>
            <p:ph type="sldNum" sz="quarter" idx="5"/>
          </p:nvPr>
        </p:nvSpPr>
        <p:spPr/>
        <p:txBody>
          <a:bodyPr/>
          <a:lstStyle/>
          <a:p>
            <a:fld id="{07FE95A3-4147-4249-99A6-5391E96D1C91}" type="slidenum">
              <a:rPr lang="en-US" smtClean="0"/>
              <a:pPr/>
              <a:t>249</a:t>
            </a:fld>
            <a:endParaRPr lang="en-US"/>
          </a:p>
        </p:txBody>
      </p:sp>
    </p:spTree>
    <p:extLst>
      <p:ext uri="{BB962C8B-B14F-4D97-AF65-F5344CB8AC3E}">
        <p14:creationId xmlns:p14="http://schemas.microsoft.com/office/powerpoint/2010/main" val="3001846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A8106-91A8-4A88-AEA4-3CE878920E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228040-8194-46B1-AC7E-568D21D41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CA3E26-8917-41C7-BEDC-1EF34917FF17}"/>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5" name="Footer Placeholder 4">
            <a:extLst>
              <a:ext uri="{FF2B5EF4-FFF2-40B4-BE49-F238E27FC236}">
                <a16:creationId xmlns:a16="http://schemas.microsoft.com/office/drawing/2014/main" id="{11996D5D-90D0-42E5-A531-9A61318729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897E37-327D-46DA-B9B8-E2AD8D315FA7}"/>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1885748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27C01-BC7D-43BD-BBFD-8B506DAB25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31E541-1DEA-4B1E-9B83-C7C35C772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C1EDA2-B354-4FCD-904C-97C00736A7D1}"/>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5" name="Footer Placeholder 4">
            <a:extLst>
              <a:ext uri="{FF2B5EF4-FFF2-40B4-BE49-F238E27FC236}">
                <a16:creationId xmlns:a16="http://schemas.microsoft.com/office/drawing/2014/main" id="{89EB6856-2D99-470B-B95C-DE166BA03E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96334-9948-4771-80F3-D55A85C3574C}"/>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4244325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5FC13-C9FE-4BB9-ACF2-6FF8C6D93F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5D93E1-6575-4891-8840-98310B8339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1FCE56-7F72-4510-8A6B-DDDF4FBC507A}"/>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5" name="Footer Placeholder 4">
            <a:extLst>
              <a:ext uri="{FF2B5EF4-FFF2-40B4-BE49-F238E27FC236}">
                <a16:creationId xmlns:a16="http://schemas.microsoft.com/office/drawing/2014/main" id="{D0BD6F64-15E7-4276-9E19-515681D687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A1C7D-1E5B-40B5-9344-D3D622AA4D81}"/>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933221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1C2EE-BAE2-44EB-84C9-1607567896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120C8E-29D5-4948-A5AC-E0F79D22D5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D03015-4FD9-4100-A9CF-81C19C69B2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D09B24-9899-425F-AF95-E8F7D72B8B0A}"/>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6" name="Footer Placeholder 5">
            <a:extLst>
              <a:ext uri="{FF2B5EF4-FFF2-40B4-BE49-F238E27FC236}">
                <a16:creationId xmlns:a16="http://schemas.microsoft.com/office/drawing/2014/main" id="{FC4D1323-503C-41E5-ABB1-8B4797FA03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0B2AC9-7CB3-4955-A449-963B2F9C3B64}"/>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1027791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2B14A-9CCA-4844-93B9-C9BEEE4FA6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3D4017-9665-46DD-8DAB-386EF82EC7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AF1218-3A14-4188-B41C-96D8D83939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190AD1-1565-4A6D-868E-1982E155B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EEA1AA-69BE-4320-827C-B5769F4A1D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6075AC-5C09-451C-8745-042BCB7D6542}"/>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8" name="Footer Placeholder 7">
            <a:extLst>
              <a:ext uri="{FF2B5EF4-FFF2-40B4-BE49-F238E27FC236}">
                <a16:creationId xmlns:a16="http://schemas.microsoft.com/office/drawing/2014/main" id="{465DA5FD-BD25-4E78-9C08-EB0085ED9D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95E50-252A-4BBF-90B3-48A32521F289}"/>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1750882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CA15-B43D-4A11-B16B-180437F95B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E41B9E-33E5-4CCC-B05F-C8F1F9592E99}"/>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4" name="Footer Placeholder 3">
            <a:extLst>
              <a:ext uri="{FF2B5EF4-FFF2-40B4-BE49-F238E27FC236}">
                <a16:creationId xmlns:a16="http://schemas.microsoft.com/office/drawing/2014/main" id="{4D5673AF-A782-4FAE-AC14-8A13421A46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5175E2-E2F0-4172-B840-7B4955C48B72}"/>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3798930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C763BE-5BCA-4D65-A668-52B772BD20DE}"/>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3" name="Footer Placeholder 2">
            <a:extLst>
              <a:ext uri="{FF2B5EF4-FFF2-40B4-BE49-F238E27FC236}">
                <a16:creationId xmlns:a16="http://schemas.microsoft.com/office/drawing/2014/main" id="{03A9448B-13E0-41B6-BB19-8B5ECEBDE9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AC618D-5140-4A19-BFB6-A9678CE6390A}"/>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4250429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7FD9E-4A28-4AF7-A610-10E37B366C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34BA43-0D84-4803-A379-D4F0663959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2672B-0DF7-43CE-B98A-0FECDE8A24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F25EBC-AAA5-4590-82DC-FA3773680931}"/>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6" name="Footer Placeholder 5">
            <a:extLst>
              <a:ext uri="{FF2B5EF4-FFF2-40B4-BE49-F238E27FC236}">
                <a16:creationId xmlns:a16="http://schemas.microsoft.com/office/drawing/2014/main" id="{E1E3BB97-958F-4268-A0C6-A934510FEF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08ED66-3F23-4961-9516-B63EA109CAAA}"/>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2346628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724B-A3D8-47F6-A0D6-99B4D8CDD4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3BDAD0-1FEB-4067-B803-06025ADC4F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D394CA-C7F0-464A-85D8-8E22DCEB1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B3722E-1BC6-4243-876F-732CCC31E312}"/>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6" name="Footer Placeholder 5">
            <a:extLst>
              <a:ext uri="{FF2B5EF4-FFF2-40B4-BE49-F238E27FC236}">
                <a16:creationId xmlns:a16="http://schemas.microsoft.com/office/drawing/2014/main" id="{0AC63303-517C-4119-B94E-4F0D28338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37B696-C3E6-49DB-B296-04CF580D0976}"/>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2405047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5DC44-01C8-4FB1-80ED-A74549CC75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7867C3-FAB5-4416-A6D6-79BD22E06B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A8BB44-3A78-4525-B37C-434324437E8A}"/>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5" name="Footer Placeholder 4">
            <a:extLst>
              <a:ext uri="{FF2B5EF4-FFF2-40B4-BE49-F238E27FC236}">
                <a16:creationId xmlns:a16="http://schemas.microsoft.com/office/drawing/2014/main" id="{EA11A344-76FE-40FD-A9BD-15863CC9E6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C37147-590A-4167-A325-C37C7E126212}"/>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3544933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007CC8-3BEE-49FA-A11E-04DCEBA096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67541F-0E2E-4136-909A-57B1032D83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BE9D3-1EB9-4EE2-8125-55595F908B61}"/>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5" name="Footer Placeholder 4">
            <a:extLst>
              <a:ext uri="{FF2B5EF4-FFF2-40B4-BE49-F238E27FC236}">
                <a16:creationId xmlns:a16="http://schemas.microsoft.com/office/drawing/2014/main" id="{980069EE-7B58-4DD6-B5DA-A83D06381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BDAA10-8CCC-4E77-B726-3330F747582F}"/>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1404096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05E6713E-5226-4489-8FB3-7582C1098E54}" type="datetimeFigureOut">
              <a:rPr lang="en-US" smtClean="0"/>
              <a:pPr/>
              <a:t>5/6/2020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37BCC5-3692-4F2E-95CD-3C85C206C66F}" type="slidenum">
              <a:rPr lang="en-US" smtClean="0"/>
              <a:pPr/>
              <a:t>‹#›</a:t>
            </a:fld>
            <a:endParaRPr lang="en-US"/>
          </a:p>
        </p:txBody>
      </p:sp>
    </p:spTree>
    <p:extLst>
      <p:ext uri="{BB962C8B-B14F-4D97-AF65-F5344CB8AC3E}">
        <p14:creationId xmlns:p14="http://schemas.microsoft.com/office/powerpoint/2010/main" val="581190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27C01-BC7D-43BD-BBFD-8B506DAB25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31E541-1DEA-4B1E-9B83-C7C35C772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C1EDA2-B354-4FCD-904C-97C00736A7D1}"/>
              </a:ext>
            </a:extLst>
          </p:cNvPr>
          <p:cNvSpPr>
            <a:spLocks noGrp="1"/>
          </p:cNvSpPr>
          <p:nvPr>
            <p:ph type="dt" sz="half" idx="10"/>
          </p:nvPr>
        </p:nvSpPr>
        <p:spPr/>
        <p:txBody>
          <a:bodyPr/>
          <a:lstStyle/>
          <a:p>
            <a:fld id="{5D34E655-2DD1-47A9-ACBA-5D380DBAFAC4}" type="datetimeFigureOut">
              <a:rPr lang="en-US" smtClean="0"/>
              <a:t>5/6/2020</a:t>
            </a:fld>
            <a:endParaRPr lang="en-US"/>
          </a:p>
        </p:txBody>
      </p:sp>
      <p:sp>
        <p:nvSpPr>
          <p:cNvPr id="5" name="Footer Placeholder 4">
            <a:extLst>
              <a:ext uri="{FF2B5EF4-FFF2-40B4-BE49-F238E27FC236}">
                <a16:creationId xmlns:a16="http://schemas.microsoft.com/office/drawing/2014/main" id="{89EB6856-2D99-470B-B95C-DE166BA03E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96334-9948-4771-80F3-D55A85C3574C}"/>
              </a:ext>
            </a:extLst>
          </p:cNvPr>
          <p:cNvSpPr>
            <a:spLocks noGrp="1"/>
          </p:cNvSpPr>
          <p:nvPr>
            <p:ph type="sldNum" sz="quarter" idx="12"/>
          </p:nvPr>
        </p:nvSpPr>
        <p:spPr/>
        <p:txBody>
          <a:bodyPr/>
          <a:lstStyle/>
          <a:p>
            <a:fld id="{16A3C6DA-68BA-44DC-9B55-D9BA78948B5F}" type="slidenum">
              <a:rPr lang="en-US" smtClean="0"/>
              <a:t>‹#›</a:t>
            </a:fld>
            <a:endParaRPr lang="en-US"/>
          </a:p>
        </p:txBody>
      </p:sp>
    </p:spTree>
    <p:extLst>
      <p:ext uri="{BB962C8B-B14F-4D97-AF65-F5344CB8AC3E}">
        <p14:creationId xmlns:p14="http://schemas.microsoft.com/office/powerpoint/2010/main" val="79016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8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07A3B1-AC01-4A6A-B346-0F10D8BF28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BBA00D-6F32-47CE-961C-D82F5EC92F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CBFD6-5FC9-4C97-87B1-C77F9A1A44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34E655-2DD1-47A9-ACBA-5D380DBAFAC4}" type="datetimeFigureOut">
              <a:rPr lang="en-US" smtClean="0"/>
              <a:t>5/6/2020</a:t>
            </a:fld>
            <a:endParaRPr lang="en-US"/>
          </a:p>
        </p:txBody>
      </p:sp>
      <p:sp>
        <p:nvSpPr>
          <p:cNvPr id="5" name="Footer Placeholder 4">
            <a:extLst>
              <a:ext uri="{FF2B5EF4-FFF2-40B4-BE49-F238E27FC236}">
                <a16:creationId xmlns:a16="http://schemas.microsoft.com/office/drawing/2014/main" id="{7B698687-9191-4A61-A291-8739C89082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6802A5-4457-4B94-BDE6-91376474F3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A3C6DA-68BA-44DC-9B55-D9BA78948B5F}" type="slidenum">
              <a:rPr lang="en-US" smtClean="0"/>
              <a:t>‹#›</a:t>
            </a:fld>
            <a:endParaRPr lang="en-US"/>
          </a:p>
        </p:txBody>
      </p:sp>
    </p:spTree>
    <p:extLst>
      <p:ext uri="{BB962C8B-B14F-4D97-AF65-F5344CB8AC3E}">
        <p14:creationId xmlns:p14="http://schemas.microsoft.com/office/powerpoint/2010/main" val="184750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05E6713E-5226-4489-8FB3-7582C1098E54}" type="datetimeFigureOut">
              <a:rPr lang="en-US" smtClean="0"/>
              <a:pPr/>
              <a:t>5/6/2020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A537BCC5-3692-4F2E-95CD-3C85C206C66F}" type="slidenum">
              <a:rPr lang="en-US" smtClean="0"/>
              <a:pPr/>
              <a:t>‹#›</a:t>
            </a:fld>
            <a:endParaRPr lang="en-US"/>
          </a:p>
        </p:txBody>
      </p:sp>
    </p:spTree>
    <p:extLst>
      <p:ext uri="{BB962C8B-B14F-4D97-AF65-F5344CB8AC3E}">
        <p14:creationId xmlns:p14="http://schemas.microsoft.com/office/powerpoint/2010/main" val="2223670856"/>
      </p:ext>
    </p:extLst>
  </p:cSld>
  <p:clrMap bg1="dk1" tx1="lt1" bg2="dk2" tx2="lt2" accent1="accent1" accent2="accent2" accent3="accent3" accent4="accent4" accent5="accent5" accent6="accent6" hlink="hlink" folHlink="folHlink"/>
  <p:sldLayoutIdLst>
    <p:sldLayoutId id="2147483883" r:id="rId1"/>
    <p:sldLayoutId id="2147483884" r:id="rId2"/>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8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8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 Id="rId5" Type="http://schemas.openxmlformats.org/officeDocument/2006/relationships/image" Target="../media/image50.png"/><Relationship Id="rId4" Type="http://schemas.openxmlformats.org/officeDocument/2006/relationships/image" Target="../media/image49.png"/></Relationships>
</file>

<file path=ppt/slides/_rels/slide9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2.xml"/><Relationship Id="rId5" Type="http://schemas.openxmlformats.org/officeDocument/2006/relationships/image" Target="../media/image62.png"/><Relationship Id="rId4" Type="http://schemas.openxmlformats.org/officeDocument/2006/relationships/image" Target="../media/image61.png"/></Relationships>
</file>

<file path=ppt/slides/_rels/slide10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134.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135.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137.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138.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12.xml"/><Relationship Id="rId5" Type="http://schemas.openxmlformats.org/officeDocument/2006/relationships/image" Target="../media/image77.svg"/><Relationship Id="rId4" Type="http://schemas.openxmlformats.org/officeDocument/2006/relationships/image" Target="../media/image76.png"/></Relationships>
</file>

<file path=ppt/slides/_rels/slide1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13.xml"/><Relationship Id="rId5" Type="http://schemas.openxmlformats.org/officeDocument/2006/relationships/image" Target="../media/image3.svg"/><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80.jpeg"/></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16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84.svg"/></Relationships>
</file>

<file path=ppt/slides/_rels/slide16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84.svg"/></Relationships>
</file>

<file path=ppt/slides/_rels/slide167.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slideLayout" Target="../slideLayouts/slideLayout12.xml"/><Relationship Id="rId5" Type="http://schemas.openxmlformats.org/officeDocument/2006/relationships/image" Target="../media/image88.svg"/><Relationship Id="rId4" Type="http://schemas.openxmlformats.org/officeDocument/2006/relationships/image" Target="../media/image87.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12.xml"/><Relationship Id="rId5" Type="http://schemas.openxmlformats.org/officeDocument/2006/relationships/image" Target="../media/image90.svg"/><Relationship Id="rId4" Type="http://schemas.openxmlformats.org/officeDocument/2006/relationships/image" Target="../media/image89.png"/></Relationships>
</file>

<file path=ppt/slides/_rels/slide17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84.svg"/></Relationships>
</file>

<file path=ppt/slides/_rels/slide178.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12.xml"/><Relationship Id="rId5" Type="http://schemas.openxmlformats.org/officeDocument/2006/relationships/image" Target="../media/image90.svg"/><Relationship Id="rId4" Type="http://schemas.openxmlformats.org/officeDocument/2006/relationships/image" Target="../media/image89.png"/></Relationships>
</file>

<file path=ppt/slides/_rels/slide179.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12.xml"/><Relationship Id="rId5" Type="http://schemas.openxmlformats.org/officeDocument/2006/relationships/image" Target="../media/image90.svg"/><Relationship Id="rId4" Type="http://schemas.openxmlformats.org/officeDocument/2006/relationships/image" Target="../media/image89.png"/></Relationships>
</file>

<file path=ppt/slides/_rels/slide18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9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7.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image" Target="../media/image93.png"/><Relationship Id="rId1" Type="http://schemas.openxmlformats.org/officeDocument/2006/relationships/slideLayout" Target="../slideLayouts/slideLayout12.xml"/></Relationships>
</file>

<file path=ppt/slides/_rels/slide188.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png"/><Relationship Id="rId1" Type="http://schemas.openxmlformats.org/officeDocument/2006/relationships/slideLayout" Target="../slideLayouts/slideLayout12.xml"/></Relationships>
</file>

<file path=ppt/slides/_rels/slide189.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png"/><Relationship Id="rId1" Type="http://schemas.openxmlformats.org/officeDocument/2006/relationships/slideLayout" Target="../slideLayouts/slideLayout12.xml"/></Relationships>
</file>

<file path=ppt/slides/_rels/slide19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97.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2.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1.png"/><Relationship Id="rId7" Type="http://schemas.openxmlformats.org/officeDocument/2006/relationships/image" Target="../media/image93.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01.svg"/><Relationship Id="rId5" Type="http://schemas.openxmlformats.org/officeDocument/2006/relationships/image" Target="../media/image100.png"/><Relationship Id="rId4" Type="http://schemas.openxmlformats.org/officeDocument/2006/relationships/image" Target="../media/image99.svg"/></Relationships>
</file>

<file path=ppt/slides/_rels/slide194.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101.svg"/><Relationship Id="rId5" Type="http://schemas.openxmlformats.org/officeDocument/2006/relationships/image" Target="../media/image100.png"/><Relationship Id="rId4" Type="http://schemas.openxmlformats.org/officeDocument/2006/relationships/image" Target="../media/image99.svg"/><Relationship Id="rId9" Type="http://schemas.openxmlformats.org/officeDocument/2006/relationships/image" Target="../media/image104.png"/></Relationships>
</file>

<file path=ppt/slides/_rels/slide19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106.svg"/></Relationships>
</file>

<file path=ppt/slides/_rels/slide19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106.svg"/></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1000.png"/></Relationships>
</file>

<file path=ppt/slides/_rels/slide199.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161.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80.png"/><Relationship Id="rId5" Type="http://schemas.openxmlformats.org/officeDocument/2006/relationships/image" Target="../media/image140.png"/><Relationship Id="rId4" Type="http://schemas.openxmlformats.org/officeDocument/2006/relationships/image" Target="../media/image130.png"/></Relationships>
</file>

<file path=ppt/slides/_rels/slide20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180.png"/><Relationship Id="rId4" Type="http://schemas.openxmlformats.org/officeDocument/2006/relationships/image" Target="../media/image170.png"/></Relationships>
</file>

<file path=ppt/slides/_rels/slide20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20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20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108.svg"/></Relationships>
</file>

<file path=ppt/slides/_rels/slide207.xml.rels><?xml version="1.0" encoding="UTF-8" standalone="yes"?>
<Relationships xmlns="http://schemas.openxmlformats.org/package/2006/relationships"><Relationship Id="rId8" Type="http://schemas.openxmlformats.org/officeDocument/2006/relationships/image" Target="../media/image113.svg"/><Relationship Id="rId3" Type="http://schemas.openxmlformats.org/officeDocument/2006/relationships/image" Target="../media/image109.png"/><Relationship Id="rId7" Type="http://schemas.openxmlformats.org/officeDocument/2006/relationships/image" Target="../media/image107.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112.svg"/><Relationship Id="rId5" Type="http://schemas.openxmlformats.org/officeDocument/2006/relationships/image" Target="../media/image111.png"/><Relationship Id="rId4" Type="http://schemas.openxmlformats.org/officeDocument/2006/relationships/image" Target="../media/image110.svg"/></Relationships>
</file>

<file path=ppt/slides/_rels/slide208.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20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106.svg"/></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21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115.svg"/></Relationships>
</file>

<file path=ppt/slides/_rels/slide215.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57.xml"/><Relationship Id="rId1" Type="http://schemas.openxmlformats.org/officeDocument/2006/relationships/slideLayout" Target="../slideLayouts/slideLayout12.xml"/><Relationship Id="rId5" Type="http://schemas.openxmlformats.org/officeDocument/2006/relationships/image" Target="../media/image117.svg"/><Relationship Id="rId4" Type="http://schemas.openxmlformats.org/officeDocument/2006/relationships/image" Target="../media/image116.png"/></Relationships>
</file>

<file path=ppt/slides/_rels/slide216.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58.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50.png"/></Relationships>
</file>

<file path=ppt/slides/_rels/slide21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21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106.svg"/></Relationships>
</file>

<file path=ppt/slides/_rels/slide2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13.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svg"/></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22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12.xml"/></Relationships>
</file>

<file path=ppt/slides/_rels/slide2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3.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svg"/></Relationships>
</file>

<file path=ppt/slides/_rels/slide223.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openxmlformats.org/officeDocument/2006/relationships/image" Target="../media/image640.png"/></Relationships>
</file>

<file path=ppt/slides/_rels/slide22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5.xml"/><Relationship Id="rId1" Type="http://schemas.openxmlformats.org/officeDocument/2006/relationships/slideLayout" Target="../slideLayouts/slideLayout12.xml"/><Relationship Id="rId4" Type="http://schemas.openxmlformats.org/officeDocument/2006/relationships/image" Target="../media/image122.svg"/></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226.xml.rels><?xml version="1.0" encoding="UTF-8" standalone="yes"?>
<Relationships xmlns="http://schemas.openxmlformats.org/package/2006/relationships"><Relationship Id="rId8" Type="http://schemas.openxmlformats.org/officeDocument/2006/relationships/image" Target="../media/image128.svg"/><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image" Target="../media/image310.png"/><Relationship Id="rId1" Type="http://schemas.openxmlformats.org/officeDocument/2006/relationships/slideLayout" Target="../slideLayouts/slideLayout12.xml"/><Relationship Id="rId6" Type="http://schemas.openxmlformats.org/officeDocument/2006/relationships/image" Target="../media/image126.svg"/><Relationship Id="rId5" Type="http://schemas.openxmlformats.org/officeDocument/2006/relationships/image" Target="../media/image125.png"/><Relationship Id="rId4" Type="http://schemas.openxmlformats.org/officeDocument/2006/relationships/image" Target="../media/image124.svg"/></Relationships>
</file>

<file path=ppt/slides/_rels/slide227.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12.xml"/></Relationships>
</file>

<file path=ppt/slides/_rels/slide22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67.xml"/><Relationship Id="rId1" Type="http://schemas.openxmlformats.org/officeDocument/2006/relationships/slideLayout" Target="../slideLayouts/slideLayout12.xml"/><Relationship Id="rId6" Type="http://schemas.openxmlformats.org/officeDocument/2006/relationships/image" Target="../media/image106.svg"/><Relationship Id="rId5" Type="http://schemas.openxmlformats.org/officeDocument/2006/relationships/image" Target="../media/image105.png"/><Relationship Id="rId4" Type="http://schemas.openxmlformats.org/officeDocument/2006/relationships/image" Target="../media/image130.svg"/></Relationships>
</file>

<file path=ppt/slides/_rels/slide22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68.xml"/><Relationship Id="rId1" Type="http://schemas.openxmlformats.org/officeDocument/2006/relationships/slideLayout" Target="../slideLayouts/slideLayout12.xml"/><Relationship Id="rId6" Type="http://schemas.openxmlformats.org/officeDocument/2006/relationships/image" Target="../media/image134.svg"/><Relationship Id="rId5" Type="http://schemas.openxmlformats.org/officeDocument/2006/relationships/image" Target="../media/image133.png"/><Relationship Id="rId4" Type="http://schemas.openxmlformats.org/officeDocument/2006/relationships/image" Target="../media/image132.svg"/></Relationships>
</file>

<file path=ppt/slides/_rels/slide23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9.xml"/><Relationship Id="rId1" Type="http://schemas.openxmlformats.org/officeDocument/2006/relationships/slideLayout" Target="../slideLayouts/slideLayout12.xml"/><Relationship Id="rId6" Type="http://schemas.openxmlformats.org/officeDocument/2006/relationships/image" Target="../media/image138.svg"/><Relationship Id="rId5" Type="http://schemas.openxmlformats.org/officeDocument/2006/relationships/image" Target="../media/image137.png"/><Relationship Id="rId4" Type="http://schemas.openxmlformats.org/officeDocument/2006/relationships/image" Target="../media/image136.svg"/></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232.xml.rels><?xml version="1.0" encoding="UTF-8" standalone="yes"?>
<Relationships xmlns="http://schemas.openxmlformats.org/package/2006/relationships"><Relationship Id="rId8" Type="http://schemas.openxmlformats.org/officeDocument/2006/relationships/image" Target="../media/image144.svg"/><Relationship Id="rId3" Type="http://schemas.openxmlformats.org/officeDocument/2006/relationships/image" Target="../media/image139.png"/><Relationship Id="rId7" Type="http://schemas.openxmlformats.org/officeDocument/2006/relationships/image" Target="../media/image143.png"/><Relationship Id="rId2" Type="http://schemas.openxmlformats.org/officeDocument/2006/relationships/notesSlide" Target="../notesSlides/notesSlide71.xml"/><Relationship Id="rId1" Type="http://schemas.openxmlformats.org/officeDocument/2006/relationships/slideLayout" Target="../slideLayouts/slideLayout12.xml"/><Relationship Id="rId6" Type="http://schemas.openxmlformats.org/officeDocument/2006/relationships/image" Target="../media/image142.svg"/><Relationship Id="rId5" Type="http://schemas.openxmlformats.org/officeDocument/2006/relationships/image" Target="../media/image141.png"/><Relationship Id="rId4" Type="http://schemas.openxmlformats.org/officeDocument/2006/relationships/image" Target="../media/image140.svg"/><Relationship Id="rId9" Type="http://schemas.openxmlformats.org/officeDocument/2006/relationships/image" Target="../media/image145.jpeg"/></Relationships>
</file>

<file path=ppt/slides/_rels/slide233.xml.rels><?xml version="1.0" encoding="UTF-8" standalone="yes"?>
<Relationships xmlns="http://schemas.openxmlformats.org/package/2006/relationships"><Relationship Id="rId8" Type="http://schemas.openxmlformats.org/officeDocument/2006/relationships/image" Target="../media/image144.svg"/><Relationship Id="rId3" Type="http://schemas.openxmlformats.org/officeDocument/2006/relationships/image" Target="../media/image139.png"/><Relationship Id="rId7" Type="http://schemas.openxmlformats.org/officeDocument/2006/relationships/image" Target="../media/image143.png"/><Relationship Id="rId2" Type="http://schemas.openxmlformats.org/officeDocument/2006/relationships/notesSlide" Target="../notesSlides/notesSlide72.xml"/><Relationship Id="rId1" Type="http://schemas.openxmlformats.org/officeDocument/2006/relationships/slideLayout" Target="../slideLayouts/slideLayout12.xml"/><Relationship Id="rId6" Type="http://schemas.openxmlformats.org/officeDocument/2006/relationships/image" Target="../media/image142.svg"/><Relationship Id="rId5" Type="http://schemas.openxmlformats.org/officeDocument/2006/relationships/image" Target="../media/image141.png"/><Relationship Id="rId4" Type="http://schemas.openxmlformats.org/officeDocument/2006/relationships/image" Target="../media/image140.svg"/><Relationship Id="rId9" Type="http://schemas.openxmlformats.org/officeDocument/2006/relationships/image" Target="../media/image145.jpeg"/></Relationships>
</file>

<file path=ppt/slides/_rels/slide234.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39.png"/><Relationship Id="rId7" Type="http://schemas.openxmlformats.org/officeDocument/2006/relationships/image" Target="../media/image141.png"/><Relationship Id="rId2" Type="http://schemas.openxmlformats.org/officeDocument/2006/relationships/notesSlide" Target="../notesSlides/notesSlide73.xml"/><Relationship Id="rId1" Type="http://schemas.openxmlformats.org/officeDocument/2006/relationships/slideLayout" Target="../slideLayouts/slideLayout12.xml"/><Relationship Id="rId6" Type="http://schemas.openxmlformats.org/officeDocument/2006/relationships/image" Target="../media/image144.svg"/><Relationship Id="rId5" Type="http://schemas.openxmlformats.org/officeDocument/2006/relationships/image" Target="../media/image143.png"/><Relationship Id="rId4" Type="http://schemas.openxmlformats.org/officeDocument/2006/relationships/image" Target="../media/image140.svg"/></Relationships>
</file>

<file path=ppt/slides/_rels/slide235.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39.png"/><Relationship Id="rId7" Type="http://schemas.openxmlformats.org/officeDocument/2006/relationships/image" Target="../media/image141.png"/><Relationship Id="rId2" Type="http://schemas.openxmlformats.org/officeDocument/2006/relationships/notesSlide" Target="../notesSlides/notesSlide74.xml"/><Relationship Id="rId1" Type="http://schemas.openxmlformats.org/officeDocument/2006/relationships/slideLayout" Target="../slideLayouts/slideLayout12.xml"/><Relationship Id="rId6" Type="http://schemas.openxmlformats.org/officeDocument/2006/relationships/image" Target="../media/image144.svg"/><Relationship Id="rId5" Type="http://schemas.openxmlformats.org/officeDocument/2006/relationships/image" Target="../media/image143.png"/><Relationship Id="rId4" Type="http://schemas.openxmlformats.org/officeDocument/2006/relationships/image" Target="../media/image140.svg"/></Relationships>
</file>

<file path=ppt/slides/_rels/slide236.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39.png"/><Relationship Id="rId7" Type="http://schemas.openxmlformats.org/officeDocument/2006/relationships/image" Target="../media/image141.png"/><Relationship Id="rId2" Type="http://schemas.openxmlformats.org/officeDocument/2006/relationships/notesSlide" Target="../notesSlides/notesSlide75.xml"/><Relationship Id="rId1" Type="http://schemas.openxmlformats.org/officeDocument/2006/relationships/slideLayout" Target="../slideLayouts/slideLayout12.xml"/><Relationship Id="rId6" Type="http://schemas.openxmlformats.org/officeDocument/2006/relationships/image" Target="../media/image144.svg"/><Relationship Id="rId5" Type="http://schemas.openxmlformats.org/officeDocument/2006/relationships/image" Target="../media/image143.png"/><Relationship Id="rId4" Type="http://schemas.openxmlformats.org/officeDocument/2006/relationships/image" Target="../media/image140.svg"/></Relationships>
</file>

<file path=ppt/slides/_rels/slide237.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46.png"/><Relationship Id="rId7" Type="http://schemas.openxmlformats.org/officeDocument/2006/relationships/image" Target="../media/image141.png"/><Relationship Id="rId2" Type="http://schemas.openxmlformats.org/officeDocument/2006/relationships/notesSlide" Target="../notesSlides/notesSlide76.xml"/><Relationship Id="rId1" Type="http://schemas.openxmlformats.org/officeDocument/2006/relationships/slideLayout" Target="../slideLayouts/slideLayout12.xml"/><Relationship Id="rId6" Type="http://schemas.openxmlformats.org/officeDocument/2006/relationships/image" Target="../media/image140.svg"/><Relationship Id="rId5" Type="http://schemas.openxmlformats.org/officeDocument/2006/relationships/image" Target="../media/image139.png"/><Relationship Id="rId10" Type="http://schemas.openxmlformats.org/officeDocument/2006/relationships/image" Target="../media/image144.svg"/><Relationship Id="rId4" Type="http://schemas.openxmlformats.org/officeDocument/2006/relationships/image" Target="../media/image147.svg"/><Relationship Id="rId9" Type="http://schemas.openxmlformats.org/officeDocument/2006/relationships/image" Target="../media/image143.png"/></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23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78.xml"/><Relationship Id="rId1" Type="http://schemas.openxmlformats.org/officeDocument/2006/relationships/slideLayout" Target="../slideLayouts/slideLayout12.xml"/><Relationship Id="rId6" Type="http://schemas.openxmlformats.org/officeDocument/2006/relationships/image" Target="../media/image151.svg"/><Relationship Id="rId5" Type="http://schemas.openxmlformats.org/officeDocument/2006/relationships/image" Target="../media/image150.png"/><Relationship Id="rId4" Type="http://schemas.openxmlformats.org/officeDocument/2006/relationships/image" Target="../media/image149.svg"/></Relationships>
</file>

<file path=ppt/slides/_rels/slide24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79.xml"/><Relationship Id="rId1" Type="http://schemas.openxmlformats.org/officeDocument/2006/relationships/slideLayout" Target="../slideLayouts/slideLayout12.xml"/><Relationship Id="rId6" Type="http://schemas.openxmlformats.org/officeDocument/2006/relationships/image" Target="../media/image151.svg"/><Relationship Id="rId5" Type="http://schemas.openxmlformats.org/officeDocument/2006/relationships/image" Target="../media/image150.png"/><Relationship Id="rId4" Type="http://schemas.openxmlformats.org/officeDocument/2006/relationships/image" Target="../media/image149.svg"/></Relationships>
</file>

<file path=ppt/slides/_rels/slide241.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0.xml"/><Relationship Id="rId1" Type="http://schemas.openxmlformats.org/officeDocument/2006/relationships/slideLayout" Target="../slideLayouts/slideLayout12.xml"/><Relationship Id="rId4" Type="http://schemas.openxmlformats.org/officeDocument/2006/relationships/image" Target="../media/image153.svg"/></Relationships>
</file>

<file path=ppt/slides/_rels/slide24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1.xml"/><Relationship Id="rId1" Type="http://schemas.openxmlformats.org/officeDocument/2006/relationships/slideLayout" Target="../slideLayouts/slideLayout12.xml"/><Relationship Id="rId4" Type="http://schemas.openxmlformats.org/officeDocument/2006/relationships/image" Target="../media/image153.svg"/></Relationships>
</file>

<file path=ppt/slides/_rels/slide243.xml.rels><?xml version="1.0" encoding="UTF-8" standalone="yes"?>
<Relationships xmlns="http://schemas.openxmlformats.org/package/2006/relationships"><Relationship Id="rId8" Type="http://schemas.openxmlformats.org/officeDocument/2006/relationships/image" Target="../media/image140.svg"/><Relationship Id="rId3" Type="http://schemas.openxmlformats.org/officeDocument/2006/relationships/image" Target="../media/image154.png"/><Relationship Id="rId7" Type="http://schemas.openxmlformats.org/officeDocument/2006/relationships/image" Target="../media/image139.png"/><Relationship Id="rId12" Type="http://schemas.openxmlformats.org/officeDocument/2006/relationships/image" Target="../media/image157.svg"/><Relationship Id="rId2" Type="http://schemas.openxmlformats.org/officeDocument/2006/relationships/notesSlide" Target="../notesSlides/notesSlide82.xml"/><Relationship Id="rId1" Type="http://schemas.openxmlformats.org/officeDocument/2006/relationships/slideLayout" Target="../slideLayouts/slideLayout12.xml"/><Relationship Id="rId6" Type="http://schemas.openxmlformats.org/officeDocument/2006/relationships/image" Target="../media/image142.svg"/><Relationship Id="rId11" Type="http://schemas.openxmlformats.org/officeDocument/2006/relationships/image" Target="../media/image156.png"/><Relationship Id="rId5" Type="http://schemas.openxmlformats.org/officeDocument/2006/relationships/image" Target="../media/image141.png"/><Relationship Id="rId10" Type="http://schemas.openxmlformats.org/officeDocument/2006/relationships/image" Target="../media/image144.svg"/><Relationship Id="rId4" Type="http://schemas.openxmlformats.org/officeDocument/2006/relationships/image" Target="../media/image155.svg"/><Relationship Id="rId9" Type="http://schemas.openxmlformats.org/officeDocument/2006/relationships/image" Target="../media/image143.png"/></Relationships>
</file>

<file path=ppt/slides/_rels/slide244.xml.rels><?xml version="1.0" encoding="UTF-8" standalone="yes"?>
<Relationships xmlns="http://schemas.openxmlformats.org/package/2006/relationships"><Relationship Id="rId8" Type="http://schemas.openxmlformats.org/officeDocument/2006/relationships/image" Target="../media/image140.svg"/><Relationship Id="rId3" Type="http://schemas.openxmlformats.org/officeDocument/2006/relationships/image" Target="../media/image158.png"/><Relationship Id="rId7" Type="http://schemas.openxmlformats.org/officeDocument/2006/relationships/image" Target="../media/image139.png"/><Relationship Id="rId12" Type="http://schemas.openxmlformats.org/officeDocument/2006/relationships/image" Target="../media/image157.svg"/><Relationship Id="rId2" Type="http://schemas.openxmlformats.org/officeDocument/2006/relationships/notesSlide" Target="../notesSlides/notesSlide83.xml"/><Relationship Id="rId1" Type="http://schemas.openxmlformats.org/officeDocument/2006/relationships/slideLayout" Target="../slideLayouts/slideLayout12.xml"/><Relationship Id="rId6" Type="http://schemas.openxmlformats.org/officeDocument/2006/relationships/image" Target="../media/image142.svg"/><Relationship Id="rId11" Type="http://schemas.openxmlformats.org/officeDocument/2006/relationships/image" Target="../media/image156.png"/><Relationship Id="rId5" Type="http://schemas.openxmlformats.org/officeDocument/2006/relationships/image" Target="../media/image141.png"/><Relationship Id="rId10" Type="http://schemas.openxmlformats.org/officeDocument/2006/relationships/image" Target="../media/image144.svg"/><Relationship Id="rId4" Type="http://schemas.openxmlformats.org/officeDocument/2006/relationships/image" Target="../media/image159.svg"/><Relationship Id="rId9" Type="http://schemas.openxmlformats.org/officeDocument/2006/relationships/image" Target="../media/image143.png"/></Relationships>
</file>

<file path=ppt/slides/_rels/slide24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4.xml"/><Relationship Id="rId1" Type="http://schemas.openxmlformats.org/officeDocument/2006/relationships/slideLayout" Target="../slideLayouts/slideLayout12.xml"/><Relationship Id="rId5" Type="http://schemas.openxmlformats.org/officeDocument/2006/relationships/image" Target="../media/image160.png"/><Relationship Id="rId4" Type="http://schemas.openxmlformats.org/officeDocument/2006/relationships/image" Target="../media/image153.svg"/></Relationships>
</file>

<file path=ppt/slides/_rels/slide24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5.xml"/><Relationship Id="rId1" Type="http://schemas.openxmlformats.org/officeDocument/2006/relationships/slideLayout" Target="../slideLayouts/slideLayout12.xml"/><Relationship Id="rId4" Type="http://schemas.openxmlformats.org/officeDocument/2006/relationships/image" Target="../media/image153.svg"/></Relationships>
</file>

<file path=ppt/slides/_rels/slide24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6.xml"/><Relationship Id="rId1" Type="http://schemas.openxmlformats.org/officeDocument/2006/relationships/slideLayout" Target="../slideLayouts/slideLayout12.xml"/><Relationship Id="rId4" Type="http://schemas.openxmlformats.org/officeDocument/2006/relationships/image" Target="../media/image153.svg"/></Relationships>
</file>

<file path=ppt/slides/_rels/slide24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7.xml"/><Relationship Id="rId1" Type="http://schemas.openxmlformats.org/officeDocument/2006/relationships/slideLayout" Target="../slideLayouts/slideLayout12.xml"/><Relationship Id="rId4" Type="http://schemas.openxmlformats.org/officeDocument/2006/relationships/image" Target="../media/image153.svg"/></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6.xml.rels><?xml version="1.0" encoding="UTF-8" standalone="yes"?>
<Relationships xmlns="http://schemas.openxmlformats.org/package/2006/relationships"><Relationship Id="rId3" Type="http://schemas.openxmlformats.org/officeDocument/2006/relationships/image" Target="../media/image163.svg"/><Relationship Id="rId2" Type="http://schemas.openxmlformats.org/officeDocument/2006/relationships/image" Target="../media/image162.png"/><Relationship Id="rId1" Type="http://schemas.openxmlformats.org/officeDocument/2006/relationships/slideLayout" Target="../slideLayouts/slideLayout12.xml"/></Relationships>
</file>

<file path=ppt/slides/_rels/slide257.xml.rels><?xml version="1.0" encoding="UTF-8" standalone="yes"?>
<Relationships xmlns="http://schemas.openxmlformats.org/package/2006/relationships"><Relationship Id="rId3" Type="http://schemas.openxmlformats.org/officeDocument/2006/relationships/image" Target="../media/image163.svg"/><Relationship Id="rId2" Type="http://schemas.openxmlformats.org/officeDocument/2006/relationships/image" Target="../media/image162.png"/><Relationship Id="rId1" Type="http://schemas.openxmlformats.org/officeDocument/2006/relationships/slideLayout" Target="../slideLayouts/slideLayout12.xml"/></Relationships>
</file>

<file path=ppt/slides/_rels/slide258.xml.rels><?xml version="1.0" encoding="UTF-8" standalone="yes"?>
<Relationships xmlns="http://schemas.openxmlformats.org/package/2006/relationships"><Relationship Id="rId3" Type="http://schemas.openxmlformats.org/officeDocument/2006/relationships/image" Target="../media/image163.svg"/><Relationship Id="rId2" Type="http://schemas.openxmlformats.org/officeDocument/2006/relationships/image" Target="../media/image162.png"/><Relationship Id="rId1" Type="http://schemas.openxmlformats.org/officeDocument/2006/relationships/slideLayout" Target="../slideLayouts/slideLayout12.xml"/></Relationships>
</file>

<file path=ppt/slides/_rels/slide259.xml.rels><?xml version="1.0" encoding="UTF-8" standalone="yes"?>
<Relationships xmlns="http://schemas.openxmlformats.org/package/2006/relationships"><Relationship Id="rId3" Type="http://schemas.openxmlformats.org/officeDocument/2006/relationships/image" Target="../media/image163.svg"/><Relationship Id="rId2" Type="http://schemas.openxmlformats.org/officeDocument/2006/relationships/image" Target="../media/image162.png"/><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3" Type="http://schemas.openxmlformats.org/officeDocument/2006/relationships/image" Target="../media/image165.svg"/><Relationship Id="rId2" Type="http://schemas.openxmlformats.org/officeDocument/2006/relationships/image" Target="../media/image164.png"/><Relationship Id="rId1" Type="http://schemas.openxmlformats.org/officeDocument/2006/relationships/slideLayout" Target="../slideLayouts/slideLayout12.xml"/></Relationships>
</file>

<file path=ppt/slides/_rels/slide261.xml.rels><?xml version="1.0" encoding="UTF-8" standalone="yes"?>
<Relationships xmlns="http://schemas.openxmlformats.org/package/2006/relationships"><Relationship Id="rId3" Type="http://schemas.openxmlformats.org/officeDocument/2006/relationships/image" Target="../media/image163.svg"/><Relationship Id="rId2" Type="http://schemas.openxmlformats.org/officeDocument/2006/relationships/image" Target="../media/image162.png"/><Relationship Id="rId1" Type="http://schemas.openxmlformats.org/officeDocument/2006/relationships/slideLayout" Target="../slideLayouts/slideLayout12.xml"/></Relationships>
</file>

<file path=ppt/slides/_rels/slide26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66.png"/></Relationships>
</file>

<file path=ppt/slides/_rels/slide263.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image" Target="../media/image89.png"/><Relationship Id="rId1" Type="http://schemas.openxmlformats.org/officeDocument/2006/relationships/slideLayout" Target="../slideLayouts/slideLayout12.xml"/><Relationship Id="rId5" Type="http://schemas.openxmlformats.org/officeDocument/2006/relationships/image" Target="../media/image84.svg"/><Relationship Id="rId4" Type="http://schemas.openxmlformats.org/officeDocument/2006/relationships/image" Target="../media/image83.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5.xml.rels><?xml version="1.0" encoding="UTF-8" standalone="yes"?>
<Relationships xmlns="http://schemas.openxmlformats.org/package/2006/relationships"><Relationship Id="rId3" Type="http://schemas.openxmlformats.org/officeDocument/2006/relationships/image" Target="../media/image168.svg"/><Relationship Id="rId2" Type="http://schemas.openxmlformats.org/officeDocument/2006/relationships/image" Target="../media/image167.png"/><Relationship Id="rId1" Type="http://schemas.openxmlformats.org/officeDocument/2006/relationships/slideLayout" Target="../slideLayouts/slideLayout12.xml"/></Relationships>
</file>

<file path=ppt/slides/_rels/slide266.xml.rels><?xml version="1.0" encoding="UTF-8" standalone="yes"?>
<Relationships xmlns="http://schemas.openxmlformats.org/package/2006/relationships"><Relationship Id="rId3" Type="http://schemas.openxmlformats.org/officeDocument/2006/relationships/image" Target="../media/image170.svg"/><Relationship Id="rId2" Type="http://schemas.openxmlformats.org/officeDocument/2006/relationships/image" Target="../media/image169.png"/><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3" Type="http://schemas.openxmlformats.org/officeDocument/2006/relationships/image" Target="../media/image168.svg"/><Relationship Id="rId2" Type="http://schemas.openxmlformats.org/officeDocument/2006/relationships/image" Target="../media/image167.png"/><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171.png"/></Relationships>
</file>

<file path=ppt/slides/_rels/slide26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6.mp4"/><Relationship Id="rId1" Type="http://schemas.microsoft.com/office/2007/relationships/media" Target="../media/media6.mp4"/><Relationship Id="rId4" Type="http://schemas.openxmlformats.org/officeDocument/2006/relationships/image" Target="../media/image172.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extBox 1"/>
          <p:cNvSpPr txBox="1"/>
          <p:nvPr/>
        </p:nvSpPr>
        <p:spPr>
          <a:xfrm>
            <a:off x="0" y="5583673"/>
            <a:ext cx="12192000" cy="338554"/>
          </a:xfrm>
          <a:prstGeom prst="rect">
            <a:avLst/>
          </a:prstGeom>
          <a:noFill/>
        </p:spPr>
        <p:txBody>
          <a:bodyPr wrap="square" rtlCol="0">
            <a:spAutoFit/>
          </a:bodyPr>
          <a:lstStyle/>
          <a:p>
            <a:pPr algn="ctr"/>
            <a:r>
              <a:rPr lang="en-US" sz="1600" b="1" dirty="0">
                <a:solidFill>
                  <a:sysClr val="windowText" lastClr="000000"/>
                </a:solidFill>
              </a:rPr>
              <a:t>Austin Luchsinger</a:t>
            </a:r>
            <a:endParaRPr lang="en-US" sz="1600" dirty="0">
              <a:solidFill>
                <a:sysClr val="windowText" lastClr="000000"/>
              </a:solidFill>
            </a:endParaRPr>
          </a:p>
        </p:txBody>
      </p:sp>
      <p:sp>
        <p:nvSpPr>
          <p:cNvPr id="3" name="TextBox 2"/>
          <p:cNvSpPr txBox="1"/>
          <p:nvPr/>
        </p:nvSpPr>
        <p:spPr>
          <a:xfrm>
            <a:off x="0" y="5961270"/>
            <a:ext cx="12191999" cy="461665"/>
          </a:xfrm>
          <a:prstGeom prst="rect">
            <a:avLst/>
          </a:prstGeom>
          <a:noFill/>
        </p:spPr>
        <p:txBody>
          <a:bodyPr wrap="square" rtlCol="0">
            <a:spAutoFit/>
          </a:bodyPr>
          <a:lstStyle/>
          <a:p>
            <a:pPr algn="ctr"/>
            <a:r>
              <a:rPr lang="en-US" sz="2400" baseline="30000" dirty="0">
                <a:solidFill>
                  <a:sysClr val="windowText" lastClr="000000"/>
                </a:solidFill>
              </a:rPr>
              <a:t>Master’s Thesis Defense</a:t>
            </a:r>
            <a:endParaRPr lang="en-US" sz="2400" dirty="0">
              <a:solidFill>
                <a:sysClr val="windowText" lastClr="000000"/>
              </a:solidFill>
            </a:endParaRPr>
          </a:p>
        </p:txBody>
      </p:sp>
      <p:sp>
        <p:nvSpPr>
          <p:cNvPr id="4" name="TextBox 3"/>
          <p:cNvSpPr txBox="1"/>
          <p:nvPr/>
        </p:nvSpPr>
        <p:spPr>
          <a:xfrm>
            <a:off x="0" y="1076517"/>
            <a:ext cx="12192000" cy="338554"/>
          </a:xfrm>
          <a:prstGeom prst="rect">
            <a:avLst/>
          </a:prstGeom>
          <a:noFill/>
        </p:spPr>
        <p:txBody>
          <a:bodyPr wrap="square" rtlCol="0">
            <a:spAutoFit/>
          </a:bodyPr>
          <a:lstStyle/>
          <a:p>
            <a:pPr algn="ctr"/>
            <a:r>
              <a:rPr lang="en-US" sz="1600" dirty="0">
                <a:solidFill>
                  <a:sysClr val="windowText" lastClr="000000"/>
                </a:solidFill>
              </a:rPr>
              <a:t>May 7</a:t>
            </a:r>
            <a:r>
              <a:rPr lang="en-US" sz="1600" baseline="30000" dirty="0">
                <a:solidFill>
                  <a:sysClr val="windowText" lastClr="000000"/>
                </a:solidFill>
              </a:rPr>
              <a:t>th</a:t>
            </a:r>
            <a:r>
              <a:rPr lang="en-US" sz="1600" dirty="0">
                <a:solidFill>
                  <a:sysClr val="windowText" lastClr="000000"/>
                </a:solidFill>
              </a:rPr>
              <a:t>, 2020</a:t>
            </a:r>
          </a:p>
        </p:txBody>
      </p:sp>
      <p:sp>
        <p:nvSpPr>
          <p:cNvPr id="9" name="Google Shape;152;p2">
            <a:extLst>
              <a:ext uri="{FF2B5EF4-FFF2-40B4-BE49-F238E27FC236}">
                <a16:creationId xmlns:a16="http://schemas.microsoft.com/office/drawing/2014/main" id="{90A78A53-675C-4BAA-ABC1-3418E59B3B36}"/>
              </a:ext>
            </a:extLst>
          </p:cNvPr>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Algorithmic Assembly of Nanoscale Structures</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pic>
        <p:nvPicPr>
          <p:cNvPr id="14" name="Picture 13">
            <a:extLst>
              <a:ext uri="{FF2B5EF4-FFF2-40B4-BE49-F238E27FC236}">
                <a16:creationId xmlns:a16="http://schemas.microsoft.com/office/drawing/2014/main" id="{D9676E04-6B19-4484-B8A7-3704810863FE}"/>
              </a:ext>
            </a:extLst>
          </p:cNvPr>
          <p:cNvPicPr>
            <a:picLocks noChangeAspect="1"/>
          </p:cNvPicPr>
          <p:nvPr/>
        </p:nvPicPr>
        <p:blipFill>
          <a:blip r:embed="rId3"/>
          <a:stretch>
            <a:fillRect/>
          </a:stretch>
        </p:blipFill>
        <p:spPr>
          <a:xfrm>
            <a:off x="2251589" y="1639506"/>
            <a:ext cx="2295871" cy="1096799"/>
          </a:xfrm>
          <a:prstGeom prst="rect">
            <a:avLst/>
          </a:prstGeom>
        </p:spPr>
      </p:pic>
      <p:grpSp>
        <p:nvGrpSpPr>
          <p:cNvPr id="15" name="Group 14">
            <a:extLst>
              <a:ext uri="{FF2B5EF4-FFF2-40B4-BE49-F238E27FC236}">
                <a16:creationId xmlns:a16="http://schemas.microsoft.com/office/drawing/2014/main" id="{D2D68937-D050-437D-A88B-A22029177698}"/>
              </a:ext>
            </a:extLst>
          </p:cNvPr>
          <p:cNvGrpSpPr/>
          <p:nvPr/>
        </p:nvGrpSpPr>
        <p:grpSpPr>
          <a:xfrm>
            <a:off x="7308430" y="1555681"/>
            <a:ext cx="2631981" cy="1375957"/>
            <a:chOff x="9144936" y="4747514"/>
            <a:chExt cx="2631981" cy="1375957"/>
          </a:xfrm>
        </p:grpSpPr>
        <p:grpSp>
          <p:nvGrpSpPr>
            <p:cNvPr id="16" name="Group 15">
              <a:extLst>
                <a:ext uri="{FF2B5EF4-FFF2-40B4-BE49-F238E27FC236}">
                  <a16:creationId xmlns:a16="http://schemas.microsoft.com/office/drawing/2014/main" id="{4CEFBF7A-F1D8-4943-8013-7503F0003E32}"/>
                </a:ext>
              </a:extLst>
            </p:cNvPr>
            <p:cNvGrpSpPr/>
            <p:nvPr/>
          </p:nvGrpSpPr>
          <p:grpSpPr>
            <a:xfrm>
              <a:off x="9144936" y="4747514"/>
              <a:ext cx="2631981" cy="1375957"/>
              <a:chOff x="8043901" y="3744165"/>
              <a:chExt cx="3456965" cy="2084033"/>
            </a:xfrm>
          </p:grpSpPr>
          <p:sp>
            <p:nvSpPr>
              <p:cNvPr id="24" name="Rectangle 23">
                <a:extLst>
                  <a:ext uri="{FF2B5EF4-FFF2-40B4-BE49-F238E27FC236}">
                    <a16:creationId xmlns:a16="http://schemas.microsoft.com/office/drawing/2014/main" id="{F3B35DA3-8135-40BE-82AE-7C3D5AA10BD5}"/>
                  </a:ext>
                </a:extLst>
              </p:cNvPr>
              <p:cNvSpPr/>
              <p:nvPr/>
            </p:nvSpPr>
            <p:spPr>
              <a:xfrm>
                <a:off x="9426688"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D44BE92-AC7F-47AF-ABCA-26104A99CEED}"/>
                  </a:ext>
                </a:extLst>
              </p:cNvPr>
              <p:cNvSpPr/>
              <p:nvPr/>
            </p:nvSpPr>
            <p:spPr>
              <a:xfrm>
                <a:off x="10118080"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A520849-02FE-4E39-B72E-90173CB44B2F}"/>
                  </a:ext>
                </a:extLst>
              </p:cNvPr>
              <p:cNvSpPr/>
              <p:nvPr/>
            </p:nvSpPr>
            <p:spPr>
              <a:xfrm>
                <a:off x="8735295" y="443803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F9B8FD57-DFC7-4C3A-B9B8-02391F904C75}"/>
                  </a:ext>
                </a:extLst>
              </p:cNvPr>
              <p:cNvSpPr/>
              <p:nvPr/>
            </p:nvSpPr>
            <p:spPr>
              <a:xfrm>
                <a:off x="8735295"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09F765E-1DD4-45F4-9B59-1ACDE11F5559}"/>
                  </a:ext>
                </a:extLst>
              </p:cNvPr>
              <p:cNvSpPr/>
              <p:nvPr/>
            </p:nvSpPr>
            <p:spPr>
              <a:xfrm>
                <a:off x="10118080" y="444099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802AAB1-10E5-4333-8019-5D3B21813AD3}"/>
                  </a:ext>
                </a:extLst>
              </p:cNvPr>
              <p:cNvSpPr/>
              <p:nvPr/>
            </p:nvSpPr>
            <p:spPr>
              <a:xfrm>
                <a:off x="9426688"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D5EAD33-2D67-4111-AF57-F90CBF32EC04}"/>
                  </a:ext>
                </a:extLst>
              </p:cNvPr>
              <p:cNvSpPr/>
              <p:nvPr/>
            </p:nvSpPr>
            <p:spPr>
              <a:xfrm>
                <a:off x="10118080" y="5129485"/>
                <a:ext cx="691394" cy="696829"/>
              </a:xfrm>
              <a:prstGeom prst="rect">
                <a:avLst/>
              </a:prstGeom>
              <a:pattFill prst="lgGrid">
                <a:fgClr>
                  <a:schemeClr val="tx1">
                    <a:lumMod val="95000"/>
                    <a:lumOff val="5000"/>
                  </a:schemeClr>
                </a:fgClr>
                <a:bgClr>
                  <a:schemeClr val="bg1">
                    <a:lumMod val="65000"/>
                  </a:schemeClr>
                </a:bgClr>
              </a:patt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F4A7166-4A4B-4E5E-82AB-B8ADFD26A516}"/>
                  </a:ext>
                </a:extLst>
              </p:cNvPr>
              <p:cNvSpPr/>
              <p:nvPr/>
            </p:nvSpPr>
            <p:spPr>
              <a:xfrm>
                <a:off x="8043901" y="512948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4953EF8-5C19-4E87-8676-5BE5725018D8}"/>
                  </a:ext>
                </a:extLst>
              </p:cNvPr>
              <p:cNvSpPr/>
              <p:nvPr/>
            </p:nvSpPr>
            <p:spPr>
              <a:xfrm>
                <a:off x="10809472"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9A391A5-57EC-4454-9B7F-F9A7CFBC2651}"/>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208440E2-213A-4934-B39A-300918DD35B4}"/>
                </a:ext>
              </a:extLst>
            </p:cNvPr>
            <p:cNvGrpSpPr/>
            <p:nvPr/>
          </p:nvGrpSpPr>
          <p:grpSpPr>
            <a:xfrm>
              <a:off x="9671333" y="4748136"/>
              <a:ext cx="526395" cy="456876"/>
              <a:chOff x="3625849" y="1377950"/>
              <a:chExt cx="5029202" cy="5029200"/>
            </a:xfrm>
          </p:grpSpPr>
          <p:sp>
            <p:nvSpPr>
              <p:cNvPr id="18" name="Rectangle 17">
                <a:extLst>
                  <a:ext uri="{FF2B5EF4-FFF2-40B4-BE49-F238E27FC236}">
                    <a16:creationId xmlns:a16="http://schemas.microsoft.com/office/drawing/2014/main" id="{ECA8F98A-0653-4C94-BECA-79DBA25202F5}"/>
                  </a:ext>
                </a:extLst>
              </p:cNvPr>
              <p:cNvSpPr/>
              <p:nvPr/>
            </p:nvSpPr>
            <p:spPr>
              <a:xfrm>
                <a:off x="3625850" y="1377950"/>
                <a:ext cx="5029200" cy="50292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Graphic 18">
                <a:extLst>
                  <a:ext uri="{FF2B5EF4-FFF2-40B4-BE49-F238E27FC236}">
                    <a16:creationId xmlns:a16="http://schemas.microsoft.com/office/drawing/2014/main" id="{995582AF-A9A8-4A34-825B-2288DE2CD199}"/>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20" name="Straight Connector 19">
                <a:extLst>
                  <a:ext uri="{FF2B5EF4-FFF2-40B4-BE49-F238E27FC236}">
                    <a16:creationId xmlns:a16="http://schemas.microsoft.com/office/drawing/2014/main" id="{DA206C4A-88AA-4F34-BDD9-2EEC4CE1EE64}"/>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8D1D49F-31B0-47F1-922B-D225C59FC2DC}"/>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6F75754-B09B-4AF5-BE23-059F8DBF5C2A}"/>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2E6887FF-E5A2-425F-907F-5D52295A835F}"/>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pic>
        <p:nvPicPr>
          <p:cNvPr id="34" name="Picture 33">
            <a:extLst>
              <a:ext uri="{FF2B5EF4-FFF2-40B4-BE49-F238E27FC236}">
                <a16:creationId xmlns:a16="http://schemas.microsoft.com/office/drawing/2014/main" id="{9D2DC4C6-8D39-48B0-B86A-70FF9F0455EF}"/>
              </a:ext>
            </a:extLst>
          </p:cNvPr>
          <p:cNvPicPr>
            <a:picLocks noChangeAspect="1"/>
          </p:cNvPicPr>
          <p:nvPr/>
        </p:nvPicPr>
        <p:blipFill>
          <a:blip r:embed="rId6"/>
          <a:stretch>
            <a:fillRect/>
          </a:stretch>
        </p:blipFill>
        <p:spPr>
          <a:xfrm>
            <a:off x="7565638" y="4191680"/>
            <a:ext cx="1848376" cy="1389417"/>
          </a:xfrm>
          <a:prstGeom prst="rect">
            <a:avLst/>
          </a:prstGeom>
        </p:spPr>
      </p:pic>
      <p:pic>
        <p:nvPicPr>
          <p:cNvPr id="35" name="Graphic 34">
            <a:extLst>
              <a:ext uri="{FF2B5EF4-FFF2-40B4-BE49-F238E27FC236}">
                <a16:creationId xmlns:a16="http://schemas.microsoft.com/office/drawing/2014/main" id="{174BC3AE-2B4A-4E18-8A9B-05A237232B8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76853" y="2934174"/>
            <a:ext cx="3960414" cy="1103829"/>
          </a:xfrm>
          <a:prstGeom prst="rect">
            <a:avLst/>
          </a:prstGeom>
        </p:spPr>
      </p:pic>
      <p:pic>
        <p:nvPicPr>
          <p:cNvPr id="36" name="Picture 35">
            <a:extLst>
              <a:ext uri="{FF2B5EF4-FFF2-40B4-BE49-F238E27FC236}">
                <a16:creationId xmlns:a16="http://schemas.microsoft.com/office/drawing/2014/main" id="{2027BC38-3318-4517-B2D8-CB1BD929FAD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70249" y="3538069"/>
            <a:ext cx="2214881" cy="2214881"/>
          </a:xfrm>
          <a:prstGeom prst="rect">
            <a:avLst/>
          </a:prstGeom>
        </p:spPr>
      </p:pic>
      <p:sp>
        <p:nvSpPr>
          <p:cNvPr id="37" name="TextBox 36">
            <a:extLst>
              <a:ext uri="{FF2B5EF4-FFF2-40B4-BE49-F238E27FC236}">
                <a16:creationId xmlns:a16="http://schemas.microsoft.com/office/drawing/2014/main" id="{395DF4C1-EE8C-47FA-A188-6FB178B45D27}"/>
              </a:ext>
            </a:extLst>
          </p:cNvPr>
          <p:cNvSpPr txBox="1"/>
          <p:nvPr/>
        </p:nvSpPr>
        <p:spPr>
          <a:xfrm>
            <a:off x="0" y="6314727"/>
            <a:ext cx="12192000" cy="338554"/>
          </a:xfrm>
          <a:prstGeom prst="rect">
            <a:avLst/>
          </a:prstGeom>
          <a:noFill/>
        </p:spPr>
        <p:txBody>
          <a:bodyPr wrap="square" rtlCol="0">
            <a:spAutoFit/>
          </a:bodyPr>
          <a:lstStyle/>
          <a:p>
            <a:pPr algn="ctr"/>
            <a:r>
              <a:rPr lang="en-US" sz="1600" dirty="0">
                <a:solidFill>
                  <a:sysClr val="windowText" lastClr="000000"/>
                </a:solidFill>
              </a:rPr>
              <a:t>Advisor: Dr. </a:t>
            </a:r>
            <a:r>
              <a:rPr lang="en-US" sz="1600" dirty="0" err="1">
                <a:solidFill>
                  <a:sysClr val="windowText" lastClr="000000"/>
                </a:solidFill>
              </a:rPr>
              <a:t>Schweller</a:t>
            </a:r>
            <a:endParaRPr lang="en-US" sz="1600" dirty="0">
              <a:solidFill>
                <a:sysClr val="windowText" lastClr="000000"/>
              </a:solidFill>
            </a:endParaRPr>
          </a:p>
        </p:txBody>
      </p:sp>
    </p:spTree>
    <p:extLst>
      <p:ext uri="{BB962C8B-B14F-4D97-AF65-F5344CB8AC3E}">
        <p14:creationId xmlns:p14="http://schemas.microsoft.com/office/powerpoint/2010/main" val="4061591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Motivation (Nanofabrication</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7" name="TextBox 6">
            <a:extLst>
              <a:ext uri="{FF2B5EF4-FFF2-40B4-BE49-F238E27FC236}">
                <a16:creationId xmlns:a16="http://schemas.microsoft.com/office/drawing/2014/main" id="{C7FF1B21-4795-4A9C-A342-85E9CF6C1AA0}"/>
              </a:ext>
            </a:extLst>
          </p:cNvPr>
          <p:cNvSpPr txBox="1"/>
          <p:nvPr/>
        </p:nvSpPr>
        <p:spPr>
          <a:xfrm>
            <a:off x="5189041" y="2951812"/>
            <a:ext cx="6044475" cy="646331"/>
          </a:xfrm>
          <a:prstGeom prst="rect">
            <a:avLst/>
          </a:prstGeom>
          <a:noFill/>
        </p:spPr>
        <p:txBody>
          <a:bodyPr wrap="none" rtlCol="0">
            <a:spAutoFit/>
          </a:bodyPr>
          <a:lstStyle/>
          <a:p>
            <a:r>
              <a:rPr lang="en-US" dirty="0"/>
              <a:t> + Well developed techniques from micro-fabrication</a:t>
            </a:r>
          </a:p>
          <a:p>
            <a:r>
              <a:rPr lang="en-US" dirty="0"/>
              <a:t> -  Limitations when it comes to tool precision at the nanoscale</a:t>
            </a:r>
          </a:p>
        </p:txBody>
      </p:sp>
      <p:sp>
        <p:nvSpPr>
          <p:cNvPr id="8" name="Google Shape;151;p2">
            <a:extLst>
              <a:ext uri="{FF2B5EF4-FFF2-40B4-BE49-F238E27FC236}">
                <a16:creationId xmlns:a16="http://schemas.microsoft.com/office/drawing/2014/main" id="{29AB5F30-9B02-4E97-8D76-41DEB0BF8966}"/>
              </a:ext>
            </a:extLst>
          </p:cNvPr>
          <p:cNvSpPr txBox="1"/>
          <p:nvPr/>
        </p:nvSpPr>
        <p:spPr>
          <a:xfrm>
            <a:off x="1119175" y="2951812"/>
            <a:ext cx="402336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800"/>
              <a:buFont typeface="Arial"/>
              <a:buNone/>
            </a:pPr>
            <a:r>
              <a:rPr lang="en-US" sz="2800" b="0" i="0" u="none" strike="noStrike" cap="none" dirty="0">
                <a:latin typeface="Calibri" panose="020F0502020204030204" pitchFamily="34" charset="0"/>
                <a:ea typeface="Quicksand"/>
                <a:cs typeface="Calibri" panose="020F0502020204030204" pitchFamily="34" charset="0"/>
                <a:sym typeface="Quicksand"/>
              </a:rPr>
              <a:t>Top-Down Approach:</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sp>
        <p:nvSpPr>
          <p:cNvPr id="9" name="Google Shape;151;p2">
            <a:extLst>
              <a:ext uri="{FF2B5EF4-FFF2-40B4-BE49-F238E27FC236}">
                <a16:creationId xmlns:a16="http://schemas.microsoft.com/office/drawing/2014/main" id="{B7B0CBA7-E51C-4A98-8D57-07FF1069FF72}"/>
              </a:ext>
            </a:extLst>
          </p:cNvPr>
          <p:cNvSpPr txBox="1"/>
          <p:nvPr/>
        </p:nvSpPr>
        <p:spPr>
          <a:xfrm>
            <a:off x="1119175" y="4883358"/>
            <a:ext cx="402336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800"/>
              <a:buFont typeface="Arial"/>
              <a:buNone/>
            </a:pPr>
            <a:r>
              <a:rPr lang="en-US" sz="2800" b="0" i="0" u="none" strike="noStrike" cap="none" dirty="0">
                <a:latin typeface="Calibri" panose="020F0502020204030204" pitchFamily="34" charset="0"/>
                <a:ea typeface="Quicksand"/>
                <a:cs typeface="Calibri" panose="020F0502020204030204" pitchFamily="34" charset="0"/>
                <a:sym typeface="Quicksand"/>
              </a:rPr>
              <a:t>Bottom-Up Approach:</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sp>
        <p:nvSpPr>
          <p:cNvPr id="10" name="Google Shape;151;p2">
            <a:extLst>
              <a:ext uri="{FF2B5EF4-FFF2-40B4-BE49-F238E27FC236}">
                <a16:creationId xmlns:a16="http://schemas.microsoft.com/office/drawing/2014/main" id="{9212C812-19E5-484A-BB03-B8D9C67A70ED}"/>
              </a:ext>
            </a:extLst>
          </p:cNvPr>
          <p:cNvSpPr txBox="1"/>
          <p:nvPr/>
        </p:nvSpPr>
        <p:spPr>
          <a:xfrm>
            <a:off x="5264454" y="1936756"/>
            <a:ext cx="4986985"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800"/>
              <a:buFont typeface="Arial"/>
              <a:buNone/>
            </a:pPr>
            <a:r>
              <a:rPr lang="en-US" sz="2800" b="0" i="0" u="sng" strike="noStrike" cap="none" dirty="0">
                <a:solidFill>
                  <a:srgbClr val="000000"/>
                </a:solidFill>
                <a:latin typeface="Calibri" panose="020F0502020204030204" pitchFamily="34" charset="0"/>
                <a:ea typeface="Quicksand"/>
                <a:cs typeface="Calibri" panose="020F0502020204030204" pitchFamily="34" charset="0"/>
                <a:sym typeface="Quicksand"/>
              </a:rPr>
              <a:t>Advantages and Disadvantages</a:t>
            </a:r>
            <a:r>
              <a:rPr lang="en-US" sz="2800" b="0" i="0" strike="noStrike" cap="none" baseline="30000" dirty="0">
                <a:solidFill>
                  <a:srgbClr val="000000"/>
                </a:solidFill>
                <a:latin typeface="Calibri" panose="020F0502020204030204" pitchFamily="34" charset="0"/>
                <a:ea typeface="Quicksand"/>
                <a:cs typeface="Calibri" panose="020F0502020204030204" pitchFamily="34" charset="0"/>
                <a:sym typeface="Quicksand"/>
              </a:rPr>
              <a:t>1</a:t>
            </a:r>
            <a:endParaRPr sz="1400" b="0" i="0" strike="noStrike" cap="none" baseline="30000" dirty="0">
              <a:solidFill>
                <a:srgbClr val="000000"/>
              </a:solidFill>
              <a:latin typeface="Calibri" panose="020F0502020204030204" pitchFamily="34" charset="0"/>
              <a:ea typeface="Quicksand"/>
              <a:cs typeface="Calibri" panose="020F0502020204030204" pitchFamily="34" charset="0"/>
              <a:sym typeface="Quicksand"/>
            </a:endParaRPr>
          </a:p>
        </p:txBody>
      </p:sp>
      <p:sp>
        <p:nvSpPr>
          <p:cNvPr id="11" name="TextBox 10">
            <a:extLst>
              <a:ext uri="{FF2B5EF4-FFF2-40B4-BE49-F238E27FC236}">
                <a16:creationId xmlns:a16="http://schemas.microsoft.com/office/drawing/2014/main" id="{6FBD3A5B-A0FA-4EDF-B1A9-04ED6C9FD659}"/>
              </a:ext>
            </a:extLst>
          </p:cNvPr>
          <p:cNvSpPr txBox="1"/>
          <p:nvPr/>
        </p:nvSpPr>
        <p:spPr>
          <a:xfrm>
            <a:off x="5264454" y="4683283"/>
            <a:ext cx="4637744" cy="923330"/>
          </a:xfrm>
          <a:prstGeom prst="rect">
            <a:avLst/>
          </a:prstGeom>
          <a:noFill/>
        </p:spPr>
        <p:txBody>
          <a:bodyPr wrap="none" rtlCol="0">
            <a:spAutoFit/>
          </a:bodyPr>
          <a:lstStyle/>
          <a:p>
            <a:r>
              <a:rPr lang="en-US" dirty="0"/>
              <a:t> + Generally fewer defects at the nanoscale</a:t>
            </a:r>
          </a:p>
          <a:p>
            <a:r>
              <a:rPr lang="en-US" dirty="0"/>
              <a:t> -  More difficult algorithmic task of assembling </a:t>
            </a:r>
            <a:br>
              <a:rPr lang="en-US" dirty="0"/>
            </a:br>
            <a:r>
              <a:rPr lang="en-US" dirty="0"/>
              <a:t>          smaller pieces into larger structure</a:t>
            </a:r>
          </a:p>
        </p:txBody>
      </p:sp>
      <p:sp>
        <p:nvSpPr>
          <p:cNvPr id="12" name="TextBox 11">
            <a:extLst>
              <a:ext uri="{FF2B5EF4-FFF2-40B4-BE49-F238E27FC236}">
                <a16:creationId xmlns:a16="http://schemas.microsoft.com/office/drawing/2014/main" id="{50A09E93-D9DA-4A2E-A3C6-DB327F664065}"/>
              </a:ext>
            </a:extLst>
          </p:cNvPr>
          <p:cNvSpPr txBox="1"/>
          <p:nvPr/>
        </p:nvSpPr>
        <p:spPr>
          <a:xfrm>
            <a:off x="9372959" y="6396335"/>
            <a:ext cx="2819041" cy="461665"/>
          </a:xfrm>
          <a:prstGeom prst="rect">
            <a:avLst/>
          </a:prstGeom>
          <a:noFill/>
        </p:spPr>
        <p:txBody>
          <a:bodyPr wrap="none" rtlCol="0">
            <a:spAutoFit/>
          </a:bodyPr>
          <a:lstStyle/>
          <a:p>
            <a:r>
              <a:rPr lang="en-US" sz="1200" baseline="30000" dirty="0"/>
              <a:t>1</a:t>
            </a:r>
            <a:r>
              <a:rPr lang="en-US" sz="1200" dirty="0"/>
              <a:t>https://www.researchgate.net/ </a:t>
            </a:r>
            <a:br>
              <a:rPr lang="en-US" sz="1200" dirty="0"/>
            </a:br>
            <a:r>
              <a:rPr lang="en-US" sz="1200" dirty="0"/>
              <a:t>Discussion on nanofabrication techniques.</a:t>
            </a:r>
          </a:p>
        </p:txBody>
      </p:sp>
    </p:spTree>
    <p:extLst>
      <p:ext uri="{BB962C8B-B14F-4D97-AF65-F5344CB8AC3E}">
        <p14:creationId xmlns:p14="http://schemas.microsoft.com/office/powerpoint/2010/main" val="1890507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Outline</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constant scale</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constant tile types</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Guided 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a:t>
            </a:r>
            <a:r>
              <a:rPr lang="en-US" sz="2800" dirty="0">
                <a:solidFill>
                  <a:schemeClr val="dk1"/>
                </a:solidFill>
                <a:latin typeface="Calibri" panose="020F0502020204030204" pitchFamily="34" charset="0"/>
                <a:ea typeface="Quicksand"/>
                <a:cs typeface="Calibri" panose="020F0502020204030204" pitchFamily="34" charset="0"/>
                <a:sym typeface="Quicksand"/>
              </a:rPr>
              <a:t>universal constructors</a:t>
            </a:r>
            <a:endPar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spTree>
    <p:extLst>
      <p:ext uri="{BB962C8B-B14F-4D97-AF65-F5344CB8AC3E}">
        <p14:creationId xmlns:p14="http://schemas.microsoft.com/office/powerpoint/2010/main" val="4233549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Outline</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rgbClr val="FA9930"/>
                </a:solidFill>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constant scale</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constant tile types</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Guided 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a:t>
            </a:r>
            <a:r>
              <a:rPr lang="en-US" sz="2800" dirty="0">
                <a:solidFill>
                  <a:schemeClr val="dk1"/>
                </a:solidFill>
                <a:latin typeface="Calibri" panose="020F0502020204030204" pitchFamily="34" charset="0"/>
                <a:ea typeface="Quicksand"/>
                <a:cs typeface="Calibri" panose="020F0502020204030204" pitchFamily="34" charset="0"/>
                <a:sym typeface="Quicksand"/>
              </a:rPr>
              <a:t>universal constructors</a:t>
            </a:r>
            <a:endPar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spTree>
    <p:extLst>
      <p:ext uri="{BB962C8B-B14F-4D97-AF65-F5344CB8AC3E}">
        <p14:creationId xmlns:p14="http://schemas.microsoft.com/office/powerpoint/2010/main" val="1185150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50"/>
        <p:cNvGrpSpPr/>
        <p:nvPr/>
      </p:nvGrpSpPr>
      <p:grpSpPr>
        <a:xfrm>
          <a:off x="0" y="0"/>
          <a:ext cx="0" cy="0"/>
          <a:chOff x="0" y="0"/>
          <a:chExt cx="0" cy="0"/>
        </a:xfrm>
      </p:grpSpPr>
      <p:sp>
        <p:nvSpPr>
          <p:cNvPr id="151" name="Google Shape;151;p2"/>
          <p:cNvSpPr txBox="1"/>
          <p:nvPr/>
        </p:nvSpPr>
        <p:spPr>
          <a:xfrm>
            <a:off x="6096000" y="2672471"/>
            <a:ext cx="5124450"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FA9930"/>
                </a:solidFill>
                <a:latin typeface="Calibri" panose="020F0502020204030204" pitchFamily="34" charset="0"/>
                <a:ea typeface="Quicksand"/>
                <a:cs typeface="Calibri" panose="020F0502020204030204" pitchFamily="34" charset="0"/>
                <a:sym typeface="Quicksand"/>
              </a:rPr>
              <a:t>System monomers</a:t>
            </a:r>
            <a:r>
              <a:rPr lang="en-US" sz="2800" b="0" i="0" u="none" strike="noStrike" cap="none" dirty="0">
                <a:solidFill>
                  <a:schemeClr val="lt1"/>
                </a:solidFill>
                <a:latin typeface="Calibri" panose="020F0502020204030204" pitchFamily="34" charset="0"/>
                <a:ea typeface="Quicksand"/>
                <a:cs typeface="Calibri" panose="020F0502020204030204" pitchFamily="34" charset="0"/>
                <a:sym typeface="Quicksand"/>
              </a:rPr>
              <a:t> </a:t>
            </a: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autonomously come together to form complex structures.</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sp>
        <p:nvSpPr>
          <p:cNvPr id="152" name="Google Shape;152;p2"/>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pic>
        <p:nvPicPr>
          <p:cNvPr id="153" name="Google Shape;153;p2"/>
          <p:cNvPicPr preferRelativeResize="0"/>
          <p:nvPr/>
        </p:nvPicPr>
        <p:blipFill rotWithShape="1">
          <a:blip r:embed="rId3">
            <a:alphaModFix/>
          </a:blip>
          <a:srcRect/>
          <a:stretch/>
        </p:blipFill>
        <p:spPr>
          <a:xfrm>
            <a:off x="98069" y="1392963"/>
            <a:ext cx="5900385" cy="45461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58"/>
        <p:cNvGrpSpPr/>
        <p:nvPr/>
      </p:nvGrpSpPr>
      <p:grpSpPr>
        <a:xfrm>
          <a:off x="0" y="0"/>
          <a:ext cx="0" cy="0"/>
          <a:chOff x="0" y="0"/>
          <a:chExt cx="0" cy="0"/>
        </a:xfrm>
      </p:grpSpPr>
      <p:sp>
        <p:nvSpPr>
          <p:cNvPr id="159" name="Google Shape;159;p3"/>
          <p:cNvSpPr txBox="1"/>
          <p:nvPr/>
        </p:nvSpPr>
        <p:spPr>
          <a:xfrm>
            <a:off x="6096000" y="2672471"/>
            <a:ext cx="5124450"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System monomers </a:t>
            </a:r>
            <a:r>
              <a:rPr lang="en-US" sz="2800" b="0" i="0" u="none" strike="noStrike" cap="none" dirty="0">
                <a:solidFill>
                  <a:srgbClr val="FA9930"/>
                </a:solidFill>
                <a:latin typeface="Calibri" panose="020F0502020204030204" pitchFamily="34" charset="0"/>
                <a:ea typeface="Quicksand"/>
                <a:cs typeface="Calibri" panose="020F0502020204030204" pitchFamily="34" charset="0"/>
                <a:sym typeface="Quicksand"/>
              </a:rPr>
              <a:t>autonomously come together</a:t>
            </a:r>
            <a:r>
              <a:rPr lang="en-US" sz="2800" b="0" i="0" u="none" strike="noStrike" cap="none" dirty="0">
                <a:solidFill>
                  <a:schemeClr val="lt1"/>
                </a:solidFill>
                <a:latin typeface="Calibri" panose="020F0502020204030204" pitchFamily="34" charset="0"/>
                <a:ea typeface="Quicksand"/>
                <a:cs typeface="Calibri" panose="020F0502020204030204" pitchFamily="34" charset="0"/>
                <a:sym typeface="Quicksand"/>
              </a:rPr>
              <a:t> </a:t>
            </a: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to form complex structures.</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sp>
        <p:nvSpPr>
          <p:cNvPr id="160" name="Google Shape;160;p3"/>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161" name="Google Shape;161;p3"/>
          <p:cNvPicPr preferRelativeResize="0"/>
          <p:nvPr/>
        </p:nvPicPr>
        <p:blipFill rotWithShape="1">
          <a:blip r:embed="rId3">
            <a:alphaModFix/>
          </a:blip>
          <a:srcRect/>
          <a:stretch/>
        </p:blipFill>
        <p:spPr>
          <a:xfrm>
            <a:off x="598687" y="1255647"/>
            <a:ext cx="5012451" cy="45858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66"/>
        <p:cNvGrpSpPr/>
        <p:nvPr/>
      </p:nvGrpSpPr>
      <p:grpSpPr>
        <a:xfrm>
          <a:off x="0" y="0"/>
          <a:ext cx="0" cy="0"/>
          <a:chOff x="0" y="0"/>
          <a:chExt cx="0" cy="0"/>
        </a:xfrm>
      </p:grpSpPr>
      <p:sp>
        <p:nvSpPr>
          <p:cNvPr id="167" name="Google Shape;167;p4"/>
          <p:cNvSpPr txBox="1"/>
          <p:nvPr/>
        </p:nvSpPr>
        <p:spPr>
          <a:xfrm>
            <a:off x="6096000" y="2672471"/>
            <a:ext cx="5124450"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libri" panose="020F0502020204030204" pitchFamily="34" charset="0"/>
                <a:ea typeface="Quicksand"/>
                <a:cs typeface="Calibri" panose="020F0502020204030204" pitchFamily="34" charset="0"/>
                <a:sym typeface="Quicksand"/>
              </a:rPr>
              <a:t>System monomers autonomously come together </a:t>
            </a:r>
            <a:r>
              <a:rPr lang="en-US" sz="2800" b="0" i="0" u="none" strike="noStrike" cap="none">
                <a:solidFill>
                  <a:srgbClr val="FA9930"/>
                </a:solidFill>
                <a:latin typeface="Calibri" panose="020F0502020204030204" pitchFamily="34" charset="0"/>
                <a:ea typeface="Quicksand"/>
                <a:cs typeface="Calibri" panose="020F0502020204030204" pitchFamily="34" charset="0"/>
                <a:sym typeface="Quicksand"/>
              </a:rPr>
              <a:t>to form complex structures</a:t>
            </a:r>
            <a:r>
              <a:rPr lang="en-US" sz="2800" b="0" i="0" u="none" strike="noStrike" cap="none">
                <a:solidFill>
                  <a:schemeClr val="lt1"/>
                </a:solidFill>
                <a:latin typeface="Calibri" panose="020F0502020204030204" pitchFamily="34" charset="0"/>
                <a:ea typeface="Quicksand"/>
                <a:cs typeface="Calibri" panose="020F0502020204030204" pitchFamily="34" charset="0"/>
                <a:sym typeface="Quicksand"/>
              </a:rPr>
              <a:t>.</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
        <p:nvSpPr>
          <p:cNvPr id="168" name="Google Shape;168;p4"/>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169" name="Google Shape;169;p4"/>
          <p:cNvPicPr preferRelativeResize="0"/>
          <p:nvPr/>
        </p:nvPicPr>
        <p:blipFill rotWithShape="1">
          <a:blip r:embed="rId3">
            <a:alphaModFix/>
          </a:blip>
          <a:srcRect/>
          <a:stretch/>
        </p:blipFill>
        <p:spPr>
          <a:xfrm>
            <a:off x="1161494" y="1714869"/>
            <a:ext cx="3428261" cy="342826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74"/>
        <p:cNvGrpSpPr/>
        <p:nvPr/>
      </p:nvGrpSpPr>
      <p:grpSpPr>
        <a:xfrm>
          <a:off x="0" y="0"/>
          <a:ext cx="0" cy="0"/>
          <a:chOff x="0" y="0"/>
          <a:chExt cx="0" cy="0"/>
        </a:xfrm>
      </p:grpSpPr>
      <p:sp>
        <p:nvSpPr>
          <p:cNvPr id="175" name="Google Shape;175;p5"/>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grpSp>
        <p:nvGrpSpPr>
          <p:cNvPr id="176" name="Google Shape;176;p5"/>
          <p:cNvGrpSpPr/>
          <p:nvPr/>
        </p:nvGrpSpPr>
        <p:grpSpPr>
          <a:xfrm>
            <a:off x="2738959" y="1971025"/>
            <a:ext cx="6714081" cy="2915938"/>
            <a:chOff x="2997167" y="1914702"/>
            <a:chExt cx="6714081" cy="2915938"/>
          </a:xfrm>
        </p:grpSpPr>
        <p:pic>
          <p:nvPicPr>
            <p:cNvPr id="177" name="Google Shape;177;p5"/>
            <p:cNvPicPr preferRelativeResize="0"/>
            <p:nvPr/>
          </p:nvPicPr>
          <p:blipFill rotWithShape="1">
            <a:blip r:embed="rId3">
              <a:alphaModFix/>
            </a:blip>
            <a:srcRect t="1021" b="1021"/>
            <a:stretch/>
          </p:blipFill>
          <p:spPr>
            <a:xfrm>
              <a:off x="2997167" y="2342355"/>
              <a:ext cx="2543733" cy="2488285"/>
            </a:xfrm>
            <a:prstGeom prst="rect">
              <a:avLst/>
            </a:prstGeom>
            <a:noFill/>
            <a:ln>
              <a:noFill/>
            </a:ln>
          </p:spPr>
        </p:pic>
        <p:pic>
          <p:nvPicPr>
            <p:cNvPr id="178" name="Google Shape;178;p5"/>
            <p:cNvPicPr preferRelativeResize="0"/>
            <p:nvPr/>
          </p:nvPicPr>
          <p:blipFill rotWithShape="1">
            <a:blip r:embed="rId4">
              <a:alphaModFix/>
            </a:blip>
            <a:srcRect l="27001" r="8374"/>
            <a:stretch/>
          </p:blipFill>
          <p:spPr>
            <a:xfrm>
              <a:off x="6839861" y="2342355"/>
              <a:ext cx="2871387" cy="2488285"/>
            </a:xfrm>
            <a:prstGeom prst="rect">
              <a:avLst/>
            </a:prstGeom>
            <a:noFill/>
            <a:ln>
              <a:noFill/>
            </a:ln>
          </p:spPr>
        </p:pic>
        <p:sp>
          <p:nvSpPr>
            <p:cNvPr id="179" name="Google Shape;179;p5"/>
            <p:cNvSpPr txBox="1"/>
            <p:nvPr/>
          </p:nvSpPr>
          <p:spPr>
            <a:xfrm>
              <a:off x="3695809" y="1914702"/>
              <a:ext cx="127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Quicksand"/>
                  <a:cs typeface="Calibri" panose="020F0502020204030204" pitchFamily="34" charset="0"/>
                  <a:sym typeface="Quicksand"/>
                </a:rPr>
                <a:t>Chemistry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
          <p:nvSpPr>
            <p:cNvPr id="180" name="Google Shape;180;p5"/>
            <p:cNvSpPr txBox="1"/>
            <p:nvPr/>
          </p:nvSpPr>
          <p:spPr>
            <a:xfrm>
              <a:off x="7811333" y="1920877"/>
              <a:ext cx="1024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Quicksand"/>
                  <a:cs typeface="Calibri" panose="020F0502020204030204" pitchFamily="34" charset="0"/>
                  <a:sym typeface="Quicksand"/>
                </a:rPr>
                <a:t>Biology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85"/>
        <p:cNvGrpSpPr/>
        <p:nvPr/>
      </p:nvGrpSpPr>
      <p:grpSpPr>
        <a:xfrm>
          <a:off x="0" y="0"/>
          <a:ext cx="0" cy="0"/>
          <a:chOff x="0" y="0"/>
          <a:chExt cx="0" cy="0"/>
        </a:xfrm>
      </p:grpSpPr>
      <p:sp>
        <p:nvSpPr>
          <p:cNvPr id="186" name="Google Shape;186;p6"/>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grpSp>
        <p:nvGrpSpPr>
          <p:cNvPr id="187" name="Google Shape;187;p6"/>
          <p:cNvGrpSpPr/>
          <p:nvPr/>
        </p:nvGrpSpPr>
        <p:grpSpPr>
          <a:xfrm>
            <a:off x="2738959" y="1971025"/>
            <a:ext cx="6714081" cy="2915938"/>
            <a:chOff x="2997167" y="1914702"/>
            <a:chExt cx="6714081" cy="2915938"/>
          </a:xfrm>
        </p:grpSpPr>
        <p:pic>
          <p:nvPicPr>
            <p:cNvPr id="188" name="Google Shape;188;p6"/>
            <p:cNvPicPr preferRelativeResize="0"/>
            <p:nvPr/>
          </p:nvPicPr>
          <p:blipFill rotWithShape="1">
            <a:blip r:embed="rId3">
              <a:alphaModFix/>
            </a:blip>
            <a:srcRect t="1021" b="1021"/>
            <a:stretch/>
          </p:blipFill>
          <p:spPr>
            <a:xfrm>
              <a:off x="2997167" y="2342355"/>
              <a:ext cx="2543733" cy="2488285"/>
            </a:xfrm>
            <a:prstGeom prst="rect">
              <a:avLst/>
            </a:prstGeom>
            <a:noFill/>
            <a:ln>
              <a:noFill/>
            </a:ln>
          </p:spPr>
        </p:pic>
        <p:pic>
          <p:nvPicPr>
            <p:cNvPr id="189" name="Google Shape;189;p6"/>
            <p:cNvPicPr preferRelativeResize="0"/>
            <p:nvPr/>
          </p:nvPicPr>
          <p:blipFill rotWithShape="1">
            <a:blip r:embed="rId4">
              <a:alphaModFix/>
            </a:blip>
            <a:srcRect l="27001" r="8374"/>
            <a:stretch/>
          </p:blipFill>
          <p:spPr>
            <a:xfrm>
              <a:off x="6839861" y="2342355"/>
              <a:ext cx="2871387" cy="2488285"/>
            </a:xfrm>
            <a:prstGeom prst="rect">
              <a:avLst/>
            </a:prstGeom>
            <a:noFill/>
            <a:ln>
              <a:noFill/>
            </a:ln>
          </p:spPr>
        </p:pic>
        <p:sp>
          <p:nvSpPr>
            <p:cNvPr id="190" name="Google Shape;190;p6"/>
            <p:cNvSpPr txBox="1"/>
            <p:nvPr/>
          </p:nvSpPr>
          <p:spPr>
            <a:xfrm>
              <a:off x="3695809" y="1914702"/>
              <a:ext cx="127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Quicksand"/>
                  <a:cs typeface="Calibri" panose="020F0502020204030204" pitchFamily="34" charset="0"/>
                  <a:sym typeface="Quicksand"/>
                </a:rPr>
                <a:t>Chemistry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
          <p:nvSpPr>
            <p:cNvPr id="191" name="Google Shape;191;p6"/>
            <p:cNvSpPr txBox="1"/>
            <p:nvPr/>
          </p:nvSpPr>
          <p:spPr>
            <a:xfrm>
              <a:off x="7811333" y="1920877"/>
              <a:ext cx="976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Quicksand"/>
                  <a:cs typeface="Calibri" panose="020F0502020204030204" pitchFamily="34" charset="0"/>
                  <a:sym typeface="Quicksand"/>
                </a:rPr>
                <a:t>Biology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grpSp>
      <p:sp>
        <p:nvSpPr>
          <p:cNvPr id="192" name="Google Shape;192;p6"/>
          <p:cNvSpPr/>
          <p:nvPr/>
        </p:nvSpPr>
        <p:spPr>
          <a:xfrm>
            <a:off x="5662275" y="2008850"/>
            <a:ext cx="3790800" cy="2916000"/>
          </a:xfrm>
          <a:prstGeom prst="rect">
            <a:avLst/>
          </a:prstGeom>
          <a:solidFill>
            <a:schemeClr val="bg1">
              <a:lumMod val="85000"/>
              <a:alpha val="5725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panose="020F0502020204030204" pitchFamily="34" charset="0"/>
              <a:ea typeface="Times New Roman"/>
              <a:cs typeface="Calibri" panose="020F0502020204030204" pitchFamily="34" charset="0"/>
              <a:sym typeface="Times New Roman"/>
            </a:endParaRPr>
          </a:p>
        </p:txBody>
      </p:sp>
      <p:pic>
        <p:nvPicPr>
          <p:cNvPr id="193" name="Google Shape;193;p6" descr="DNA Double Helix.png"/>
          <p:cNvPicPr preferRelativeResize="0"/>
          <p:nvPr/>
        </p:nvPicPr>
        <p:blipFill rotWithShape="1">
          <a:blip r:embed="rId5">
            <a:alphaModFix/>
          </a:blip>
          <a:srcRect/>
          <a:stretch/>
        </p:blipFill>
        <p:spPr>
          <a:xfrm>
            <a:off x="6581653" y="2398678"/>
            <a:ext cx="2952962" cy="248828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97"/>
        <p:cNvGrpSpPr/>
        <p:nvPr/>
      </p:nvGrpSpPr>
      <p:grpSpPr>
        <a:xfrm>
          <a:off x="0" y="0"/>
          <a:ext cx="0" cy="0"/>
          <a:chOff x="0" y="0"/>
          <a:chExt cx="0" cy="0"/>
        </a:xfrm>
      </p:grpSpPr>
      <p:sp>
        <p:nvSpPr>
          <p:cNvPr id="198" name="Google Shape;198;g5bb3e39ef4_1_271"/>
          <p:cNvSpPr txBox="1"/>
          <p:nvPr/>
        </p:nvSpPr>
        <p:spPr>
          <a:xfrm>
            <a:off x="0" y="373996"/>
            <a:ext cx="12192000" cy="646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Tile 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199" name="Google Shape;199;g5bb3e39ef4_1_271"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4018012" y="1782976"/>
            <a:ext cx="4104838" cy="41048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203"/>
        <p:cNvGrpSpPr/>
        <p:nvPr/>
      </p:nvGrpSpPr>
      <p:grpSpPr>
        <a:xfrm>
          <a:off x="0" y="0"/>
          <a:ext cx="0" cy="0"/>
          <a:chOff x="0" y="0"/>
          <a:chExt cx="0" cy="0"/>
        </a:xfrm>
      </p:grpSpPr>
      <p:sp>
        <p:nvSpPr>
          <p:cNvPr id="204" name="Google Shape;204;g5bb3e39ef4_1_283"/>
          <p:cNvSpPr txBox="1"/>
          <p:nvPr/>
        </p:nvSpPr>
        <p:spPr>
          <a:xfrm>
            <a:off x="0" y="373996"/>
            <a:ext cx="12192000" cy="646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Tile 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205" name="Google Shape;205;g5bb3e39ef4_1_283"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4018012" y="1782976"/>
            <a:ext cx="4104838" cy="4104838"/>
          </a:xfrm>
          <a:prstGeom prst="rect">
            <a:avLst/>
          </a:prstGeom>
          <a:noFill/>
          <a:ln>
            <a:noFill/>
          </a:ln>
        </p:spPr>
      </p:pic>
      <p:pic>
        <p:nvPicPr>
          <p:cNvPr id="206" name="Google Shape;206;g5bb3e39ef4_1_283"/>
          <p:cNvPicPr preferRelativeResize="0"/>
          <p:nvPr/>
        </p:nvPicPr>
        <p:blipFill rotWithShape="1">
          <a:blip r:embed="rId4">
            <a:alphaModFix/>
          </a:blip>
          <a:srcRect/>
          <a:stretch/>
        </p:blipFill>
        <p:spPr>
          <a:xfrm>
            <a:off x="5882725" y="1028196"/>
            <a:ext cx="838200" cy="1628775"/>
          </a:xfrm>
          <a:prstGeom prst="rect">
            <a:avLst/>
          </a:prstGeom>
          <a:noFill/>
          <a:ln>
            <a:noFill/>
          </a:ln>
        </p:spPr>
      </p:pic>
      <p:pic>
        <p:nvPicPr>
          <p:cNvPr id="207" name="Google Shape;207;g5bb3e39ef4_1_283"/>
          <p:cNvPicPr preferRelativeResize="0"/>
          <p:nvPr/>
        </p:nvPicPr>
        <p:blipFill rotWithShape="1">
          <a:blip r:embed="rId5">
            <a:alphaModFix/>
          </a:blip>
          <a:srcRect/>
          <a:stretch/>
        </p:blipFill>
        <p:spPr>
          <a:xfrm>
            <a:off x="3179050" y="3006196"/>
            <a:ext cx="1609725" cy="876300"/>
          </a:xfrm>
          <a:prstGeom prst="rect">
            <a:avLst/>
          </a:prstGeom>
          <a:noFill/>
          <a:ln>
            <a:noFill/>
          </a:ln>
        </p:spPr>
      </p:pic>
      <p:pic>
        <p:nvPicPr>
          <p:cNvPr id="208" name="Google Shape;208;g5bb3e39ef4_1_283"/>
          <p:cNvPicPr preferRelativeResize="0"/>
          <p:nvPr/>
        </p:nvPicPr>
        <p:blipFill rotWithShape="1">
          <a:blip r:embed="rId6">
            <a:alphaModFix/>
          </a:blip>
          <a:srcRect/>
          <a:stretch/>
        </p:blipFill>
        <p:spPr>
          <a:xfrm>
            <a:off x="7374650" y="3742521"/>
            <a:ext cx="1638300" cy="828675"/>
          </a:xfrm>
          <a:prstGeom prst="rect">
            <a:avLst/>
          </a:prstGeom>
          <a:noFill/>
          <a:ln>
            <a:noFill/>
          </a:ln>
        </p:spPr>
      </p:pic>
      <p:pic>
        <p:nvPicPr>
          <p:cNvPr id="209" name="Google Shape;209;g5bb3e39ef4_1_283"/>
          <p:cNvPicPr preferRelativeResize="0"/>
          <p:nvPr/>
        </p:nvPicPr>
        <p:blipFill rotWithShape="1">
          <a:blip r:embed="rId7">
            <a:alphaModFix/>
          </a:blip>
          <a:srcRect/>
          <a:stretch/>
        </p:blipFill>
        <p:spPr>
          <a:xfrm>
            <a:off x="5295575" y="5063571"/>
            <a:ext cx="847725" cy="1628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214"/>
        <p:cNvGrpSpPr/>
        <p:nvPr/>
      </p:nvGrpSpPr>
      <p:grpSpPr>
        <a:xfrm>
          <a:off x="0" y="0"/>
          <a:ext cx="0" cy="0"/>
          <a:chOff x="0" y="0"/>
          <a:chExt cx="0" cy="0"/>
        </a:xfrm>
      </p:grpSpPr>
      <p:sp>
        <p:nvSpPr>
          <p:cNvPr id="215" name="Google Shape;215;p7"/>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grpSp>
        <p:nvGrpSpPr>
          <p:cNvPr id="216" name="Google Shape;216;p7"/>
          <p:cNvGrpSpPr/>
          <p:nvPr/>
        </p:nvGrpSpPr>
        <p:grpSpPr>
          <a:xfrm>
            <a:off x="724375" y="3732677"/>
            <a:ext cx="2333175" cy="1372225"/>
            <a:chOff x="724375" y="3460602"/>
            <a:chExt cx="2333175" cy="1372225"/>
          </a:xfrm>
        </p:grpSpPr>
        <p:pic>
          <p:nvPicPr>
            <p:cNvPr id="217" name="Google Shape;217;p7"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1884408" y="3659685"/>
              <a:ext cx="974058" cy="974058"/>
            </a:xfrm>
            <a:prstGeom prst="rect">
              <a:avLst/>
            </a:prstGeom>
            <a:noFill/>
            <a:ln>
              <a:noFill/>
            </a:ln>
          </p:spPr>
        </p:pic>
        <p:pic>
          <p:nvPicPr>
            <p:cNvPr id="218" name="Google Shape;218;p7"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923458" y="3659685"/>
              <a:ext cx="974058" cy="974058"/>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223"/>
        <p:cNvGrpSpPr/>
        <p:nvPr/>
      </p:nvGrpSpPr>
      <p:grpSpPr>
        <a:xfrm>
          <a:off x="0" y="0"/>
          <a:ext cx="0" cy="0"/>
          <a:chOff x="0" y="0"/>
          <a:chExt cx="0" cy="0"/>
        </a:xfrm>
      </p:grpSpPr>
      <p:sp>
        <p:nvSpPr>
          <p:cNvPr id="224" name="Google Shape;224;g5bb3e39ef4_1_354"/>
          <p:cNvSpPr txBox="1"/>
          <p:nvPr/>
        </p:nvSpPr>
        <p:spPr>
          <a:xfrm>
            <a:off x="0" y="373996"/>
            <a:ext cx="12192000" cy="646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grpSp>
        <p:nvGrpSpPr>
          <p:cNvPr id="225" name="Google Shape;225;g5bb3e39ef4_1_354"/>
          <p:cNvGrpSpPr/>
          <p:nvPr/>
        </p:nvGrpSpPr>
        <p:grpSpPr>
          <a:xfrm>
            <a:off x="622550" y="1753102"/>
            <a:ext cx="3394325" cy="3351800"/>
            <a:chOff x="622550" y="1481027"/>
            <a:chExt cx="3394325" cy="3351800"/>
          </a:xfrm>
        </p:grpSpPr>
        <p:pic>
          <p:nvPicPr>
            <p:cNvPr id="226" name="Google Shape;226;g5bb3e39ef4_1_35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2843733" y="3659685"/>
              <a:ext cx="974058" cy="974058"/>
            </a:xfrm>
            <a:prstGeom prst="rect">
              <a:avLst/>
            </a:prstGeom>
            <a:noFill/>
            <a:ln>
              <a:noFill/>
            </a:ln>
          </p:spPr>
        </p:pic>
        <p:pic>
          <p:nvPicPr>
            <p:cNvPr id="227" name="Google Shape;227;g5bb3e39ef4_1_35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1884408" y="3659685"/>
              <a:ext cx="974058" cy="974058"/>
            </a:xfrm>
            <a:prstGeom prst="rect">
              <a:avLst/>
            </a:prstGeom>
            <a:noFill/>
            <a:ln>
              <a:noFill/>
            </a:ln>
          </p:spPr>
        </p:pic>
        <p:pic>
          <p:nvPicPr>
            <p:cNvPr id="228" name="Google Shape;228;g5bb3e39ef4_1_35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923458" y="3659685"/>
              <a:ext cx="974058" cy="974058"/>
            </a:xfrm>
            <a:prstGeom prst="rect">
              <a:avLst/>
            </a:prstGeom>
            <a:noFill/>
            <a:ln>
              <a:noFill/>
            </a:ln>
          </p:spPr>
        </p:pic>
        <p:pic>
          <p:nvPicPr>
            <p:cNvPr id="229" name="Google Shape;229;g5bb3e39ef4_1_35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1821858" y="2688310"/>
              <a:ext cx="974058" cy="974058"/>
            </a:xfrm>
            <a:prstGeom prst="rect">
              <a:avLst/>
            </a:prstGeom>
            <a:noFill/>
            <a:ln>
              <a:noFill/>
            </a:ln>
          </p:spPr>
        </p:pic>
        <p:pic>
          <p:nvPicPr>
            <p:cNvPr id="230" name="Google Shape;230;g5bb3e39ef4_1_35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851283" y="2688310"/>
              <a:ext cx="974058" cy="974058"/>
            </a:xfrm>
            <a:prstGeom prst="rect">
              <a:avLst/>
            </a:prstGeom>
            <a:noFill/>
            <a:ln>
              <a:noFill/>
            </a:ln>
          </p:spPr>
        </p:pic>
        <p:pic>
          <p:nvPicPr>
            <p:cNvPr id="231" name="Google Shape;231;g5bb3e39ef4_1_35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821633" y="1680110"/>
              <a:ext cx="974058" cy="974058"/>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236"/>
        <p:cNvGrpSpPr/>
        <p:nvPr/>
      </p:nvGrpSpPr>
      <p:grpSpPr>
        <a:xfrm>
          <a:off x="0" y="0"/>
          <a:ext cx="0" cy="0"/>
          <a:chOff x="0" y="0"/>
          <a:chExt cx="0" cy="0"/>
        </a:xfrm>
      </p:grpSpPr>
      <p:sp>
        <p:nvSpPr>
          <p:cNvPr id="237" name="Google Shape;237;g5bb3e39ef4_1_384"/>
          <p:cNvSpPr txBox="1"/>
          <p:nvPr/>
        </p:nvSpPr>
        <p:spPr>
          <a:xfrm>
            <a:off x="0" y="373996"/>
            <a:ext cx="12192000" cy="646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grpSp>
        <p:nvGrpSpPr>
          <p:cNvPr id="238" name="Google Shape;238;g5bb3e39ef4_1_384"/>
          <p:cNvGrpSpPr/>
          <p:nvPr/>
        </p:nvGrpSpPr>
        <p:grpSpPr>
          <a:xfrm>
            <a:off x="622550" y="1753102"/>
            <a:ext cx="3394325" cy="3351800"/>
            <a:chOff x="622550" y="1481027"/>
            <a:chExt cx="3394325" cy="3351800"/>
          </a:xfrm>
        </p:grpSpPr>
        <p:pic>
          <p:nvPicPr>
            <p:cNvPr id="239" name="Google Shape;239;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2843733" y="3659685"/>
              <a:ext cx="974058" cy="974058"/>
            </a:xfrm>
            <a:prstGeom prst="rect">
              <a:avLst/>
            </a:prstGeom>
            <a:noFill/>
            <a:ln>
              <a:noFill/>
            </a:ln>
          </p:spPr>
        </p:pic>
        <p:pic>
          <p:nvPicPr>
            <p:cNvPr id="240" name="Google Shape;240;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1884408" y="3659685"/>
              <a:ext cx="974058" cy="974058"/>
            </a:xfrm>
            <a:prstGeom prst="rect">
              <a:avLst/>
            </a:prstGeom>
            <a:noFill/>
            <a:ln>
              <a:noFill/>
            </a:ln>
          </p:spPr>
        </p:pic>
        <p:pic>
          <p:nvPicPr>
            <p:cNvPr id="241" name="Google Shape;241;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923458" y="3659685"/>
              <a:ext cx="974058" cy="974058"/>
            </a:xfrm>
            <a:prstGeom prst="rect">
              <a:avLst/>
            </a:prstGeom>
            <a:noFill/>
            <a:ln>
              <a:noFill/>
            </a:ln>
          </p:spPr>
        </p:pic>
        <p:pic>
          <p:nvPicPr>
            <p:cNvPr id="242" name="Google Shape;242;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2843733" y="2752510"/>
              <a:ext cx="974058" cy="974058"/>
            </a:xfrm>
            <a:prstGeom prst="rect">
              <a:avLst/>
            </a:prstGeom>
            <a:noFill/>
            <a:ln>
              <a:noFill/>
            </a:ln>
          </p:spPr>
        </p:pic>
        <p:pic>
          <p:nvPicPr>
            <p:cNvPr id="243" name="Google Shape;243;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1821858" y="2688310"/>
              <a:ext cx="974058" cy="974058"/>
            </a:xfrm>
            <a:prstGeom prst="rect">
              <a:avLst/>
            </a:prstGeom>
            <a:noFill/>
            <a:ln>
              <a:noFill/>
            </a:ln>
          </p:spPr>
        </p:pic>
        <p:pic>
          <p:nvPicPr>
            <p:cNvPr id="244" name="Google Shape;244;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851283" y="2688310"/>
              <a:ext cx="974058" cy="974058"/>
            </a:xfrm>
            <a:prstGeom prst="rect">
              <a:avLst/>
            </a:prstGeom>
            <a:noFill/>
            <a:ln>
              <a:noFill/>
            </a:ln>
          </p:spPr>
        </p:pic>
        <p:pic>
          <p:nvPicPr>
            <p:cNvPr id="245" name="Google Shape;245;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2807658" y="1753435"/>
              <a:ext cx="974058" cy="974058"/>
            </a:xfrm>
            <a:prstGeom prst="rect">
              <a:avLst/>
            </a:prstGeom>
            <a:noFill/>
            <a:ln>
              <a:noFill/>
            </a:ln>
          </p:spPr>
        </p:pic>
        <p:pic>
          <p:nvPicPr>
            <p:cNvPr id="246" name="Google Shape;246;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1780958" y="1680110"/>
              <a:ext cx="974058" cy="974058"/>
            </a:xfrm>
            <a:prstGeom prst="rect">
              <a:avLst/>
            </a:prstGeom>
            <a:noFill/>
            <a:ln>
              <a:noFill/>
            </a:ln>
          </p:spPr>
        </p:pic>
        <p:pic>
          <p:nvPicPr>
            <p:cNvPr id="247" name="Google Shape;247;g5bb3e39ef4_1_384" descr="https://upload.wikimedia.org/wikipedia/commons/thumb/9/92/Holliday_junction_coloured.png/1024px-Holliday_junction_coloured.png"/>
            <p:cNvPicPr preferRelativeResize="0"/>
            <p:nvPr/>
          </p:nvPicPr>
          <p:blipFill rotWithShape="1">
            <a:blip r:embed="rId3">
              <a:alphaModFix/>
            </a:blip>
            <a:srcRect/>
            <a:stretch/>
          </p:blipFill>
          <p:spPr>
            <a:xfrm rot="2398301" flipH="1">
              <a:off x="821633" y="1680110"/>
              <a:ext cx="974058" cy="974058"/>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252"/>
        <p:cNvGrpSpPr/>
        <p:nvPr/>
      </p:nvGrpSpPr>
      <p:grpSpPr>
        <a:xfrm>
          <a:off x="0" y="0"/>
          <a:ext cx="0" cy="0"/>
          <a:chOff x="0" y="0"/>
          <a:chExt cx="0" cy="0"/>
        </a:xfrm>
      </p:grpSpPr>
      <p:sp>
        <p:nvSpPr>
          <p:cNvPr id="253" name="Google Shape;253;g5bb3e39ef4_1_338"/>
          <p:cNvSpPr txBox="1"/>
          <p:nvPr/>
        </p:nvSpPr>
        <p:spPr>
          <a:xfrm>
            <a:off x="0" y="373996"/>
            <a:ext cx="12192000" cy="646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254" name="Google Shape;254;g5bb3e39ef4_1_338"/>
          <p:cNvPicPr preferRelativeResize="0"/>
          <p:nvPr/>
        </p:nvPicPr>
        <p:blipFill rotWithShape="1">
          <a:blip r:embed="rId3">
            <a:alphaModFix/>
          </a:blip>
          <a:srcRect/>
          <a:stretch/>
        </p:blipFill>
        <p:spPr>
          <a:xfrm>
            <a:off x="4564913" y="2074713"/>
            <a:ext cx="5781675" cy="3286125"/>
          </a:xfrm>
          <a:prstGeom prst="rect">
            <a:avLst/>
          </a:prstGeom>
          <a:noFill/>
          <a:ln>
            <a:noFill/>
          </a:ln>
        </p:spPr>
      </p:pic>
      <p:grpSp>
        <p:nvGrpSpPr>
          <p:cNvPr id="255" name="Google Shape;255;g5bb3e39ef4_1_338"/>
          <p:cNvGrpSpPr/>
          <p:nvPr/>
        </p:nvGrpSpPr>
        <p:grpSpPr>
          <a:xfrm>
            <a:off x="622550" y="1753102"/>
            <a:ext cx="3394325" cy="3351800"/>
            <a:chOff x="622550" y="1481027"/>
            <a:chExt cx="3394325" cy="3351800"/>
          </a:xfrm>
        </p:grpSpPr>
        <p:pic>
          <p:nvPicPr>
            <p:cNvPr id="256" name="Google Shape;256;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2843733" y="3659685"/>
              <a:ext cx="974058" cy="974058"/>
            </a:xfrm>
            <a:prstGeom prst="rect">
              <a:avLst/>
            </a:prstGeom>
            <a:noFill/>
            <a:ln>
              <a:noFill/>
            </a:ln>
          </p:spPr>
        </p:pic>
        <p:pic>
          <p:nvPicPr>
            <p:cNvPr id="257" name="Google Shape;257;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1884408" y="3659685"/>
              <a:ext cx="974058" cy="974058"/>
            </a:xfrm>
            <a:prstGeom prst="rect">
              <a:avLst/>
            </a:prstGeom>
            <a:noFill/>
            <a:ln>
              <a:noFill/>
            </a:ln>
          </p:spPr>
        </p:pic>
        <p:pic>
          <p:nvPicPr>
            <p:cNvPr id="258" name="Google Shape;258;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923458" y="3659685"/>
              <a:ext cx="974058" cy="974058"/>
            </a:xfrm>
            <a:prstGeom prst="rect">
              <a:avLst/>
            </a:prstGeom>
            <a:noFill/>
            <a:ln>
              <a:noFill/>
            </a:ln>
          </p:spPr>
        </p:pic>
        <p:pic>
          <p:nvPicPr>
            <p:cNvPr id="259" name="Google Shape;259;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2843733" y="2752510"/>
              <a:ext cx="974058" cy="974058"/>
            </a:xfrm>
            <a:prstGeom prst="rect">
              <a:avLst/>
            </a:prstGeom>
            <a:noFill/>
            <a:ln>
              <a:noFill/>
            </a:ln>
          </p:spPr>
        </p:pic>
        <p:pic>
          <p:nvPicPr>
            <p:cNvPr id="260" name="Google Shape;260;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1821858" y="2688310"/>
              <a:ext cx="974058" cy="974058"/>
            </a:xfrm>
            <a:prstGeom prst="rect">
              <a:avLst/>
            </a:prstGeom>
            <a:noFill/>
            <a:ln>
              <a:noFill/>
            </a:ln>
          </p:spPr>
        </p:pic>
        <p:pic>
          <p:nvPicPr>
            <p:cNvPr id="261" name="Google Shape;261;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851283" y="2688310"/>
              <a:ext cx="974058" cy="974058"/>
            </a:xfrm>
            <a:prstGeom prst="rect">
              <a:avLst/>
            </a:prstGeom>
            <a:noFill/>
            <a:ln>
              <a:noFill/>
            </a:ln>
          </p:spPr>
        </p:pic>
        <p:pic>
          <p:nvPicPr>
            <p:cNvPr id="262" name="Google Shape;262;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2807658" y="1753435"/>
              <a:ext cx="974058" cy="974058"/>
            </a:xfrm>
            <a:prstGeom prst="rect">
              <a:avLst/>
            </a:prstGeom>
            <a:noFill/>
            <a:ln>
              <a:noFill/>
            </a:ln>
          </p:spPr>
        </p:pic>
        <p:pic>
          <p:nvPicPr>
            <p:cNvPr id="263" name="Google Shape;263;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1780958" y="1680110"/>
              <a:ext cx="974058" cy="974058"/>
            </a:xfrm>
            <a:prstGeom prst="rect">
              <a:avLst/>
            </a:prstGeom>
            <a:noFill/>
            <a:ln>
              <a:noFill/>
            </a:ln>
          </p:spPr>
        </p:pic>
        <p:pic>
          <p:nvPicPr>
            <p:cNvPr id="264" name="Google Shape;264;g5bb3e39ef4_1_338" descr="https://upload.wikimedia.org/wikipedia/commons/thumb/9/92/Holliday_junction_coloured.png/1024px-Holliday_junction_coloured.png"/>
            <p:cNvPicPr preferRelativeResize="0"/>
            <p:nvPr/>
          </p:nvPicPr>
          <p:blipFill rotWithShape="1">
            <a:blip r:embed="rId4">
              <a:alphaModFix/>
            </a:blip>
            <a:srcRect/>
            <a:stretch/>
          </p:blipFill>
          <p:spPr>
            <a:xfrm rot="2398301" flipH="1">
              <a:off x="821633" y="1680110"/>
              <a:ext cx="974058" cy="974058"/>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268"/>
        <p:cNvGrpSpPr/>
        <p:nvPr/>
      </p:nvGrpSpPr>
      <p:grpSpPr>
        <a:xfrm>
          <a:off x="0" y="0"/>
          <a:ext cx="0" cy="0"/>
          <a:chOff x="0" y="0"/>
          <a:chExt cx="0" cy="0"/>
        </a:xfrm>
      </p:grpSpPr>
      <p:sp>
        <p:nvSpPr>
          <p:cNvPr id="269" name="Google Shape;269;p8"/>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Tile Self-Assembly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270" name="Google Shape;270;p8" descr="https://upload.wikimedia.org/wikipedia/commons/thumb/9/92/Holliday_junction_coloured.png/1024px-Holliday_junction_coloured.png"/>
          <p:cNvPicPr preferRelativeResize="0"/>
          <p:nvPr/>
        </p:nvPicPr>
        <p:blipFill rotWithShape="1">
          <a:blip r:embed="rId3">
            <a:alphaModFix/>
          </a:blip>
          <a:srcRect/>
          <a:stretch/>
        </p:blipFill>
        <p:spPr>
          <a:xfrm rot="2398300" flipH="1">
            <a:off x="4043575" y="1371527"/>
            <a:ext cx="4104838" cy="410483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274"/>
        <p:cNvGrpSpPr/>
        <p:nvPr/>
      </p:nvGrpSpPr>
      <p:grpSpPr>
        <a:xfrm>
          <a:off x="0" y="0"/>
          <a:ext cx="0" cy="0"/>
          <a:chOff x="0" y="0"/>
          <a:chExt cx="0" cy="0"/>
        </a:xfrm>
      </p:grpSpPr>
      <p:sp>
        <p:nvSpPr>
          <p:cNvPr id="275" name="Google Shape;275;p9"/>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Tile 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
        <p:nvSpPr>
          <p:cNvPr id="276" name="Google Shape;276;p9"/>
          <p:cNvSpPr txBox="1"/>
          <p:nvPr/>
        </p:nvSpPr>
        <p:spPr>
          <a:xfrm>
            <a:off x="5264473" y="5730975"/>
            <a:ext cx="1941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Quicksand"/>
                <a:cs typeface="Calibri" panose="020F0502020204030204" pitchFamily="34" charset="0"/>
                <a:sym typeface="Quicksand"/>
              </a:rPr>
              <a:t>(Winfree, 1998)</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grpSp>
        <p:nvGrpSpPr>
          <p:cNvPr id="277" name="Google Shape;277;p9"/>
          <p:cNvGrpSpPr/>
          <p:nvPr/>
        </p:nvGrpSpPr>
        <p:grpSpPr>
          <a:xfrm>
            <a:off x="4012670" y="1282136"/>
            <a:ext cx="4166665" cy="4293731"/>
            <a:chOff x="7604959" y="3944860"/>
            <a:chExt cx="1352962" cy="1353401"/>
          </a:xfrm>
        </p:grpSpPr>
        <p:sp>
          <p:nvSpPr>
            <p:cNvPr id="278" name="Google Shape;278;p9"/>
            <p:cNvSpPr/>
            <p:nvPr/>
          </p:nvSpPr>
          <p:spPr>
            <a:xfrm rot="5400000">
              <a:off x="7604784" y="3945125"/>
              <a:ext cx="1353312" cy="1352961"/>
            </a:xfrm>
            <a:prstGeom prst="rect">
              <a:avLst/>
            </a:prstGeom>
            <a:solidFill>
              <a:srgbClr val="7F7F7F"/>
            </a:solidFill>
            <a:ln w="9525" cap="flat" cmpd="sng">
              <a:solidFill>
                <a:srgbClr val="595959"/>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279" name="Google Shape;279;p9"/>
            <p:cNvSpPr/>
            <p:nvPr/>
          </p:nvSpPr>
          <p:spPr>
            <a:xfrm rot="-5400000">
              <a:off x="8173133" y="5009035"/>
              <a:ext cx="216611" cy="361663"/>
            </a:xfrm>
            <a:prstGeom prst="rect">
              <a:avLst/>
            </a:prstGeom>
            <a:solidFill>
              <a:srgbClr val="015AAB"/>
            </a:solidFill>
            <a:ln w="9525" cap="flat" cmpd="sng">
              <a:solidFill>
                <a:srgbClr val="002A7E"/>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280" name="Google Shape;280;p9"/>
            <p:cNvSpPr/>
            <p:nvPr/>
          </p:nvSpPr>
          <p:spPr>
            <a:xfrm rot="10800000">
              <a:off x="8741310" y="4440773"/>
              <a:ext cx="216611" cy="361663"/>
            </a:xfrm>
            <a:prstGeom prst="rect">
              <a:avLst/>
            </a:prstGeom>
            <a:solidFill>
              <a:srgbClr val="7030A0"/>
            </a:solidFill>
            <a:ln w="9525" cap="flat" cmpd="sng">
              <a:solidFill>
                <a:srgbClr val="64018B"/>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281" name="Google Shape;281;p9"/>
            <p:cNvSpPr/>
            <p:nvPr/>
          </p:nvSpPr>
          <p:spPr>
            <a:xfrm>
              <a:off x="7604959" y="4440773"/>
              <a:ext cx="216611" cy="361663"/>
            </a:xfrm>
            <a:prstGeom prst="rect">
              <a:avLst/>
            </a:prstGeom>
            <a:solidFill>
              <a:srgbClr val="FC711C"/>
            </a:solidFill>
            <a:ln w="9525" cap="flat" cmpd="sng">
              <a:solidFill>
                <a:srgbClr val="8A5C0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282" name="Google Shape;282;p9"/>
            <p:cNvSpPr/>
            <p:nvPr/>
          </p:nvSpPr>
          <p:spPr>
            <a:xfrm rot="5400000">
              <a:off x="8173133" y="3872334"/>
              <a:ext cx="216611" cy="361663"/>
            </a:xfrm>
            <a:prstGeom prst="rect">
              <a:avLst/>
            </a:prstGeom>
            <a:solidFill>
              <a:srgbClr val="00B050"/>
            </a:solidFill>
            <a:ln w="9525" cap="flat" cmpd="sng">
              <a:solidFill>
                <a:srgbClr val="536E1D"/>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grpSp>
      <p:sp>
        <p:nvSpPr>
          <p:cNvPr id="283" name="Google Shape;283;p9"/>
          <p:cNvSpPr/>
          <p:nvPr/>
        </p:nvSpPr>
        <p:spPr>
          <a:xfrm>
            <a:off x="3879541" y="1183941"/>
            <a:ext cx="4394447" cy="4480012"/>
          </a:xfrm>
          <a:prstGeom prst="rect">
            <a:avLst/>
          </a:prstGeom>
          <a:solidFill>
            <a:schemeClr val="bg1">
              <a:lumMod val="85000"/>
              <a:alpha val="5725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panose="020F0502020204030204" pitchFamily="34" charset="0"/>
              <a:ea typeface="Times New Roman"/>
              <a:cs typeface="Calibri" panose="020F0502020204030204" pitchFamily="34" charset="0"/>
              <a:sym typeface="Times New Roman"/>
            </a:endParaRPr>
          </a:p>
        </p:txBody>
      </p:sp>
      <p:pic>
        <p:nvPicPr>
          <p:cNvPr id="284" name="Google Shape;284;p9" descr="https://upload.wikimedia.org/wikipedia/commons/thumb/9/92/Holliday_junction_coloured.png/1024px-Holliday_junction_coloured.png"/>
          <p:cNvPicPr preferRelativeResize="0"/>
          <p:nvPr/>
        </p:nvPicPr>
        <p:blipFill rotWithShape="1">
          <a:blip r:embed="rId3">
            <a:alphaModFix/>
          </a:blip>
          <a:srcRect/>
          <a:stretch/>
        </p:blipFill>
        <p:spPr>
          <a:xfrm rot="2398300" flipH="1">
            <a:off x="4043575" y="1371527"/>
            <a:ext cx="4104838" cy="410483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288"/>
        <p:cNvGrpSpPr/>
        <p:nvPr/>
      </p:nvGrpSpPr>
      <p:grpSpPr>
        <a:xfrm>
          <a:off x="0" y="0"/>
          <a:ext cx="0" cy="0"/>
          <a:chOff x="0" y="0"/>
          <a:chExt cx="0" cy="0"/>
        </a:xfrm>
      </p:grpSpPr>
      <p:sp>
        <p:nvSpPr>
          <p:cNvPr id="289" name="Google Shape;289;p10"/>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Quicksand"/>
                <a:cs typeface="Calibri" panose="020F0502020204030204" pitchFamily="34" charset="0"/>
                <a:sym typeface="Quicksand"/>
              </a:rPr>
              <a:t>Tile Self-Assembly</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
        <p:nvSpPr>
          <p:cNvPr id="290" name="Google Shape;290;p10"/>
          <p:cNvSpPr txBox="1"/>
          <p:nvPr/>
        </p:nvSpPr>
        <p:spPr>
          <a:xfrm>
            <a:off x="5264474" y="5730975"/>
            <a:ext cx="1825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Quicksand"/>
                <a:cs typeface="Calibri" panose="020F0502020204030204" pitchFamily="34" charset="0"/>
                <a:sym typeface="Quicksand"/>
              </a:rPr>
              <a:t>(Winfree, 1998)</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grpSp>
        <p:nvGrpSpPr>
          <p:cNvPr id="291" name="Google Shape;291;p10"/>
          <p:cNvGrpSpPr/>
          <p:nvPr/>
        </p:nvGrpSpPr>
        <p:grpSpPr>
          <a:xfrm>
            <a:off x="4012670" y="1282136"/>
            <a:ext cx="4166665" cy="4293731"/>
            <a:chOff x="7604959" y="3944860"/>
            <a:chExt cx="1352962" cy="1353401"/>
          </a:xfrm>
        </p:grpSpPr>
        <p:sp>
          <p:nvSpPr>
            <p:cNvPr id="292" name="Google Shape;292;p10"/>
            <p:cNvSpPr/>
            <p:nvPr/>
          </p:nvSpPr>
          <p:spPr>
            <a:xfrm rot="5400000">
              <a:off x="7604784" y="3945125"/>
              <a:ext cx="1353312" cy="1352961"/>
            </a:xfrm>
            <a:prstGeom prst="rect">
              <a:avLst/>
            </a:prstGeom>
            <a:solidFill>
              <a:srgbClr val="7F7F7F"/>
            </a:solidFill>
            <a:ln w="9525" cap="flat" cmpd="sng">
              <a:solidFill>
                <a:srgbClr val="595959"/>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293" name="Google Shape;293;p10"/>
            <p:cNvSpPr/>
            <p:nvPr/>
          </p:nvSpPr>
          <p:spPr>
            <a:xfrm rot="-5400000">
              <a:off x="8173133" y="5009035"/>
              <a:ext cx="216611" cy="361663"/>
            </a:xfrm>
            <a:prstGeom prst="rect">
              <a:avLst/>
            </a:prstGeom>
            <a:solidFill>
              <a:srgbClr val="015AAB"/>
            </a:solidFill>
            <a:ln w="9525" cap="flat" cmpd="sng">
              <a:solidFill>
                <a:srgbClr val="002A7E"/>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294" name="Google Shape;294;p10"/>
            <p:cNvSpPr/>
            <p:nvPr/>
          </p:nvSpPr>
          <p:spPr>
            <a:xfrm rot="10800000">
              <a:off x="8741310" y="4440773"/>
              <a:ext cx="216611" cy="361663"/>
            </a:xfrm>
            <a:prstGeom prst="rect">
              <a:avLst/>
            </a:prstGeom>
            <a:solidFill>
              <a:srgbClr val="7030A0"/>
            </a:solidFill>
            <a:ln w="9525" cap="flat" cmpd="sng">
              <a:solidFill>
                <a:srgbClr val="64018B"/>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295" name="Google Shape;295;p10"/>
            <p:cNvSpPr/>
            <p:nvPr/>
          </p:nvSpPr>
          <p:spPr>
            <a:xfrm>
              <a:off x="7604959" y="4440773"/>
              <a:ext cx="216611" cy="361663"/>
            </a:xfrm>
            <a:prstGeom prst="rect">
              <a:avLst/>
            </a:prstGeom>
            <a:solidFill>
              <a:srgbClr val="FC711C"/>
            </a:solidFill>
            <a:ln w="9525" cap="flat" cmpd="sng">
              <a:solidFill>
                <a:srgbClr val="8A5C0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296" name="Google Shape;296;p10"/>
            <p:cNvSpPr/>
            <p:nvPr/>
          </p:nvSpPr>
          <p:spPr>
            <a:xfrm rot="5400000">
              <a:off x="8173133" y="3872334"/>
              <a:ext cx="216611" cy="361663"/>
            </a:xfrm>
            <a:prstGeom prst="rect">
              <a:avLst/>
            </a:prstGeom>
            <a:solidFill>
              <a:srgbClr val="00B050"/>
            </a:solidFill>
            <a:ln w="9525" cap="flat" cmpd="sng">
              <a:solidFill>
                <a:srgbClr val="536E1D"/>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grpSp>
      <p:sp>
        <p:nvSpPr>
          <p:cNvPr id="297" name="Google Shape;297;p10"/>
          <p:cNvSpPr txBox="1"/>
          <p:nvPr/>
        </p:nvSpPr>
        <p:spPr>
          <a:xfrm>
            <a:off x="5395353" y="1250131"/>
            <a:ext cx="1401281"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t>Green</a:t>
            </a:r>
            <a:b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br>
            <a: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t>Glue</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
        <p:nvSpPr>
          <p:cNvPr id="298" name="Google Shape;298;p10"/>
          <p:cNvSpPr txBox="1"/>
          <p:nvPr/>
        </p:nvSpPr>
        <p:spPr>
          <a:xfrm>
            <a:off x="5395353" y="4867695"/>
            <a:ext cx="1401281"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t>Blue</a:t>
            </a:r>
            <a:b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br>
            <a: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t>Glue</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
        <p:nvSpPr>
          <p:cNvPr id="299" name="Google Shape;299;p10"/>
          <p:cNvSpPr txBox="1"/>
          <p:nvPr/>
        </p:nvSpPr>
        <p:spPr>
          <a:xfrm rot="5400000">
            <a:off x="7163537" y="3075057"/>
            <a:ext cx="1401281"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t>Purple</a:t>
            </a:r>
            <a:b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br>
            <a: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t>Glue</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
        <p:nvSpPr>
          <p:cNvPr id="300" name="Google Shape;300;p10"/>
          <p:cNvSpPr txBox="1"/>
          <p:nvPr/>
        </p:nvSpPr>
        <p:spPr>
          <a:xfrm rot="-5400000">
            <a:off x="3645571" y="3075057"/>
            <a:ext cx="1401281"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t>Orange</a:t>
            </a:r>
            <a:b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br>
            <a:r>
              <a:rPr lang="en-US" sz="2000" b="0" i="0" u="none" strike="noStrike" cap="none">
                <a:solidFill>
                  <a:schemeClr val="dk1"/>
                </a:solidFill>
                <a:latin typeface="Calibri" panose="020F0502020204030204" pitchFamily="34" charset="0"/>
                <a:ea typeface="Quicksand"/>
                <a:cs typeface="Calibri" panose="020F0502020204030204" pitchFamily="34" charset="0"/>
                <a:sym typeface="Quicksand"/>
              </a:rPr>
              <a:t>Glue</a:t>
            </a:r>
            <a:endParaRPr sz="1400" b="0" i="0" u="none" strike="noStrike" cap="none">
              <a:solidFill>
                <a:srgbClr val="000000"/>
              </a:solidFill>
              <a:latin typeface="Calibri" panose="020F0502020204030204" pitchFamily="34" charset="0"/>
              <a:ea typeface="Quicksand"/>
              <a:cs typeface="Calibri" panose="020F0502020204030204" pitchFamily="34" charset="0"/>
              <a:sym typeface="Quicksan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304"/>
        <p:cNvGrpSpPr/>
        <p:nvPr/>
      </p:nvGrpSpPr>
      <p:grpSpPr>
        <a:xfrm>
          <a:off x="0" y="0"/>
          <a:ext cx="0" cy="0"/>
          <a:chOff x="0" y="0"/>
          <a:chExt cx="0" cy="0"/>
        </a:xfrm>
      </p:grpSpPr>
      <p:sp>
        <p:nvSpPr>
          <p:cNvPr id="305" name="Google Shape;305;p11"/>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Tile Self-Assembly</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306" name="Google Shape;306;p11"/>
          <p:cNvSpPr txBox="1"/>
          <p:nvPr/>
        </p:nvSpPr>
        <p:spPr>
          <a:xfrm>
            <a:off x="5264485" y="5730986"/>
            <a:ext cx="16630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(Winfree, 1998)</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grpSp>
        <p:nvGrpSpPr>
          <p:cNvPr id="307" name="Google Shape;307;p11"/>
          <p:cNvGrpSpPr/>
          <p:nvPr/>
        </p:nvGrpSpPr>
        <p:grpSpPr>
          <a:xfrm>
            <a:off x="4012669" y="1282138"/>
            <a:ext cx="4166665" cy="4293728"/>
            <a:chOff x="7604956" y="3944860"/>
            <a:chExt cx="1352962" cy="1353401"/>
          </a:xfrm>
        </p:grpSpPr>
        <p:sp>
          <p:nvSpPr>
            <p:cNvPr id="308" name="Google Shape;308;p11"/>
            <p:cNvSpPr/>
            <p:nvPr/>
          </p:nvSpPr>
          <p:spPr>
            <a:xfrm rot="5400000">
              <a:off x="7604780" y="3945125"/>
              <a:ext cx="1353312" cy="1352960"/>
            </a:xfrm>
            <a:prstGeom prst="rect">
              <a:avLst/>
            </a:prstGeom>
            <a:solidFill>
              <a:srgbClr val="7F7F7F"/>
            </a:solidFill>
            <a:ln w="9525" cap="flat" cmpd="sng">
              <a:solidFill>
                <a:srgbClr val="595959"/>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09" name="Google Shape;309;p11"/>
            <p:cNvSpPr/>
            <p:nvPr/>
          </p:nvSpPr>
          <p:spPr>
            <a:xfrm rot="-5400000">
              <a:off x="8173129" y="5009034"/>
              <a:ext cx="216611" cy="361663"/>
            </a:xfrm>
            <a:prstGeom prst="rect">
              <a:avLst/>
            </a:prstGeom>
            <a:solidFill>
              <a:srgbClr val="015AAB"/>
            </a:solidFill>
            <a:ln w="9525" cap="flat" cmpd="sng">
              <a:solidFill>
                <a:srgbClr val="002A7E"/>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10" name="Google Shape;310;p11"/>
            <p:cNvSpPr/>
            <p:nvPr/>
          </p:nvSpPr>
          <p:spPr>
            <a:xfrm rot="10800000">
              <a:off x="8741306" y="4440772"/>
              <a:ext cx="216611" cy="361663"/>
            </a:xfrm>
            <a:prstGeom prst="rect">
              <a:avLst/>
            </a:prstGeom>
            <a:solidFill>
              <a:srgbClr val="7030A0"/>
            </a:solidFill>
            <a:ln w="9525" cap="flat" cmpd="sng">
              <a:solidFill>
                <a:srgbClr val="64018B"/>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11" name="Google Shape;311;p11"/>
            <p:cNvSpPr/>
            <p:nvPr/>
          </p:nvSpPr>
          <p:spPr>
            <a:xfrm>
              <a:off x="7604956" y="4440771"/>
              <a:ext cx="216611" cy="361663"/>
            </a:xfrm>
            <a:prstGeom prst="rect">
              <a:avLst/>
            </a:prstGeom>
            <a:solidFill>
              <a:srgbClr val="FC711C"/>
            </a:solidFill>
            <a:ln w="9525" cap="flat" cmpd="sng">
              <a:solidFill>
                <a:srgbClr val="8A5C0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12" name="Google Shape;312;p11"/>
            <p:cNvSpPr/>
            <p:nvPr/>
          </p:nvSpPr>
          <p:spPr>
            <a:xfrm rot="5400000">
              <a:off x="8173133" y="3872334"/>
              <a:ext cx="216611" cy="361663"/>
            </a:xfrm>
            <a:prstGeom prst="rect">
              <a:avLst/>
            </a:prstGeom>
            <a:solidFill>
              <a:srgbClr val="00B050"/>
            </a:solidFill>
            <a:ln w="9525" cap="flat" cmpd="sng">
              <a:solidFill>
                <a:srgbClr val="536E1D"/>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grpSp>
      <p:sp>
        <p:nvSpPr>
          <p:cNvPr id="313" name="Google Shape;313;p11"/>
          <p:cNvSpPr txBox="1"/>
          <p:nvPr/>
        </p:nvSpPr>
        <p:spPr>
          <a:xfrm>
            <a:off x="5517649" y="1441073"/>
            <a:ext cx="113524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Str(G) = 2</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314" name="Google Shape;314;p11"/>
          <p:cNvSpPr txBox="1"/>
          <p:nvPr/>
        </p:nvSpPr>
        <p:spPr>
          <a:xfrm>
            <a:off x="5517649" y="5047310"/>
            <a:ext cx="112242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Str(B) = 1</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315" name="Google Shape;315;p11"/>
          <p:cNvSpPr txBox="1"/>
          <p:nvPr/>
        </p:nvSpPr>
        <p:spPr>
          <a:xfrm rot="5400000">
            <a:off x="7297399" y="3263570"/>
            <a:ext cx="109677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Str(P) = 1</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316" name="Google Shape;316;p11"/>
          <p:cNvSpPr txBox="1"/>
          <p:nvPr/>
        </p:nvSpPr>
        <p:spPr>
          <a:xfrm rot="-5400000">
            <a:off x="3778587" y="3244333"/>
            <a:ext cx="113524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Str(O) = 2</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320"/>
        <p:cNvGrpSpPr/>
        <p:nvPr/>
      </p:nvGrpSpPr>
      <p:grpSpPr>
        <a:xfrm>
          <a:off x="0" y="0"/>
          <a:ext cx="0" cy="0"/>
          <a:chOff x="0" y="0"/>
          <a:chExt cx="0" cy="0"/>
        </a:xfrm>
      </p:grpSpPr>
      <p:sp>
        <p:nvSpPr>
          <p:cNvPr id="321" name="Google Shape;321;p12"/>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Tile Self-Assembly</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322" name="Google Shape;322;p12"/>
          <p:cNvSpPr txBox="1"/>
          <p:nvPr/>
        </p:nvSpPr>
        <p:spPr>
          <a:xfrm>
            <a:off x="5264485" y="5730986"/>
            <a:ext cx="16630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(Winfree, 1998)</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grpSp>
        <p:nvGrpSpPr>
          <p:cNvPr id="323" name="Google Shape;323;p12"/>
          <p:cNvGrpSpPr/>
          <p:nvPr/>
        </p:nvGrpSpPr>
        <p:grpSpPr>
          <a:xfrm>
            <a:off x="4012664" y="1282418"/>
            <a:ext cx="4166668" cy="4293446"/>
            <a:chOff x="4012664" y="1282418"/>
            <a:chExt cx="4166668" cy="4293446"/>
          </a:xfrm>
        </p:grpSpPr>
        <p:sp>
          <p:nvSpPr>
            <p:cNvPr id="324" name="Google Shape;324;p12"/>
            <p:cNvSpPr/>
            <p:nvPr/>
          </p:nvSpPr>
          <p:spPr>
            <a:xfrm rot="5400000">
              <a:off x="3949276" y="1345810"/>
              <a:ext cx="4293446" cy="4166662"/>
            </a:xfrm>
            <a:prstGeom prst="rect">
              <a:avLst/>
            </a:prstGeom>
            <a:solidFill>
              <a:srgbClr val="7F7F7F"/>
            </a:solidFill>
            <a:ln w="9525" cap="flat" cmpd="sng">
              <a:solidFill>
                <a:srgbClr val="595959"/>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25" name="Google Shape;325;p12"/>
            <p:cNvSpPr/>
            <p:nvPr/>
          </p:nvSpPr>
          <p:spPr>
            <a:xfrm rot="-5400000">
              <a:off x="5752391" y="4675076"/>
              <a:ext cx="687209" cy="1113800"/>
            </a:xfrm>
            <a:prstGeom prst="rect">
              <a:avLst/>
            </a:prstGeom>
            <a:solidFill>
              <a:srgbClr val="015AAB"/>
            </a:solidFill>
            <a:ln w="9525" cap="flat" cmpd="sng">
              <a:solidFill>
                <a:srgbClr val="002A7E"/>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26" name="Google Shape;326;p12"/>
            <p:cNvSpPr/>
            <p:nvPr/>
          </p:nvSpPr>
          <p:spPr>
            <a:xfrm rot="10800000">
              <a:off x="7512243" y="2855442"/>
              <a:ext cx="667089" cy="1147393"/>
            </a:xfrm>
            <a:prstGeom prst="rect">
              <a:avLst/>
            </a:prstGeom>
            <a:solidFill>
              <a:srgbClr val="7030A0"/>
            </a:solidFill>
            <a:ln w="9525" cap="flat" cmpd="sng">
              <a:solidFill>
                <a:srgbClr val="64018B"/>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27" name="Google Shape;327;p12"/>
            <p:cNvSpPr/>
            <p:nvPr/>
          </p:nvSpPr>
          <p:spPr>
            <a:xfrm rot="5400000">
              <a:off x="6330736" y="1069125"/>
              <a:ext cx="687209" cy="1113800"/>
            </a:xfrm>
            <a:prstGeom prst="rect">
              <a:avLst/>
            </a:prstGeom>
            <a:solidFill>
              <a:srgbClr val="00B050"/>
            </a:solidFill>
            <a:ln w="9525" cap="flat" cmpd="sng">
              <a:solidFill>
                <a:srgbClr val="536E1D"/>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28" name="Google Shape;328;p12"/>
            <p:cNvSpPr/>
            <p:nvPr/>
          </p:nvSpPr>
          <p:spPr>
            <a:xfrm>
              <a:off x="4012664" y="2264908"/>
              <a:ext cx="667089" cy="1147393"/>
            </a:xfrm>
            <a:prstGeom prst="rect">
              <a:avLst/>
            </a:prstGeom>
            <a:solidFill>
              <a:srgbClr val="FC711C"/>
            </a:solidFill>
            <a:ln w="9525" cap="flat" cmpd="sng">
              <a:solidFill>
                <a:srgbClr val="8A5C0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29" name="Google Shape;329;p12"/>
            <p:cNvSpPr/>
            <p:nvPr/>
          </p:nvSpPr>
          <p:spPr>
            <a:xfrm rot="5400000">
              <a:off x="5157835" y="1069125"/>
              <a:ext cx="687209" cy="1113800"/>
            </a:xfrm>
            <a:prstGeom prst="rect">
              <a:avLst/>
            </a:prstGeom>
            <a:solidFill>
              <a:srgbClr val="00B050"/>
            </a:solidFill>
            <a:ln w="9525" cap="flat" cmpd="sng">
              <a:solidFill>
                <a:srgbClr val="536E1D"/>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30" name="Google Shape;330;p12"/>
            <p:cNvSpPr/>
            <p:nvPr/>
          </p:nvSpPr>
          <p:spPr>
            <a:xfrm>
              <a:off x="4012666" y="3472949"/>
              <a:ext cx="667089" cy="1147393"/>
            </a:xfrm>
            <a:prstGeom prst="rect">
              <a:avLst/>
            </a:prstGeom>
            <a:solidFill>
              <a:srgbClr val="FC711C"/>
            </a:solidFill>
            <a:ln w="9525" cap="flat" cmpd="sng">
              <a:solidFill>
                <a:srgbClr val="8A5C0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334"/>
        <p:cNvGrpSpPr/>
        <p:nvPr/>
      </p:nvGrpSpPr>
      <p:grpSpPr>
        <a:xfrm>
          <a:off x="0" y="0"/>
          <a:ext cx="0" cy="0"/>
          <a:chOff x="0" y="0"/>
          <a:chExt cx="0" cy="0"/>
        </a:xfrm>
      </p:grpSpPr>
      <p:grpSp>
        <p:nvGrpSpPr>
          <p:cNvPr id="335" name="Google Shape;335;p13"/>
          <p:cNvGrpSpPr/>
          <p:nvPr/>
        </p:nvGrpSpPr>
        <p:grpSpPr>
          <a:xfrm>
            <a:off x="4012664" y="1282418"/>
            <a:ext cx="4166668" cy="4293446"/>
            <a:chOff x="4012664" y="1282418"/>
            <a:chExt cx="4166668" cy="4293446"/>
          </a:xfrm>
        </p:grpSpPr>
        <p:sp>
          <p:nvSpPr>
            <p:cNvPr id="336" name="Google Shape;336;p13"/>
            <p:cNvSpPr/>
            <p:nvPr/>
          </p:nvSpPr>
          <p:spPr>
            <a:xfrm rot="5400000">
              <a:off x="3949276" y="1345810"/>
              <a:ext cx="4293446" cy="4166662"/>
            </a:xfrm>
            <a:prstGeom prst="rect">
              <a:avLst/>
            </a:prstGeom>
            <a:solidFill>
              <a:srgbClr val="7F7F7F"/>
            </a:solidFill>
            <a:ln w="9525" cap="flat" cmpd="sng">
              <a:solidFill>
                <a:srgbClr val="595959"/>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37" name="Google Shape;337;p13"/>
            <p:cNvSpPr/>
            <p:nvPr/>
          </p:nvSpPr>
          <p:spPr>
            <a:xfrm rot="-5400000">
              <a:off x="5752391" y="4675076"/>
              <a:ext cx="687209" cy="1113800"/>
            </a:xfrm>
            <a:prstGeom prst="rect">
              <a:avLst/>
            </a:prstGeom>
            <a:solidFill>
              <a:srgbClr val="015AAB"/>
            </a:solidFill>
            <a:ln w="9525" cap="flat" cmpd="sng">
              <a:solidFill>
                <a:srgbClr val="002A7E"/>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38" name="Google Shape;338;p13"/>
            <p:cNvSpPr/>
            <p:nvPr/>
          </p:nvSpPr>
          <p:spPr>
            <a:xfrm rot="10800000">
              <a:off x="7512243" y="2855442"/>
              <a:ext cx="667089" cy="1147393"/>
            </a:xfrm>
            <a:prstGeom prst="rect">
              <a:avLst/>
            </a:prstGeom>
            <a:solidFill>
              <a:srgbClr val="7030A0"/>
            </a:solidFill>
            <a:ln w="9525" cap="flat" cmpd="sng">
              <a:solidFill>
                <a:srgbClr val="64018B"/>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39" name="Google Shape;339;p13"/>
            <p:cNvSpPr/>
            <p:nvPr/>
          </p:nvSpPr>
          <p:spPr>
            <a:xfrm rot="5400000">
              <a:off x="6330736" y="1069125"/>
              <a:ext cx="687209" cy="1113800"/>
            </a:xfrm>
            <a:prstGeom prst="rect">
              <a:avLst/>
            </a:prstGeom>
            <a:solidFill>
              <a:srgbClr val="00B050"/>
            </a:solidFill>
            <a:ln w="9525" cap="flat" cmpd="sng">
              <a:solidFill>
                <a:srgbClr val="536E1D"/>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40" name="Google Shape;340;p13"/>
            <p:cNvSpPr/>
            <p:nvPr/>
          </p:nvSpPr>
          <p:spPr>
            <a:xfrm>
              <a:off x="4012664" y="2264908"/>
              <a:ext cx="667089" cy="1147393"/>
            </a:xfrm>
            <a:prstGeom prst="rect">
              <a:avLst/>
            </a:prstGeom>
            <a:solidFill>
              <a:srgbClr val="FC711C"/>
            </a:solidFill>
            <a:ln w="9525" cap="flat" cmpd="sng">
              <a:solidFill>
                <a:srgbClr val="8A5C0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41" name="Google Shape;341;p13"/>
            <p:cNvSpPr/>
            <p:nvPr/>
          </p:nvSpPr>
          <p:spPr>
            <a:xfrm rot="5400000">
              <a:off x="5157835" y="1069125"/>
              <a:ext cx="687209" cy="1113800"/>
            </a:xfrm>
            <a:prstGeom prst="rect">
              <a:avLst/>
            </a:prstGeom>
            <a:solidFill>
              <a:srgbClr val="00B050"/>
            </a:solidFill>
            <a:ln w="9525" cap="flat" cmpd="sng">
              <a:solidFill>
                <a:srgbClr val="536E1D"/>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342" name="Google Shape;342;p13"/>
            <p:cNvSpPr/>
            <p:nvPr/>
          </p:nvSpPr>
          <p:spPr>
            <a:xfrm>
              <a:off x="4012666" y="3472949"/>
              <a:ext cx="667089" cy="1147393"/>
            </a:xfrm>
            <a:prstGeom prst="rect">
              <a:avLst/>
            </a:prstGeom>
            <a:solidFill>
              <a:srgbClr val="FC711C"/>
            </a:solidFill>
            <a:ln w="9525" cap="flat" cmpd="sng">
              <a:solidFill>
                <a:srgbClr val="8A5C0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grpSp>
      <p:sp>
        <p:nvSpPr>
          <p:cNvPr id="343" name="Google Shape;343;p13"/>
          <p:cNvSpPr txBox="1"/>
          <p:nvPr/>
        </p:nvSpPr>
        <p:spPr>
          <a:xfrm>
            <a:off x="0" y="373996"/>
            <a:ext cx="121920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Tile Self-Assembly</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344" name="Google Shape;344;p13"/>
          <p:cNvSpPr txBox="1"/>
          <p:nvPr/>
        </p:nvSpPr>
        <p:spPr>
          <a:xfrm>
            <a:off x="5264485" y="5730986"/>
            <a:ext cx="16630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(Winfree, 1998)</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grpSp>
        <p:nvGrpSpPr>
          <p:cNvPr id="345" name="Google Shape;345;p13"/>
          <p:cNvGrpSpPr/>
          <p:nvPr/>
        </p:nvGrpSpPr>
        <p:grpSpPr>
          <a:xfrm>
            <a:off x="5264485" y="2603677"/>
            <a:ext cx="1663019" cy="752466"/>
            <a:chOff x="292806" y="4654114"/>
            <a:chExt cx="1663019" cy="752466"/>
          </a:xfrm>
        </p:grpSpPr>
        <p:grpSp>
          <p:nvGrpSpPr>
            <p:cNvPr id="346" name="Google Shape;346;p13"/>
            <p:cNvGrpSpPr/>
            <p:nvPr/>
          </p:nvGrpSpPr>
          <p:grpSpPr>
            <a:xfrm>
              <a:off x="402344" y="4816035"/>
              <a:ext cx="1553481" cy="428625"/>
              <a:chOff x="7915275" y="5419724"/>
              <a:chExt cx="1553481" cy="428625"/>
            </a:xfrm>
          </p:grpSpPr>
          <p:sp>
            <p:nvSpPr>
              <p:cNvPr id="347" name="Google Shape;347;p13"/>
              <p:cNvSpPr/>
              <p:nvPr/>
            </p:nvSpPr>
            <p:spPr>
              <a:xfrm>
                <a:off x="7915275" y="5419724"/>
                <a:ext cx="409575" cy="42862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panose="020F0502020204030204" pitchFamily="34" charset="0"/>
                  <a:ea typeface="Times New Roman"/>
                  <a:cs typeface="Calibri" panose="020F0502020204030204" pitchFamily="34" charset="0"/>
                  <a:sym typeface="Times New Roman"/>
                </a:endParaRPr>
              </a:p>
            </p:txBody>
          </p:sp>
          <p:sp>
            <p:nvSpPr>
              <p:cNvPr id="348" name="Google Shape;348;p13"/>
              <p:cNvSpPr txBox="1"/>
              <p:nvPr/>
            </p:nvSpPr>
            <p:spPr>
              <a:xfrm>
                <a:off x="8324850" y="5449370"/>
                <a:ext cx="1143906"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panose="020F0502020204030204" pitchFamily="34" charset="0"/>
                    <a:ea typeface="Times New Roman"/>
                    <a:cs typeface="Calibri" panose="020F0502020204030204" pitchFamily="34" charset="0"/>
                    <a:sym typeface="Times New Roman"/>
                  </a:rPr>
                  <a:t>Rotation</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grpSp>
        <p:sp>
          <p:nvSpPr>
            <p:cNvPr id="349" name="Google Shape;349;p13"/>
            <p:cNvSpPr/>
            <p:nvPr/>
          </p:nvSpPr>
          <p:spPr>
            <a:xfrm>
              <a:off x="292806" y="4654114"/>
              <a:ext cx="628650" cy="752466"/>
            </a:xfrm>
            <a:prstGeom prst="mathMultiply">
              <a:avLst>
                <a:gd name="adj1" fmla="val 23520"/>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endParaRPr>
            </a:p>
          </p:txBody>
        </p:sp>
      </p:grpSp>
      <p:grpSp>
        <p:nvGrpSpPr>
          <p:cNvPr id="350" name="Google Shape;350;p13"/>
          <p:cNvGrpSpPr/>
          <p:nvPr/>
        </p:nvGrpSpPr>
        <p:grpSpPr>
          <a:xfrm>
            <a:off x="5357880" y="3749212"/>
            <a:ext cx="1637668" cy="428625"/>
            <a:chOff x="3019425" y="5419725"/>
            <a:chExt cx="1637668" cy="428625"/>
          </a:xfrm>
        </p:grpSpPr>
        <p:sp>
          <p:nvSpPr>
            <p:cNvPr id="351" name="Google Shape;351;p13"/>
            <p:cNvSpPr/>
            <p:nvPr/>
          </p:nvSpPr>
          <p:spPr>
            <a:xfrm>
              <a:off x="3019425" y="5419725"/>
              <a:ext cx="409575" cy="42862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panose="020F0502020204030204" pitchFamily="34" charset="0"/>
                <a:ea typeface="Times New Roman"/>
                <a:cs typeface="Calibri" panose="020F0502020204030204" pitchFamily="34" charset="0"/>
                <a:sym typeface="Times New Roman"/>
              </a:endParaRPr>
            </a:p>
          </p:txBody>
        </p:sp>
        <p:sp>
          <p:nvSpPr>
            <p:cNvPr id="352" name="Google Shape;352;p13"/>
            <p:cNvSpPr txBox="1"/>
            <p:nvPr/>
          </p:nvSpPr>
          <p:spPr>
            <a:xfrm>
              <a:off x="3429000" y="5449370"/>
              <a:ext cx="122809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panose="020F0502020204030204" pitchFamily="34" charset="0"/>
                  <a:ea typeface="Times New Roman"/>
                  <a:cs typeface="Calibri" panose="020F0502020204030204" pitchFamily="34" charset="0"/>
                  <a:sym typeface="Times New Roman"/>
                </a:rPr>
                <a:t>Translation</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grpSp>
      <p:grpSp>
        <p:nvGrpSpPr>
          <p:cNvPr id="353" name="Google Shape;353;p13"/>
          <p:cNvGrpSpPr/>
          <p:nvPr/>
        </p:nvGrpSpPr>
        <p:grpSpPr>
          <a:xfrm>
            <a:off x="5357875" y="3701300"/>
            <a:ext cx="447125" cy="370800"/>
            <a:chOff x="1982075" y="3016950"/>
            <a:chExt cx="447125" cy="370800"/>
          </a:xfrm>
        </p:grpSpPr>
        <p:cxnSp>
          <p:nvCxnSpPr>
            <p:cNvPr id="354" name="Google Shape;354;p13"/>
            <p:cNvCxnSpPr/>
            <p:nvPr/>
          </p:nvCxnSpPr>
          <p:spPr>
            <a:xfrm rot="10800000" flipH="1">
              <a:off x="2077300" y="3016950"/>
              <a:ext cx="351900" cy="370800"/>
            </a:xfrm>
            <a:prstGeom prst="straightConnector1">
              <a:avLst/>
            </a:prstGeom>
            <a:noFill/>
            <a:ln w="152400" cap="flat" cmpd="sng">
              <a:solidFill>
                <a:srgbClr val="00B050"/>
              </a:solidFill>
              <a:prstDash val="solid"/>
              <a:round/>
              <a:headEnd type="none" w="sm" len="sm"/>
              <a:tailEnd type="none" w="sm" len="sm"/>
            </a:ln>
          </p:spPr>
        </p:cxnSp>
        <p:cxnSp>
          <p:nvCxnSpPr>
            <p:cNvPr id="355" name="Google Shape;355;p13"/>
            <p:cNvCxnSpPr/>
            <p:nvPr/>
          </p:nvCxnSpPr>
          <p:spPr>
            <a:xfrm>
              <a:off x="1982075" y="3202825"/>
              <a:ext cx="201300" cy="179700"/>
            </a:xfrm>
            <a:prstGeom prst="straightConnector1">
              <a:avLst/>
            </a:prstGeom>
            <a:noFill/>
            <a:ln w="152400" cap="flat" cmpd="sng">
              <a:solidFill>
                <a:srgbClr val="00B050"/>
              </a:solidFill>
              <a:prstDash val="solid"/>
              <a:round/>
              <a:headEnd type="none" w="sm" len="sm"/>
              <a:tailEnd type="none" w="sm" len="sm"/>
            </a:ln>
          </p:spPr>
        </p:cxnSp>
      </p:grpSp>
      <p:sp>
        <p:nvSpPr>
          <p:cNvPr id="356" name="Google Shape;356;p13"/>
          <p:cNvSpPr txBox="1"/>
          <p:nvPr/>
        </p:nvSpPr>
        <p:spPr>
          <a:xfrm>
            <a:off x="0" y="0"/>
            <a:ext cx="3000000" cy="300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libri" panose="020F0502020204030204" pitchFamily="34" charset="0"/>
                <a:cs typeface="Calibri" panose="020F0502020204030204" pitchFamily="34" charset="0"/>
                <a:sym typeface="Arial"/>
              </a:rPr>
              <a:t> </a:t>
            </a:r>
            <a:endParaRPr sz="1400" b="0" i="0" u="none" strike="noStrike" cap="none">
              <a:solidFill>
                <a:srgbClr val="000000"/>
              </a:solidFill>
              <a:latin typeface="Calibri" panose="020F0502020204030204" pitchFamily="34" charset="0"/>
              <a:cs typeface="Calibri" panose="020F0502020204030204" pitchFamily="34" charset="0"/>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373996"/>
            <a:ext cx="12192000" cy="892552"/>
          </a:xfrm>
          <a:prstGeom prst="rect">
            <a:avLst/>
          </a:prstGeom>
          <a:noFill/>
        </p:spPr>
        <p:txBody>
          <a:bodyPr wrap="square" rtlCol="0">
            <a:spAutoFit/>
          </a:bodyPr>
          <a:lstStyle/>
          <a:p>
            <a:pPr algn="ctr"/>
            <a:r>
              <a:rPr lang="en-US" sz="3600" dirty="0">
                <a:solidFill>
                  <a:schemeClr val="bg1"/>
                </a:solidFill>
              </a:rPr>
              <a:t>Tile Self-Assembly (2HAM)</a:t>
            </a:r>
          </a:p>
          <a:p>
            <a:pPr algn="ctr"/>
            <a:r>
              <a:rPr lang="en-US" sz="1600" dirty="0">
                <a:solidFill>
                  <a:schemeClr val="bg1"/>
                </a:solidFill>
              </a:rPr>
              <a:t>(</a:t>
            </a:r>
            <a:r>
              <a:rPr lang="en-US" sz="1600" dirty="0" err="1">
                <a:solidFill>
                  <a:schemeClr val="bg1"/>
                </a:solidFill>
              </a:rPr>
              <a:t>Rothemund</a:t>
            </a:r>
            <a:r>
              <a:rPr lang="en-US" sz="1600" dirty="0">
                <a:solidFill>
                  <a:schemeClr val="bg1"/>
                </a:solidFill>
              </a:rPr>
              <a:t>, </a:t>
            </a:r>
            <a:r>
              <a:rPr lang="en-US" sz="1600" dirty="0" err="1">
                <a:solidFill>
                  <a:schemeClr val="bg1"/>
                </a:solidFill>
              </a:rPr>
              <a:t>Winfree</a:t>
            </a:r>
            <a:r>
              <a:rPr lang="en-US" sz="1600" dirty="0">
                <a:solidFill>
                  <a:schemeClr val="bg1"/>
                </a:solidFill>
              </a:rPr>
              <a:t>, </a:t>
            </a:r>
            <a:r>
              <a:rPr lang="en-US" sz="1600" dirty="0" err="1">
                <a:solidFill>
                  <a:schemeClr val="bg1"/>
                </a:solidFill>
              </a:rPr>
              <a:t>Adleman</a:t>
            </a:r>
            <a:r>
              <a:rPr lang="en-US" sz="1600" dirty="0">
                <a:solidFill>
                  <a:schemeClr val="bg1"/>
                </a:solidFill>
              </a:rPr>
              <a:t>)</a:t>
            </a:r>
          </a:p>
        </p:txBody>
      </p:sp>
      <p:sp>
        <p:nvSpPr>
          <p:cNvPr id="10" name="TextBox 9"/>
          <p:cNvSpPr txBox="1"/>
          <p:nvPr/>
        </p:nvSpPr>
        <p:spPr>
          <a:xfrm>
            <a:off x="1377869" y="5432419"/>
            <a:ext cx="1741182" cy="646331"/>
          </a:xfrm>
          <a:prstGeom prst="rect">
            <a:avLst/>
          </a:prstGeom>
          <a:noFill/>
        </p:spPr>
        <p:txBody>
          <a:bodyPr wrap="none" rtlCol="0">
            <a:spAutoFit/>
          </a:bodyPr>
          <a:lstStyle/>
          <a:p>
            <a:pPr algn="ctr"/>
            <a:r>
              <a:rPr lang="en-US" dirty="0">
                <a:solidFill>
                  <a:schemeClr val="bg1"/>
                </a:solidFill>
              </a:rPr>
              <a:t>∞ counts of each</a:t>
            </a:r>
            <a:br>
              <a:rPr lang="en-US" dirty="0">
                <a:solidFill>
                  <a:schemeClr val="bg1"/>
                </a:solidFill>
              </a:rPr>
            </a:br>
            <a:r>
              <a:rPr lang="en-US" dirty="0">
                <a:solidFill>
                  <a:schemeClr val="bg1"/>
                </a:solidFill>
              </a:rPr>
              <a:t>tile type</a:t>
            </a:r>
          </a:p>
        </p:txBody>
      </p:sp>
      <p:sp>
        <p:nvSpPr>
          <p:cNvPr id="192" name="TextBox 191">
            <a:extLst>
              <a:ext uri="{FF2B5EF4-FFF2-40B4-BE49-F238E27FC236}">
                <a16:creationId xmlns:a16="http://schemas.microsoft.com/office/drawing/2014/main" id="{F95590D2-5554-4CD2-82D9-87BE9B4E9C26}"/>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93" name="Group 192">
            <a:extLst>
              <a:ext uri="{FF2B5EF4-FFF2-40B4-BE49-F238E27FC236}">
                <a16:creationId xmlns:a16="http://schemas.microsoft.com/office/drawing/2014/main" id="{298AB066-6DB1-4971-BA51-3A438DC030EB}"/>
              </a:ext>
            </a:extLst>
          </p:cNvPr>
          <p:cNvGrpSpPr/>
          <p:nvPr/>
        </p:nvGrpSpPr>
        <p:grpSpPr>
          <a:xfrm>
            <a:off x="3846526" y="2292601"/>
            <a:ext cx="736657" cy="1332800"/>
            <a:chOff x="3800723" y="2591968"/>
            <a:chExt cx="736657" cy="1332800"/>
          </a:xfrm>
        </p:grpSpPr>
        <p:sp>
          <p:nvSpPr>
            <p:cNvPr id="194" name="Rectangle: Rounded Corners 193">
              <a:extLst>
                <a:ext uri="{FF2B5EF4-FFF2-40B4-BE49-F238E27FC236}">
                  <a16:creationId xmlns:a16="http://schemas.microsoft.com/office/drawing/2014/main" id="{B55D99CA-3E7C-4CD6-B8DE-C0CA1B255701}"/>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E653A543-BAD5-47EF-A361-7B6A081E4AD0}"/>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Rounded Corners 195">
              <a:extLst>
                <a:ext uri="{FF2B5EF4-FFF2-40B4-BE49-F238E27FC236}">
                  <a16:creationId xmlns:a16="http://schemas.microsoft.com/office/drawing/2014/main" id="{C85B9B73-939A-4317-AFE5-C675D8ED895A}"/>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993117C6-A5CD-4DC0-9049-96712766EA3E}"/>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TextBox 197">
              <a:extLst>
                <a:ext uri="{FF2B5EF4-FFF2-40B4-BE49-F238E27FC236}">
                  <a16:creationId xmlns:a16="http://schemas.microsoft.com/office/drawing/2014/main" id="{190C475D-EA83-4D80-A2F9-492C2B3769AB}"/>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99" name="TextBox 198">
              <a:extLst>
                <a:ext uri="{FF2B5EF4-FFF2-40B4-BE49-F238E27FC236}">
                  <a16:creationId xmlns:a16="http://schemas.microsoft.com/office/drawing/2014/main" id="{83CF8EDC-B39C-4F13-B69D-5CAF6B531F2C}"/>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200" name="TextBox 199">
            <a:extLst>
              <a:ext uri="{FF2B5EF4-FFF2-40B4-BE49-F238E27FC236}">
                <a16:creationId xmlns:a16="http://schemas.microsoft.com/office/drawing/2014/main" id="{7ACE4CE7-0067-4376-8221-CD17996D2E4A}"/>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201" name="Rectangle 200">
            <a:extLst>
              <a:ext uri="{FF2B5EF4-FFF2-40B4-BE49-F238E27FC236}">
                <a16:creationId xmlns:a16="http://schemas.microsoft.com/office/drawing/2014/main" id="{05EFF416-26BB-4884-99FE-AEBC5087DEBD}"/>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02" name="Group 201">
            <a:extLst>
              <a:ext uri="{FF2B5EF4-FFF2-40B4-BE49-F238E27FC236}">
                <a16:creationId xmlns:a16="http://schemas.microsoft.com/office/drawing/2014/main" id="{3480F2F0-0063-47CE-A348-D82850567863}"/>
              </a:ext>
            </a:extLst>
          </p:cNvPr>
          <p:cNvGrpSpPr/>
          <p:nvPr/>
        </p:nvGrpSpPr>
        <p:grpSpPr>
          <a:xfrm>
            <a:off x="1198103" y="2269115"/>
            <a:ext cx="1985668" cy="2922976"/>
            <a:chOff x="1172407" y="197026"/>
            <a:chExt cx="1292387" cy="1930154"/>
          </a:xfrm>
        </p:grpSpPr>
        <p:grpSp>
          <p:nvGrpSpPr>
            <p:cNvPr id="203" name="Group 202">
              <a:extLst>
                <a:ext uri="{FF2B5EF4-FFF2-40B4-BE49-F238E27FC236}">
                  <a16:creationId xmlns:a16="http://schemas.microsoft.com/office/drawing/2014/main" id="{0B46301B-3CCD-4045-98DA-F0650994D05D}"/>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233" name="Rectangle 232">
                <a:extLst>
                  <a:ext uri="{FF2B5EF4-FFF2-40B4-BE49-F238E27FC236}">
                    <a16:creationId xmlns:a16="http://schemas.microsoft.com/office/drawing/2014/main" id="{87791597-FF13-49A2-9172-DCC684D5DAD0}"/>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FCA5784B-6BD7-4AC6-A8E5-BFF8ABCBCB85}"/>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C830940D-3356-49FC-9DB4-4C7F335355CD}"/>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14433B6C-B4F4-4CC8-AD92-57FE8943A50F}"/>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9F2C737A-CF3D-4976-80D1-F7FC9E52AEE5}"/>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6C85594C-7D80-4762-A8A0-6B6F11FB7A73}"/>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4" name="Group 203">
              <a:extLst>
                <a:ext uri="{FF2B5EF4-FFF2-40B4-BE49-F238E27FC236}">
                  <a16:creationId xmlns:a16="http://schemas.microsoft.com/office/drawing/2014/main" id="{C07492C5-D892-4CDA-A3F5-6D53919D3161}"/>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228" name="Rectangle 227">
                <a:extLst>
                  <a:ext uri="{FF2B5EF4-FFF2-40B4-BE49-F238E27FC236}">
                    <a16:creationId xmlns:a16="http://schemas.microsoft.com/office/drawing/2014/main" id="{FD5E5032-A58E-4B8A-B568-16C8F767D2E2}"/>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D04FBBAA-CD9B-436B-9FE9-D0257560029B}"/>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923B62B9-0FB1-40AE-8BBE-DD00C543B466}"/>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EF05D2BA-3277-4E9D-85D6-7926C0FF8F44}"/>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2" name="Rectangle 231">
                <a:extLst>
                  <a:ext uri="{FF2B5EF4-FFF2-40B4-BE49-F238E27FC236}">
                    <a16:creationId xmlns:a16="http://schemas.microsoft.com/office/drawing/2014/main" id="{98064456-E6A4-448B-A629-3BF06620E264}"/>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5" name="Group 204">
              <a:extLst>
                <a:ext uri="{FF2B5EF4-FFF2-40B4-BE49-F238E27FC236}">
                  <a16:creationId xmlns:a16="http://schemas.microsoft.com/office/drawing/2014/main" id="{2125D152-1CEC-4DF5-A041-9606BC9E9400}"/>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223" name="Rectangle 222">
                <a:extLst>
                  <a:ext uri="{FF2B5EF4-FFF2-40B4-BE49-F238E27FC236}">
                    <a16:creationId xmlns:a16="http://schemas.microsoft.com/office/drawing/2014/main" id="{E2A4A527-E8F1-4D5A-8016-47CCF0463700}"/>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36D54347-704D-47CB-AE6D-150F86E8B432}"/>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00B697F5-FAF9-4473-BC12-890D2F89A8E6}"/>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FE217F7E-2445-4534-A5BD-C94474CE8EB7}"/>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5ECE4F89-85F5-4B93-BB15-6835635B99DA}"/>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6" name="Group 205">
              <a:extLst>
                <a:ext uri="{FF2B5EF4-FFF2-40B4-BE49-F238E27FC236}">
                  <a16:creationId xmlns:a16="http://schemas.microsoft.com/office/drawing/2014/main" id="{064D844C-BFE7-427E-AEA5-3F2C5579623C}"/>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219" name="Rectangle 218">
                <a:extLst>
                  <a:ext uri="{FF2B5EF4-FFF2-40B4-BE49-F238E27FC236}">
                    <a16:creationId xmlns:a16="http://schemas.microsoft.com/office/drawing/2014/main" id="{C4266303-FA42-4A65-B9D5-6595D437A82F}"/>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DDB56A99-4B69-4145-9D52-F62D8BB81BD3}"/>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0F8C6D8E-2A79-4555-85FE-501D55620981}"/>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5EC6B073-BFB5-4DC9-AC0E-BFA5894AC721}"/>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7" name="Group 206">
              <a:extLst>
                <a:ext uri="{FF2B5EF4-FFF2-40B4-BE49-F238E27FC236}">
                  <a16:creationId xmlns:a16="http://schemas.microsoft.com/office/drawing/2014/main" id="{7A971D5C-E053-43C4-9413-C6151AA9BDB1}"/>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213" name="Rectangle 212">
                <a:extLst>
                  <a:ext uri="{FF2B5EF4-FFF2-40B4-BE49-F238E27FC236}">
                    <a16:creationId xmlns:a16="http://schemas.microsoft.com/office/drawing/2014/main" id="{07224750-4779-4C6A-BD38-B4F04A836BFB}"/>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8FCE971B-70CB-4F9D-9BDC-EA6AF2CB299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6770DFA8-E967-4238-983C-2EFD6B37AA82}"/>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05A6368E-4A26-459E-9ED8-A54FC8136B38}"/>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7" name="Rectangle 216">
                <a:extLst>
                  <a:ext uri="{FF2B5EF4-FFF2-40B4-BE49-F238E27FC236}">
                    <a16:creationId xmlns:a16="http://schemas.microsoft.com/office/drawing/2014/main" id="{9170E756-0407-4A28-8975-7DCB66B948F6}"/>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E9088FC3-6C15-4BC9-8F60-65E49EB1E178}"/>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01FCFA45-7E81-4FC2-841E-953DC365C90D}"/>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209" name="Rectangle 208">
                <a:extLst>
                  <a:ext uri="{FF2B5EF4-FFF2-40B4-BE49-F238E27FC236}">
                    <a16:creationId xmlns:a16="http://schemas.microsoft.com/office/drawing/2014/main" id="{8107E42D-EB62-4DCA-B595-E87184C62D7D}"/>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0" name="Rectangle 209">
                <a:extLst>
                  <a:ext uri="{FF2B5EF4-FFF2-40B4-BE49-F238E27FC236}">
                    <a16:creationId xmlns:a16="http://schemas.microsoft.com/office/drawing/2014/main" id="{9549D7E3-E732-474C-8F12-ABDE4FEF6AB7}"/>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1" name="Rectangle 210">
                <a:extLst>
                  <a:ext uri="{FF2B5EF4-FFF2-40B4-BE49-F238E27FC236}">
                    <a16:creationId xmlns:a16="http://schemas.microsoft.com/office/drawing/2014/main" id="{19C0E97D-1962-4367-9AF8-430F35C0B16F}"/>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2" name="Rectangle 211">
                <a:extLst>
                  <a:ext uri="{FF2B5EF4-FFF2-40B4-BE49-F238E27FC236}">
                    <a16:creationId xmlns:a16="http://schemas.microsoft.com/office/drawing/2014/main" id="{0A0C5FAF-4162-44AC-88B7-3DA224721DB0}"/>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08195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FBA5EB5B-CC53-45E5-AA28-21A48DD69D99}"/>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64" name="TextBox 63">
            <a:extLst>
              <a:ext uri="{FF2B5EF4-FFF2-40B4-BE49-F238E27FC236}">
                <a16:creationId xmlns:a16="http://schemas.microsoft.com/office/drawing/2014/main" id="{C17B1BE5-1ED7-432C-A2A7-890D3C9F46DC}"/>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65" name="Group 64">
            <a:extLst>
              <a:ext uri="{FF2B5EF4-FFF2-40B4-BE49-F238E27FC236}">
                <a16:creationId xmlns:a16="http://schemas.microsoft.com/office/drawing/2014/main" id="{FC04B133-EF1D-4CC0-A7D8-EB3F4E0EC97F}"/>
              </a:ext>
            </a:extLst>
          </p:cNvPr>
          <p:cNvGrpSpPr/>
          <p:nvPr/>
        </p:nvGrpSpPr>
        <p:grpSpPr>
          <a:xfrm>
            <a:off x="3846526" y="2292601"/>
            <a:ext cx="736657" cy="1332800"/>
            <a:chOff x="3800723" y="2591968"/>
            <a:chExt cx="736657" cy="1332800"/>
          </a:xfrm>
        </p:grpSpPr>
        <p:sp>
          <p:nvSpPr>
            <p:cNvPr id="66" name="Rectangle: Rounded Corners 65">
              <a:extLst>
                <a:ext uri="{FF2B5EF4-FFF2-40B4-BE49-F238E27FC236}">
                  <a16:creationId xmlns:a16="http://schemas.microsoft.com/office/drawing/2014/main" id="{4282ACCA-E6E8-4A4B-92D3-9AD370BD3C0F}"/>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514B0861-7172-4F65-8712-E2D652298B12}"/>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74E98957-72B6-4794-A3A6-85E28ACB99BB}"/>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8F3BCE0C-431D-4C87-BAB0-C85EBE2CBDA4}"/>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71FFC6B2-0D17-498D-B2F0-6FB13A541221}"/>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71" name="TextBox 70">
              <a:extLst>
                <a:ext uri="{FF2B5EF4-FFF2-40B4-BE49-F238E27FC236}">
                  <a16:creationId xmlns:a16="http://schemas.microsoft.com/office/drawing/2014/main" id="{0BD02586-2EA6-4D0E-AF84-770BC8BAECEF}"/>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72" name="TextBox 71">
            <a:extLst>
              <a:ext uri="{FF2B5EF4-FFF2-40B4-BE49-F238E27FC236}">
                <a16:creationId xmlns:a16="http://schemas.microsoft.com/office/drawing/2014/main" id="{22FF4DF1-632E-4B2B-80DF-9D6149D7A1D4}"/>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73" name="Rectangle 72">
            <a:extLst>
              <a:ext uri="{FF2B5EF4-FFF2-40B4-BE49-F238E27FC236}">
                <a16:creationId xmlns:a16="http://schemas.microsoft.com/office/drawing/2014/main" id="{EF237CA8-96FF-4882-9C12-C0C42F74BA24}"/>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74" name="Group 73">
            <a:extLst>
              <a:ext uri="{FF2B5EF4-FFF2-40B4-BE49-F238E27FC236}">
                <a16:creationId xmlns:a16="http://schemas.microsoft.com/office/drawing/2014/main" id="{0747E658-C786-483B-B719-71F439F14726}"/>
              </a:ext>
            </a:extLst>
          </p:cNvPr>
          <p:cNvGrpSpPr/>
          <p:nvPr/>
        </p:nvGrpSpPr>
        <p:grpSpPr>
          <a:xfrm>
            <a:off x="1198103" y="2269115"/>
            <a:ext cx="1985668" cy="2922976"/>
            <a:chOff x="1172407" y="197026"/>
            <a:chExt cx="1292387" cy="1930154"/>
          </a:xfrm>
        </p:grpSpPr>
        <p:grpSp>
          <p:nvGrpSpPr>
            <p:cNvPr id="75" name="Group 74">
              <a:extLst>
                <a:ext uri="{FF2B5EF4-FFF2-40B4-BE49-F238E27FC236}">
                  <a16:creationId xmlns:a16="http://schemas.microsoft.com/office/drawing/2014/main" id="{FD2F45A6-71F0-4003-B082-CD7BBB4CD083}"/>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05" name="Rectangle 104">
                <a:extLst>
                  <a:ext uri="{FF2B5EF4-FFF2-40B4-BE49-F238E27FC236}">
                    <a16:creationId xmlns:a16="http://schemas.microsoft.com/office/drawing/2014/main" id="{B8AA367F-9324-43E5-B55D-CC5D121E7DA2}"/>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0E14C796-B799-431E-990D-746EC5E1584B}"/>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0" name="Rectangle 119">
                <a:extLst>
                  <a:ext uri="{FF2B5EF4-FFF2-40B4-BE49-F238E27FC236}">
                    <a16:creationId xmlns:a16="http://schemas.microsoft.com/office/drawing/2014/main" id="{25A972E1-39E7-49F8-8895-7819261E030D}"/>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1" name="Rectangle 120">
                <a:extLst>
                  <a:ext uri="{FF2B5EF4-FFF2-40B4-BE49-F238E27FC236}">
                    <a16:creationId xmlns:a16="http://schemas.microsoft.com/office/drawing/2014/main" id="{AF080D73-A7DA-46E3-9A2D-D8E49778CFCA}"/>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2" name="Rectangle 121">
                <a:extLst>
                  <a:ext uri="{FF2B5EF4-FFF2-40B4-BE49-F238E27FC236}">
                    <a16:creationId xmlns:a16="http://schemas.microsoft.com/office/drawing/2014/main" id="{E75D9481-0DCC-4698-86BA-E00B265DF81A}"/>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3" name="Rectangle 122">
                <a:extLst>
                  <a:ext uri="{FF2B5EF4-FFF2-40B4-BE49-F238E27FC236}">
                    <a16:creationId xmlns:a16="http://schemas.microsoft.com/office/drawing/2014/main" id="{F107B2D2-1BB1-46D5-AD3E-0D6BA4B7F6D4}"/>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6" name="Group 75">
              <a:extLst>
                <a:ext uri="{FF2B5EF4-FFF2-40B4-BE49-F238E27FC236}">
                  <a16:creationId xmlns:a16="http://schemas.microsoft.com/office/drawing/2014/main" id="{AE10A4B4-E615-4C61-A568-189BB7C57DA4}"/>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00" name="Rectangle 99">
                <a:extLst>
                  <a:ext uri="{FF2B5EF4-FFF2-40B4-BE49-F238E27FC236}">
                    <a16:creationId xmlns:a16="http://schemas.microsoft.com/office/drawing/2014/main" id="{1127423A-9B0E-42DC-BC17-A85299467022}"/>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1" name="Rectangle 100">
                <a:extLst>
                  <a:ext uri="{FF2B5EF4-FFF2-40B4-BE49-F238E27FC236}">
                    <a16:creationId xmlns:a16="http://schemas.microsoft.com/office/drawing/2014/main" id="{995228F1-061A-4D7C-84FE-F69D5DE82E91}"/>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2" name="Rectangle 101">
                <a:extLst>
                  <a:ext uri="{FF2B5EF4-FFF2-40B4-BE49-F238E27FC236}">
                    <a16:creationId xmlns:a16="http://schemas.microsoft.com/office/drawing/2014/main" id="{CEC27350-9FBA-46A5-8C45-B87679AB4D6E}"/>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D40A0C5F-3799-44E1-A24D-BD6453477E70}"/>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D6C60EA7-245A-4A96-8423-D9C44261355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7" name="Group 76">
              <a:extLst>
                <a:ext uri="{FF2B5EF4-FFF2-40B4-BE49-F238E27FC236}">
                  <a16:creationId xmlns:a16="http://schemas.microsoft.com/office/drawing/2014/main" id="{1172A09F-CC66-43D1-9588-51FDA8E04E12}"/>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95" name="Rectangle 94">
                <a:extLst>
                  <a:ext uri="{FF2B5EF4-FFF2-40B4-BE49-F238E27FC236}">
                    <a16:creationId xmlns:a16="http://schemas.microsoft.com/office/drawing/2014/main" id="{43F9099B-8A67-458D-AF93-D3E484E7E137}"/>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6" name="Rectangle 95">
                <a:extLst>
                  <a:ext uri="{FF2B5EF4-FFF2-40B4-BE49-F238E27FC236}">
                    <a16:creationId xmlns:a16="http://schemas.microsoft.com/office/drawing/2014/main" id="{C8217D6D-274A-46E3-83E0-243F27B80AD2}"/>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7" name="Rectangle 96">
                <a:extLst>
                  <a:ext uri="{FF2B5EF4-FFF2-40B4-BE49-F238E27FC236}">
                    <a16:creationId xmlns:a16="http://schemas.microsoft.com/office/drawing/2014/main" id="{7D6ECB4F-4852-479E-B33E-69490BF9708C}"/>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8" name="Rectangle 97">
                <a:extLst>
                  <a:ext uri="{FF2B5EF4-FFF2-40B4-BE49-F238E27FC236}">
                    <a16:creationId xmlns:a16="http://schemas.microsoft.com/office/drawing/2014/main" id="{678725EC-EB15-4540-A667-FDE52F83446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9" name="Rectangle 98">
                <a:extLst>
                  <a:ext uri="{FF2B5EF4-FFF2-40B4-BE49-F238E27FC236}">
                    <a16:creationId xmlns:a16="http://schemas.microsoft.com/office/drawing/2014/main" id="{0A9188E1-10EB-47EE-8BD5-622D23F8ABE7}"/>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8" name="Group 77">
              <a:extLst>
                <a:ext uri="{FF2B5EF4-FFF2-40B4-BE49-F238E27FC236}">
                  <a16:creationId xmlns:a16="http://schemas.microsoft.com/office/drawing/2014/main" id="{0F44F1DE-45B0-4178-943C-DD193EAD0731}"/>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91" name="Rectangle 90">
                <a:extLst>
                  <a:ext uri="{FF2B5EF4-FFF2-40B4-BE49-F238E27FC236}">
                    <a16:creationId xmlns:a16="http://schemas.microsoft.com/office/drawing/2014/main" id="{6A0217AF-FD5F-4DF9-A9E2-3E81CF60625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2" name="Rectangle 91">
                <a:extLst>
                  <a:ext uri="{FF2B5EF4-FFF2-40B4-BE49-F238E27FC236}">
                    <a16:creationId xmlns:a16="http://schemas.microsoft.com/office/drawing/2014/main" id="{377538B3-79AE-4609-9330-2AC986B221EE}"/>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3" name="Rectangle 92">
                <a:extLst>
                  <a:ext uri="{FF2B5EF4-FFF2-40B4-BE49-F238E27FC236}">
                    <a16:creationId xmlns:a16="http://schemas.microsoft.com/office/drawing/2014/main" id="{53FE6B99-54D0-4BFD-9EC0-9374199D6CD4}"/>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4" name="Rectangle 93">
                <a:extLst>
                  <a:ext uri="{FF2B5EF4-FFF2-40B4-BE49-F238E27FC236}">
                    <a16:creationId xmlns:a16="http://schemas.microsoft.com/office/drawing/2014/main" id="{38E11BDF-CEBA-4D09-9DB6-BCC33A442BA0}"/>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9" name="Group 78">
              <a:extLst>
                <a:ext uri="{FF2B5EF4-FFF2-40B4-BE49-F238E27FC236}">
                  <a16:creationId xmlns:a16="http://schemas.microsoft.com/office/drawing/2014/main" id="{D65F9A23-672A-4761-B165-EF05C39DA999}"/>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85" name="Rectangle 84">
                <a:extLst>
                  <a:ext uri="{FF2B5EF4-FFF2-40B4-BE49-F238E27FC236}">
                    <a16:creationId xmlns:a16="http://schemas.microsoft.com/office/drawing/2014/main" id="{CD47AE7F-0FE2-4DB3-85A2-C889DFA0F871}"/>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Rectangle 85">
                <a:extLst>
                  <a:ext uri="{FF2B5EF4-FFF2-40B4-BE49-F238E27FC236}">
                    <a16:creationId xmlns:a16="http://schemas.microsoft.com/office/drawing/2014/main" id="{520D574E-C40E-4D9B-A1C5-F4D053BCAC60}"/>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7" name="Rectangle 86">
                <a:extLst>
                  <a:ext uri="{FF2B5EF4-FFF2-40B4-BE49-F238E27FC236}">
                    <a16:creationId xmlns:a16="http://schemas.microsoft.com/office/drawing/2014/main" id="{68C089EC-7681-4F16-9FA5-7F823EFB17C4}"/>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8" name="Rectangle 87">
                <a:extLst>
                  <a:ext uri="{FF2B5EF4-FFF2-40B4-BE49-F238E27FC236}">
                    <a16:creationId xmlns:a16="http://schemas.microsoft.com/office/drawing/2014/main" id="{F10EF00F-A1A5-40C1-B637-325FD8A10E8F}"/>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Rectangle 88">
                <a:extLst>
                  <a:ext uri="{FF2B5EF4-FFF2-40B4-BE49-F238E27FC236}">
                    <a16:creationId xmlns:a16="http://schemas.microsoft.com/office/drawing/2014/main" id="{A13F9C46-6E52-4874-A49D-4ECA67263D72}"/>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0" name="Rectangle 89">
                <a:extLst>
                  <a:ext uri="{FF2B5EF4-FFF2-40B4-BE49-F238E27FC236}">
                    <a16:creationId xmlns:a16="http://schemas.microsoft.com/office/drawing/2014/main" id="{CDEB61B7-F785-43EB-ABB2-CB2EA6948150}"/>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0" name="Group 79">
              <a:extLst>
                <a:ext uri="{FF2B5EF4-FFF2-40B4-BE49-F238E27FC236}">
                  <a16:creationId xmlns:a16="http://schemas.microsoft.com/office/drawing/2014/main" id="{F70D2176-0654-461A-B090-90525D977562}"/>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81" name="Rectangle 80">
                <a:extLst>
                  <a:ext uri="{FF2B5EF4-FFF2-40B4-BE49-F238E27FC236}">
                    <a16:creationId xmlns:a16="http://schemas.microsoft.com/office/drawing/2014/main" id="{F7195D3B-1046-4A6C-A9C2-460E7F42846E}"/>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2" name="Rectangle 81">
                <a:extLst>
                  <a:ext uri="{FF2B5EF4-FFF2-40B4-BE49-F238E27FC236}">
                    <a16:creationId xmlns:a16="http://schemas.microsoft.com/office/drawing/2014/main" id="{C2BB2618-EFB6-45A7-8DEB-1418358E4C7B}"/>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3" name="Rectangle 82">
                <a:extLst>
                  <a:ext uri="{FF2B5EF4-FFF2-40B4-BE49-F238E27FC236}">
                    <a16:creationId xmlns:a16="http://schemas.microsoft.com/office/drawing/2014/main" id="{F6E153FF-6C61-4DA6-9112-36B32668FFB7}"/>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4" name="Rectangle 83">
                <a:extLst>
                  <a:ext uri="{FF2B5EF4-FFF2-40B4-BE49-F238E27FC236}">
                    <a16:creationId xmlns:a16="http://schemas.microsoft.com/office/drawing/2014/main" id="{B6AFB210-A670-4DD0-A7D8-B3C42F4D2AA4}"/>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25" name="Group 124">
            <a:extLst>
              <a:ext uri="{FF2B5EF4-FFF2-40B4-BE49-F238E27FC236}">
                <a16:creationId xmlns:a16="http://schemas.microsoft.com/office/drawing/2014/main" id="{E8E0C82B-B583-4E0B-86EE-0DCDA9AD527B}"/>
              </a:ext>
            </a:extLst>
          </p:cNvPr>
          <p:cNvGrpSpPr/>
          <p:nvPr/>
        </p:nvGrpSpPr>
        <p:grpSpPr>
          <a:xfrm>
            <a:off x="6814894" y="2826052"/>
            <a:ext cx="972362" cy="996093"/>
            <a:chOff x="2274846" y="1095709"/>
            <a:chExt cx="1352962" cy="1355911"/>
          </a:xfrm>
          <a:effectLst>
            <a:outerShdw blurRad="50800" dist="38100" dir="2700000" algn="tl" rotWithShape="0">
              <a:prstClr val="black">
                <a:alpha val="40000"/>
              </a:prstClr>
            </a:outerShdw>
          </a:effectLst>
        </p:grpSpPr>
        <p:sp>
          <p:nvSpPr>
            <p:cNvPr id="132" name="Rectangle 131">
              <a:extLst>
                <a:ext uri="{FF2B5EF4-FFF2-40B4-BE49-F238E27FC236}">
                  <a16:creationId xmlns:a16="http://schemas.microsoft.com/office/drawing/2014/main" id="{BDC6385E-6BCD-48B4-B9B1-7B6EDC4A205D}"/>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50C8A170-8E89-407F-A8A0-B54859E8F22A}"/>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4" name="Rectangle 133">
              <a:extLst>
                <a:ext uri="{FF2B5EF4-FFF2-40B4-BE49-F238E27FC236}">
                  <a16:creationId xmlns:a16="http://schemas.microsoft.com/office/drawing/2014/main" id="{A06FBD81-D91A-4DB9-8A25-22EB7B84209B}"/>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5" name="Rectangle 134">
              <a:extLst>
                <a:ext uri="{FF2B5EF4-FFF2-40B4-BE49-F238E27FC236}">
                  <a16:creationId xmlns:a16="http://schemas.microsoft.com/office/drawing/2014/main" id="{67274E79-FFC6-4417-A623-0963C552B842}"/>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6" name="Rectangle 135">
              <a:extLst>
                <a:ext uri="{FF2B5EF4-FFF2-40B4-BE49-F238E27FC236}">
                  <a16:creationId xmlns:a16="http://schemas.microsoft.com/office/drawing/2014/main" id="{96611F64-B163-47AE-83A1-27D4B2FE3FA8}"/>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7" name="Rectangle 136">
              <a:extLst>
                <a:ext uri="{FF2B5EF4-FFF2-40B4-BE49-F238E27FC236}">
                  <a16:creationId xmlns:a16="http://schemas.microsoft.com/office/drawing/2014/main" id="{64D57EFB-62B5-44E9-ADEF-93D949F14E19}"/>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6" name="Group 125">
            <a:extLst>
              <a:ext uri="{FF2B5EF4-FFF2-40B4-BE49-F238E27FC236}">
                <a16:creationId xmlns:a16="http://schemas.microsoft.com/office/drawing/2014/main" id="{5A2A16C6-384E-44C5-8263-F5EF767091EC}"/>
              </a:ext>
            </a:extLst>
          </p:cNvPr>
          <p:cNvGrpSpPr/>
          <p:nvPr/>
        </p:nvGrpSpPr>
        <p:grpSpPr>
          <a:xfrm>
            <a:off x="6836035" y="4482260"/>
            <a:ext cx="972486" cy="996093"/>
            <a:chOff x="9356965" y="2466176"/>
            <a:chExt cx="1353133" cy="1353312"/>
          </a:xfrm>
          <a:effectLst>
            <a:outerShdw blurRad="50800" dist="38100" dir="2700000" algn="tl" rotWithShape="0">
              <a:prstClr val="black">
                <a:alpha val="40000"/>
              </a:prstClr>
            </a:outerShdw>
          </a:effectLst>
        </p:grpSpPr>
        <p:sp>
          <p:nvSpPr>
            <p:cNvPr id="127" name="Rectangle 126">
              <a:extLst>
                <a:ext uri="{FF2B5EF4-FFF2-40B4-BE49-F238E27FC236}">
                  <a16:creationId xmlns:a16="http://schemas.microsoft.com/office/drawing/2014/main" id="{4165EDEB-2745-4E9F-B80D-A49275D1AE4C}"/>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8" name="Rectangle 127">
              <a:extLst>
                <a:ext uri="{FF2B5EF4-FFF2-40B4-BE49-F238E27FC236}">
                  <a16:creationId xmlns:a16="http://schemas.microsoft.com/office/drawing/2014/main" id="{51D04315-CD76-40D5-BA1A-87D1B1400B46}"/>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9" name="Rectangle 128">
              <a:extLst>
                <a:ext uri="{FF2B5EF4-FFF2-40B4-BE49-F238E27FC236}">
                  <a16:creationId xmlns:a16="http://schemas.microsoft.com/office/drawing/2014/main" id="{D3CAB0D7-9EF0-4396-9AA4-F337EB3EEF0E}"/>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0" name="Rectangle 129">
              <a:extLst>
                <a:ext uri="{FF2B5EF4-FFF2-40B4-BE49-F238E27FC236}">
                  <a16:creationId xmlns:a16="http://schemas.microsoft.com/office/drawing/2014/main" id="{7E84FBE6-5751-40FF-9716-0D7F0F4CEC8C}"/>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F78C0DFF-543E-44C8-962A-CA7173D89699}"/>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1711792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a:extLst>
              <a:ext uri="{FF2B5EF4-FFF2-40B4-BE49-F238E27FC236}">
                <a16:creationId xmlns:a16="http://schemas.microsoft.com/office/drawing/2014/main" id="{9E2541CA-493B-4106-B785-D1B2B9C1D713}"/>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65" name="TextBox 64">
            <a:extLst>
              <a:ext uri="{FF2B5EF4-FFF2-40B4-BE49-F238E27FC236}">
                <a16:creationId xmlns:a16="http://schemas.microsoft.com/office/drawing/2014/main" id="{C60360EC-9FB8-46B3-9492-D53FF79690EE}"/>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66" name="Group 65">
            <a:extLst>
              <a:ext uri="{FF2B5EF4-FFF2-40B4-BE49-F238E27FC236}">
                <a16:creationId xmlns:a16="http://schemas.microsoft.com/office/drawing/2014/main" id="{C41CBE94-188A-4CA8-BD2C-37564B890E32}"/>
              </a:ext>
            </a:extLst>
          </p:cNvPr>
          <p:cNvGrpSpPr/>
          <p:nvPr/>
        </p:nvGrpSpPr>
        <p:grpSpPr>
          <a:xfrm>
            <a:off x="3846526" y="2292601"/>
            <a:ext cx="736657" cy="1332800"/>
            <a:chOff x="3800723" y="2591968"/>
            <a:chExt cx="736657" cy="1332800"/>
          </a:xfrm>
        </p:grpSpPr>
        <p:sp>
          <p:nvSpPr>
            <p:cNvPr id="67" name="Rectangle: Rounded Corners 66">
              <a:extLst>
                <a:ext uri="{FF2B5EF4-FFF2-40B4-BE49-F238E27FC236}">
                  <a16:creationId xmlns:a16="http://schemas.microsoft.com/office/drawing/2014/main" id="{9605B65A-BDBF-4F7C-AEA4-3EBECD6DB9B5}"/>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E8497F66-550A-4AB7-B350-21F8277341D1}"/>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76CAB623-24F7-43EE-A053-D30E23749D04}"/>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1E29A0D1-69DC-48A5-AB08-8AD9C84E8975}"/>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0EC2E561-5781-49CE-8B98-6AD78F5611B7}"/>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73" name="TextBox 72">
              <a:extLst>
                <a:ext uri="{FF2B5EF4-FFF2-40B4-BE49-F238E27FC236}">
                  <a16:creationId xmlns:a16="http://schemas.microsoft.com/office/drawing/2014/main" id="{06175406-16E5-4A6B-BA45-7CA75DB909C8}"/>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74" name="TextBox 73">
            <a:extLst>
              <a:ext uri="{FF2B5EF4-FFF2-40B4-BE49-F238E27FC236}">
                <a16:creationId xmlns:a16="http://schemas.microsoft.com/office/drawing/2014/main" id="{13EA05C9-5C56-4A97-905A-AF319C8A7C2F}"/>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75" name="Rectangle 74">
            <a:extLst>
              <a:ext uri="{FF2B5EF4-FFF2-40B4-BE49-F238E27FC236}">
                <a16:creationId xmlns:a16="http://schemas.microsoft.com/office/drawing/2014/main" id="{9730DB57-D9B9-4A72-9306-A9B480A2A667}"/>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76" name="Group 75">
            <a:extLst>
              <a:ext uri="{FF2B5EF4-FFF2-40B4-BE49-F238E27FC236}">
                <a16:creationId xmlns:a16="http://schemas.microsoft.com/office/drawing/2014/main" id="{25D2BC8B-8304-4BF7-92DB-6A6F55284639}"/>
              </a:ext>
            </a:extLst>
          </p:cNvPr>
          <p:cNvGrpSpPr/>
          <p:nvPr/>
        </p:nvGrpSpPr>
        <p:grpSpPr>
          <a:xfrm>
            <a:off x="1198103" y="2269115"/>
            <a:ext cx="1985668" cy="2922976"/>
            <a:chOff x="1172407" y="197026"/>
            <a:chExt cx="1292387" cy="1930154"/>
          </a:xfrm>
        </p:grpSpPr>
        <p:grpSp>
          <p:nvGrpSpPr>
            <p:cNvPr id="77" name="Group 76">
              <a:extLst>
                <a:ext uri="{FF2B5EF4-FFF2-40B4-BE49-F238E27FC236}">
                  <a16:creationId xmlns:a16="http://schemas.microsoft.com/office/drawing/2014/main" id="{9DCD53E0-D95D-4689-8D61-B8E0D0CCE9BB}"/>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44" name="Rectangle 143">
                <a:extLst>
                  <a:ext uri="{FF2B5EF4-FFF2-40B4-BE49-F238E27FC236}">
                    <a16:creationId xmlns:a16="http://schemas.microsoft.com/office/drawing/2014/main" id="{A95B2329-FA57-4C5F-8F8B-999E5251416D}"/>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C0D71587-DA57-4625-8395-9DAE38EF3D1B}"/>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6" name="Rectangle 145">
                <a:extLst>
                  <a:ext uri="{FF2B5EF4-FFF2-40B4-BE49-F238E27FC236}">
                    <a16:creationId xmlns:a16="http://schemas.microsoft.com/office/drawing/2014/main" id="{A1C4CE85-485A-44E3-A720-4A8DCB53D7CA}"/>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7" name="Rectangle 146">
                <a:extLst>
                  <a:ext uri="{FF2B5EF4-FFF2-40B4-BE49-F238E27FC236}">
                    <a16:creationId xmlns:a16="http://schemas.microsoft.com/office/drawing/2014/main" id="{58C8C803-A429-4E88-8C52-F2CBB65238C2}"/>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8" name="Rectangle 147">
                <a:extLst>
                  <a:ext uri="{FF2B5EF4-FFF2-40B4-BE49-F238E27FC236}">
                    <a16:creationId xmlns:a16="http://schemas.microsoft.com/office/drawing/2014/main" id="{C9DF32B5-8DC5-4EBD-8F9C-4FF0C1914465}"/>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9" name="Rectangle 148">
                <a:extLst>
                  <a:ext uri="{FF2B5EF4-FFF2-40B4-BE49-F238E27FC236}">
                    <a16:creationId xmlns:a16="http://schemas.microsoft.com/office/drawing/2014/main" id="{C6076B40-6A7C-41B9-8F50-9B40B8AC50D8}"/>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8" name="Group 77">
              <a:extLst>
                <a:ext uri="{FF2B5EF4-FFF2-40B4-BE49-F238E27FC236}">
                  <a16:creationId xmlns:a16="http://schemas.microsoft.com/office/drawing/2014/main" id="{1754297C-E5A4-4BD9-BBEE-CF5294A7F847}"/>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02" name="Rectangle 101">
                <a:extLst>
                  <a:ext uri="{FF2B5EF4-FFF2-40B4-BE49-F238E27FC236}">
                    <a16:creationId xmlns:a16="http://schemas.microsoft.com/office/drawing/2014/main" id="{8882C3C8-E89B-44FD-91D0-AA2754394C6A}"/>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72D088DF-E5AC-4393-8C13-746A426430A7}"/>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7A87E6EB-C834-408C-86A9-462F6D9CDC4C}"/>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CBCB312F-0359-4708-9C36-8CCD45E94590}"/>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AF27DCA5-20D1-4F6B-993D-E61D2BE37B0F}"/>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9" name="Group 78">
              <a:extLst>
                <a:ext uri="{FF2B5EF4-FFF2-40B4-BE49-F238E27FC236}">
                  <a16:creationId xmlns:a16="http://schemas.microsoft.com/office/drawing/2014/main" id="{711A38D6-5A57-47D7-A869-E85821C2A41E}"/>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97" name="Rectangle 96">
                <a:extLst>
                  <a:ext uri="{FF2B5EF4-FFF2-40B4-BE49-F238E27FC236}">
                    <a16:creationId xmlns:a16="http://schemas.microsoft.com/office/drawing/2014/main" id="{A8EF954C-DBCC-4338-AFE3-10D633A0B90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8" name="Rectangle 97">
                <a:extLst>
                  <a:ext uri="{FF2B5EF4-FFF2-40B4-BE49-F238E27FC236}">
                    <a16:creationId xmlns:a16="http://schemas.microsoft.com/office/drawing/2014/main" id="{855F67BA-5CE6-4CDF-8203-BC45D2EF0367}"/>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9" name="Rectangle 98">
                <a:extLst>
                  <a:ext uri="{FF2B5EF4-FFF2-40B4-BE49-F238E27FC236}">
                    <a16:creationId xmlns:a16="http://schemas.microsoft.com/office/drawing/2014/main" id="{8D7C2810-2F67-4E92-9B16-0F802BA031FE}"/>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0" name="Rectangle 99">
                <a:extLst>
                  <a:ext uri="{FF2B5EF4-FFF2-40B4-BE49-F238E27FC236}">
                    <a16:creationId xmlns:a16="http://schemas.microsoft.com/office/drawing/2014/main" id="{9E905C65-B899-42ED-96BF-04F29533E2FC}"/>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1" name="Rectangle 100">
                <a:extLst>
                  <a:ext uri="{FF2B5EF4-FFF2-40B4-BE49-F238E27FC236}">
                    <a16:creationId xmlns:a16="http://schemas.microsoft.com/office/drawing/2014/main" id="{67E5632B-BECD-4326-864C-DF42C6E2832E}"/>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0" name="Group 79">
              <a:extLst>
                <a:ext uri="{FF2B5EF4-FFF2-40B4-BE49-F238E27FC236}">
                  <a16:creationId xmlns:a16="http://schemas.microsoft.com/office/drawing/2014/main" id="{3006CAD8-6009-40C2-950E-C6A04D08954B}"/>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93" name="Rectangle 92">
                <a:extLst>
                  <a:ext uri="{FF2B5EF4-FFF2-40B4-BE49-F238E27FC236}">
                    <a16:creationId xmlns:a16="http://schemas.microsoft.com/office/drawing/2014/main" id="{1BFB32B9-BC37-4938-AB39-D4E48F2EC7F5}"/>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4" name="Rectangle 93">
                <a:extLst>
                  <a:ext uri="{FF2B5EF4-FFF2-40B4-BE49-F238E27FC236}">
                    <a16:creationId xmlns:a16="http://schemas.microsoft.com/office/drawing/2014/main" id="{37DDA153-0016-44B1-A7FD-AA02AD3A7961}"/>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5" name="Rectangle 94">
                <a:extLst>
                  <a:ext uri="{FF2B5EF4-FFF2-40B4-BE49-F238E27FC236}">
                    <a16:creationId xmlns:a16="http://schemas.microsoft.com/office/drawing/2014/main" id="{2E163784-9BE5-4E97-BC9F-470BF0445EDA}"/>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6" name="Rectangle 95">
                <a:extLst>
                  <a:ext uri="{FF2B5EF4-FFF2-40B4-BE49-F238E27FC236}">
                    <a16:creationId xmlns:a16="http://schemas.microsoft.com/office/drawing/2014/main" id="{828193B2-56F2-44EA-BE80-D44C89574BDB}"/>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1" name="Group 80">
              <a:extLst>
                <a:ext uri="{FF2B5EF4-FFF2-40B4-BE49-F238E27FC236}">
                  <a16:creationId xmlns:a16="http://schemas.microsoft.com/office/drawing/2014/main" id="{E29AF607-07AE-41AB-8E21-8EE7360A9F07}"/>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87" name="Rectangle 86">
                <a:extLst>
                  <a:ext uri="{FF2B5EF4-FFF2-40B4-BE49-F238E27FC236}">
                    <a16:creationId xmlns:a16="http://schemas.microsoft.com/office/drawing/2014/main" id="{B906A6C1-A0BF-4AF8-B15A-8B6DC8E36318}"/>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8" name="Rectangle 87">
                <a:extLst>
                  <a:ext uri="{FF2B5EF4-FFF2-40B4-BE49-F238E27FC236}">
                    <a16:creationId xmlns:a16="http://schemas.microsoft.com/office/drawing/2014/main" id="{B9B50B59-51B8-4FBF-B5EE-9830F830B46B}"/>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Rectangle 88">
                <a:extLst>
                  <a:ext uri="{FF2B5EF4-FFF2-40B4-BE49-F238E27FC236}">
                    <a16:creationId xmlns:a16="http://schemas.microsoft.com/office/drawing/2014/main" id="{1BC3CEF9-77EE-4D48-AE0F-10325DA3EBC7}"/>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0" name="Rectangle 89">
                <a:extLst>
                  <a:ext uri="{FF2B5EF4-FFF2-40B4-BE49-F238E27FC236}">
                    <a16:creationId xmlns:a16="http://schemas.microsoft.com/office/drawing/2014/main" id="{A553C6CA-99C5-4634-96DF-90B7EE6577AA}"/>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1" name="Rectangle 90">
                <a:extLst>
                  <a:ext uri="{FF2B5EF4-FFF2-40B4-BE49-F238E27FC236}">
                    <a16:creationId xmlns:a16="http://schemas.microsoft.com/office/drawing/2014/main" id="{D4AA9E4C-319D-4F5E-8D97-3D26DEFE5EB5}"/>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2" name="Rectangle 91">
                <a:extLst>
                  <a:ext uri="{FF2B5EF4-FFF2-40B4-BE49-F238E27FC236}">
                    <a16:creationId xmlns:a16="http://schemas.microsoft.com/office/drawing/2014/main" id="{A8C91CB6-3ABB-4623-8146-586606DAC8BD}"/>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2" name="Group 81">
              <a:extLst>
                <a:ext uri="{FF2B5EF4-FFF2-40B4-BE49-F238E27FC236}">
                  <a16:creationId xmlns:a16="http://schemas.microsoft.com/office/drawing/2014/main" id="{05D00392-6000-40AA-850D-0693D472F89E}"/>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83" name="Rectangle 82">
                <a:extLst>
                  <a:ext uri="{FF2B5EF4-FFF2-40B4-BE49-F238E27FC236}">
                    <a16:creationId xmlns:a16="http://schemas.microsoft.com/office/drawing/2014/main" id="{6CD7BFEE-CEF9-47FC-9D77-FE643127D973}"/>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4" name="Rectangle 83">
                <a:extLst>
                  <a:ext uri="{FF2B5EF4-FFF2-40B4-BE49-F238E27FC236}">
                    <a16:creationId xmlns:a16="http://schemas.microsoft.com/office/drawing/2014/main" id="{2600923C-EE1A-4164-8F60-D31870ADFE44}"/>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5" name="Rectangle 84">
                <a:extLst>
                  <a:ext uri="{FF2B5EF4-FFF2-40B4-BE49-F238E27FC236}">
                    <a16:creationId xmlns:a16="http://schemas.microsoft.com/office/drawing/2014/main" id="{A5639D4A-94DB-40C5-A6C4-2AF2DD2F90CC}"/>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Rectangle 85">
                <a:extLst>
                  <a:ext uri="{FF2B5EF4-FFF2-40B4-BE49-F238E27FC236}">
                    <a16:creationId xmlns:a16="http://schemas.microsoft.com/office/drawing/2014/main" id="{727CFC41-1FA3-4FF4-B977-8D839F79EB4A}"/>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50" name="Group 149">
            <a:extLst>
              <a:ext uri="{FF2B5EF4-FFF2-40B4-BE49-F238E27FC236}">
                <a16:creationId xmlns:a16="http://schemas.microsoft.com/office/drawing/2014/main" id="{1B163871-0616-4937-A9EA-208670D94711}"/>
              </a:ext>
            </a:extLst>
          </p:cNvPr>
          <p:cNvGrpSpPr/>
          <p:nvPr/>
        </p:nvGrpSpPr>
        <p:grpSpPr>
          <a:xfrm>
            <a:off x="6835912" y="3486167"/>
            <a:ext cx="972609" cy="1992186"/>
            <a:chOff x="6835912" y="3486167"/>
            <a:chExt cx="972609" cy="1992186"/>
          </a:xfrm>
          <a:effectLst>
            <a:outerShdw blurRad="50800" dist="38100" dir="2700000" algn="tl" rotWithShape="0">
              <a:prstClr val="black">
                <a:alpha val="40000"/>
              </a:prstClr>
            </a:outerShdw>
          </a:effectLst>
        </p:grpSpPr>
        <p:grpSp>
          <p:nvGrpSpPr>
            <p:cNvPr id="151" name="Group 150">
              <a:extLst>
                <a:ext uri="{FF2B5EF4-FFF2-40B4-BE49-F238E27FC236}">
                  <a16:creationId xmlns:a16="http://schemas.microsoft.com/office/drawing/2014/main" id="{2DEECD4B-39B7-4DCC-83DD-AD1AE004B19D}"/>
                </a:ext>
              </a:extLst>
            </p:cNvPr>
            <p:cNvGrpSpPr/>
            <p:nvPr/>
          </p:nvGrpSpPr>
          <p:grpSpPr>
            <a:xfrm>
              <a:off x="6835912" y="3486167"/>
              <a:ext cx="972362" cy="996093"/>
              <a:chOff x="2274846" y="1095709"/>
              <a:chExt cx="1352962" cy="1355911"/>
            </a:xfrm>
            <a:effectLst/>
          </p:grpSpPr>
          <p:sp>
            <p:nvSpPr>
              <p:cNvPr id="171" name="Rectangle 170">
                <a:extLst>
                  <a:ext uri="{FF2B5EF4-FFF2-40B4-BE49-F238E27FC236}">
                    <a16:creationId xmlns:a16="http://schemas.microsoft.com/office/drawing/2014/main" id="{ED4D3EDC-CE88-4E1D-87CA-1E83F175292A}"/>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C49A8617-208B-4A10-81E4-A66DBBD94631}"/>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CE8801A3-CDB0-4C28-8D07-B46792242414}"/>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21408BCB-E28E-4FF8-9DFA-8AAA9AB4AF46}"/>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A3875406-BE07-4286-965F-DDD475F381D5}"/>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8F7ECAE1-84BA-4AF0-8C95-375000123280}"/>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2" name="Group 151">
              <a:extLst>
                <a:ext uri="{FF2B5EF4-FFF2-40B4-BE49-F238E27FC236}">
                  <a16:creationId xmlns:a16="http://schemas.microsoft.com/office/drawing/2014/main" id="{E51926AA-E54B-4914-A3F0-CFEAC027A420}"/>
                </a:ext>
              </a:extLst>
            </p:cNvPr>
            <p:cNvGrpSpPr/>
            <p:nvPr/>
          </p:nvGrpSpPr>
          <p:grpSpPr>
            <a:xfrm>
              <a:off x="6836035" y="4482260"/>
              <a:ext cx="972486" cy="996093"/>
              <a:chOff x="9356965" y="2466176"/>
              <a:chExt cx="1353133" cy="1353312"/>
            </a:xfrm>
            <a:effectLst/>
          </p:grpSpPr>
          <p:sp>
            <p:nvSpPr>
              <p:cNvPr id="166" name="Rectangle 165">
                <a:extLst>
                  <a:ext uri="{FF2B5EF4-FFF2-40B4-BE49-F238E27FC236}">
                    <a16:creationId xmlns:a16="http://schemas.microsoft.com/office/drawing/2014/main" id="{F1312E30-6983-48F6-9E45-94ED2BD1CC59}"/>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43C00ABE-8CF1-459F-9019-E6AB4D2C6AEC}"/>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1D3CD8FE-70F9-44E2-9E5A-0E4A75FDC226}"/>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2C6257DF-BB85-4D5E-B68A-3BA3B6C5614C}"/>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484A7616-085C-444E-A466-C9B77692363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283952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extBox 68">
            <a:extLst>
              <a:ext uri="{FF2B5EF4-FFF2-40B4-BE49-F238E27FC236}">
                <a16:creationId xmlns:a16="http://schemas.microsoft.com/office/drawing/2014/main" id="{A3062555-5CBE-40BB-A876-7DE04DAF7AE9}"/>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70" name="TextBox 69">
            <a:extLst>
              <a:ext uri="{FF2B5EF4-FFF2-40B4-BE49-F238E27FC236}">
                <a16:creationId xmlns:a16="http://schemas.microsoft.com/office/drawing/2014/main" id="{5283E867-4EB8-4FAE-9927-94B8D3EA0925}"/>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71" name="Group 70">
            <a:extLst>
              <a:ext uri="{FF2B5EF4-FFF2-40B4-BE49-F238E27FC236}">
                <a16:creationId xmlns:a16="http://schemas.microsoft.com/office/drawing/2014/main" id="{312ABF01-3F25-4E1A-BAEC-AFE88E80E938}"/>
              </a:ext>
            </a:extLst>
          </p:cNvPr>
          <p:cNvGrpSpPr/>
          <p:nvPr/>
        </p:nvGrpSpPr>
        <p:grpSpPr>
          <a:xfrm>
            <a:off x="3846526" y="2292601"/>
            <a:ext cx="736657" cy="1332800"/>
            <a:chOff x="3800723" y="2591968"/>
            <a:chExt cx="736657" cy="1332800"/>
          </a:xfrm>
        </p:grpSpPr>
        <p:sp>
          <p:nvSpPr>
            <p:cNvPr id="72" name="Rectangle: Rounded Corners 71">
              <a:extLst>
                <a:ext uri="{FF2B5EF4-FFF2-40B4-BE49-F238E27FC236}">
                  <a16:creationId xmlns:a16="http://schemas.microsoft.com/office/drawing/2014/main" id="{61BDBC7B-7995-4B09-8D00-E1A32594172A}"/>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5ADE5622-61DC-460C-BBB4-CF5A4AD20CCF}"/>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Rounded Corners 73">
              <a:extLst>
                <a:ext uri="{FF2B5EF4-FFF2-40B4-BE49-F238E27FC236}">
                  <a16:creationId xmlns:a16="http://schemas.microsoft.com/office/drawing/2014/main" id="{8C7D1E92-12E8-4CC8-84E6-0905213A998A}"/>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A2828BFA-E81D-49A7-88DA-E0FDF66F97F5}"/>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86D13923-DB94-4662-8F07-B45BBF3CBBD5}"/>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33" name="TextBox 132">
              <a:extLst>
                <a:ext uri="{FF2B5EF4-FFF2-40B4-BE49-F238E27FC236}">
                  <a16:creationId xmlns:a16="http://schemas.microsoft.com/office/drawing/2014/main" id="{67030323-C2D3-4251-A558-187479268EAB}"/>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34" name="TextBox 133">
            <a:extLst>
              <a:ext uri="{FF2B5EF4-FFF2-40B4-BE49-F238E27FC236}">
                <a16:creationId xmlns:a16="http://schemas.microsoft.com/office/drawing/2014/main" id="{FDAC6530-D282-4834-8B25-AC8D598DBF27}"/>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35" name="Rectangle 134">
            <a:extLst>
              <a:ext uri="{FF2B5EF4-FFF2-40B4-BE49-F238E27FC236}">
                <a16:creationId xmlns:a16="http://schemas.microsoft.com/office/drawing/2014/main" id="{327461C5-9D8A-4CED-8A5B-ECAA4FEBDB19}"/>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6" name="Group 135">
            <a:extLst>
              <a:ext uri="{FF2B5EF4-FFF2-40B4-BE49-F238E27FC236}">
                <a16:creationId xmlns:a16="http://schemas.microsoft.com/office/drawing/2014/main" id="{04245279-2053-445C-B37B-0D84EF5958B8}"/>
              </a:ext>
            </a:extLst>
          </p:cNvPr>
          <p:cNvGrpSpPr/>
          <p:nvPr/>
        </p:nvGrpSpPr>
        <p:grpSpPr>
          <a:xfrm>
            <a:off x="1198103" y="2269115"/>
            <a:ext cx="1985668" cy="2922976"/>
            <a:chOff x="1172407" y="197026"/>
            <a:chExt cx="1292387" cy="1930154"/>
          </a:xfrm>
        </p:grpSpPr>
        <p:grpSp>
          <p:nvGrpSpPr>
            <p:cNvPr id="137" name="Group 136">
              <a:extLst>
                <a:ext uri="{FF2B5EF4-FFF2-40B4-BE49-F238E27FC236}">
                  <a16:creationId xmlns:a16="http://schemas.microsoft.com/office/drawing/2014/main" id="{D885C557-5227-41C3-9E26-EB96D9F5EDAB}"/>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67" name="Rectangle 166">
                <a:extLst>
                  <a:ext uri="{FF2B5EF4-FFF2-40B4-BE49-F238E27FC236}">
                    <a16:creationId xmlns:a16="http://schemas.microsoft.com/office/drawing/2014/main" id="{0FC22984-D049-4612-BC7D-1BE1586F8046}"/>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44E4FA86-DB02-4610-AC60-6EE02527A684}"/>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8F6CAF98-414E-4276-A3E2-BF2CADCA8F9F}"/>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3D976933-DDF6-4A3B-87BA-BEB0055BA988}"/>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803A4EBA-2B4D-47FD-98ED-5F4FA915AC36}"/>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15D264C0-520D-420A-851B-DD45D9B13C1F}"/>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8" name="Group 137">
              <a:extLst>
                <a:ext uri="{FF2B5EF4-FFF2-40B4-BE49-F238E27FC236}">
                  <a16:creationId xmlns:a16="http://schemas.microsoft.com/office/drawing/2014/main" id="{A03B300E-1835-4A57-B3FF-2DA04E298DC0}"/>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62" name="Rectangle 161">
                <a:extLst>
                  <a:ext uri="{FF2B5EF4-FFF2-40B4-BE49-F238E27FC236}">
                    <a16:creationId xmlns:a16="http://schemas.microsoft.com/office/drawing/2014/main" id="{8B5EA815-2FB6-45F5-BC76-AAC68D2FC31D}"/>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3" name="Rectangle 162">
                <a:extLst>
                  <a:ext uri="{FF2B5EF4-FFF2-40B4-BE49-F238E27FC236}">
                    <a16:creationId xmlns:a16="http://schemas.microsoft.com/office/drawing/2014/main" id="{DC177477-E7CF-439A-987C-BE0ED83D19E6}"/>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4" name="Rectangle 163">
                <a:extLst>
                  <a:ext uri="{FF2B5EF4-FFF2-40B4-BE49-F238E27FC236}">
                    <a16:creationId xmlns:a16="http://schemas.microsoft.com/office/drawing/2014/main" id="{CAC89965-2C4B-4314-A440-3683F0F1F93D}"/>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5" name="Rectangle 164">
                <a:extLst>
                  <a:ext uri="{FF2B5EF4-FFF2-40B4-BE49-F238E27FC236}">
                    <a16:creationId xmlns:a16="http://schemas.microsoft.com/office/drawing/2014/main" id="{EF0AFAA3-0DE3-41D6-A602-42119EE3EFCC}"/>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D06BC4D2-1720-4943-AA23-4F7CBD69B5B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9" name="Group 138">
              <a:extLst>
                <a:ext uri="{FF2B5EF4-FFF2-40B4-BE49-F238E27FC236}">
                  <a16:creationId xmlns:a16="http://schemas.microsoft.com/office/drawing/2014/main" id="{88D09099-0765-4AC1-A127-D6FDE9DF7C22}"/>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157" name="Rectangle 156">
                <a:extLst>
                  <a:ext uri="{FF2B5EF4-FFF2-40B4-BE49-F238E27FC236}">
                    <a16:creationId xmlns:a16="http://schemas.microsoft.com/office/drawing/2014/main" id="{71165A62-3FFE-41EC-BF57-6E8525CFCF6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8" name="Rectangle 157">
                <a:extLst>
                  <a:ext uri="{FF2B5EF4-FFF2-40B4-BE49-F238E27FC236}">
                    <a16:creationId xmlns:a16="http://schemas.microsoft.com/office/drawing/2014/main" id="{E15D38BE-F670-4BD7-A520-4344C79BEACD}"/>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9" name="Rectangle 158">
                <a:extLst>
                  <a:ext uri="{FF2B5EF4-FFF2-40B4-BE49-F238E27FC236}">
                    <a16:creationId xmlns:a16="http://schemas.microsoft.com/office/drawing/2014/main" id="{1E8B94E3-AEF6-48E0-B43B-7835D0FC7E41}"/>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59">
                <a:extLst>
                  <a:ext uri="{FF2B5EF4-FFF2-40B4-BE49-F238E27FC236}">
                    <a16:creationId xmlns:a16="http://schemas.microsoft.com/office/drawing/2014/main" id="{45E813CE-8C56-4BF2-AD8E-19B045A7E71A}"/>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259EC45F-9922-48DB-9E4C-F9B5019E7604}"/>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0" name="Group 139">
              <a:extLst>
                <a:ext uri="{FF2B5EF4-FFF2-40B4-BE49-F238E27FC236}">
                  <a16:creationId xmlns:a16="http://schemas.microsoft.com/office/drawing/2014/main" id="{97456951-26AE-4653-AB69-AC884C9B766A}"/>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153" name="Rectangle 152">
                <a:extLst>
                  <a:ext uri="{FF2B5EF4-FFF2-40B4-BE49-F238E27FC236}">
                    <a16:creationId xmlns:a16="http://schemas.microsoft.com/office/drawing/2014/main" id="{5658D884-FF72-48D6-A8FB-C74EB49EFE93}"/>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4" name="Rectangle 153">
                <a:extLst>
                  <a:ext uri="{FF2B5EF4-FFF2-40B4-BE49-F238E27FC236}">
                    <a16:creationId xmlns:a16="http://schemas.microsoft.com/office/drawing/2014/main" id="{DC31DE2D-90E7-4486-BA73-3D72E7DE8B97}"/>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5" name="Rectangle 154">
                <a:extLst>
                  <a:ext uri="{FF2B5EF4-FFF2-40B4-BE49-F238E27FC236}">
                    <a16:creationId xmlns:a16="http://schemas.microsoft.com/office/drawing/2014/main" id="{A0F7DED0-3538-461B-ABF2-6061279C6088}"/>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6" name="Rectangle 155">
                <a:extLst>
                  <a:ext uri="{FF2B5EF4-FFF2-40B4-BE49-F238E27FC236}">
                    <a16:creationId xmlns:a16="http://schemas.microsoft.com/office/drawing/2014/main" id="{05153791-A646-42F7-AF53-3BAC95D64874}"/>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1" name="Group 140">
              <a:extLst>
                <a:ext uri="{FF2B5EF4-FFF2-40B4-BE49-F238E27FC236}">
                  <a16:creationId xmlns:a16="http://schemas.microsoft.com/office/drawing/2014/main" id="{C3A8DE5D-7073-4EB1-87C5-856FD378D1B3}"/>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147" name="Rectangle 146">
                <a:extLst>
                  <a:ext uri="{FF2B5EF4-FFF2-40B4-BE49-F238E27FC236}">
                    <a16:creationId xmlns:a16="http://schemas.microsoft.com/office/drawing/2014/main" id="{3CDB4EA2-3A49-4741-87CA-3ADCFE7E2A5B}"/>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8" name="Rectangle 147">
                <a:extLst>
                  <a:ext uri="{FF2B5EF4-FFF2-40B4-BE49-F238E27FC236}">
                    <a16:creationId xmlns:a16="http://schemas.microsoft.com/office/drawing/2014/main" id="{5C48A548-222F-478E-995A-801CAC345B34}"/>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9" name="Rectangle 148">
                <a:extLst>
                  <a:ext uri="{FF2B5EF4-FFF2-40B4-BE49-F238E27FC236}">
                    <a16:creationId xmlns:a16="http://schemas.microsoft.com/office/drawing/2014/main" id="{9843746C-E855-4865-9790-CB14F01399CF}"/>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0" name="Rectangle 149">
                <a:extLst>
                  <a:ext uri="{FF2B5EF4-FFF2-40B4-BE49-F238E27FC236}">
                    <a16:creationId xmlns:a16="http://schemas.microsoft.com/office/drawing/2014/main" id="{C452C6AB-4156-46B0-8E63-3DF290B3185F}"/>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717027C2-4903-4FF6-937E-D4DB32EB8207}"/>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F165AAB4-B72F-4DE9-971F-2F7A302376E2}"/>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2" name="Group 141">
              <a:extLst>
                <a:ext uri="{FF2B5EF4-FFF2-40B4-BE49-F238E27FC236}">
                  <a16:creationId xmlns:a16="http://schemas.microsoft.com/office/drawing/2014/main" id="{B77397E5-C556-45FF-B3F3-D60A1F139904}"/>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143" name="Rectangle 142">
                <a:extLst>
                  <a:ext uri="{FF2B5EF4-FFF2-40B4-BE49-F238E27FC236}">
                    <a16:creationId xmlns:a16="http://schemas.microsoft.com/office/drawing/2014/main" id="{67D6A35A-F27E-41A9-BBDF-F07CCD852BAE}"/>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48F2D6CB-F059-4784-95F2-09E8EEDE709A}"/>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F92AD0C4-801B-48FD-86FD-8EDA08D72558}"/>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6" name="Rectangle 145">
                <a:extLst>
                  <a:ext uri="{FF2B5EF4-FFF2-40B4-BE49-F238E27FC236}">
                    <a16:creationId xmlns:a16="http://schemas.microsoft.com/office/drawing/2014/main" id="{F257E57D-07F9-4407-937D-BA5B18519685}"/>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73" name="Group 172">
            <a:extLst>
              <a:ext uri="{FF2B5EF4-FFF2-40B4-BE49-F238E27FC236}">
                <a16:creationId xmlns:a16="http://schemas.microsoft.com/office/drawing/2014/main" id="{12E310E6-2B56-46A8-9124-8C6D70FFA975}"/>
              </a:ext>
            </a:extLst>
          </p:cNvPr>
          <p:cNvGrpSpPr/>
          <p:nvPr/>
        </p:nvGrpSpPr>
        <p:grpSpPr>
          <a:xfrm>
            <a:off x="6835912" y="2484644"/>
            <a:ext cx="972609" cy="2993709"/>
            <a:chOff x="6835912" y="2484644"/>
            <a:chExt cx="972609" cy="2993709"/>
          </a:xfrm>
          <a:effectLst>
            <a:outerShdw blurRad="50800" dist="38100" dir="2700000" algn="tl" rotWithShape="0">
              <a:prstClr val="black">
                <a:alpha val="40000"/>
              </a:prstClr>
            </a:outerShdw>
          </a:effectLst>
        </p:grpSpPr>
        <p:grpSp>
          <p:nvGrpSpPr>
            <p:cNvPr id="174" name="Group 173">
              <a:extLst>
                <a:ext uri="{FF2B5EF4-FFF2-40B4-BE49-F238E27FC236}">
                  <a16:creationId xmlns:a16="http://schemas.microsoft.com/office/drawing/2014/main" id="{AFCE6925-FCB2-4AA6-AAA1-E843169132C1}"/>
                </a:ext>
              </a:extLst>
            </p:cNvPr>
            <p:cNvGrpSpPr/>
            <p:nvPr/>
          </p:nvGrpSpPr>
          <p:grpSpPr>
            <a:xfrm>
              <a:off x="6835912" y="3486167"/>
              <a:ext cx="972362" cy="996093"/>
              <a:chOff x="2274846" y="1095709"/>
              <a:chExt cx="1352962" cy="1355911"/>
            </a:xfrm>
            <a:effectLst/>
          </p:grpSpPr>
          <p:sp>
            <p:nvSpPr>
              <p:cNvPr id="186" name="Rectangle 185">
                <a:extLst>
                  <a:ext uri="{FF2B5EF4-FFF2-40B4-BE49-F238E27FC236}">
                    <a16:creationId xmlns:a16="http://schemas.microsoft.com/office/drawing/2014/main" id="{1A8127F0-165A-4E4E-B8E0-A6FEA476071F}"/>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7" name="Rectangle 186">
                <a:extLst>
                  <a:ext uri="{FF2B5EF4-FFF2-40B4-BE49-F238E27FC236}">
                    <a16:creationId xmlns:a16="http://schemas.microsoft.com/office/drawing/2014/main" id="{245CA974-0A23-457D-A4FA-A73F7A12BE3B}"/>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8" name="Rectangle 187">
                <a:extLst>
                  <a:ext uri="{FF2B5EF4-FFF2-40B4-BE49-F238E27FC236}">
                    <a16:creationId xmlns:a16="http://schemas.microsoft.com/office/drawing/2014/main" id="{0A771A36-D77C-4A6F-9B35-A2D6AE4C90EA}"/>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2AC2E873-2E07-4494-8722-0BE84D2BC9A6}"/>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E2C75FE7-9A34-4A95-8E83-35A5B4158C2F}"/>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1" name="Rectangle 190">
                <a:extLst>
                  <a:ext uri="{FF2B5EF4-FFF2-40B4-BE49-F238E27FC236}">
                    <a16:creationId xmlns:a16="http://schemas.microsoft.com/office/drawing/2014/main" id="{6D446E1F-7BE3-46C9-A0F7-0C3D178ABA57}"/>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75" name="Group 174">
              <a:extLst>
                <a:ext uri="{FF2B5EF4-FFF2-40B4-BE49-F238E27FC236}">
                  <a16:creationId xmlns:a16="http://schemas.microsoft.com/office/drawing/2014/main" id="{A4BBBF54-7B22-41D5-8B8F-ECF2F261273F}"/>
                </a:ext>
              </a:extLst>
            </p:cNvPr>
            <p:cNvGrpSpPr/>
            <p:nvPr/>
          </p:nvGrpSpPr>
          <p:grpSpPr>
            <a:xfrm>
              <a:off x="6836035" y="4482260"/>
              <a:ext cx="972486" cy="996093"/>
              <a:chOff x="9356965" y="2466176"/>
              <a:chExt cx="1353133" cy="1353312"/>
            </a:xfrm>
            <a:effectLst/>
          </p:grpSpPr>
          <p:sp>
            <p:nvSpPr>
              <p:cNvPr id="181" name="Rectangle 180">
                <a:extLst>
                  <a:ext uri="{FF2B5EF4-FFF2-40B4-BE49-F238E27FC236}">
                    <a16:creationId xmlns:a16="http://schemas.microsoft.com/office/drawing/2014/main" id="{04BD7CBE-D382-4339-AB91-75B73DE763FB}"/>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BCECF912-E752-418E-9E49-C6EA6417BC6F}"/>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ectangle 182">
                <a:extLst>
                  <a:ext uri="{FF2B5EF4-FFF2-40B4-BE49-F238E27FC236}">
                    <a16:creationId xmlns:a16="http://schemas.microsoft.com/office/drawing/2014/main" id="{245BCF3A-4326-4CCE-A9B0-EDF376BD1CD9}"/>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4" name="Rectangle 183">
                <a:extLst>
                  <a:ext uri="{FF2B5EF4-FFF2-40B4-BE49-F238E27FC236}">
                    <a16:creationId xmlns:a16="http://schemas.microsoft.com/office/drawing/2014/main" id="{412E1C38-6FFD-4443-A1F3-6AC1D47AFE86}"/>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Rectangle 184">
                <a:extLst>
                  <a:ext uri="{FF2B5EF4-FFF2-40B4-BE49-F238E27FC236}">
                    <a16:creationId xmlns:a16="http://schemas.microsoft.com/office/drawing/2014/main" id="{C3B38C11-AE79-4889-BC52-63E8164F7B2E}"/>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76" name="Group 175">
              <a:extLst>
                <a:ext uri="{FF2B5EF4-FFF2-40B4-BE49-F238E27FC236}">
                  <a16:creationId xmlns:a16="http://schemas.microsoft.com/office/drawing/2014/main" id="{8E2B28DB-C24E-44C4-9850-320A840ABEEA}"/>
                </a:ext>
              </a:extLst>
            </p:cNvPr>
            <p:cNvGrpSpPr/>
            <p:nvPr/>
          </p:nvGrpSpPr>
          <p:grpSpPr>
            <a:xfrm>
              <a:off x="6837431" y="2484644"/>
              <a:ext cx="968318" cy="999720"/>
              <a:chOff x="7605132" y="3950429"/>
              <a:chExt cx="1352962" cy="1353312"/>
            </a:xfrm>
            <a:effectLst/>
          </p:grpSpPr>
          <p:sp>
            <p:nvSpPr>
              <p:cNvPr id="177" name="Rectangle 176">
                <a:extLst>
                  <a:ext uri="{FF2B5EF4-FFF2-40B4-BE49-F238E27FC236}">
                    <a16:creationId xmlns:a16="http://schemas.microsoft.com/office/drawing/2014/main" id="{BC397964-C7C9-4F75-B373-FF8AE56A7F58}"/>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7018939C-A0D0-4FCC-8345-DD0831AA6108}"/>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EAE93333-0B0E-4D58-92B2-EC1F20863523}"/>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0E1ECD30-2CD1-4DA4-8FD9-D5AD0150BB53}"/>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292206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Box 80">
            <a:extLst>
              <a:ext uri="{FF2B5EF4-FFF2-40B4-BE49-F238E27FC236}">
                <a16:creationId xmlns:a16="http://schemas.microsoft.com/office/drawing/2014/main" id="{989A0522-D6B4-4EE2-A73B-E3F85C67C3AD}"/>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82" name="TextBox 81">
            <a:extLst>
              <a:ext uri="{FF2B5EF4-FFF2-40B4-BE49-F238E27FC236}">
                <a16:creationId xmlns:a16="http://schemas.microsoft.com/office/drawing/2014/main" id="{78DB5A20-7E51-4D55-AD3E-C13A667684A4}"/>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83" name="Group 82">
            <a:extLst>
              <a:ext uri="{FF2B5EF4-FFF2-40B4-BE49-F238E27FC236}">
                <a16:creationId xmlns:a16="http://schemas.microsoft.com/office/drawing/2014/main" id="{87496AB9-155B-478A-8D31-36F272B985C2}"/>
              </a:ext>
            </a:extLst>
          </p:cNvPr>
          <p:cNvGrpSpPr/>
          <p:nvPr/>
        </p:nvGrpSpPr>
        <p:grpSpPr>
          <a:xfrm>
            <a:off x="3846526" y="2292601"/>
            <a:ext cx="736657" cy="1332800"/>
            <a:chOff x="3800723" y="2591968"/>
            <a:chExt cx="736657" cy="1332800"/>
          </a:xfrm>
        </p:grpSpPr>
        <p:sp>
          <p:nvSpPr>
            <p:cNvPr id="84" name="Rectangle: Rounded Corners 83">
              <a:extLst>
                <a:ext uri="{FF2B5EF4-FFF2-40B4-BE49-F238E27FC236}">
                  <a16:creationId xmlns:a16="http://schemas.microsoft.com/office/drawing/2014/main" id="{88F7B0BB-1305-4378-AA34-70C0A210ADB5}"/>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AE37BF0-468B-41DA-B9B7-5C7B1F697926}"/>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Rounded Corners 85">
              <a:extLst>
                <a:ext uri="{FF2B5EF4-FFF2-40B4-BE49-F238E27FC236}">
                  <a16:creationId xmlns:a16="http://schemas.microsoft.com/office/drawing/2014/main" id="{A2FBDB9C-BFC3-4F63-950C-1EDE0AF27090}"/>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3F9D8D4-ECE9-4CF3-BA7A-A765C76A4310}"/>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E841EA7C-EA32-4509-BE87-FEEBB899EE53}"/>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9" name="TextBox 88">
              <a:extLst>
                <a:ext uri="{FF2B5EF4-FFF2-40B4-BE49-F238E27FC236}">
                  <a16:creationId xmlns:a16="http://schemas.microsoft.com/office/drawing/2014/main" id="{7647BB3C-E05F-446E-9E27-FA0AA93B2BD2}"/>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90" name="TextBox 89">
            <a:extLst>
              <a:ext uri="{FF2B5EF4-FFF2-40B4-BE49-F238E27FC236}">
                <a16:creationId xmlns:a16="http://schemas.microsoft.com/office/drawing/2014/main" id="{5B6BC4D8-112F-4F53-9E27-A870632AECAD}"/>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47" name="Rectangle 146">
            <a:extLst>
              <a:ext uri="{FF2B5EF4-FFF2-40B4-BE49-F238E27FC236}">
                <a16:creationId xmlns:a16="http://schemas.microsoft.com/office/drawing/2014/main" id="{2023CD2E-0532-4E27-A308-C98D4665EDBF}"/>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66" name="Group 165">
            <a:extLst>
              <a:ext uri="{FF2B5EF4-FFF2-40B4-BE49-F238E27FC236}">
                <a16:creationId xmlns:a16="http://schemas.microsoft.com/office/drawing/2014/main" id="{A7DE9F51-D85F-4688-AD14-B5CC6D866CDF}"/>
              </a:ext>
            </a:extLst>
          </p:cNvPr>
          <p:cNvGrpSpPr/>
          <p:nvPr/>
        </p:nvGrpSpPr>
        <p:grpSpPr>
          <a:xfrm>
            <a:off x="1198103" y="2269115"/>
            <a:ext cx="1985668" cy="2922976"/>
            <a:chOff x="1172407" y="197026"/>
            <a:chExt cx="1292387" cy="1930154"/>
          </a:xfrm>
        </p:grpSpPr>
        <p:grpSp>
          <p:nvGrpSpPr>
            <p:cNvPr id="167" name="Group 166">
              <a:extLst>
                <a:ext uri="{FF2B5EF4-FFF2-40B4-BE49-F238E27FC236}">
                  <a16:creationId xmlns:a16="http://schemas.microsoft.com/office/drawing/2014/main" id="{1A3FD772-9F2C-4692-8CC7-DAEF2E01263F}"/>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98" name="Rectangle 197">
                <a:extLst>
                  <a:ext uri="{FF2B5EF4-FFF2-40B4-BE49-F238E27FC236}">
                    <a16:creationId xmlns:a16="http://schemas.microsoft.com/office/drawing/2014/main" id="{BDADACCF-640D-4050-BEAF-155E256148E6}"/>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9" name="Rectangle 198">
                <a:extLst>
                  <a:ext uri="{FF2B5EF4-FFF2-40B4-BE49-F238E27FC236}">
                    <a16:creationId xmlns:a16="http://schemas.microsoft.com/office/drawing/2014/main" id="{F43F3703-23BE-4033-8124-6EA3D721E995}"/>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0" name="Rectangle 199">
                <a:extLst>
                  <a:ext uri="{FF2B5EF4-FFF2-40B4-BE49-F238E27FC236}">
                    <a16:creationId xmlns:a16="http://schemas.microsoft.com/office/drawing/2014/main" id="{22A8F876-58E7-43F2-8CCC-0663803D02C2}"/>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1" name="Rectangle 200">
                <a:extLst>
                  <a:ext uri="{FF2B5EF4-FFF2-40B4-BE49-F238E27FC236}">
                    <a16:creationId xmlns:a16="http://schemas.microsoft.com/office/drawing/2014/main" id="{FF6839A3-D115-47DA-80AE-07DA9C23BFB6}"/>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2" name="Rectangle 201">
                <a:extLst>
                  <a:ext uri="{FF2B5EF4-FFF2-40B4-BE49-F238E27FC236}">
                    <a16:creationId xmlns:a16="http://schemas.microsoft.com/office/drawing/2014/main" id="{B1855D25-5CEB-4D1C-8535-7A63F1A161C6}"/>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3" name="Rectangle 202">
                <a:extLst>
                  <a:ext uri="{FF2B5EF4-FFF2-40B4-BE49-F238E27FC236}">
                    <a16:creationId xmlns:a16="http://schemas.microsoft.com/office/drawing/2014/main" id="{5BB88804-6583-42E3-8F68-8DDDBC7B3FC4}"/>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8" name="Group 167">
              <a:extLst>
                <a:ext uri="{FF2B5EF4-FFF2-40B4-BE49-F238E27FC236}">
                  <a16:creationId xmlns:a16="http://schemas.microsoft.com/office/drawing/2014/main" id="{52B0343C-1981-4119-8372-AFCC187C3090}"/>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93" name="Rectangle 192">
                <a:extLst>
                  <a:ext uri="{FF2B5EF4-FFF2-40B4-BE49-F238E27FC236}">
                    <a16:creationId xmlns:a16="http://schemas.microsoft.com/office/drawing/2014/main" id="{C52C736F-B56A-472C-9B3E-809382F2035C}"/>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4" name="Rectangle 193">
                <a:extLst>
                  <a:ext uri="{FF2B5EF4-FFF2-40B4-BE49-F238E27FC236}">
                    <a16:creationId xmlns:a16="http://schemas.microsoft.com/office/drawing/2014/main" id="{52C3B820-749B-4304-9693-07256B6CFDF1}"/>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5" name="Rectangle 194">
                <a:extLst>
                  <a:ext uri="{FF2B5EF4-FFF2-40B4-BE49-F238E27FC236}">
                    <a16:creationId xmlns:a16="http://schemas.microsoft.com/office/drawing/2014/main" id="{81AF0DBC-D038-4F2E-8648-0E5605EC67E2}"/>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6" name="Rectangle 195">
                <a:extLst>
                  <a:ext uri="{FF2B5EF4-FFF2-40B4-BE49-F238E27FC236}">
                    <a16:creationId xmlns:a16="http://schemas.microsoft.com/office/drawing/2014/main" id="{D0ECE476-E6D4-4DFE-BA2C-B07A724E7FEA}"/>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7" name="Rectangle 196">
                <a:extLst>
                  <a:ext uri="{FF2B5EF4-FFF2-40B4-BE49-F238E27FC236}">
                    <a16:creationId xmlns:a16="http://schemas.microsoft.com/office/drawing/2014/main" id="{F8372A31-97FA-4F88-A6A0-FEA688570A81}"/>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9" name="Group 168">
              <a:extLst>
                <a:ext uri="{FF2B5EF4-FFF2-40B4-BE49-F238E27FC236}">
                  <a16:creationId xmlns:a16="http://schemas.microsoft.com/office/drawing/2014/main" id="{5E894B5B-81B0-4736-872C-9245A856F7FB}"/>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188" name="Rectangle 187">
                <a:extLst>
                  <a:ext uri="{FF2B5EF4-FFF2-40B4-BE49-F238E27FC236}">
                    <a16:creationId xmlns:a16="http://schemas.microsoft.com/office/drawing/2014/main" id="{9B043364-9D3E-4A50-9877-E5E063EC24A7}"/>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06717E13-AE9E-4D6E-AEB5-BC77B24FF43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4988DF53-FDCF-4BB3-8510-3BB09407A036}"/>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1" name="Rectangle 190">
                <a:extLst>
                  <a:ext uri="{FF2B5EF4-FFF2-40B4-BE49-F238E27FC236}">
                    <a16:creationId xmlns:a16="http://schemas.microsoft.com/office/drawing/2014/main" id="{593034E2-B968-4960-A4A7-5C798D8C8CCA}"/>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8561E29F-6986-44F2-9948-306B1FC0F77E}"/>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70" name="Group 169">
              <a:extLst>
                <a:ext uri="{FF2B5EF4-FFF2-40B4-BE49-F238E27FC236}">
                  <a16:creationId xmlns:a16="http://schemas.microsoft.com/office/drawing/2014/main" id="{279269F9-0EF8-4495-87EA-A47827AA97A5}"/>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184" name="Rectangle 183">
                <a:extLst>
                  <a:ext uri="{FF2B5EF4-FFF2-40B4-BE49-F238E27FC236}">
                    <a16:creationId xmlns:a16="http://schemas.microsoft.com/office/drawing/2014/main" id="{4365EBDB-F35B-44C6-94F4-9038DD2D0A5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Rectangle 184">
                <a:extLst>
                  <a:ext uri="{FF2B5EF4-FFF2-40B4-BE49-F238E27FC236}">
                    <a16:creationId xmlns:a16="http://schemas.microsoft.com/office/drawing/2014/main" id="{F7A46C21-1667-49C0-9FE1-2CDA40629574}"/>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6" name="Rectangle 185">
                <a:extLst>
                  <a:ext uri="{FF2B5EF4-FFF2-40B4-BE49-F238E27FC236}">
                    <a16:creationId xmlns:a16="http://schemas.microsoft.com/office/drawing/2014/main" id="{D8E34F6E-288A-40F8-957F-AEE6054415A8}"/>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7" name="Rectangle 186">
                <a:extLst>
                  <a:ext uri="{FF2B5EF4-FFF2-40B4-BE49-F238E27FC236}">
                    <a16:creationId xmlns:a16="http://schemas.microsoft.com/office/drawing/2014/main" id="{01F2E8DF-99EC-450C-AB06-92AD0F89A776}"/>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71" name="Group 170">
              <a:extLst>
                <a:ext uri="{FF2B5EF4-FFF2-40B4-BE49-F238E27FC236}">
                  <a16:creationId xmlns:a16="http://schemas.microsoft.com/office/drawing/2014/main" id="{6A6BC26D-1BC9-44BF-B6C4-F6D643A01953}"/>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178" name="Rectangle 177">
                <a:extLst>
                  <a:ext uri="{FF2B5EF4-FFF2-40B4-BE49-F238E27FC236}">
                    <a16:creationId xmlns:a16="http://schemas.microsoft.com/office/drawing/2014/main" id="{0DEFA592-E364-4A3B-90ED-D41CBB17E3EC}"/>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FAA14355-699A-4BDF-9E1D-4129A204EF45}"/>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20883D15-AB62-4935-9F67-11C9F9463355}"/>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361A0478-4309-44DD-A331-4311E698818E}"/>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59D88A40-579A-4546-83C7-59E885B78F38}"/>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ectangle 182">
                <a:extLst>
                  <a:ext uri="{FF2B5EF4-FFF2-40B4-BE49-F238E27FC236}">
                    <a16:creationId xmlns:a16="http://schemas.microsoft.com/office/drawing/2014/main" id="{76B5CF69-5281-4E8F-81D5-4D634B4177D8}"/>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73" name="Group 172">
              <a:extLst>
                <a:ext uri="{FF2B5EF4-FFF2-40B4-BE49-F238E27FC236}">
                  <a16:creationId xmlns:a16="http://schemas.microsoft.com/office/drawing/2014/main" id="{8F20CB77-2227-44A7-B1FA-CCEFD5CB6013}"/>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174" name="Rectangle 173">
                <a:extLst>
                  <a:ext uri="{FF2B5EF4-FFF2-40B4-BE49-F238E27FC236}">
                    <a16:creationId xmlns:a16="http://schemas.microsoft.com/office/drawing/2014/main" id="{5E5AC8D0-BDC8-4FDF-83F9-11192929AFA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5A683EF3-2F6C-45F7-ABD4-50D1879A5030}"/>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27AFC17C-0E9D-4F1B-90CF-0707E3BA584A}"/>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070EAFEF-93B2-4C89-83AF-EB745059BB5E}"/>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05" name="Group 204">
            <a:extLst>
              <a:ext uri="{FF2B5EF4-FFF2-40B4-BE49-F238E27FC236}">
                <a16:creationId xmlns:a16="http://schemas.microsoft.com/office/drawing/2014/main" id="{E9CD128A-4E73-445B-8C67-33946FD74B58}"/>
              </a:ext>
            </a:extLst>
          </p:cNvPr>
          <p:cNvGrpSpPr/>
          <p:nvPr/>
        </p:nvGrpSpPr>
        <p:grpSpPr>
          <a:xfrm>
            <a:off x="9232217" y="4516070"/>
            <a:ext cx="978114" cy="996905"/>
            <a:chOff x="902841" y="1533868"/>
            <a:chExt cx="1353132" cy="1353312"/>
          </a:xfrm>
          <a:effectLst>
            <a:outerShdw blurRad="50800" dist="38100" dir="2700000" algn="tl" rotWithShape="0">
              <a:prstClr val="black">
                <a:alpha val="40000"/>
              </a:prstClr>
            </a:outerShdw>
          </a:effectLst>
        </p:grpSpPr>
        <p:sp>
          <p:nvSpPr>
            <p:cNvPr id="211" name="Rectangle 210">
              <a:extLst>
                <a:ext uri="{FF2B5EF4-FFF2-40B4-BE49-F238E27FC236}">
                  <a16:creationId xmlns:a16="http://schemas.microsoft.com/office/drawing/2014/main" id="{378B4708-7BF1-4C75-94D3-4AF58DE05BCD}"/>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2" name="Rectangle 211">
              <a:extLst>
                <a:ext uri="{FF2B5EF4-FFF2-40B4-BE49-F238E27FC236}">
                  <a16:creationId xmlns:a16="http://schemas.microsoft.com/office/drawing/2014/main" id="{1A443857-2BD7-44F1-9D12-9300D74DBEE8}"/>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3" name="Rectangle 212">
              <a:extLst>
                <a:ext uri="{FF2B5EF4-FFF2-40B4-BE49-F238E27FC236}">
                  <a16:creationId xmlns:a16="http://schemas.microsoft.com/office/drawing/2014/main" id="{4A268176-3C0D-49DB-AC3B-0F8EA6235879}"/>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A849B5C7-7FDB-4F10-AEBC-D1F01429A74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B84287F3-53F1-4C4C-951F-4E6EF4B5342E}"/>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E203F61C-5CDE-4619-B762-D97BE0F8C11C}"/>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6" name="Group 205">
            <a:extLst>
              <a:ext uri="{FF2B5EF4-FFF2-40B4-BE49-F238E27FC236}">
                <a16:creationId xmlns:a16="http://schemas.microsoft.com/office/drawing/2014/main" id="{5DBB26F8-EFD9-4EEF-9DCC-7412F32F3192}"/>
              </a:ext>
            </a:extLst>
          </p:cNvPr>
          <p:cNvGrpSpPr/>
          <p:nvPr/>
        </p:nvGrpSpPr>
        <p:grpSpPr>
          <a:xfrm>
            <a:off x="10736766" y="3899737"/>
            <a:ext cx="981289" cy="997420"/>
            <a:chOff x="7607604" y="4156548"/>
            <a:chExt cx="1352961" cy="1353312"/>
          </a:xfrm>
          <a:effectLst>
            <a:outerShdw blurRad="50800" dist="38100" dir="2700000" algn="tl" rotWithShape="0">
              <a:prstClr val="black">
                <a:alpha val="40000"/>
              </a:prstClr>
            </a:outerShdw>
          </a:effectLst>
        </p:grpSpPr>
        <p:sp>
          <p:nvSpPr>
            <p:cNvPr id="207" name="Rectangle 206">
              <a:extLst>
                <a:ext uri="{FF2B5EF4-FFF2-40B4-BE49-F238E27FC236}">
                  <a16:creationId xmlns:a16="http://schemas.microsoft.com/office/drawing/2014/main" id="{B0538347-F6BE-4EF9-9620-8630DE563222}"/>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8" name="Rectangle 207">
              <a:extLst>
                <a:ext uri="{FF2B5EF4-FFF2-40B4-BE49-F238E27FC236}">
                  <a16:creationId xmlns:a16="http://schemas.microsoft.com/office/drawing/2014/main" id="{0E8E444A-739C-46D5-AB57-A3F02D13831E}"/>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9" name="Rectangle 208">
              <a:extLst>
                <a:ext uri="{FF2B5EF4-FFF2-40B4-BE49-F238E27FC236}">
                  <a16:creationId xmlns:a16="http://schemas.microsoft.com/office/drawing/2014/main" id="{9BD61688-6B7E-47E3-A8F4-26426890DB23}"/>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0" name="Rectangle 209">
              <a:extLst>
                <a:ext uri="{FF2B5EF4-FFF2-40B4-BE49-F238E27FC236}">
                  <a16:creationId xmlns:a16="http://schemas.microsoft.com/office/drawing/2014/main" id="{1356DC55-CAA1-414F-975C-D8586CE87045}"/>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7" name="Group 216">
            <a:extLst>
              <a:ext uri="{FF2B5EF4-FFF2-40B4-BE49-F238E27FC236}">
                <a16:creationId xmlns:a16="http://schemas.microsoft.com/office/drawing/2014/main" id="{7B32FE94-82BB-47CB-B80C-38E1A657C184}"/>
              </a:ext>
            </a:extLst>
          </p:cNvPr>
          <p:cNvGrpSpPr/>
          <p:nvPr/>
        </p:nvGrpSpPr>
        <p:grpSpPr>
          <a:xfrm>
            <a:off x="6835912" y="2484644"/>
            <a:ext cx="972609" cy="2993709"/>
            <a:chOff x="6835912" y="2484644"/>
            <a:chExt cx="972609" cy="2993709"/>
          </a:xfrm>
          <a:effectLst>
            <a:outerShdw blurRad="50800" dist="38100" dir="2700000" algn="tl" rotWithShape="0">
              <a:prstClr val="black">
                <a:alpha val="40000"/>
              </a:prstClr>
            </a:outerShdw>
          </a:effectLst>
        </p:grpSpPr>
        <p:grpSp>
          <p:nvGrpSpPr>
            <p:cNvPr id="218" name="Group 217">
              <a:extLst>
                <a:ext uri="{FF2B5EF4-FFF2-40B4-BE49-F238E27FC236}">
                  <a16:creationId xmlns:a16="http://schemas.microsoft.com/office/drawing/2014/main" id="{E4F05658-991D-4C00-BC4A-4B05590AC390}"/>
                </a:ext>
              </a:extLst>
            </p:cNvPr>
            <p:cNvGrpSpPr/>
            <p:nvPr/>
          </p:nvGrpSpPr>
          <p:grpSpPr>
            <a:xfrm>
              <a:off x="6835912" y="3486167"/>
              <a:ext cx="972362" cy="996093"/>
              <a:chOff x="2274846" y="1095709"/>
              <a:chExt cx="1352962" cy="1355911"/>
            </a:xfrm>
            <a:effectLst/>
          </p:grpSpPr>
          <p:sp>
            <p:nvSpPr>
              <p:cNvPr id="230" name="Rectangle 229">
                <a:extLst>
                  <a:ext uri="{FF2B5EF4-FFF2-40B4-BE49-F238E27FC236}">
                    <a16:creationId xmlns:a16="http://schemas.microsoft.com/office/drawing/2014/main" id="{EAE19FE9-0F36-4755-8B4D-DCCEA94D4C27}"/>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515A94B8-2907-46E8-B7DC-379B9A23910A}"/>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2" name="Rectangle 231">
                <a:extLst>
                  <a:ext uri="{FF2B5EF4-FFF2-40B4-BE49-F238E27FC236}">
                    <a16:creationId xmlns:a16="http://schemas.microsoft.com/office/drawing/2014/main" id="{4CDC1771-9E87-40FE-8AD0-2101503FBD3C}"/>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E370B002-77C7-492E-B7CF-7BF42ACCE9A2}"/>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3822B91E-F33C-42F4-8F4C-F52DE24F4B69}"/>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B84E5394-0E21-4D9E-8DED-9582B908C695}"/>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9" name="Group 218">
              <a:extLst>
                <a:ext uri="{FF2B5EF4-FFF2-40B4-BE49-F238E27FC236}">
                  <a16:creationId xmlns:a16="http://schemas.microsoft.com/office/drawing/2014/main" id="{9BFB075E-B7FB-4134-A978-289FD8D174EC}"/>
                </a:ext>
              </a:extLst>
            </p:cNvPr>
            <p:cNvGrpSpPr/>
            <p:nvPr/>
          </p:nvGrpSpPr>
          <p:grpSpPr>
            <a:xfrm>
              <a:off x="6836035" y="4482260"/>
              <a:ext cx="972486" cy="996093"/>
              <a:chOff x="9356965" y="2466176"/>
              <a:chExt cx="1353133" cy="1353312"/>
            </a:xfrm>
            <a:effectLst/>
          </p:grpSpPr>
          <p:sp>
            <p:nvSpPr>
              <p:cNvPr id="225" name="Rectangle 224">
                <a:extLst>
                  <a:ext uri="{FF2B5EF4-FFF2-40B4-BE49-F238E27FC236}">
                    <a16:creationId xmlns:a16="http://schemas.microsoft.com/office/drawing/2014/main" id="{C8727576-7B22-4023-AC57-297B63EE45DB}"/>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1A2DC9D9-B5B2-4E93-9B87-544D6036FBB7}"/>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CDBAE23E-256A-4BDF-B59C-EE616DEA390C}"/>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3B09F6C1-5188-4346-AC98-FCC17A597967}"/>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A098652B-1F63-456B-9BD9-EBB5EF986CF7}"/>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0" name="Group 219">
              <a:extLst>
                <a:ext uri="{FF2B5EF4-FFF2-40B4-BE49-F238E27FC236}">
                  <a16:creationId xmlns:a16="http://schemas.microsoft.com/office/drawing/2014/main" id="{BBC8214A-9456-487D-A969-997321B943FF}"/>
                </a:ext>
              </a:extLst>
            </p:cNvPr>
            <p:cNvGrpSpPr/>
            <p:nvPr/>
          </p:nvGrpSpPr>
          <p:grpSpPr>
            <a:xfrm>
              <a:off x="6837431" y="2484644"/>
              <a:ext cx="968318" cy="999720"/>
              <a:chOff x="7605132" y="3950429"/>
              <a:chExt cx="1352962" cy="1353312"/>
            </a:xfrm>
            <a:effectLst/>
          </p:grpSpPr>
          <p:sp>
            <p:nvSpPr>
              <p:cNvPr id="221" name="Rectangle 220">
                <a:extLst>
                  <a:ext uri="{FF2B5EF4-FFF2-40B4-BE49-F238E27FC236}">
                    <a16:creationId xmlns:a16="http://schemas.microsoft.com/office/drawing/2014/main" id="{C2B915AA-FD91-4B32-AF52-CE7B95BA9A3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66ACA57E-7404-461E-943A-4D69600B4F1A}"/>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3" name="Rectangle 222">
                <a:extLst>
                  <a:ext uri="{FF2B5EF4-FFF2-40B4-BE49-F238E27FC236}">
                    <a16:creationId xmlns:a16="http://schemas.microsoft.com/office/drawing/2014/main" id="{B4682925-F275-4A97-B607-1E32E6F7F4C1}"/>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9DD64E70-929F-49C5-93CE-E45E85FFF620}"/>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2250960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1">
            <a:extLst>
              <a:ext uri="{FF2B5EF4-FFF2-40B4-BE49-F238E27FC236}">
                <a16:creationId xmlns:a16="http://schemas.microsoft.com/office/drawing/2014/main" id="{5BAD9345-EB37-4012-8420-1C6F538E4AE2}"/>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83" name="TextBox 82">
            <a:extLst>
              <a:ext uri="{FF2B5EF4-FFF2-40B4-BE49-F238E27FC236}">
                <a16:creationId xmlns:a16="http://schemas.microsoft.com/office/drawing/2014/main" id="{8A3FBA2D-C7AB-49FB-8D00-D4E22F67ADF6}"/>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84" name="Group 83">
            <a:extLst>
              <a:ext uri="{FF2B5EF4-FFF2-40B4-BE49-F238E27FC236}">
                <a16:creationId xmlns:a16="http://schemas.microsoft.com/office/drawing/2014/main" id="{019A714E-C655-44E7-BA0F-DF8084C0788C}"/>
              </a:ext>
            </a:extLst>
          </p:cNvPr>
          <p:cNvGrpSpPr/>
          <p:nvPr/>
        </p:nvGrpSpPr>
        <p:grpSpPr>
          <a:xfrm>
            <a:off x="3846526" y="2292601"/>
            <a:ext cx="736657" cy="1332800"/>
            <a:chOff x="3800723" y="2591968"/>
            <a:chExt cx="736657" cy="1332800"/>
          </a:xfrm>
        </p:grpSpPr>
        <p:sp>
          <p:nvSpPr>
            <p:cNvPr id="85" name="Rectangle: Rounded Corners 84">
              <a:extLst>
                <a:ext uri="{FF2B5EF4-FFF2-40B4-BE49-F238E27FC236}">
                  <a16:creationId xmlns:a16="http://schemas.microsoft.com/office/drawing/2014/main" id="{9D2E94F4-F6BB-4A3A-8A9D-1AF5835D7331}"/>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9C40BD35-582B-4FB0-9603-F88DEC8F8396}"/>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Rounded Corners 86">
              <a:extLst>
                <a:ext uri="{FF2B5EF4-FFF2-40B4-BE49-F238E27FC236}">
                  <a16:creationId xmlns:a16="http://schemas.microsoft.com/office/drawing/2014/main" id="{4B297D58-B894-40B1-8026-307A0C219DA1}"/>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9725BC29-DEBE-4F4C-91B6-0DCDBC0DB241}"/>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ADB728BE-B169-4A65-901C-30DF0B88A309}"/>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90" name="TextBox 89">
              <a:extLst>
                <a:ext uri="{FF2B5EF4-FFF2-40B4-BE49-F238E27FC236}">
                  <a16:creationId xmlns:a16="http://schemas.microsoft.com/office/drawing/2014/main" id="{7B649E3E-5C58-4A3E-835A-0BD1C738E65F}"/>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91" name="TextBox 90">
            <a:extLst>
              <a:ext uri="{FF2B5EF4-FFF2-40B4-BE49-F238E27FC236}">
                <a16:creationId xmlns:a16="http://schemas.microsoft.com/office/drawing/2014/main" id="{30EC192C-C3A5-42DF-AF11-05158BB21675}"/>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92" name="Rectangle 91">
            <a:extLst>
              <a:ext uri="{FF2B5EF4-FFF2-40B4-BE49-F238E27FC236}">
                <a16:creationId xmlns:a16="http://schemas.microsoft.com/office/drawing/2014/main" id="{84088E6D-3159-4BC6-B04A-2E81E5C1674F}"/>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93" name="Group 92">
            <a:extLst>
              <a:ext uri="{FF2B5EF4-FFF2-40B4-BE49-F238E27FC236}">
                <a16:creationId xmlns:a16="http://schemas.microsoft.com/office/drawing/2014/main" id="{06123C43-603B-4ACA-A4A6-805FD021D9C2}"/>
              </a:ext>
            </a:extLst>
          </p:cNvPr>
          <p:cNvGrpSpPr/>
          <p:nvPr/>
        </p:nvGrpSpPr>
        <p:grpSpPr>
          <a:xfrm>
            <a:off x="1198103" y="2269115"/>
            <a:ext cx="1985668" cy="2922976"/>
            <a:chOff x="1172407" y="197026"/>
            <a:chExt cx="1292387" cy="1930154"/>
          </a:xfrm>
        </p:grpSpPr>
        <p:grpSp>
          <p:nvGrpSpPr>
            <p:cNvPr id="94" name="Group 93">
              <a:extLst>
                <a:ext uri="{FF2B5EF4-FFF2-40B4-BE49-F238E27FC236}">
                  <a16:creationId xmlns:a16="http://schemas.microsoft.com/office/drawing/2014/main" id="{DA3A5FA9-2E17-4998-924D-EDE9C80214C5}"/>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4834B7BE-8499-4902-8EC2-125CF270C67E}"/>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A42270D4-2BD0-4E93-8681-C9B2B85A3836}"/>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EB29758C-3950-4F2D-B60D-A51728A5E2B5}"/>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3F347B39-6589-478F-82E7-DC397AC11AB5}"/>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BD8FDEF3-60D9-4752-AE7A-7A1717948E4E}"/>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7E635139-7786-4624-860E-329F232477EE}"/>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5" name="Group 94">
              <a:extLst>
                <a:ext uri="{FF2B5EF4-FFF2-40B4-BE49-F238E27FC236}">
                  <a16:creationId xmlns:a16="http://schemas.microsoft.com/office/drawing/2014/main" id="{5EF37AF4-ADBF-4CD0-BC49-BE7CCD24063A}"/>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69" name="Rectangle 168">
                <a:extLst>
                  <a:ext uri="{FF2B5EF4-FFF2-40B4-BE49-F238E27FC236}">
                    <a16:creationId xmlns:a16="http://schemas.microsoft.com/office/drawing/2014/main" id="{E36C0191-EDD5-4C34-9893-003C71387E5F}"/>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56B4A285-52E6-4533-BA0A-784C5A3864B9}"/>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344F7A77-CADB-4AED-A50E-04CCCFD88A6B}"/>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22E187C5-671F-4940-B1B7-EEBC47CAFC73}"/>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A3E4DD21-D430-46A0-A391-E9DB2E30EB93}"/>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6" name="Group 95">
              <a:extLst>
                <a:ext uri="{FF2B5EF4-FFF2-40B4-BE49-F238E27FC236}">
                  <a16:creationId xmlns:a16="http://schemas.microsoft.com/office/drawing/2014/main" id="{53A59B7C-A6DF-430A-8FB0-AA539F676281}"/>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155" name="Rectangle 154">
                <a:extLst>
                  <a:ext uri="{FF2B5EF4-FFF2-40B4-BE49-F238E27FC236}">
                    <a16:creationId xmlns:a16="http://schemas.microsoft.com/office/drawing/2014/main" id="{CF7C3F65-C198-46EF-B3DE-528BCC27B694}"/>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6" name="Rectangle 155">
                <a:extLst>
                  <a:ext uri="{FF2B5EF4-FFF2-40B4-BE49-F238E27FC236}">
                    <a16:creationId xmlns:a16="http://schemas.microsoft.com/office/drawing/2014/main" id="{7BF7E792-53A3-44E4-A483-C41D4B95938B}"/>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B087B330-EED3-4E6D-9918-4FB10B7F033C}"/>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5D682302-05EA-4B75-AF9E-6AD6FA2AC613}"/>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B356B176-6D58-4740-B7A3-C3870E9D9BC0}"/>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A649C731-6BD6-4057-8D2F-703DD5B1FE92}"/>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151" name="Rectangle 150">
                <a:extLst>
                  <a:ext uri="{FF2B5EF4-FFF2-40B4-BE49-F238E27FC236}">
                    <a16:creationId xmlns:a16="http://schemas.microsoft.com/office/drawing/2014/main" id="{356556D3-8983-4871-9953-2FEC63059DAD}"/>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4D1A2BB6-0FDA-4E78-AA59-7A68D0937CA1}"/>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B9A27D08-D577-43F1-A262-DA17536A3140}"/>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4" name="Rectangle 153">
                <a:extLst>
                  <a:ext uri="{FF2B5EF4-FFF2-40B4-BE49-F238E27FC236}">
                    <a16:creationId xmlns:a16="http://schemas.microsoft.com/office/drawing/2014/main" id="{B0B48E2D-F855-43DC-8019-A2994372DBDC}"/>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0" name="Group 119">
              <a:extLst>
                <a:ext uri="{FF2B5EF4-FFF2-40B4-BE49-F238E27FC236}">
                  <a16:creationId xmlns:a16="http://schemas.microsoft.com/office/drawing/2014/main" id="{004FBA63-A6C4-4187-8867-743B09C1712B}"/>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145" name="Rectangle 144">
                <a:extLst>
                  <a:ext uri="{FF2B5EF4-FFF2-40B4-BE49-F238E27FC236}">
                    <a16:creationId xmlns:a16="http://schemas.microsoft.com/office/drawing/2014/main" id="{8EF81A56-623F-441D-BEDF-5F9194D3FEAA}"/>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6" name="Rectangle 145">
                <a:extLst>
                  <a:ext uri="{FF2B5EF4-FFF2-40B4-BE49-F238E27FC236}">
                    <a16:creationId xmlns:a16="http://schemas.microsoft.com/office/drawing/2014/main" id="{7DEC9469-10F9-42C6-8EF3-C4283DB09A45}"/>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7" name="Rectangle 146">
                <a:extLst>
                  <a:ext uri="{FF2B5EF4-FFF2-40B4-BE49-F238E27FC236}">
                    <a16:creationId xmlns:a16="http://schemas.microsoft.com/office/drawing/2014/main" id="{B642C9E5-BA87-476C-A636-7F106AE9D6B6}"/>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8" name="Rectangle 147">
                <a:extLst>
                  <a:ext uri="{FF2B5EF4-FFF2-40B4-BE49-F238E27FC236}">
                    <a16:creationId xmlns:a16="http://schemas.microsoft.com/office/drawing/2014/main" id="{7443E46C-D371-4A94-A85B-D4896103AA86}"/>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9" name="Rectangle 148">
                <a:extLst>
                  <a:ext uri="{FF2B5EF4-FFF2-40B4-BE49-F238E27FC236}">
                    <a16:creationId xmlns:a16="http://schemas.microsoft.com/office/drawing/2014/main" id="{C06A7A5C-4E77-4CE0-AFF6-627AB2750F71}"/>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0" name="Rectangle 149">
                <a:extLst>
                  <a:ext uri="{FF2B5EF4-FFF2-40B4-BE49-F238E27FC236}">
                    <a16:creationId xmlns:a16="http://schemas.microsoft.com/office/drawing/2014/main" id="{427E3EE8-1DE0-4E35-AB81-41E55A9846DF}"/>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1" name="Group 120">
              <a:extLst>
                <a:ext uri="{FF2B5EF4-FFF2-40B4-BE49-F238E27FC236}">
                  <a16:creationId xmlns:a16="http://schemas.microsoft.com/office/drawing/2014/main" id="{6C502DC9-C11B-41BA-AECA-5F579D155ED6}"/>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122" name="Rectangle 121">
                <a:extLst>
                  <a:ext uri="{FF2B5EF4-FFF2-40B4-BE49-F238E27FC236}">
                    <a16:creationId xmlns:a16="http://schemas.microsoft.com/office/drawing/2014/main" id="{33FF217A-5DFF-4E88-B97D-6FEB0FBC6BDC}"/>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Rectangle 137">
                <a:extLst>
                  <a:ext uri="{FF2B5EF4-FFF2-40B4-BE49-F238E27FC236}">
                    <a16:creationId xmlns:a16="http://schemas.microsoft.com/office/drawing/2014/main" id="{8507C2DB-E442-4BA9-AD5D-344111756D47}"/>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3" name="Rectangle 142">
                <a:extLst>
                  <a:ext uri="{FF2B5EF4-FFF2-40B4-BE49-F238E27FC236}">
                    <a16:creationId xmlns:a16="http://schemas.microsoft.com/office/drawing/2014/main" id="{05EFC77F-8BF1-4BF5-A36A-59DFE645229F}"/>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57DD66AD-2CAB-4624-A6F7-CC58B8B09632}"/>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4" name="Group 3">
            <a:extLst>
              <a:ext uri="{FF2B5EF4-FFF2-40B4-BE49-F238E27FC236}">
                <a16:creationId xmlns:a16="http://schemas.microsoft.com/office/drawing/2014/main" id="{C80FCE95-78BA-444F-A9DC-265443AEE31D}"/>
              </a:ext>
            </a:extLst>
          </p:cNvPr>
          <p:cNvGrpSpPr/>
          <p:nvPr/>
        </p:nvGrpSpPr>
        <p:grpSpPr>
          <a:xfrm>
            <a:off x="9232217" y="4515588"/>
            <a:ext cx="1957147" cy="997420"/>
            <a:chOff x="7805749" y="4481372"/>
            <a:chExt cx="1957147" cy="997420"/>
          </a:xfrm>
          <a:effectLst>
            <a:outerShdw blurRad="50800" dist="38100" dir="2700000" algn="tl" rotWithShape="0">
              <a:prstClr val="black">
                <a:alpha val="40000"/>
              </a:prstClr>
            </a:outerShdw>
          </a:effectLst>
        </p:grpSpPr>
        <p:grpSp>
          <p:nvGrpSpPr>
            <p:cNvPr id="184" name="Group 183">
              <a:extLst>
                <a:ext uri="{FF2B5EF4-FFF2-40B4-BE49-F238E27FC236}">
                  <a16:creationId xmlns:a16="http://schemas.microsoft.com/office/drawing/2014/main" id="{9963F23B-259A-4C1F-A5BF-AF9FAE0B0966}"/>
                </a:ext>
              </a:extLst>
            </p:cNvPr>
            <p:cNvGrpSpPr/>
            <p:nvPr/>
          </p:nvGrpSpPr>
          <p:grpSpPr>
            <a:xfrm>
              <a:off x="7805749" y="4481854"/>
              <a:ext cx="978114" cy="996905"/>
              <a:chOff x="902841" y="1533868"/>
              <a:chExt cx="1353132" cy="1353312"/>
            </a:xfrm>
            <a:effectLst/>
          </p:grpSpPr>
          <p:sp>
            <p:nvSpPr>
              <p:cNvPr id="195" name="Rectangle 194">
                <a:extLst>
                  <a:ext uri="{FF2B5EF4-FFF2-40B4-BE49-F238E27FC236}">
                    <a16:creationId xmlns:a16="http://schemas.microsoft.com/office/drawing/2014/main" id="{0163C090-E750-4DF4-9C45-175DE5853978}"/>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6" name="Rectangle 195">
                <a:extLst>
                  <a:ext uri="{FF2B5EF4-FFF2-40B4-BE49-F238E27FC236}">
                    <a16:creationId xmlns:a16="http://schemas.microsoft.com/office/drawing/2014/main" id="{A30C0916-DA33-4457-AB22-A80D42AF5EEE}"/>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7" name="Rectangle 196">
                <a:extLst>
                  <a:ext uri="{FF2B5EF4-FFF2-40B4-BE49-F238E27FC236}">
                    <a16:creationId xmlns:a16="http://schemas.microsoft.com/office/drawing/2014/main" id="{C549EBBA-BD9B-4BB7-9B9B-0FAF446E8762}"/>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8" name="Rectangle 197">
                <a:extLst>
                  <a:ext uri="{FF2B5EF4-FFF2-40B4-BE49-F238E27FC236}">
                    <a16:creationId xmlns:a16="http://schemas.microsoft.com/office/drawing/2014/main" id="{FE3FD6A1-607C-4C12-85C2-878BBD05D14F}"/>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9" name="Rectangle 198">
                <a:extLst>
                  <a:ext uri="{FF2B5EF4-FFF2-40B4-BE49-F238E27FC236}">
                    <a16:creationId xmlns:a16="http://schemas.microsoft.com/office/drawing/2014/main" id="{0E70D689-1DB1-4A73-A5A4-B589EB0010A9}"/>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0" name="Rectangle 199">
                <a:extLst>
                  <a:ext uri="{FF2B5EF4-FFF2-40B4-BE49-F238E27FC236}">
                    <a16:creationId xmlns:a16="http://schemas.microsoft.com/office/drawing/2014/main" id="{83D6947B-C10D-4C49-9CBB-44788022A8F2}"/>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5" name="Group 184">
              <a:extLst>
                <a:ext uri="{FF2B5EF4-FFF2-40B4-BE49-F238E27FC236}">
                  <a16:creationId xmlns:a16="http://schemas.microsoft.com/office/drawing/2014/main" id="{79FBC7B2-E20D-4ADE-8D4A-F970B04F3A30}"/>
                </a:ext>
              </a:extLst>
            </p:cNvPr>
            <p:cNvGrpSpPr/>
            <p:nvPr/>
          </p:nvGrpSpPr>
          <p:grpSpPr>
            <a:xfrm>
              <a:off x="8781607" y="4481372"/>
              <a:ext cx="981289" cy="997420"/>
              <a:chOff x="7607604" y="4156548"/>
              <a:chExt cx="1352961" cy="1353312"/>
            </a:xfrm>
            <a:effectLst/>
          </p:grpSpPr>
          <p:sp>
            <p:nvSpPr>
              <p:cNvPr id="191" name="Rectangle 190">
                <a:extLst>
                  <a:ext uri="{FF2B5EF4-FFF2-40B4-BE49-F238E27FC236}">
                    <a16:creationId xmlns:a16="http://schemas.microsoft.com/office/drawing/2014/main" id="{6FC4D1C4-F3E4-45CA-B41B-42B44D155D4D}"/>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9E74B78A-C0B4-4F64-8D89-6A7314108815}"/>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3" name="Rectangle 192">
                <a:extLst>
                  <a:ext uri="{FF2B5EF4-FFF2-40B4-BE49-F238E27FC236}">
                    <a16:creationId xmlns:a16="http://schemas.microsoft.com/office/drawing/2014/main" id="{500D94FE-9AF0-4E61-8A62-C6DC8B599BDC}"/>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4" name="Rectangle 193">
                <a:extLst>
                  <a:ext uri="{FF2B5EF4-FFF2-40B4-BE49-F238E27FC236}">
                    <a16:creationId xmlns:a16="http://schemas.microsoft.com/office/drawing/2014/main" id="{A0E6D730-7AE8-4C99-96ED-D8843A81A2E2}"/>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5" name="Group 4">
            <a:extLst>
              <a:ext uri="{FF2B5EF4-FFF2-40B4-BE49-F238E27FC236}">
                <a16:creationId xmlns:a16="http://schemas.microsoft.com/office/drawing/2014/main" id="{DF89C386-8841-4937-8FA2-5A007CEE1F37}"/>
              </a:ext>
            </a:extLst>
          </p:cNvPr>
          <p:cNvGrpSpPr/>
          <p:nvPr/>
        </p:nvGrpSpPr>
        <p:grpSpPr>
          <a:xfrm>
            <a:off x="6835912" y="2484644"/>
            <a:ext cx="972609" cy="2993709"/>
            <a:chOff x="6835912" y="2484644"/>
            <a:chExt cx="972609" cy="2993709"/>
          </a:xfrm>
          <a:effectLst>
            <a:outerShdw blurRad="50800" dist="38100" dir="2700000" algn="tl" rotWithShape="0">
              <a:prstClr val="black">
                <a:alpha val="40000"/>
              </a:prstClr>
            </a:outerShdw>
          </a:effectLst>
        </p:grpSpPr>
        <p:grpSp>
          <p:nvGrpSpPr>
            <p:cNvPr id="182" name="Group 181">
              <a:extLst>
                <a:ext uri="{FF2B5EF4-FFF2-40B4-BE49-F238E27FC236}">
                  <a16:creationId xmlns:a16="http://schemas.microsoft.com/office/drawing/2014/main" id="{CF24B4C8-A822-4D04-941F-99F79A18BD1E}"/>
                </a:ext>
              </a:extLst>
            </p:cNvPr>
            <p:cNvGrpSpPr/>
            <p:nvPr/>
          </p:nvGrpSpPr>
          <p:grpSpPr>
            <a:xfrm>
              <a:off x="6835912" y="3486167"/>
              <a:ext cx="972362" cy="996093"/>
              <a:chOff x="2274846" y="1095709"/>
              <a:chExt cx="1352962" cy="1355911"/>
            </a:xfrm>
            <a:effectLst/>
          </p:grpSpPr>
          <p:sp>
            <p:nvSpPr>
              <p:cNvPr id="206" name="Rectangle 205">
                <a:extLst>
                  <a:ext uri="{FF2B5EF4-FFF2-40B4-BE49-F238E27FC236}">
                    <a16:creationId xmlns:a16="http://schemas.microsoft.com/office/drawing/2014/main" id="{F64B124D-7AC0-4B54-8A2F-4109EDD2663E}"/>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7" name="Rectangle 206">
                <a:extLst>
                  <a:ext uri="{FF2B5EF4-FFF2-40B4-BE49-F238E27FC236}">
                    <a16:creationId xmlns:a16="http://schemas.microsoft.com/office/drawing/2014/main" id="{120E1762-7696-4B83-A17D-3C5AAD61F681}"/>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8" name="Rectangle 207">
                <a:extLst>
                  <a:ext uri="{FF2B5EF4-FFF2-40B4-BE49-F238E27FC236}">
                    <a16:creationId xmlns:a16="http://schemas.microsoft.com/office/drawing/2014/main" id="{62E805FD-9FA9-4C97-9228-F80ADEECE26E}"/>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003A9008-41F2-4496-A2F8-B35E187ACFEF}"/>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47F6E2EE-D51A-46BB-ADF2-13B3E05C991C}"/>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05F235A8-FA60-4AA1-9FC7-5B2E7CAECCAF}"/>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3" name="Group 182">
              <a:extLst>
                <a:ext uri="{FF2B5EF4-FFF2-40B4-BE49-F238E27FC236}">
                  <a16:creationId xmlns:a16="http://schemas.microsoft.com/office/drawing/2014/main" id="{77E67763-51DE-4B7C-8D14-BA4AEBFEF01F}"/>
                </a:ext>
              </a:extLst>
            </p:cNvPr>
            <p:cNvGrpSpPr/>
            <p:nvPr/>
          </p:nvGrpSpPr>
          <p:grpSpPr>
            <a:xfrm>
              <a:off x="6836035" y="4482260"/>
              <a:ext cx="972486" cy="996093"/>
              <a:chOff x="9356965" y="2466176"/>
              <a:chExt cx="1353133" cy="1353312"/>
            </a:xfrm>
            <a:effectLst/>
          </p:grpSpPr>
          <p:sp>
            <p:nvSpPr>
              <p:cNvPr id="201" name="Rectangle 200">
                <a:extLst>
                  <a:ext uri="{FF2B5EF4-FFF2-40B4-BE49-F238E27FC236}">
                    <a16:creationId xmlns:a16="http://schemas.microsoft.com/office/drawing/2014/main" id="{CEAD48EA-82DA-44A6-B5EF-037C100EA140}"/>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2" name="Rectangle 201">
                <a:extLst>
                  <a:ext uri="{FF2B5EF4-FFF2-40B4-BE49-F238E27FC236}">
                    <a16:creationId xmlns:a16="http://schemas.microsoft.com/office/drawing/2014/main" id="{C914677C-5D00-4B78-A05D-3BCB80CCBDF2}"/>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3" name="Rectangle 202">
                <a:extLst>
                  <a:ext uri="{FF2B5EF4-FFF2-40B4-BE49-F238E27FC236}">
                    <a16:creationId xmlns:a16="http://schemas.microsoft.com/office/drawing/2014/main" id="{8D628F3D-4878-4EAD-B4F9-97BD8C2E7C82}"/>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4" name="Rectangle 203">
                <a:extLst>
                  <a:ext uri="{FF2B5EF4-FFF2-40B4-BE49-F238E27FC236}">
                    <a16:creationId xmlns:a16="http://schemas.microsoft.com/office/drawing/2014/main" id="{0D41A650-48A2-4D34-80E7-EAC42C388BEC}"/>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5" name="Rectangle 204">
                <a:extLst>
                  <a:ext uri="{FF2B5EF4-FFF2-40B4-BE49-F238E27FC236}">
                    <a16:creationId xmlns:a16="http://schemas.microsoft.com/office/drawing/2014/main" id="{C4E2B4AA-21A8-44B0-BCF0-221C9DF80939}"/>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6" name="Group 185">
              <a:extLst>
                <a:ext uri="{FF2B5EF4-FFF2-40B4-BE49-F238E27FC236}">
                  <a16:creationId xmlns:a16="http://schemas.microsoft.com/office/drawing/2014/main" id="{9D332316-3FF5-4C85-BAC7-3A6FD94BB9B8}"/>
                </a:ext>
              </a:extLst>
            </p:cNvPr>
            <p:cNvGrpSpPr/>
            <p:nvPr/>
          </p:nvGrpSpPr>
          <p:grpSpPr>
            <a:xfrm>
              <a:off x="6837431" y="2484644"/>
              <a:ext cx="968318" cy="999720"/>
              <a:chOff x="7605132" y="3950429"/>
              <a:chExt cx="1352962" cy="1353312"/>
            </a:xfrm>
            <a:effectLst/>
          </p:grpSpPr>
          <p:sp>
            <p:nvSpPr>
              <p:cNvPr id="187" name="Rectangle 186">
                <a:extLst>
                  <a:ext uri="{FF2B5EF4-FFF2-40B4-BE49-F238E27FC236}">
                    <a16:creationId xmlns:a16="http://schemas.microsoft.com/office/drawing/2014/main" id="{5F706852-E3A2-431D-A69C-1710455C36BD}"/>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8" name="Rectangle 187">
                <a:extLst>
                  <a:ext uri="{FF2B5EF4-FFF2-40B4-BE49-F238E27FC236}">
                    <a16:creationId xmlns:a16="http://schemas.microsoft.com/office/drawing/2014/main" id="{EFDC080A-7852-4A19-B4C8-AAF15D35909A}"/>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3CAB1146-DF87-4602-97B6-06DD6A236B07}"/>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A3CDAA16-6351-413D-9DEC-F3A443621CFF}"/>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2081241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Box 80">
            <a:extLst>
              <a:ext uri="{FF2B5EF4-FFF2-40B4-BE49-F238E27FC236}">
                <a16:creationId xmlns:a16="http://schemas.microsoft.com/office/drawing/2014/main" id="{96F6793A-D873-45A6-8EF1-6F6E2EF4827B}"/>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82" name="TextBox 81">
            <a:extLst>
              <a:ext uri="{FF2B5EF4-FFF2-40B4-BE49-F238E27FC236}">
                <a16:creationId xmlns:a16="http://schemas.microsoft.com/office/drawing/2014/main" id="{9B85BE7F-C416-462C-805F-1945C78690BE}"/>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83" name="Group 82">
            <a:extLst>
              <a:ext uri="{FF2B5EF4-FFF2-40B4-BE49-F238E27FC236}">
                <a16:creationId xmlns:a16="http://schemas.microsoft.com/office/drawing/2014/main" id="{3F9F3481-B02F-42F3-A3D9-EF26862864B4}"/>
              </a:ext>
            </a:extLst>
          </p:cNvPr>
          <p:cNvGrpSpPr/>
          <p:nvPr/>
        </p:nvGrpSpPr>
        <p:grpSpPr>
          <a:xfrm>
            <a:off x="3846526" y="2292601"/>
            <a:ext cx="736657" cy="1332800"/>
            <a:chOff x="3800723" y="2591968"/>
            <a:chExt cx="736657" cy="1332800"/>
          </a:xfrm>
        </p:grpSpPr>
        <p:sp>
          <p:nvSpPr>
            <p:cNvPr id="84" name="Rectangle: Rounded Corners 83">
              <a:extLst>
                <a:ext uri="{FF2B5EF4-FFF2-40B4-BE49-F238E27FC236}">
                  <a16:creationId xmlns:a16="http://schemas.microsoft.com/office/drawing/2014/main" id="{84608D61-8832-417A-8D5D-B58807E22528}"/>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D1252FAE-DDF6-4D2F-8CA1-2EC4E32F282D}"/>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Rounded Corners 85">
              <a:extLst>
                <a:ext uri="{FF2B5EF4-FFF2-40B4-BE49-F238E27FC236}">
                  <a16:creationId xmlns:a16="http://schemas.microsoft.com/office/drawing/2014/main" id="{33F1B602-7F54-4B14-9EB7-2B66D48A4C0E}"/>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4D02B55-E073-46D2-953D-F4E36BB602D0}"/>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DE5EBD04-1157-4F5B-A7AF-4A7D00CC6DFB}"/>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9" name="TextBox 88">
              <a:extLst>
                <a:ext uri="{FF2B5EF4-FFF2-40B4-BE49-F238E27FC236}">
                  <a16:creationId xmlns:a16="http://schemas.microsoft.com/office/drawing/2014/main" id="{6600C087-73B4-4299-86A7-68551E52C611}"/>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90" name="TextBox 89">
            <a:extLst>
              <a:ext uri="{FF2B5EF4-FFF2-40B4-BE49-F238E27FC236}">
                <a16:creationId xmlns:a16="http://schemas.microsoft.com/office/drawing/2014/main" id="{52ABA994-E58E-4675-8941-85280853F334}"/>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91" name="Rectangle 90">
            <a:extLst>
              <a:ext uri="{FF2B5EF4-FFF2-40B4-BE49-F238E27FC236}">
                <a16:creationId xmlns:a16="http://schemas.microsoft.com/office/drawing/2014/main" id="{1B2C5F8C-5BE4-43BA-988A-6F3A64F57E06}"/>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92" name="Group 91">
            <a:extLst>
              <a:ext uri="{FF2B5EF4-FFF2-40B4-BE49-F238E27FC236}">
                <a16:creationId xmlns:a16="http://schemas.microsoft.com/office/drawing/2014/main" id="{D0C553F1-46D9-49AA-AE26-C90DBE706ECD}"/>
              </a:ext>
            </a:extLst>
          </p:cNvPr>
          <p:cNvGrpSpPr/>
          <p:nvPr/>
        </p:nvGrpSpPr>
        <p:grpSpPr>
          <a:xfrm>
            <a:off x="1198103" y="2269115"/>
            <a:ext cx="1985668" cy="2922976"/>
            <a:chOff x="1172407" y="197026"/>
            <a:chExt cx="1292387" cy="1930154"/>
          </a:xfrm>
        </p:grpSpPr>
        <p:grpSp>
          <p:nvGrpSpPr>
            <p:cNvPr id="93" name="Group 92">
              <a:extLst>
                <a:ext uri="{FF2B5EF4-FFF2-40B4-BE49-F238E27FC236}">
                  <a16:creationId xmlns:a16="http://schemas.microsoft.com/office/drawing/2014/main" id="{AA9C95A7-BAF6-4812-B927-751579E235BF}"/>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89" name="Rectangle 188">
                <a:extLst>
                  <a:ext uri="{FF2B5EF4-FFF2-40B4-BE49-F238E27FC236}">
                    <a16:creationId xmlns:a16="http://schemas.microsoft.com/office/drawing/2014/main" id="{9AA307C0-1B06-482C-B728-7A8162EDDB33}"/>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A690552E-B3FB-4306-9746-D554E8ECC191}"/>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1" name="Rectangle 190">
                <a:extLst>
                  <a:ext uri="{FF2B5EF4-FFF2-40B4-BE49-F238E27FC236}">
                    <a16:creationId xmlns:a16="http://schemas.microsoft.com/office/drawing/2014/main" id="{2D441D31-5A72-4B6A-A7CC-3475484221FF}"/>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C5EE5CCA-9594-4310-B889-17A76F5406BD}"/>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3" name="Rectangle 192">
                <a:extLst>
                  <a:ext uri="{FF2B5EF4-FFF2-40B4-BE49-F238E27FC236}">
                    <a16:creationId xmlns:a16="http://schemas.microsoft.com/office/drawing/2014/main" id="{750DCFD5-C7BD-404D-B27C-2A2FCC8F1A75}"/>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4" name="Rectangle 193">
                <a:extLst>
                  <a:ext uri="{FF2B5EF4-FFF2-40B4-BE49-F238E27FC236}">
                    <a16:creationId xmlns:a16="http://schemas.microsoft.com/office/drawing/2014/main" id="{20E657F0-02D7-4AE1-8ADB-5DF57CDF8E93}"/>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0" name="Group 129">
              <a:extLst>
                <a:ext uri="{FF2B5EF4-FFF2-40B4-BE49-F238E27FC236}">
                  <a16:creationId xmlns:a16="http://schemas.microsoft.com/office/drawing/2014/main" id="{9DA959EC-F1E2-4F12-8B92-B15DB87144C6}"/>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84" name="Rectangle 183">
                <a:extLst>
                  <a:ext uri="{FF2B5EF4-FFF2-40B4-BE49-F238E27FC236}">
                    <a16:creationId xmlns:a16="http://schemas.microsoft.com/office/drawing/2014/main" id="{3A14677A-4FD2-46B2-93BC-935B549C79E0}"/>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Rectangle 184">
                <a:extLst>
                  <a:ext uri="{FF2B5EF4-FFF2-40B4-BE49-F238E27FC236}">
                    <a16:creationId xmlns:a16="http://schemas.microsoft.com/office/drawing/2014/main" id="{80472FEA-9B5D-4D2E-9339-A8AE4CC133EE}"/>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6" name="Rectangle 185">
                <a:extLst>
                  <a:ext uri="{FF2B5EF4-FFF2-40B4-BE49-F238E27FC236}">
                    <a16:creationId xmlns:a16="http://schemas.microsoft.com/office/drawing/2014/main" id="{EB7A2786-329C-4F23-BFF6-9898B078C287}"/>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7" name="Rectangle 186">
                <a:extLst>
                  <a:ext uri="{FF2B5EF4-FFF2-40B4-BE49-F238E27FC236}">
                    <a16:creationId xmlns:a16="http://schemas.microsoft.com/office/drawing/2014/main" id="{E1A63E70-EBB4-431B-8DA6-D0ABD89DD491}"/>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8" name="Rectangle 187">
                <a:extLst>
                  <a:ext uri="{FF2B5EF4-FFF2-40B4-BE49-F238E27FC236}">
                    <a16:creationId xmlns:a16="http://schemas.microsoft.com/office/drawing/2014/main" id="{785AAD5F-77C1-4B09-85E5-441C0BC2FFC4}"/>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3" name="Group 132">
              <a:extLst>
                <a:ext uri="{FF2B5EF4-FFF2-40B4-BE49-F238E27FC236}">
                  <a16:creationId xmlns:a16="http://schemas.microsoft.com/office/drawing/2014/main" id="{06DCDF9C-F988-464F-BB27-44E8B9BF5A8E}"/>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179" name="Rectangle 178">
                <a:extLst>
                  <a:ext uri="{FF2B5EF4-FFF2-40B4-BE49-F238E27FC236}">
                    <a16:creationId xmlns:a16="http://schemas.microsoft.com/office/drawing/2014/main" id="{9A8AC05D-158D-43F3-A366-AF0F083B587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F3EAACCD-61BD-47AE-8A24-E615EE2AD5A0}"/>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43908402-1749-43B1-849A-D47E219EBFE9}"/>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AC776BD9-8978-4AD1-A1DD-A23063D383E1}"/>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ectangle 182">
                <a:extLst>
                  <a:ext uri="{FF2B5EF4-FFF2-40B4-BE49-F238E27FC236}">
                    <a16:creationId xmlns:a16="http://schemas.microsoft.com/office/drawing/2014/main" id="{2474663C-D528-4C15-9253-96E61A4806A7}"/>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6" name="Group 135">
              <a:extLst>
                <a:ext uri="{FF2B5EF4-FFF2-40B4-BE49-F238E27FC236}">
                  <a16:creationId xmlns:a16="http://schemas.microsoft.com/office/drawing/2014/main" id="{C56A7BE8-E943-4674-AED9-3D8D932D2846}"/>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54440ABC-CCEA-48A0-A2BD-534C1AC4C4FA}"/>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22A9BA1B-2B79-4268-840C-0DD75C169089}"/>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D5BD741C-DD47-41D2-8847-37EE6AF26AC2}"/>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B0A69132-7EA0-4D89-B7C4-7E90A468FD6C}"/>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2" name="Group 141">
              <a:extLst>
                <a:ext uri="{FF2B5EF4-FFF2-40B4-BE49-F238E27FC236}">
                  <a16:creationId xmlns:a16="http://schemas.microsoft.com/office/drawing/2014/main" id="{ED46B745-C4F9-4AAC-A91C-E757156A3D78}"/>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158" name="Rectangle 157">
                <a:extLst>
                  <a:ext uri="{FF2B5EF4-FFF2-40B4-BE49-F238E27FC236}">
                    <a16:creationId xmlns:a16="http://schemas.microsoft.com/office/drawing/2014/main" id="{E7F2900D-B976-441A-AAE8-0E476A399080}"/>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9" name="Rectangle 158">
                <a:extLst>
                  <a:ext uri="{FF2B5EF4-FFF2-40B4-BE49-F238E27FC236}">
                    <a16:creationId xmlns:a16="http://schemas.microsoft.com/office/drawing/2014/main" id="{0B09886F-7787-4741-A08C-6CB10B5542B1}"/>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59">
                <a:extLst>
                  <a:ext uri="{FF2B5EF4-FFF2-40B4-BE49-F238E27FC236}">
                    <a16:creationId xmlns:a16="http://schemas.microsoft.com/office/drawing/2014/main" id="{07A96CDF-5A3E-42CA-92F5-A18A6ACB06ED}"/>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9056F3A1-535C-4D63-A883-70EC9F348FFD}"/>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8812057E-0CFF-414A-A67C-21F8F6ABDA88}"/>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29507143-E531-44F9-83AA-79DC66AC60C1}"/>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3" name="Group 142">
              <a:extLst>
                <a:ext uri="{FF2B5EF4-FFF2-40B4-BE49-F238E27FC236}">
                  <a16:creationId xmlns:a16="http://schemas.microsoft.com/office/drawing/2014/main" id="{6B7D8172-C841-414D-AEE5-51ECBD684C4F}"/>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144" name="Rectangle 143">
                <a:extLst>
                  <a:ext uri="{FF2B5EF4-FFF2-40B4-BE49-F238E27FC236}">
                    <a16:creationId xmlns:a16="http://schemas.microsoft.com/office/drawing/2014/main" id="{454824CF-2B93-4615-80DF-9FA76759D13B}"/>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BE8E028F-394F-41D2-AD01-475A5F9D7103}"/>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6" name="Rectangle 145">
                <a:extLst>
                  <a:ext uri="{FF2B5EF4-FFF2-40B4-BE49-F238E27FC236}">
                    <a16:creationId xmlns:a16="http://schemas.microsoft.com/office/drawing/2014/main" id="{A936150A-E711-49BD-966E-BEEE6CA5DEFF}"/>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BF220F5B-6B5D-4E23-8CA3-1945E0641D57}"/>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4" name="Group 3">
            <a:extLst>
              <a:ext uri="{FF2B5EF4-FFF2-40B4-BE49-F238E27FC236}">
                <a16:creationId xmlns:a16="http://schemas.microsoft.com/office/drawing/2014/main" id="{0001D101-47C6-4396-96EF-0FEA5067C2DE}"/>
              </a:ext>
            </a:extLst>
          </p:cNvPr>
          <p:cNvGrpSpPr/>
          <p:nvPr/>
        </p:nvGrpSpPr>
        <p:grpSpPr>
          <a:xfrm>
            <a:off x="6835912" y="2484644"/>
            <a:ext cx="2926984" cy="2994148"/>
            <a:chOff x="6835912" y="2484644"/>
            <a:chExt cx="2926984" cy="2994148"/>
          </a:xfrm>
          <a:effectLst>
            <a:outerShdw blurRad="50800" dist="38100" dir="2700000" algn="tl" rotWithShape="0">
              <a:prstClr val="black">
                <a:alpha val="40000"/>
              </a:prstClr>
            </a:outerShdw>
          </a:effectLst>
        </p:grpSpPr>
        <p:grpSp>
          <p:nvGrpSpPr>
            <p:cNvPr id="196" name="Group 195">
              <a:extLst>
                <a:ext uri="{FF2B5EF4-FFF2-40B4-BE49-F238E27FC236}">
                  <a16:creationId xmlns:a16="http://schemas.microsoft.com/office/drawing/2014/main" id="{8D818523-08AC-4388-9BA2-B6B10FDF0B05}"/>
                </a:ext>
              </a:extLst>
            </p:cNvPr>
            <p:cNvGrpSpPr/>
            <p:nvPr/>
          </p:nvGrpSpPr>
          <p:grpSpPr>
            <a:xfrm>
              <a:off x="6835912" y="3486167"/>
              <a:ext cx="972362" cy="996093"/>
              <a:chOff x="2274846" y="1095709"/>
              <a:chExt cx="1352962" cy="1355911"/>
            </a:xfrm>
            <a:effectLst/>
          </p:grpSpPr>
          <p:sp>
            <p:nvSpPr>
              <p:cNvPr id="232" name="Rectangle 231">
                <a:extLst>
                  <a:ext uri="{FF2B5EF4-FFF2-40B4-BE49-F238E27FC236}">
                    <a16:creationId xmlns:a16="http://schemas.microsoft.com/office/drawing/2014/main" id="{171812C4-97E8-40B0-89B9-70470F786E01}"/>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94F4ED56-AC7D-43E9-A152-C0993117A9B9}"/>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E64C7996-4C0E-4256-842E-7AD58C55F859}"/>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91FCA06A-E84C-4572-8546-8D600A7433B4}"/>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3452E70B-2F35-4AFB-9A33-7CB1E3469DC0}"/>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A601823F-B2A7-4F8A-BDD2-0F2D1A97E2EC}"/>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7" name="Group 196">
              <a:extLst>
                <a:ext uri="{FF2B5EF4-FFF2-40B4-BE49-F238E27FC236}">
                  <a16:creationId xmlns:a16="http://schemas.microsoft.com/office/drawing/2014/main" id="{7D2076E8-6AA1-48CB-B181-0C4CB7EC6B79}"/>
                </a:ext>
              </a:extLst>
            </p:cNvPr>
            <p:cNvGrpSpPr/>
            <p:nvPr/>
          </p:nvGrpSpPr>
          <p:grpSpPr>
            <a:xfrm>
              <a:off x="6836035" y="4482260"/>
              <a:ext cx="972486" cy="996093"/>
              <a:chOff x="9356965" y="2466176"/>
              <a:chExt cx="1353133" cy="1353312"/>
            </a:xfrm>
            <a:effectLst/>
          </p:grpSpPr>
          <p:sp>
            <p:nvSpPr>
              <p:cNvPr id="227" name="Rectangle 226">
                <a:extLst>
                  <a:ext uri="{FF2B5EF4-FFF2-40B4-BE49-F238E27FC236}">
                    <a16:creationId xmlns:a16="http://schemas.microsoft.com/office/drawing/2014/main" id="{31300F66-3BFB-42EB-B540-69CDFED6F671}"/>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A4B81D87-9A59-4F9F-A1F9-1913E37585B6}"/>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D0330496-430F-438E-A352-E08DBD99CF9D}"/>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EAC31D15-F3C2-41F6-8DD1-C5C6B5436EF7}"/>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FB677BCE-B9B3-48A3-AA59-126151BA6001}"/>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9" name="Group 198">
              <a:extLst>
                <a:ext uri="{FF2B5EF4-FFF2-40B4-BE49-F238E27FC236}">
                  <a16:creationId xmlns:a16="http://schemas.microsoft.com/office/drawing/2014/main" id="{0D0731F3-31B7-4AB4-8254-8999634F2F4A}"/>
                </a:ext>
              </a:extLst>
            </p:cNvPr>
            <p:cNvGrpSpPr/>
            <p:nvPr/>
          </p:nvGrpSpPr>
          <p:grpSpPr>
            <a:xfrm>
              <a:off x="7805749" y="4481854"/>
              <a:ext cx="978114" cy="996905"/>
              <a:chOff x="902841" y="1533868"/>
              <a:chExt cx="1353132" cy="1353312"/>
            </a:xfrm>
            <a:effectLst/>
          </p:grpSpPr>
          <p:sp>
            <p:nvSpPr>
              <p:cNvPr id="216" name="Rectangle 215">
                <a:extLst>
                  <a:ext uri="{FF2B5EF4-FFF2-40B4-BE49-F238E27FC236}">
                    <a16:creationId xmlns:a16="http://schemas.microsoft.com/office/drawing/2014/main" id="{4304391D-B1E5-45E7-B5D8-4BECD05BBCDB}"/>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7" name="Rectangle 216">
                <a:extLst>
                  <a:ext uri="{FF2B5EF4-FFF2-40B4-BE49-F238E27FC236}">
                    <a16:creationId xmlns:a16="http://schemas.microsoft.com/office/drawing/2014/main" id="{91C6922B-6109-483C-8C71-92E4A55A595A}"/>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1BD32352-C927-450C-BB7A-4C5FE5C22B0B}"/>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0A707046-4B00-4A94-B080-0D40C0B1E56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41C1F4C1-FD8B-43B9-9B6D-DF7D02DAEA47}"/>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A78107DF-E3D5-4A64-A076-31F5149655B4}"/>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0" name="Group 199">
              <a:extLst>
                <a:ext uri="{FF2B5EF4-FFF2-40B4-BE49-F238E27FC236}">
                  <a16:creationId xmlns:a16="http://schemas.microsoft.com/office/drawing/2014/main" id="{B766285A-AD4D-4D07-B75A-128D9715637C}"/>
                </a:ext>
              </a:extLst>
            </p:cNvPr>
            <p:cNvGrpSpPr/>
            <p:nvPr/>
          </p:nvGrpSpPr>
          <p:grpSpPr>
            <a:xfrm>
              <a:off x="8781607" y="4481372"/>
              <a:ext cx="981289" cy="997420"/>
              <a:chOff x="7607604" y="4156548"/>
              <a:chExt cx="1352961" cy="1353312"/>
            </a:xfrm>
            <a:effectLst/>
          </p:grpSpPr>
          <p:sp>
            <p:nvSpPr>
              <p:cNvPr id="212" name="Rectangle 211">
                <a:extLst>
                  <a:ext uri="{FF2B5EF4-FFF2-40B4-BE49-F238E27FC236}">
                    <a16:creationId xmlns:a16="http://schemas.microsoft.com/office/drawing/2014/main" id="{0D8717BD-6C91-43BB-A8D9-0AA3796BEF0C}"/>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3" name="Rectangle 212">
                <a:extLst>
                  <a:ext uri="{FF2B5EF4-FFF2-40B4-BE49-F238E27FC236}">
                    <a16:creationId xmlns:a16="http://schemas.microsoft.com/office/drawing/2014/main" id="{F5A18046-0FF6-4085-A894-02548D7191C8}"/>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B05536F5-5938-43F0-8761-B69FE0E23B81}"/>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16F13922-2C8B-488C-8EB0-E00CA0BBB511}"/>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2" name="Group 201">
              <a:extLst>
                <a:ext uri="{FF2B5EF4-FFF2-40B4-BE49-F238E27FC236}">
                  <a16:creationId xmlns:a16="http://schemas.microsoft.com/office/drawing/2014/main" id="{5DA5F01A-73CD-4008-81C9-9280E963A8A4}"/>
                </a:ext>
              </a:extLst>
            </p:cNvPr>
            <p:cNvGrpSpPr/>
            <p:nvPr/>
          </p:nvGrpSpPr>
          <p:grpSpPr>
            <a:xfrm>
              <a:off x="6837431" y="2484644"/>
              <a:ext cx="968318" cy="999720"/>
              <a:chOff x="7605132" y="3950429"/>
              <a:chExt cx="1352962" cy="1353312"/>
            </a:xfrm>
            <a:effectLst/>
          </p:grpSpPr>
          <p:sp>
            <p:nvSpPr>
              <p:cNvPr id="203" name="Rectangle 202">
                <a:extLst>
                  <a:ext uri="{FF2B5EF4-FFF2-40B4-BE49-F238E27FC236}">
                    <a16:creationId xmlns:a16="http://schemas.microsoft.com/office/drawing/2014/main" id="{5555725E-8BEB-43DB-A861-91B47FDBF670}"/>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4" name="Rectangle 203">
                <a:extLst>
                  <a:ext uri="{FF2B5EF4-FFF2-40B4-BE49-F238E27FC236}">
                    <a16:creationId xmlns:a16="http://schemas.microsoft.com/office/drawing/2014/main" id="{ED739280-53CB-4CBF-B5B9-2C781A0E42D5}"/>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5" name="Rectangle 204">
                <a:extLst>
                  <a:ext uri="{FF2B5EF4-FFF2-40B4-BE49-F238E27FC236}">
                    <a16:creationId xmlns:a16="http://schemas.microsoft.com/office/drawing/2014/main" id="{2F167F34-23EC-4884-8A03-FF043623AAAE}"/>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6" name="Rectangle 205">
                <a:extLst>
                  <a:ext uri="{FF2B5EF4-FFF2-40B4-BE49-F238E27FC236}">
                    <a16:creationId xmlns:a16="http://schemas.microsoft.com/office/drawing/2014/main" id="{765C89D6-560E-406A-A226-8044817FECCD}"/>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6215187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Box 86">
            <a:extLst>
              <a:ext uri="{FF2B5EF4-FFF2-40B4-BE49-F238E27FC236}">
                <a16:creationId xmlns:a16="http://schemas.microsoft.com/office/drawing/2014/main" id="{9A20CEA8-9A6B-4280-9C58-6B558B16264B}"/>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88" name="TextBox 87">
            <a:extLst>
              <a:ext uri="{FF2B5EF4-FFF2-40B4-BE49-F238E27FC236}">
                <a16:creationId xmlns:a16="http://schemas.microsoft.com/office/drawing/2014/main" id="{BA08F1F4-08F1-490E-A4C7-CDB879306767}"/>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89" name="Group 88">
            <a:extLst>
              <a:ext uri="{FF2B5EF4-FFF2-40B4-BE49-F238E27FC236}">
                <a16:creationId xmlns:a16="http://schemas.microsoft.com/office/drawing/2014/main" id="{BC808F7C-760A-4A26-9A8C-A617F2EC3715}"/>
              </a:ext>
            </a:extLst>
          </p:cNvPr>
          <p:cNvGrpSpPr/>
          <p:nvPr/>
        </p:nvGrpSpPr>
        <p:grpSpPr>
          <a:xfrm>
            <a:off x="3846526" y="2292601"/>
            <a:ext cx="736657" cy="1332800"/>
            <a:chOff x="3800723" y="2591968"/>
            <a:chExt cx="736657" cy="1332800"/>
          </a:xfrm>
        </p:grpSpPr>
        <p:sp>
          <p:nvSpPr>
            <p:cNvPr id="90" name="Rectangle: Rounded Corners 89">
              <a:extLst>
                <a:ext uri="{FF2B5EF4-FFF2-40B4-BE49-F238E27FC236}">
                  <a16:creationId xmlns:a16="http://schemas.microsoft.com/office/drawing/2014/main" id="{2D1466E0-D343-4B46-B385-C0FBE20D6A52}"/>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7020D651-A732-4E7A-8155-37F054949B0D}"/>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Rounded Corners 91">
              <a:extLst>
                <a:ext uri="{FF2B5EF4-FFF2-40B4-BE49-F238E27FC236}">
                  <a16:creationId xmlns:a16="http://schemas.microsoft.com/office/drawing/2014/main" id="{EB8D54A4-7649-42C6-952E-EC119C429C5B}"/>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5620AEB5-6C20-4137-871C-2D0904E65D94}"/>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5025E781-C360-4F98-9BC7-DCD3539E1057}"/>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95" name="TextBox 94">
              <a:extLst>
                <a:ext uri="{FF2B5EF4-FFF2-40B4-BE49-F238E27FC236}">
                  <a16:creationId xmlns:a16="http://schemas.microsoft.com/office/drawing/2014/main" id="{C95D9C69-2453-4FC1-A5BA-11971C5B9836}"/>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96" name="TextBox 95">
            <a:extLst>
              <a:ext uri="{FF2B5EF4-FFF2-40B4-BE49-F238E27FC236}">
                <a16:creationId xmlns:a16="http://schemas.microsoft.com/office/drawing/2014/main" id="{9D8A17BB-5E44-49E7-994C-5E7EF25B1F8E}"/>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97" name="Rectangle 96">
            <a:extLst>
              <a:ext uri="{FF2B5EF4-FFF2-40B4-BE49-F238E27FC236}">
                <a16:creationId xmlns:a16="http://schemas.microsoft.com/office/drawing/2014/main" id="{24549C3D-8DF8-4E13-8C53-C162B7C93B2D}"/>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98" name="Group 97">
            <a:extLst>
              <a:ext uri="{FF2B5EF4-FFF2-40B4-BE49-F238E27FC236}">
                <a16:creationId xmlns:a16="http://schemas.microsoft.com/office/drawing/2014/main" id="{94CCAF7A-AA59-4C9F-81F2-F9B0F5BB3108}"/>
              </a:ext>
            </a:extLst>
          </p:cNvPr>
          <p:cNvGrpSpPr/>
          <p:nvPr/>
        </p:nvGrpSpPr>
        <p:grpSpPr>
          <a:xfrm>
            <a:off x="1198103" y="2269115"/>
            <a:ext cx="1985668" cy="2922976"/>
            <a:chOff x="1172407" y="197026"/>
            <a:chExt cx="1292387" cy="1930154"/>
          </a:xfrm>
        </p:grpSpPr>
        <p:grpSp>
          <p:nvGrpSpPr>
            <p:cNvPr id="136" name="Group 135">
              <a:extLst>
                <a:ext uri="{FF2B5EF4-FFF2-40B4-BE49-F238E27FC236}">
                  <a16:creationId xmlns:a16="http://schemas.microsoft.com/office/drawing/2014/main" id="{3ACF871E-0F06-43C1-9622-6701BC385F5B}"/>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90" name="Rectangle 189">
                <a:extLst>
                  <a:ext uri="{FF2B5EF4-FFF2-40B4-BE49-F238E27FC236}">
                    <a16:creationId xmlns:a16="http://schemas.microsoft.com/office/drawing/2014/main" id="{90B87D71-F5F1-4F61-B4DD-C2582F85053F}"/>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1" name="Rectangle 190">
                <a:extLst>
                  <a:ext uri="{FF2B5EF4-FFF2-40B4-BE49-F238E27FC236}">
                    <a16:creationId xmlns:a16="http://schemas.microsoft.com/office/drawing/2014/main" id="{5B0F5A38-DA77-4E25-8C4B-0411C7AF711F}"/>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BB77BFB5-30B9-460F-90CC-E358DF01DCE5}"/>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3" name="Rectangle 192">
                <a:extLst>
                  <a:ext uri="{FF2B5EF4-FFF2-40B4-BE49-F238E27FC236}">
                    <a16:creationId xmlns:a16="http://schemas.microsoft.com/office/drawing/2014/main" id="{17B91AB1-7D8A-4415-A7E5-2279492A55C1}"/>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4" name="Rectangle 193">
                <a:extLst>
                  <a:ext uri="{FF2B5EF4-FFF2-40B4-BE49-F238E27FC236}">
                    <a16:creationId xmlns:a16="http://schemas.microsoft.com/office/drawing/2014/main" id="{FFCA6D85-A7A1-4F54-8404-25AB0785D8A1}"/>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5" name="Rectangle 194">
                <a:extLst>
                  <a:ext uri="{FF2B5EF4-FFF2-40B4-BE49-F238E27FC236}">
                    <a16:creationId xmlns:a16="http://schemas.microsoft.com/office/drawing/2014/main" id="{FBAEE641-DACA-4684-95C8-DC4AF641DF5A}"/>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2" name="Group 141">
              <a:extLst>
                <a:ext uri="{FF2B5EF4-FFF2-40B4-BE49-F238E27FC236}">
                  <a16:creationId xmlns:a16="http://schemas.microsoft.com/office/drawing/2014/main" id="{4594A76E-3A3D-4D5C-BF0A-1E1864A34B15}"/>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85" name="Rectangle 184">
                <a:extLst>
                  <a:ext uri="{FF2B5EF4-FFF2-40B4-BE49-F238E27FC236}">
                    <a16:creationId xmlns:a16="http://schemas.microsoft.com/office/drawing/2014/main" id="{76E9C40D-6F12-4B06-A2D8-7367001FD0E8}"/>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6" name="Rectangle 185">
                <a:extLst>
                  <a:ext uri="{FF2B5EF4-FFF2-40B4-BE49-F238E27FC236}">
                    <a16:creationId xmlns:a16="http://schemas.microsoft.com/office/drawing/2014/main" id="{D83F9E11-9B6C-4280-B44A-C7810742101B}"/>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7" name="Rectangle 186">
                <a:extLst>
                  <a:ext uri="{FF2B5EF4-FFF2-40B4-BE49-F238E27FC236}">
                    <a16:creationId xmlns:a16="http://schemas.microsoft.com/office/drawing/2014/main" id="{3241ECD0-4CE1-401D-9290-7BA1043644E7}"/>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8" name="Rectangle 187">
                <a:extLst>
                  <a:ext uri="{FF2B5EF4-FFF2-40B4-BE49-F238E27FC236}">
                    <a16:creationId xmlns:a16="http://schemas.microsoft.com/office/drawing/2014/main" id="{5433C44A-9F39-426A-9021-1E829583F62B}"/>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49E4DDC7-CE5A-4F94-AFF2-987CF1D4292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8" name="Group 147">
              <a:extLst>
                <a:ext uri="{FF2B5EF4-FFF2-40B4-BE49-F238E27FC236}">
                  <a16:creationId xmlns:a16="http://schemas.microsoft.com/office/drawing/2014/main" id="{3995FB7B-BBE3-48DD-928E-95C5ECEE4094}"/>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180" name="Rectangle 179">
                <a:extLst>
                  <a:ext uri="{FF2B5EF4-FFF2-40B4-BE49-F238E27FC236}">
                    <a16:creationId xmlns:a16="http://schemas.microsoft.com/office/drawing/2014/main" id="{518A6F54-A471-4966-A099-7F41B5A1DD62}"/>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90E88100-B65A-40D4-BA20-7A3201FBAF50}"/>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F23A2BD6-DBF2-4EEA-AA3A-B584D50B6A37}"/>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ectangle 182">
                <a:extLst>
                  <a:ext uri="{FF2B5EF4-FFF2-40B4-BE49-F238E27FC236}">
                    <a16:creationId xmlns:a16="http://schemas.microsoft.com/office/drawing/2014/main" id="{08D77E9C-35BE-4B7A-B65D-34239D9C0203}"/>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4" name="Rectangle 183">
                <a:extLst>
                  <a:ext uri="{FF2B5EF4-FFF2-40B4-BE49-F238E27FC236}">
                    <a16:creationId xmlns:a16="http://schemas.microsoft.com/office/drawing/2014/main" id="{90F8316C-7293-4348-975E-0AF4CEE62945}"/>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9" name="Group 148">
              <a:extLst>
                <a:ext uri="{FF2B5EF4-FFF2-40B4-BE49-F238E27FC236}">
                  <a16:creationId xmlns:a16="http://schemas.microsoft.com/office/drawing/2014/main" id="{56AF27B9-A2C8-49CA-8F9A-5CE3EDC481C9}"/>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176" name="Rectangle 175">
                <a:extLst>
                  <a:ext uri="{FF2B5EF4-FFF2-40B4-BE49-F238E27FC236}">
                    <a16:creationId xmlns:a16="http://schemas.microsoft.com/office/drawing/2014/main" id="{80C252F8-2061-4F0F-8DBE-925ACC8C2A84}"/>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ABA8725C-7CA1-4B05-887D-EF5C09600D3B}"/>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61AD9691-7F5B-49A9-94CF-2379AAE9FDE8}"/>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99A7FCFA-D851-4D83-9A49-0817664992F6}"/>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0" name="Group 149">
              <a:extLst>
                <a:ext uri="{FF2B5EF4-FFF2-40B4-BE49-F238E27FC236}">
                  <a16:creationId xmlns:a16="http://schemas.microsoft.com/office/drawing/2014/main" id="{94017DB4-6FB0-4F19-A626-D5B403FD774A}"/>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169" name="Rectangle 168">
                <a:extLst>
                  <a:ext uri="{FF2B5EF4-FFF2-40B4-BE49-F238E27FC236}">
                    <a16:creationId xmlns:a16="http://schemas.microsoft.com/office/drawing/2014/main" id="{A3671ACE-74CA-4558-A549-B68FB0499F8E}"/>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3A877E6E-E6ED-4601-9AD7-B6FF08E9361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D7FEF8D7-FDEB-4118-B837-C18BAE7F8BEE}"/>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B925231E-220A-4713-92CC-27C48FEA7126}"/>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5F8D3A0E-83A1-4F5F-9617-C277F6759CEE}"/>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262071E4-DF5A-4FB2-872F-8576417FA26D}"/>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1" name="Group 150">
              <a:extLst>
                <a:ext uri="{FF2B5EF4-FFF2-40B4-BE49-F238E27FC236}">
                  <a16:creationId xmlns:a16="http://schemas.microsoft.com/office/drawing/2014/main" id="{DD584D51-BEE6-45A5-A5DF-D3F1921EA066}"/>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152" name="Rectangle 151">
                <a:extLst>
                  <a:ext uri="{FF2B5EF4-FFF2-40B4-BE49-F238E27FC236}">
                    <a16:creationId xmlns:a16="http://schemas.microsoft.com/office/drawing/2014/main" id="{4B86114C-43F0-49C2-B195-14C515C124B3}"/>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CCCD3996-479D-49CF-84AB-B41BB009BE1F}"/>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2BE8C99C-72DD-4401-98CF-1AC2A919DC69}"/>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571E6FAD-38A0-4443-B083-8EAACBCD506B}"/>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3" name="Group 2">
            <a:extLst>
              <a:ext uri="{FF2B5EF4-FFF2-40B4-BE49-F238E27FC236}">
                <a16:creationId xmlns:a16="http://schemas.microsoft.com/office/drawing/2014/main" id="{6A24D9C9-CA76-402D-A76E-848549BA327E}"/>
              </a:ext>
            </a:extLst>
          </p:cNvPr>
          <p:cNvGrpSpPr/>
          <p:nvPr/>
        </p:nvGrpSpPr>
        <p:grpSpPr>
          <a:xfrm>
            <a:off x="6835912" y="2484644"/>
            <a:ext cx="2926984" cy="2994148"/>
            <a:chOff x="6835912" y="2484644"/>
            <a:chExt cx="2926984" cy="2994148"/>
          </a:xfrm>
          <a:effectLst>
            <a:outerShdw blurRad="50800" dist="38100" dir="2700000" algn="tl" rotWithShape="0">
              <a:prstClr val="black">
                <a:alpha val="40000"/>
              </a:prstClr>
            </a:outerShdw>
          </a:effectLst>
        </p:grpSpPr>
        <p:grpSp>
          <p:nvGrpSpPr>
            <p:cNvPr id="197" name="Group 196">
              <a:extLst>
                <a:ext uri="{FF2B5EF4-FFF2-40B4-BE49-F238E27FC236}">
                  <a16:creationId xmlns:a16="http://schemas.microsoft.com/office/drawing/2014/main" id="{A7419DB7-93F9-4E15-9B92-BC406A1EAFB3}"/>
                </a:ext>
              </a:extLst>
            </p:cNvPr>
            <p:cNvGrpSpPr/>
            <p:nvPr/>
          </p:nvGrpSpPr>
          <p:grpSpPr>
            <a:xfrm>
              <a:off x="6835912" y="3486167"/>
              <a:ext cx="972362" cy="996093"/>
              <a:chOff x="2274846" y="1095709"/>
              <a:chExt cx="1352962" cy="1355911"/>
            </a:xfrm>
            <a:effectLst/>
          </p:grpSpPr>
          <p:sp>
            <p:nvSpPr>
              <p:cNvPr id="233" name="Rectangle 232">
                <a:extLst>
                  <a:ext uri="{FF2B5EF4-FFF2-40B4-BE49-F238E27FC236}">
                    <a16:creationId xmlns:a16="http://schemas.microsoft.com/office/drawing/2014/main" id="{33ECB471-802D-43C5-81E0-FE53BADEF9B8}"/>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4884EBC8-AC27-4A62-9954-535A431113A5}"/>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74DE96C7-1C93-402E-81A3-CBC7E4670C61}"/>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5F151505-8CC5-4FC4-BFF7-193E548E8A63}"/>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09A5BBA6-A551-4781-9BFA-17B499AD13A5}"/>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5F522857-E6E7-4D81-B7CE-D8969A265F4B}"/>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8" name="Group 197">
              <a:extLst>
                <a:ext uri="{FF2B5EF4-FFF2-40B4-BE49-F238E27FC236}">
                  <a16:creationId xmlns:a16="http://schemas.microsoft.com/office/drawing/2014/main" id="{8AFC3BF5-8433-4099-9C07-1B72C507320C}"/>
                </a:ext>
              </a:extLst>
            </p:cNvPr>
            <p:cNvGrpSpPr/>
            <p:nvPr/>
          </p:nvGrpSpPr>
          <p:grpSpPr>
            <a:xfrm>
              <a:off x="6836035" y="4482260"/>
              <a:ext cx="972486" cy="996093"/>
              <a:chOff x="9356965" y="2466176"/>
              <a:chExt cx="1353133" cy="1353312"/>
            </a:xfrm>
            <a:effectLst/>
          </p:grpSpPr>
          <p:sp>
            <p:nvSpPr>
              <p:cNvPr id="228" name="Rectangle 227">
                <a:extLst>
                  <a:ext uri="{FF2B5EF4-FFF2-40B4-BE49-F238E27FC236}">
                    <a16:creationId xmlns:a16="http://schemas.microsoft.com/office/drawing/2014/main" id="{11996FEE-5D9B-499D-8559-DC863A32CBDA}"/>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E873946C-4026-48C0-8688-EA82492F419F}"/>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7740F7F6-E7CC-430A-A11A-EC8BEA499D77}"/>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3A5AB43D-5751-4DAA-8728-3DA541BBBB03}"/>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2" name="Rectangle 231">
                <a:extLst>
                  <a:ext uri="{FF2B5EF4-FFF2-40B4-BE49-F238E27FC236}">
                    <a16:creationId xmlns:a16="http://schemas.microsoft.com/office/drawing/2014/main" id="{64A80CC7-A448-440A-B1B1-65B84C8433FA}"/>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9" name="Group 198">
              <a:extLst>
                <a:ext uri="{FF2B5EF4-FFF2-40B4-BE49-F238E27FC236}">
                  <a16:creationId xmlns:a16="http://schemas.microsoft.com/office/drawing/2014/main" id="{758213FB-EC2F-447C-A77D-C8F9FE8834DC}"/>
                </a:ext>
              </a:extLst>
            </p:cNvPr>
            <p:cNvGrpSpPr/>
            <p:nvPr/>
          </p:nvGrpSpPr>
          <p:grpSpPr>
            <a:xfrm>
              <a:off x="7804920" y="3488463"/>
              <a:ext cx="978597" cy="996093"/>
              <a:chOff x="9180347" y="987490"/>
              <a:chExt cx="1352962" cy="1353312"/>
            </a:xfrm>
            <a:effectLst/>
          </p:grpSpPr>
          <p:sp>
            <p:nvSpPr>
              <p:cNvPr id="223" name="Rectangle 222">
                <a:extLst>
                  <a:ext uri="{FF2B5EF4-FFF2-40B4-BE49-F238E27FC236}">
                    <a16:creationId xmlns:a16="http://schemas.microsoft.com/office/drawing/2014/main" id="{67D94281-D9CE-418B-9F81-496EDDB233B4}"/>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B2210522-A71B-4015-9EE6-DE8EBF274F65}"/>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6E49CA5B-6173-4C27-8462-CB304B65F58B}"/>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57D0B51A-2E3F-4671-BD7C-7A2FD0EBA236}"/>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36C8473C-027C-48EA-B535-679D429F24C7}"/>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0" name="Group 199">
              <a:extLst>
                <a:ext uri="{FF2B5EF4-FFF2-40B4-BE49-F238E27FC236}">
                  <a16:creationId xmlns:a16="http://schemas.microsoft.com/office/drawing/2014/main" id="{5AB3A047-8B70-4335-9576-0AEAB34FE43F}"/>
                </a:ext>
              </a:extLst>
            </p:cNvPr>
            <p:cNvGrpSpPr/>
            <p:nvPr/>
          </p:nvGrpSpPr>
          <p:grpSpPr>
            <a:xfrm>
              <a:off x="7805749" y="4481854"/>
              <a:ext cx="978114" cy="996905"/>
              <a:chOff x="902841" y="1533868"/>
              <a:chExt cx="1353132" cy="1353312"/>
            </a:xfrm>
            <a:effectLst/>
          </p:grpSpPr>
          <p:sp>
            <p:nvSpPr>
              <p:cNvPr id="217" name="Rectangle 216">
                <a:extLst>
                  <a:ext uri="{FF2B5EF4-FFF2-40B4-BE49-F238E27FC236}">
                    <a16:creationId xmlns:a16="http://schemas.microsoft.com/office/drawing/2014/main" id="{7DE0379E-58D3-4226-9B05-780487473E17}"/>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5B9D8733-E733-4469-B11C-1367680203F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98B8309E-896D-468E-B926-77A5E0CF9FE8}"/>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9AB2393A-02CE-4CB0-92E1-A88425F1BCBA}"/>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8F6573B4-05C5-41E5-8E68-1934D5D53E08}"/>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57A2E0B4-5221-4A0F-88A6-32EF68E47893}"/>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1" name="Group 200">
              <a:extLst>
                <a:ext uri="{FF2B5EF4-FFF2-40B4-BE49-F238E27FC236}">
                  <a16:creationId xmlns:a16="http://schemas.microsoft.com/office/drawing/2014/main" id="{D64944D9-5AEB-49BB-9F37-E454BE4CB44D}"/>
                </a:ext>
              </a:extLst>
            </p:cNvPr>
            <p:cNvGrpSpPr/>
            <p:nvPr/>
          </p:nvGrpSpPr>
          <p:grpSpPr>
            <a:xfrm>
              <a:off x="8781607" y="4481372"/>
              <a:ext cx="981289" cy="997420"/>
              <a:chOff x="7607604" y="4156548"/>
              <a:chExt cx="1352961" cy="1353312"/>
            </a:xfrm>
            <a:effectLst/>
          </p:grpSpPr>
          <p:sp>
            <p:nvSpPr>
              <p:cNvPr id="213" name="Rectangle 212">
                <a:extLst>
                  <a:ext uri="{FF2B5EF4-FFF2-40B4-BE49-F238E27FC236}">
                    <a16:creationId xmlns:a16="http://schemas.microsoft.com/office/drawing/2014/main" id="{3E31D714-FEB6-4673-8FC7-02087B013AB0}"/>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D8F34C28-6341-4222-B218-0983637624EB}"/>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CA121907-E9A7-4016-932D-6525F1A7C8D1}"/>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9EBB2B26-9118-40CE-A06A-09930B929F9B}"/>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3" name="Group 202">
              <a:extLst>
                <a:ext uri="{FF2B5EF4-FFF2-40B4-BE49-F238E27FC236}">
                  <a16:creationId xmlns:a16="http://schemas.microsoft.com/office/drawing/2014/main" id="{D3D5F117-6478-4D8C-9258-8F67239469FC}"/>
                </a:ext>
              </a:extLst>
            </p:cNvPr>
            <p:cNvGrpSpPr/>
            <p:nvPr/>
          </p:nvGrpSpPr>
          <p:grpSpPr>
            <a:xfrm>
              <a:off x="6837431" y="2484644"/>
              <a:ext cx="968318" cy="999720"/>
              <a:chOff x="7605132" y="3950429"/>
              <a:chExt cx="1352962" cy="1353312"/>
            </a:xfrm>
            <a:effectLst/>
          </p:grpSpPr>
          <p:sp>
            <p:nvSpPr>
              <p:cNvPr id="204" name="Rectangle 203">
                <a:extLst>
                  <a:ext uri="{FF2B5EF4-FFF2-40B4-BE49-F238E27FC236}">
                    <a16:creationId xmlns:a16="http://schemas.microsoft.com/office/drawing/2014/main" id="{115D811E-8E35-41CE-B3FB-C85CB326AA93}"/>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5" name="Rectangle 204">
                <a:extLst>
                  <a:ext uri="{FF2B5EF4-FFF2-40B4-BE49-F238E27FC236}">
                    <a16:creationId xmlns:a16="http://schemas.microsoft.com/office/drawing/2014/main" id="{3140D3FB-2C14-426B-8AD4-EB9398B24E5D}"/>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6" name="Rectangle 205">
                <a:extLst>
                  <a:ext uri="{FF2B5EF4-FFF2-40B4-BE49-F238E27FC236}">
                    <a16:creationId xmlns:a16="http://schemas.microsoft.com/office/drawing/2014/main" id="{08FD7611-CEB7-429D-ACE9-367A267298DB}"/>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7" name="Rectangle 206">
                <a:extLst>
                  <a:ext uri="{FF2B5EF4-FFF2-40B4-BE49-F238E27FC236}">
                    <a16:creationId xmlns:a16="http://schemas.microsoft.com/office/drawing/2014/main" id="{C6F5C018-5EE4-4545-B42D-EB9A851E5E78}"/>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284003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92">
            <a:extLst>
              <a:ext uri="{FF2B5EF4-FFF2-40B4-BE49-F238E27FC236}">
                <a16:creationId xmlns:a16="http://schemas.microsoft.com/office/drawing/2014/main" id="{846B797B-64A9-40D6-BE0D-ED2AF39C9989}"/>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94" name="TextBox 93">
            <a:extLst>
              <a:ext uri="{FF2B5EF4-FFF2-40B4-BE49-F238E27FC236}">
                <a16:creationId xmlns:a16="http://schemas.microsoft.com/office/drawing/2014/main" id="{753706DB-270D-4F5B-B91D-593B5F4C1D01}"/>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95" name="Group 94">
            <a:extLst>
              <a:ext uri="{FF2B5EF4-FFF2-40B4-BE49-F238E27FC236}">
                <a16:creationId xmlns:a16="http://schemas.microsoft.com/office/drawing/2014/main" id="{4AF09097-0DDF-438C-A8D6-D4D4C56DF07D}"/>
              </a:ext>
            </a:extLst>
          </p:cNvPr>
          <p:cNvGrpSpPr/>
          <p:nvPr/>
        </p:nvGrpSpPr>
        <p:grpSpPr>
          <a:xfrm>
            <a:off x="3846526" y="2292601"/>
            <a:ext cx="736657" cy="1332800"/>
            <a:chOff x="3800723" y="2591968"/>
            <a:chExt cx="736657" cy="1332800"/>
          </a:xfrm>
        </p:grpSpPr>
        <p:sp>
          <p:nvSpPr>
            <p:cNvPr id="96" name="Rectangle: Rounded Corners 95">
              <a:extLst>
                <a:ext uri="{FF2B5EF4-FFF2-40B4-BE49-F238E27FC236}">
                  <a16:creationId xmlns:a16="http://schemas.microsoft.com/office/drawing/2014/main" id="{C2B47AFE-BB91-41E2-A717-2BE0626789B5}"/>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DAA1060B-7733-49AF-88A0-60514EA7ED0D}"/>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Rounded Corners 97">
              <a:extLst>
                <a:ext uri="{FF2B5EF4-FFF2-40B4-BE49-F238E27FC236}">
                  <a16:creationId xmlns:a16="http://schemas.microsoft.com/office/drawing/2014/main" id="{5D448529-6B9C-4626-B0E4-C784EFD1D0EF}"/>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E3992ECF-0A39-4AA6-92CA-58CCA3123924}"/>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92E507A2-8C06-4B05-87C9-E5FD4EA3F593}"/>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01" name="TextBox 100">
              <a:extLst>
                <a:ext uri="{FF2B5EF4-FFF2-40B4-BE49-F238E27FC236}">
                  <a16:creationId xmlns:a16="http://schemas.microsoft.com/office/drawing/2014/main" id="{B11B826F-DDAC-4005-B93C-1BA0217E242E}"/>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02" name="TextBox 101">
            <a:extLst>
              <a:ext uri="{FF2B5EF4-FFF2-40B4-BE49-F238E27FC236}">
                <a16:creationId xmlns:a16="http://schemas.microsoft.com/office/drawing/2014/main" id="{CBDB2917-2868-453C-A1FB-038BE167A0C0}"/>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03" name="Rectangle 102">
            <a:extLst>
              <a:ext uri="{FF2B5EF4-FFF2-40B4-BE49-F238E27FC236}">
                <a16:creationId xmlns:a16="http://schemas.microsoft.com/office/drawing/2014/main" id="{7A6FA5F9-22A8-44A0-B387-8B75BCCB3FF9}"/>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4" name="Group 103">
            <a:extLst>
              <a:ext uri="{FF2B5EF4-FFF2-40B4-BE49-F238E27FC236}">
                <a16:creationId xmlns:a16="http://schemas.microsoft.com/office/drawing/2014/main" id="{6F52E9DD-FC7C-4462-804D-3DB021E70D9B}"/>
              </a:ext>
            </a:extLst>
          </p:cNvPr>
          <p:cNvGrpSpPr/>
          <p:nvPr/>
        </p:nvGrpSpPr>
        <p:grpSpPr>
          <a:xfrm>
            <a:off x="1198103" y="2269115"/>
            <a:ext cx="1985668" cy="2922976"/>
            <a:chOff x="1172407" y="197026"/>
            <a:chExt cx="1292387" cy="1930154"/>
          </a:xfrm>
        </p:grpSpPr>
        <p:grpSp>
          <p:nvGrpSpPr>
            <p:cNvPr id="142" name="Group 141">
              <a:extLst>
                <a:ext uri="{FF2B5EF4-FFF2-40B4-BE49-F238E27FC236}">
                  <a16:creationId xmlns:a16="http://schemas.microsoft.com/office/drawing/2014/main" id="{FF7AC4F7-F1FA-447F-ADA1-1CBB26A04ECA}"/>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82" name="Rectangle 181">
                <a:extLst>
                  <a:ext uri="{FF2B5EF4-FFF2-40B4-BE49-F238E27FC236}">
                    <a16:creationId xmlns:a16="http://schemas.microsoft.com/office/drawing/2014/main" id="{898B6133-39CB-4A41-9A57-4FA36516F407}"/>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ectangle 182">
                <a:extLst>
                  <a:ext uri="{FF2B5EF4-FFF2-40B4-BE49-F238E27FC236}">
                    <a16:creationId xmlns:a16="http://schemas.microsoft.com/office/drawing/2014/main" id="{C0A2B3E0-0FAD-4519-9DF7-9AFFB7A02327}"/>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4" name="Rectangle 183">
                <a:extLst>
                  <a:ext uri="{FF2B5EF4-FFF2-40B4-BE49-F238E27FC236}">
                    <a16:creationId xmlns:a16="http://schemas.microsoft.com/office/drawing/2014/main" id="{CACF9191-2050-44CC-A752-BB93E4379C1F}"/>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Rectangle 184">
                <a:extLst>
                  <a:ext uri="{FF2B5EF4-FFF2-40B4-BE49-F238E27FC236}">
                    <a16:creationId xmlns:a16="http://schemas.microsoft.com/office/drawing/2014/main" id="{EFC5DC9A-C852-42DD-B943-21AB998FE203}"/>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6" name="Rectangle 185">
                <a:extLst>
                  <a:ext uri="{FF2B5EF4-FFF2-40B4-BE49-F238E27FC236}">
                    <a16:creationId xmlns:a16="http://schemas.microsoft.com/office/drawing/2014/main" id="{F37DD466-DD80-4A82-A47E-287B825B36E4}"/>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7" name="Rectangle 186">
                <a:extLst>
                  <a:ext uri="{FF2B5EF4-FFF2-40B4-BE49-F238E27FC236}">
                    <a16:creationId xmlns:a16="http://schemas.microsoft.com/office/drawing/2014/main" id="{4FECBB32-8E24-4D4A-BFBE-54B858097C7D}"/>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3" name="Group 142">
              <a:extLst>
                <a:ext uri="{FF2B5EF4-FFF2-40B4-BE49-F238E27FC236}">
                  <a16:creationId xmlns:a16="http://schemas.microsoft.com/office/drawing/2014/main" id="{4BF468AA-DB3A-425C-A692-2052117A9F82}"/>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77" name="Rectangle 176">
                <a:extLst>
                  <a:ext uri="{FF2B5EF4-FFF2-40B4-BE49-F238E27FC236}">
                    <a16:creationId xmlns:a16="http://schemas.microsoft.com/office/drawing/2014/main" id="{777341BD-6129-4B8F-B3E8-EED95A13B681}"/>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AF4F5F10-E570-4E73-B3B0-0F938F4E0140}"/>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BD1D0705-0B0B-4FA4-BA81-F278EDF3713B}"/>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E2D6AAE7-2566-4517-B0F6-6FC768D2288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3AE4D1AA-8CD7-48F5-B17E-8C88B43695A5}"/>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4" name="Group 143">
              <a:extLst>
                <a:ext uri="{FF2B5EF4-FFF2-40B4-BE49-F238E27FC236}">
                  <a16:creationId xmlns:a16="http://schemas.microsoft.com/office/drawing/2014/main" id="{C765B83E-84F5-4944-BF50-555978CC3C29}"/>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171" name="Rectangle 170">
                <a:extLst>
                  <a:ext uri="{FF2B5EF4-FFF2-40B4-BE49-F238E27FC236}">
                    <a16:creationId xmlns:a16="http://schemas.microsoft.com/office/drawing/2014/main" id="{D538A9D3-E8B9-4BD7-844B-FA7C80B289F2}"/>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99B92F13-804A-4FA0-AEC5-EE7A676ECD52}"/>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502CA611-4688-4CAB-907B-1D4F6AA0531F}"/>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F4E2702C-414A-4F1D-B889-0FEC3057E25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6D610BC3-5EBB-4E8F-BE74-7F64B3758983}"/>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5" name="Group 144">
              <a:extLst>
                <a:ext uri="{FF2B5EF4-FFF2-40B4-BE49-F238E27FC236}">
                  <a16:creationId xmlns:a16="http://schemas.microsoft.com/office/drawing/2014/main" id="{BC233243-F3BA-41EB-9149-035A8E851895}"/>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167" name="Rectangle 166">
                <a:extLst>
                  <a:ext uri="{FF2B5EF4-FFF2-40B4-BE49-F238E27FC236}">
                    <a16:creationId xmlns:a16="http://schemas.microsoft.com/office/drawing/2014/main" id="{08586914-D575-407C-9039-4A4F3C50F0F6}"/>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A4EE8B37-5E78-4CCA-8C31-38CA161B14CA}"/>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C6AF9965-89A1-46C5-89E9-2B7F71C22931}"/>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BDD5C074-B105-4A51-BE84-AFD33DE96E3C}"/>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6" name="Group 145">
              <a:extLst>
                <a:ext uri="{FF2B5EF4-FFF2-40B4-BE49-F238E27FC236}">
                  <a16:creationId xmlns:a16="http://schemas.microsoft.com/office/drawing/2014/main" id="{6DB837DD-0A74-48C6-B7B0-332A0E26F24B}"/>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152" name="Rectangle 151">
                <a:extLst>
                  <a:ext uri="{FF2B5EF4-FFF2-40B4-BE49-F238E27FC236}">
                    <a16:creationId xmlns:a16="http://schemas.microsoft.com/office/drawing/2014/main" id="{62F36B94-FA60-401F-BCB2-8CFE48F4EFA6}"/>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A3CBC7FF-542E-4025-98E6-F5C8CBAD6806}"/>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4" name="Rectangle 153">
                <a:extLst>
                  <a:ext uri="{FF2B5EF4-FFF2-40B4-BE49-F238E27FC236}">
                    <a16:creationId xmlns:a16="http://schemas.microsoft.com/office/drawing/2014/main" id="{9C9FF7C4-1D8F-4B78-87B6-B66BE2EE4B20}"/>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5" name="Rectangle 154">
                <a:extLst>
                  <a:ext uri="{FF2B5EF4-FFF2-40B4-BE49-F238E27FC236}">
                    <a16:creationId xmlns:a16="http://schemas.microsoft.com/office/drawing/2014/main" id="{1A6AEBD8-2E24-4E0D-9CE9-41F4E815ED9F}"/>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6" name="Rectangle 155">
                <a:extLst>
                  <a:ext uri="{FF2B5EF4-FFF2-40B4-BE49-F238E27FC236}">
                    <a16:creationId xmlns:a16="http://schemas.microsoft.com/office/drawing/2014/main" id="{27FA8244-0902-4854-B846-2AEA0E49B1D2}"/>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C90BA8C5-4C54-4622-B124-CCB78BE997F5}"/>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7" name="Group 146">
              <a:extLst>
                <a:ext uri="{FF2B5EF4-FFF2-40B4-BE49-F238E27FC236}">
                  <a16:creationId xmlns:a16="http://schemas.microsoft.com/office/drawing/2014/main" id="{B9561229-6416-4AC8-BF20-6A4AE7A5749E}"/>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148" name="Rectangle 147">
                <a:extLst>
                  <a:ext uri="{FF2B5EF4-FFF2-40B4-BE49-F238E27FC236}">
                    <a16:creationId xmlns:a16="http://schemas.microsoft.com/office/drawing/2014/main" id="{861D7D4E-E443-4FC3-A0FD-C11F3B9A6DB6}"/>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9" name="Rectangle 148">
                <a:extLst>
                  <a:ext uri="{FF2B5EF4-FFF2-40B4-BE49-F238E27FC236}">
                    <a16:creationId xmlns:a16="http://schemas.microsoft.com/office/drawing/2014/main" id="{9C02DC12-6ED6-4214-8569-A31AE6F83BB2}"/>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0" name="Rectangle 149">
                <a:extLst>
                  <a:ext uri="{FF2B5EF4-FFF2-40B4-BE49-F238E27FC236}">
                    <a16:creationId xmlns:a16="http://schemas.microsoft.com/office/drawing/2014/main" id="{E92FA9DD-7FC6-481F-9CD1-94F7DC5D905F}"/>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97F19AF2-EBB4-49DD-8C63-71625262AF4D}"/>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3" name="Group 2">
            <a:extLst>
              <a:ext uri="{FF2B5EF4-FFF2-40B4-BE49-F238E27FC236}">
                <a16:creationId xmlns:a16="http://schemas.microsoft.com/office/drawing/2014/main" id="{40EB2DB8-B21A-4A32-ABF1-7F828083DD29}"/>
              </a:ext>
            </a:extLst>
          </p:cNvPr>
          <p:cNvGrpSpPr/>
          <p:nvPr/>
        </p:nvGrpSpPr>
        <p:grpSpPr>
          <a:xfrm>
            <a:off x="6835912" y="2484644"/>
            <a:ext cx="2926984" cy="2994148"/>
            <a:chOff x="6835912" y="2484644"/>
            <a:chExt cx="2926984" cy="2994148"/>
          </a:xfrm>
          <a:effectLst>
            <a:outerShdw blurRad="50800" dist="38100" dir="2700000" algn="tl" rotWithShape="0">
              <a:prstClr val="black">
                <a:alpha val="40000"/>
              </a:prstClr>
            </a:outerShdw>
          </a:effectLst>
        </p:grpSpPr>
        <p:grpSp>
          <p:nvGrpSpPr>
            <p:cNvPr id="244" name="Group 243">
              <a:extLst>
                <a:ext uri="{FF2B5EF4-FFF2-40B4-BE49-F238E27FC236}">
                  <a16:creationId xmlns:a16="http://schemas.microsoft.com/office/drawing/2014/main" id="{821C1326-62C9-4496-8AE8-084C5A17F060}"/>
                </a:ext>
              </a:extLst>
            </p:cNvPr>
            <p:cNvGrpSpPr/>
            <p:nvPr/>
          </p:nvGrpSpPr>
          <p:grpSpPr>
            <a:xfrm>
              <a:off x="6835912" y="3486167"/>
              <a:ext cx="972362" cy="996093"/>
              <a:chOff x="2274846" y="1095709"/>
              <a:chExt cx="1352962" cy="1355911"/>
            </a:xfrm>
            <a:effectLst/>
          </p:grpSpPr>
          <p:sp>
            <p:nvSpPr>
              <p:cNvPr id="292" name="Rectangle 291">
                <a:extLst>
                  <a:ext uri="{FF2B5EF4-FFF2-40B4-BE49-F238E27FC236}">
                    <a16:creationId xmlns:a16="http://schemas.microsoft.com/office/drawing/2014/main" id="{7474E978-BC67-409F-9103-A6A919C808CC}"/>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70F4AC60-22DD-4AD0-8929-CC4EEA8EF254}"/>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4" name="Rectangle 293">
                <a:extLst>
                  <a:ext uri="{FF2B5EF4-FFF2-40B4-BE49-F238E27FC236}">
                    <a16:creationId xmlns:a16="http://schemas.microsoft.com/office/drawing/2014/main" id="{C6E5A060-CDE8-4255-8477-126D601C0A3B}"/>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25524221-ACC2-4CE1-A5E1-9A6BADA0E291}"/>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4E0DDE20-45D5-49EC-BBFA-B42D936E88A5}"/>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F423FB89-77FB-4DDE-949E-113EE6D7A29C}"/>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5" name="Group 244">
              <a:extLst>
                <a:ext uri="{FF2B5EF4-FFF2-40B4-BE49-F238E27FC236}">
                  <a16:creationId xmlns:a16="http://schemas.microsoft.com/office/drawing/2014/main" id="{4BD254CB-6A6D-4A35-8320-0A70068C7437}"/>
                </a:ext>
              </a:extLst>
            </p:cNvPr>
            <p:cNvGrpSpPr/>
            <p:nvPr/>
          </p:nvGrpSpPr>
          <p:grpSpPr>
            <a:xfrm>
              <a:off x="6836035" y="4482260"/>
              <a:ext cx="972486" cy="996093"/>
              <a:chOff x="9356965" y="2466176"/>
              <a:chExt cx="1353133" cy="1353312"/>
            </a:xfrm>
            <a:effectLst/>
          </p:grpSpPr>
          <p:sp>
            <p:nvSpPr>
              <p:cNvPr id="287" name="Rectangle 286">
                <a:extLst>
                  <a:ext uri="{FF2B5EF4-FFF2-40B4-BE49-F238E27FC236}">
                    <a16:creationId xmlns:a16="http://schemas.microsoft.com/office/drawing/2014/main" id="{31DB29AC-B05B-4392-8B28-3C94A965B04A}"/>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8" name="Rectangle 287">
                <a:extLst>
                  <a:ext uri="{FF2B5EF4-FFF2-40B4-BE49-F238E27FC236}">
                    <a16:creationId xmlns:a16="http://schemas.microsoft.com/office/drawing/2014/main" id="{0510FF39-5144-4DB5-91A9-449E348DE5F7}"/>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9" name="Rectangle 288">
                <a:extLst>
                  <a:ext uri="{FF2B5EF4-FFF2-40B4-BE49-F238E27FC236}">
                    <a16:creationId xmlns:a16="http://schemas.microsoft.com/office/drawing/2014/main" id="{C1BC30C5-B0E5-476C-B394-A1C3186B3058}"/>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7574A58E-EFED-4244-B36C-C1BA1549E4D4}"/>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18A01CED-3AC5-4F27-8563-6FC75427EEED}"/>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6" name="Group 245">
              <a:extLst>
                <a:ext uri="{FF2B5EF4-FFF2-40B4-BE49-F238E27FC236}">
                  <a16:creationId xmlns:a16="http://schemas.microsoft.com/office/drawing/2014/main" id="{DE7E4271-01DE-4AEE-8683-69BFEE3A0101}"/>
                </a:ext>
              </a:extLst>
            </p:cNvPr>
            <p:cNvGrpSpPr/>
            <p:nvPr/>
          </p:nvGrpSpPr>
          <p:grpSpPr>
            <a:xfrm>
              <a:off x="7804920" y="3488463"/>
              <a:ext cx="978597" cy="996093"/>
              <a:chOff x="9180347" y="987490"/>
              <a:chExt cx="1352962" cy="1353312"/>
            </a:xfrm>
            <a:effectLst/>
          </p:grpSpPr>
          <p:sp>
            <p:nvSpPr>
              <p:cNvPr id="282" name="Rectangle 281">
                <a:extLst>
                  <a:ext uri="{FF2B5EF4-FFF2-40B4-BE49-F238E27FC236}">
                    <a16:creationId xmlns:a16="http://schemas.microsoft.com/office/drawing/2014/main" id="{1AC85683-9EE7-47FB-AAC8-FBC318D1657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3" name="Rectangle 282">
                <a:extLst>
                  <a:ext uri="{FF2B5EF4-FFF2-40B4-BE49-F238E27FC236}">
                    <a16:creationId xmlns:a16="http://schemas.microsoft.com/office/drawing/2014/main" id="{3BD71775-5787-43A8-9380-3D725496FF17}"/>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4" name="Rectangle 283">
                <a:extLst>
                  <a:ext uri="{FF2B5EF4-FFF2-40B4-BE49-F238E27FC236}">
                    <a16:creationId xmlns:a16="http://schemas.microsoft.com/office/drawing/2014/main" id="{52882F52-51FA-46F9-B0C5-A8740312FFE7}"/>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5" name="Rectangle 284">
                <a:extLst>
                  <a:ext uri="{FF2B5EF4-FFF2-40B4-BE49-F238E27FC236}">
                    <a16:creationId xmlns:a16="http://schemas.microsoft.com/office/drawing/2014/main" id="{964BDA05-30B3-4A09-B792-443361756FE3}"/>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6" name="Rectangle 285">
                <a:extLst>
                  <a:ext uri="{FF2B5EF4-FFF2-40B4-BE49-F238E27FC236}">
                    <a16:creationId xmlns:a16="http://schemas.microsoft.com/office/drawing/2014/main" id="{67ECA41E-FB58-4B5F-A600-028C84607F2C}"/>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7" name="Group 246">
              <a:extLst>
                <a:ext uri="{FF2B5EF4-FFF2-40B4-BE49-F238E27FC236}">
                  <a16:creationId xmlns:a16="http://schemas.microsoft.com/office/drawing/2014/main" id="{ECA1E40F-1E3D-414F-9B5E-A63480832DA3}"/>
                </a:ext>
              </a:extLst>
            </p:cNvPr>
            <p:cNvGrpSpPr/>
            <p:nvPr/>
          </p:nvGrpSpPr>
          <p:grpSpPr>
            <a:xfrm>
              <a:off x="7805749" y="4481854"/>
              <a:ext cx="978114" cy="996905"/>
              <a:chOff x="902841" y="1533868"/>
              <a:chExt cx="1353132" cy="1353312"/>
            </a:xfrm>
            <a:effectLst/>
          </p:grpSpPr>
          <p:sp>
            <p:nvSpPr>
              <p:cNvPr id="276" name="Rectangle 275">
                <a:extLst>
                  <a:ext uri="{FF2B5EF4-FFF2-40B4-BE49-F238E27FC236}">
                    <a16:creationId xmlns:a16="http://schemas.microsoft.com/office/drawing/2014/main" id="{A99E18FD-F9BA-41D7-8A36-85937D55B176}"/>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7" name="Rectangle 276">
                <a:extLst>
                  <a:ext uri="{FF2B5EF4-FFF2-40B4-BE49-F238E27FC236}">
                    <a16:creationId xmlns:a16="http://schemas.microsoft.com/office/drawing/2014/main" id="{2F0A78AA-C7FA-4C66-BAC5-83298561A21C}"/>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8" name="Rectangle 277">
                <a:extLst>
                  <a:ext uri="{FF2B5EF4-FFF2-40B4-BE49-F238E27FC236}">
                    <a16:creationId xmlns:a16="http://schemas.microsoft.com/office/drawing/2014/main" id="{59AD3211-06EF-4EE6-AF0C-82688F04D1A8}"/>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9" name="Rectangle 278">
                <a:extLst>
                  <a:ext uri="{FF2B5EF4-FFF2-40B4-BE49-F238E27FC236}">
                    <a16:creationId xmlns:a16="http://schemas.microsoft.com/office/drawing/2014/main" id="{F35E2787-C578-4B12-91F0-EA9DF26C449F}"/>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0" name="Rectangle 279">
                <a:extLst>
                  <a:ext uri="{FF2B5EF4-FFF2-40B4-BE49-F238E27FC236}">
                    <a16:creationId xmlns:a16="http://schemas.microsoft.com/office/drawing/2014/main" id="{A6AE564C-50C9-4366-ADE9-C766AAFF4673}"/>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1" name="Rectangle 280">
                <a:extLst>
                  <a:ext uri="{FF2B5EF4-FFF2-40B4-BE49-F238E27FC236}">
                    <a16:creationId xmlns:a16="http://schemas.microsoft.com/office/drawing/2014/main" id="{D9C75418-DCC9-4E3D-B7FA-D2BD7BAD0989}"/>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8" name="Group 247">
              <a:extLst>
                <a:ext uri="{FF2B5EF4-FFF2-40B4-BE49-F238E27FC236}">
                  <a16:creationId xmlns:a16="http://schemas.microsoft.com/office/drawing/2014/main" id="{C1A299CF-6775-4312-AFAA-A59A4CB78292}"/>
                </a:ext>
              </a:extLst>
            </p:cNvPr>
            <p:cNvGrpSpPr/>
            <p:nvPr/>
          </p:nvGrpSpPr>
          <p:grpSpPr>
            <a:xfrm>
              <a:off x="8781607" y="4481372"/>
              <a:ext cx="981289" cy="997420"/>
              <a:chOff x="7607604" y="4156548"/>
              <a:chExt cx="1352961" cy="1353312"/>
            </a:xfrm>
            <a:effectLst/>
          </p:grpSpPr>
          <p:sp>
            <p:nvSpPr>
              <p:cNvPr id="272" name="Rectangle 271">
                <a:extLst>
                  <a:ext uri="{FF2B5EF4-FFF2-40B4-BE49-F238E27FC236}">
                    <a16:creationId xmlns:a16="http://schemas.microsoft.com/office/drawing/2014/main" id="{67A2D017-815B-4EC9-A8C2-335AF68F8647}"/>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3" name="Rectangle 272">
                <a:extLst>
                  <a:ext uri="{FF2B5EF4-FFF2-40B4-BE49-F238E27FC236}">
                    <a16:creationId xmlns:a16="http://schemas.microsoft.com/office/drawing/2014/main" id="{2D0921E9-4E6F-413E-8E76-C8F193C146DF}"/>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4" name="Rectangle 273">
                <a:extLst>
                  <a:ext uri="{FF2B5EF4-FFF2-40B4-BE49-F238E27FC236}">
                    <a16:creationId xmlns:a16="http://schemas.microsoft.com/office/drawing/2014/main" id="{0AB1A96D-B290-4DBB-899C-53010F35906C}"/>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5" name="Rectangle 274">
                <a:extLst>
                  <a:ext uri="{FF2B5EF4-FFF2-40B4-BE49-F238E27FC236}">
                    <a16:creationId xmlns:a16="http://schemas.microsoft.com/office/drawing/2014/main" id="{42C1E08E-9688-453C-8750-6469A3EF8AD1}"/>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9" name="Group 248">
              <a:extLst>
                <a:ext uri="{FF2B5EF4-FFF2-40B4-BE49-F238E27FC236}">
                  <a16:creationId xmlns:a16="http://schemas.microsoft.com/office/drawing/2014/main" id="{41E6EDB7-A53E-4697-BCD5-F62ADF682D61}"/>
                </a:ext>
              </a:extLst>
            </p:cNvPr>
            <p:cNvGrpSpPr/>
            <p:nvPr/>
          </p:nvGrpSpPr>
          <p:grpSpPr>
            <a:xfrm>
              <a:off x="8782952" y="3485094"/>
              <a:ext cx="978597" cy="996093"/>
              <a:chOff x="9180347" y="987490"/>
              <a:chExt cx="1352962" cy="1353312"/>
            </a:xfrm>
            <a:effectLst/>
          </p:grpSpPr>
          <p:sp>
            <p:nvSpPr>
              <p:cNvPr id="267" name="Rectangle 266">
                <a:extLst>
                  <a:ext uri="{FF2B5EF4-FFF2-40B4-BE49-F238E27FC236}">
                    <a16:creationId xmlns:a16="http://schemas.microsoft.com/office/drawing/2014/main" id="{747D6B3C-9A98-4DB8-A914-E7F13B74C50D}"/>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8" name="Rectangle 267">
                <a:extLst>
                  <a:ext uri="{FF2B5EF4-FFF2-40B4-BE49-F238E27FC236}">
                    <a16:creationId xmlns:a16="http://schemas.microsoft.com/office/drawing/2014/main" id="{131A1BE0-90F4-470F-901A-719F312990DC}"/>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9" name="Rectangle 268">
                <a:extLst>
                  <a:ext uri="{FF2B5EF4-FFF2-40B4-BE49-F238E27FC236}">
                    <a16:creationId xmlns:a16="http://schemas.microsoft.com/office/drawing/2014/main" id="{69CD98AD-BA51-4253-BE66-179E02C8C57E}"/>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0" name="Rectangle 269">
                <a:extLst>
                  <a:ext uri="{FF2B5EF4-FFF2-40B4-BE49-F238E27FC236}">
                    <a16:creationId xmlns:a16="http://schemas.microsoft.com/office/drawing/2014/main" id="{F6ADDC58-0152-4D1E-8D03-3EAE8FFCAE1E}"/>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1" name="Rectangle 270">
                <a:extLst>
                  <a:ext uri="{FF2B5EF4-FFF2-40B4-BE49-F238E27FC236}">
                    <a16:creationId xmlns:a16="http://schemas.microsoft.com/office/drawing/2014/main" id="{CB10E318-1A9F-4F71-BC01-85976E9F3FF8}"/>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2" name="Group 251">
              <a:extLst>
                <a:ext uri="{FF2B5EF4-FFF2-40B4-BE49-F238E27FC236}">
                  <a16:creationId xmlns:a16="http://schemas.microsoft.com/office/drawing/2014/main" id="{1DE9AE61-F5DE-4897-A723-0FCE5D008635}"/>
                </a:ext>
              </a:extLst>
            </p:cNvPr>
            <p:cNvGrpSpPr/>
            <p:nvPr/>
          </p:nvGrpSpPr>
          <p:grpSpPr>
            <a:xfrm>
              <a:off x="6837431" y="2484644"/>
              <a:ext cx="968318" cy="999720"/>
              <a:chOff x="7605132" y="3950429"/>
              <a:chExt cx="1352962" cy="1353312"/>
            </a:xfrm>
            <a:effectLst/>
          </p:grpSpPr>
          <p:sp>
            <p:nvSpPr>
              <p:cNvPr id="253" name="Rectangle 252">
                <a:extLst>
                  <a:ext uri="{FF2B5EF4-FFF2-40B4-BE49-F238E27FC236}">
                    <a16:creationId xmlns:a16="http://schemas.microsoft.com/office/drawing/2014/main" id="{72AC7471-A283-4EA3-B3D0-943F6E89024F}"/>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1FEA1C10-A6C9-4819-9552-EBD645C79DFE}"/>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4553E199-3F15-4C48-8C99-3B0324901B73}"/>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6D3325B2-5D05-427B-8667-CD57B255D14A}"/>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921659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Box 109">
            <a:extLst>
              <a:ext uri="{FF2B5EF4-FFF2-40B4-BE49-F238E27FC236}">
                <a16:creationId xmlns:a16="http://schemas.microsoft.com/office/drawing/2014/main" id="{C6B9EAD7-7DA4-48B8-9F65-BC52BBA9805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99" name="TextBox 98">
            <a:extLst>
              <a:ext uri="{FF2B5EF4-FFF2-40B4-BE49-F238E27FC236}">
                <a16:creationId xmlns:a16="http://schemas.microsoft.com/office/drawing/2014/main" id="{CA946CB4-C135-4699-B2BF-245F6FF0D401}"/>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00" name="Group 99">
            <a:extLst>
              <a:ext uri="{FF2B5EF4-FFF2-40B4-BE49-F238E27FC236}">
                <a16:creationId xmlns:a16="http://schemas.microsoft.com/office/drawing/2014/main" id="{334BCB08-C622-4873-838D-791C48B4F002}"/>
              </a:ext>
            </a:extLst>
          </p:cNvPr>
          <p:cNvGrpSpPr/>
          <p:nvPr/>
        </p:nvGrpSpPr>
        <p:grpSpPr>
          <a:xfrm>
            <a:off x="3846526" y="2292601"/>
            <a:ext cx="736657" cy="1332800"/>
            <a:chOff x="3800723" y="2591968"/>
            <a:chExt cx="736657" cy="1332800"/>
          </a:xfrm>
        </p:grpSpPr>
        <p:sp>
          <p:nvSpPr>
            <p:cNvPr id="101" name="Rectangle: Rounded Corners 100">
              <a:extLst>
                <a:ext uri="{FF2B5EF4-FFF2-40B4-BE49-F238E27FC236}">
                  <a16:creationId xmlns:a16="http://schemas.microsoft.com/office/drawing/2014/main" id="{E15C7F31-7C13-4AED-8829-F702EBA4911D}"/>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957C723-FE58-4219-B3B2-A7E31398D55B}"/>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Rounded Corners 102">
              <a:extLst>
                <a:ext uri="{FF2B5EF4-FFF2-40B4-BE49-F238E27FC236}">
                  <a16:creationId xmlns:a16="http://schemas.microsoft.com/office/drawing/2014/main" id="{46409802-8BB3-4ABA-B3BE-EA6EFCA438BD}"/>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6970A389-EE90-40D1-83EC-1A94BAB406A2}"/>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ED13C035-D1A8-4035-8D1D-2B35E94E2127}"/>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06" name="TextBox 105">
              <a:extLst>
                <a:ext uri="{FF2B5EF4-FFF2-40B4-BE49-F238E27FC236}">
                  <a16:creationId xmlns:a16="http://schemas.microsoft.com/office/drawing/2014/main" id="{6FFB1D07-3378-4977-AB20-77AB272049D4}"/>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07" name="TextBox 106">
            <a:extLst>
              <a:ext uri="{FF2B5EF4-FFF2-40B4-BE49-F238E27FC236}">
                <a16:creationId xmlns:a16="http://schemas.microsoft.com/office/drawing/2014/main" id="{96E51805-C73B-4AB1-9AA5-254E1B8A5168}"/>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08" name="Rectangle 107">
            <a:extLst>
              <a:ext uri="{FF2B5EF4-FFF2-40B4-BE49-F238E27FC236}">
                <a16:creationId xmlns:a16="http://schemas.microsoft.com/office/drawing/2014/main" id="{70BB434C-087A-4680-BE12-721710E2B7DB}"/>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9" name="Group 108">
            <a:extLst>
              <a:ext uri="{FF2B5EF4-FFF2-40B4-BE49-F238E27FC236}">
                <a16:creationId xmlns:a16="http://schemas.microsoft.com/office/drawing/2014/main" id="{E54CC177-87BA-4099-A3FD-0324250E14F7}"/>
              </a:ext>
            </a:extLst>
          </p:cNvPr>
          <p:cNvGrpSpPr/>
          <p:nvPr/>
        </p:nvGrpSpPr>
        <p:grpSpPr>
          <a:xfrm>
            <a:off x="1198103" y="2269115"/>
            <a:ext cx="1985668" cy="2922976"/>
            <a:chOff x="1172407" y="197026"/>
            <a:chExt cx="1292387" cy="1930154"/>
          </a:xfrm>
        </p:grpSpPr>
        <p:grpSp>
          <p:nvGrpSpPr>
            <p:cNvPr id="148" name="Group 147">
              <a:extLst>
                <a:ext uri="{FF2B5EF4-FFF2-40B4-BE49-F238E27FC236}">
                  <a16:creationId xmlns:a16="http://schemas.microsoft.com/office/drawing/2014/main" id="{48FFDCD2-416E-4246-A5F3-2FF94E3C895E}"/>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95" name="Rectangle 194">
                <a:extLst>
                  <a:ext uri="{FF2B5EF4-FFF2-40B4-BE49-F238E27FC236}">
                    <a16:creationId xmlns:a16="http://schemas.microsoft.com/office/drawing/2014/main" id="{A457A147-27E7-4DBA-B091-56B7B281FB62}"/>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6" name="Rectangle 195">
                <a:extLst>
                  <a:ext uri="{FF2B5EF4-FFF2-40B4-BE49-F238E27FC236}">
                    <a16:creationId xmlns:a16="http://schemas.microsoft.com/office/drawing/2014/main" id="{5737549A-5389-45A9-97E6-B0EF91A6A8A9}"/>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7" name="Rectangle 196">
                <a:extLst>
                  <a:ext uri="{FF2B5EF4-FFF2-40B4-BE49-F238E27FC236}">
                    <a16:creationId xmlns:a16="http://schemas.microsoft.com/office/drawing/2014/main" id="{EDCEFF42-7CC4-4756-A0AF-666F86C269EB}"/>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8" name="Rectangle 197">
                <a:extLst>
                  <a:ext uri="{FF2B5EF4-FFF2-40B4-BE49-F238E27FC236}">
                    <a16:creationId xmlns:a16="http://schemas.microsoft.com/office/drawing/2014/main" id="{23489BF2-22F1-49CD-BA7D-D89227A8A838}"/>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9" name="Rectangle 198">
                <a:extLst>
                  <a:ext uri="{FF2B5EF4-FFF2-40B4-BE49-F238E27FC236}">
                    <a16:creationId xmlns:a16="http://schemas.microsoft.com/office/drawing/2014/main" id="{ED3CBA9F-CE2E-4A81-B792-F160CC02F286}"/>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0" name="Rectangle 199">
                <a:extLst>
                  <a:ext uri="{FF2B5EF4-FFF2-40B4-BE49-F238E27FC236}">
                    <a16:creationId xmlns:a16="http://schemas.microsoft.com/office/drawing/2014/main" id="{90E11136-6CF9-493E-9889-B3EE884C552C}"/>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5" name="Group 154">
              <a:extLst>
                <a:ext uri="{FF2B5EF4-FFF2-40B4-BE49-F238E27FC236}">
                  <a16:creationId xmlns:a16="http://schemas.microsoft.com/office/drawing/2014/main" id="{C718D46D-144D-4EBC-B65E-F6A460AAD458}"/>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90" name="Rectangle 189">
                <a:extLst>
                  <a:ext uri="{FF2B5EF4-FFF2-40B4-BE49-F238E27FC236}">
                    <a16:creationId xmlns:a16="http://schemas.microsoft.com/office/drawing/2014/main" id="{713B1C81-05A6-4D26-9C64-A66FB52C418E}"/>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1" name="Rectangle 190">
                <a:extLst>
                  <a:ext uri="{FF2B5EF4-FFF2-40B4-BE49-F238E27FC236}">
                    <a16:creationId xmlns:a16="http://schemas.microsoft.com/office/drawing/2014/main" id="{346AFCC5-C93C-4C03-99C2-71DF544900E7}"/>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312D58CA-8C9F-4667-9066-1C4D028977C9}"/>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3" name="Rectangle 192">
                <a:extLst>
                  <a:ext uri="{FF2B5EF4-FFF2-40B4-BE49-F238E27FC236}">
                    <a16:creationId xmlns:a16="http://schemas.microsoft.com/office/drawing/2014/main" id="{47BF682E-6066-43C9-807D-C9996F100F41}"/>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4" name="Rectangle 193">
                <a:extLst>
                  <a:ext uri="{FF2B5EF4-FFF2-40B4-BE49-F238E27FC236}">
                    <a16:creationId xmlns:a16="http://schemas.microsoft.com/office/drawing/2014/main" id="{68EB2B15-3DA7-4CE1-8DC5-0004F9678532}"/>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6" name="Group 165">
              <a:extLst>
                <a:ext uri="{FF2B5EF4-FFF2-40B4-BE49-F238E27FC236}">
                  <a16:creationId xmlns:a16="http://schemas.microsoft.com/office/drawing/2014/main" id="{B6DC7BC0-B8CB-40CC-BF48-96FAE4D37036}"/>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185" name="Rectangle 184">
                <a:extLst>
                  <a:ext uri="{FF2B5EF4-FFF2-40B4-BE49-F238E27FC236}">
                    <a16:creationId xmlns:a16="http://schemas.microsoft.com/office/drawing/2014/main" id="{4BDE3A4B-CFB7-4492-A530-846E9779B52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6" name="Rectangle 185">
                <a:extLst>
                  <a:ext uri="{FF2B5EF4-FFF2-40B4-BE49-F238E27FC236}">
                    <a16:creationId xmlns:a16="http://schemas.microsoft.com/office/drawing/2014/main" id="{250419A1-8F2A-4A5D-A4D1-2FDA07A88A09}"/>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7" name="Rectangle 186">
                <a:extLst>
                  <a:ext uri="{FF2B5EF4-FFF2-40B4-BE49-F238E27FC236}">
                    <a16:creationId xmlns:a16="http://schemas.microsoft.com/office/drawing/2014/main" id="{864B1D3E-6795-4405-B14E-0A278D042986}"/>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8" name="Rectangle 187">
                <a:extLst>
                  <a:ext uri="{FF2B5EF4-FFF2-40B4-BE49-F238E27FC236}">
                    <a16:creationId xmlns:a16="http://schemas.microsoft.com/office/drawing/2014/main" id="{C3F7193B-B4EB-41B8-9ADC-7DBAAB0656E2}"/>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58864E8C-6139-428D-ABCE-E2D854EB3B21}"/>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7" name="Group 166">
              <a:extLst>
                <a:ext uri="{FF2B5EF4-FFF2-40B4-BE49-F238E27FC236}">
                  <a16:creationId xmlns:a16="http://schemas.microsoft.com/office/drawing/2014/main" id="{04435B2E-22AB-4AEB-9167-D8570B59AC80}"/>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181" name="Rectangle 180">
                <a:extLst>
                  <a:ext uri="{FF2B5EF4-FFF2-40B4-BE49-F238E27FC236}">
                    <a16:creationId xmlns:a16="http://schemas.microsoft.com/office/drawing/2014/main" id="{B54C6E90-D505-41A8-8C52-40D8812297C8}"/>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F27AF7DB-9D15-498B-A428-DE68D4100C51}"/>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ectangle 182">
                <a:extLst>
                  <a:ext uri="{FF2B5EF4-FFF2-40B4-BE49-F238E27FC236}">
                    <a16:creationId xmlns:a16="http://schemas.microsoft.com/office/drawing/2014/main" id="{11570783-B54E-4C37-BD79-F510A2E0FD63}"/>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4" name="Rectangle 183">
                <a:extLst>
                  <a:ext uri="{FF2B5EF4-FFF2-40B4-BE49-F238E27FC236}">
                    <a16:creationId xmlns:a16="http://schemas.microsoft.com/office/drawing/2014/main" id="{012D8AE5-11E1-4FD0-8925-AEDBF7464528}"/>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8" name="Group 167">
              <a:extLst>
                <a:ext uri="{FF2B5EF4-FFF2-40B4-BE49-F238E27FC236}">
                  <a16:creationId xmlns:a16="http://schemas.microsoft.com/office/drawing/2014/main" id="{D756D96D-50AF-4EC4-A782-A2CD060ADDB8}"/>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03B9445F-486A-43DD-B2F9-B0DE0E179319}"/>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B1622B12-53C7-42B4-B65A-BC3B9F6D20B1}"/>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9A8930CA-6B11-460E-A11B-BC64A994B845}"/>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429EF180-5F5F-45AA-9D0D-CD6C20D87BF6}"/>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879C4934-B7E6-4E81-9E5E-6C5522E68F24}"/>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149CFD76-4B86-4116-A284-3A8EBA01790B}"/>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9" name="Group 168">
              <a:extLst>
                <a:ext uri="{FF2B5EF4-FFF2-40B4-BE49-F238E27FC236}">
                  <a16:creationId xmlns:a16="http://schemas.microsoft.com/office/drawing/2014/main" id="{DBC027F8-4779-4F90-B351-3D522669E138}"/>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170" name="Rectangle 169">
                <a:extLst>
                  <a:ext uri="{FF2B5EF4-FFF2-40B4-BE49-F238E27FC236}">
                    <a16:creationId xmlns:a16="http://schemas.microsoft.com/office/drawing/2014/main" id="{65FA720C-A4F3-4028-BACE-8D4E732297A4}"/>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32D46D5C-2186-41D1-ADFE-73BB5D90665E}"/>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985C5595-AF90-468F-8653-F8E59F9CCBF3}"/>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BBF4D142-9929-4436-9BBD-32E76C068916}"/>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3" name="Group 2">
            <a:extLst>
              <a:ext uri="{FF2B5EF4-FFF2-40B4-BE49-F238E27FC236}">
                <a16:creationId xmlns:a16="http://schemas.microsoft.com/office/drawing/2014/main" id="{0504BD47-A442-4A6F-BAD5-4CB1117EBE8C}"/>
              </a:ext>
            </a:extLst>
          </p:cNvPr>
          <p:cNvGrpSpPr/>
          <p:nvPr/>
        </p:nvGrpSpPr>
        <p:grpSpPr>
          <a:xfrm>
            <a:off x="6835912" y="2484644"/>
            <a:ext cx="2926984" cy="2994148"/>
            <a:chOff x="6835912" y="2484644"/>
            <a:chExt cx="2926984" cy="2994148"/>
          </a:xfrm>
          <a:effectLst>
            <a:outerShdw blurRad="50800" dist="38100" dir="2700000" algn="tl" rotWithShape="0">
              <a:prstClr val="black">
                <a:alpha val="40000"/>
              </a:prstClr>
            </a:outerShdw>
          </a:effectLst>
        </p:grpSpPr>
        <p:grpSp>
          <p:nvGrpSpPr>
            <p:cNvPr id="202" name="Group 201">
              <a:extLst>
                <a:ext uri="{FF2B5EF4-FFF2-40B4-BE49-F238E27FC236}">
                  <a16:creationId xmlns:a16="http://schemas.microsoft.com/office/drawing/2014/main" id="{8D7B7624-62CD-4DDE-AD2F-E20EA9FE7F7E}"/>
                </a:ext>
              </a:extLst>
            </p:cNvPr>
            <p:cNvGrpSpPr/>
            <p:nvPr/>
          </p:nvGrpSpPr>
          <p:grpSpPr>
            <a:xfrm>
              <a:off x="6835912" y="3486167"/>
              <a:ext cx="972362" cy="996093"/>
              <a:chOff x="2274846" y="1095709"/>
              <a:chExt cx="1352962" cy="1355911"/>
            </a:xfrm>
            <a:effectLst/>
          </p:grpSpPr>
          <p:sp>
            <p:nvSpPr>
              <p:cNvPr id="250" name="Rectangle 249">
                <a:extLst>
                  <a:ext uri="{FF2B5EF4-FFF2-40B4-BE49-F238E27FC236}">
                    <a16:creationId xmlns:a16="http://schemas.microsoft.com/office/drawing/2014/main" id="{8E3AD6D6-D530-470C-9306-0683A12C634D}"/>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1" name="Rectangle 250">
                <a:extLst>
                  <a:ext uri="{FF2B5EF4-FFF2-40B4-BE49-F238E27FC236}">
                    <a16:creationId xmlns:a16="http://schemas.microsoft.com/office/drawing/2014/main" id="{0C559F1B-E3B7-4F21-9A2A-9F6CCAF1BFBA}"/>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2" name="Rectangle 251">
                <a:extLst>
                  <a:ext uri="{FF2B5EF4-FFF2-40B4-BE49-F238E27FC236}">
                    <a16:creationId xmlns:a16="http://schemas.microsoft.com/office/drawing/2014/main" id="{926074D5-EF6C-49D0-BD57-D7F855D20475}"/>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3" name="Rectangle 252">
                <a:extLst>
                  <a:ext uri="{FF2B5EF4-FFF2-40B4-BE49-F238E27FC236}">
                    <a16:creationId xmlns:a16="http://schemas.microsoft.com/office/drawing/2014/main" id="{56044DE3-6269-4EE8-AF0B-C78EF1D83CF8}"/>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2C1AE579-A58B-468B-B82A-A4BACD6158AA}"/>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8F363678-0FE4-41E4-B6B5-94F9FBDE1158}"/>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3" name="Group 202">
              <a:extLst>
                <a:ext uri="{FF2B5EF4-FFF2-40B4-BE49-F238E27FC236}">
                  <a16:creationId xmlns:a16="http://schemas.microsoft.com/office/drawing/2014/main" id="{49291417-5E55-46E3-B4EF-85FA018BE956}"/>
                </a:ext>
              </a:extLst>
            </p:cNvPr>
            <p:cNvGrpSpPr/>
            <p:nvPr/>
          </p:nvGrpSpPr>
          <p:grpSpPr>
            <a:xfrm>
              <a:off x="6836035" y="4482260"/>
              <a:ext cx="972486" cy="996093"/>
              <a:chOff x="9356965" y="2466176"/>
              <a:chExt cx="1353133" cy="1353312"/>
            </a:xfrm>
            <a:effectLst/>
          </p:grpSpPr>
          <p:sp>
            <p:nvSpPr>
              <p:cNvPr id="245" name="Rectangle 244">
                <a:extLst>
                  <a:ext uri="{FF2B5EF4-FFF2-40B4-BE49-F238E27FC236}">
                    <a16:creationId xmlns:a16="http://schemas.microsoft.com/office/drawing/2014/main" id="{18093D57-9277-4452-8657-CC7BE2B11503}"/>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6" name="Rectangle 245">
                <a:extLst>
                  <a:ext uri="{FF2B5EF4-FFF2-40B4-BE49-F238E27FC236}">
                    <a16:creationId xmlns:a16="http://schemas.microsoft.com/office/drawing/2014/main" id="{12077871-954E-4361-8921-0EBFFE10B147}"/>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7" name="Rectangle 246">
                <a:extLst>
                  <a:ext uri="{FF2B5EF4-FFF2-40B4-BE49-F238E27FC236}">
                    <a16:creationId xmlns:a16="http://schemas.microsoft.com/office/drawing/2014/main" id="{A3CA7809-AA78-4F16-B9AB-CFB7B553D138}"/>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F5B7680D-B804-4C74-852D-28E0DA2BDA0B}"/>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9" name="Rectangle 248">
                <a:extLst>
                  <a:ext uri="{FF2B5EF4-FFF2-40B4-BE49-F238E27FC236}">
                    <a16:creationId xmlns:a16="http://schemas.microsoft.com/office/drawing/2014/main" id="{B42C3436-D6AE-4630-9409-52F1EF69967F}"/>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4" name="Group 203">
              <a:extLst>
                <a:ext uri="{FF2B5EF4-FFF2-40B4-BE49-F238E27FC236}">
                  <a16:creationId xmlns:a16="http://schemas.microsoft.com/office/drawing/2014/main" id="{7CE4A4BC-D8F3-407F-A745-ACAD48D9D263}"/>
                </a:ext>
              </a:extLst>
            </p:cNvPr>
            <p:cNvGrpSpPr/>
            <p:nvPr/>
          </p:nvGrpSpPr>
          <p:grpSpPr>
            <a:xfrm>
              <a:off x="7804920" y="3488463"/>
              <a:ext cx="978597" cy="996093"/>
              <a:chOff x="9180347" y="987490"/>
              <a:chExt cx="1352962" cy="1353312"/>
            </a:xfrm>
            <a:effectLst/>
          </p:grpSpPr>
          <p:sp>
            <p:nvSpPr>
              <p:cNvPr id="240" name="Rectangle 239">
                <a:extLst>
                  <a:ext uri="{FF2B5EF4-FFF2-40B4-BE49-F238E27FC236}">
                    <a16:creationId xmlns:a16="http://schemas.microsoft.com/office/drawing/2014/main" id="{0670FE14-A736-480E-9D80-A75B545A0365}"/>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1" name="Rectangle 240">
                <a:extLst>
                  <a:ext uri="{FF2B5EF4-FFF2-40B4-BE49-F238E27FC236}">
                    <a16:creationId xmlns:a16="http://schemas.microsoft.com/office/drawing/2014/main" id="{44F6793F-0747-4E2D-8621-DE8E474EA4D5}"/>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1902F8A2-2F85-4870-ABEE-BD314311D706}"/>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3" name="Rectangle 242">
                <a:extLst>
                  <a:ext uri="{FF2B5EF4-FFF2-40B4-BE49-F238E27FC236}">
                    <a16:creationId xmlns:a16="http://schemas.microsoft.com/office/drawing/2014/main" id="{E87DFBC3-4ACF-4901-A509-7406CFACDD7C}"/>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4" name="Rectangle 243">
                <a:extLst>
                  <a:ext uri="{FF2B5EF4-FFF2-40B4-BE49-F238E27FC236}">
                    <a16:creationId xmlns:a16="http://schemas.microsoft.com/office/drawing/2014/main" id="{8B5ACAD2-072A-409B-B9E1-3A60380DD1E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5" name="Group 204">
              <a:extLst>
                <a:ext uri="{FF2B5EF4-FFF2-40B4-BE49-F238E27FC236}">
                  <a16:creationId xmlns:a16="http://schemas.microsoft.com/office/drawing/2014/main" id="{F8ACC083-19B7-40C6-A5D5-6D6A85E370E8}"/>
                </a:ext>
              </a:extLst>
            </p:cNvPr>
            <p:cNvGrpSpPr/>
            <p:nvPr/>
          </p:nvGrpSpPr>
          <p:grpSpPr>
            <a:xfrm>
              <a:off x="7805749" y="4481854"/>
              <a:ext cx="978114" cy="996905"/>
              <a:chOff x="902841" y="1533868"/>
              <a:chExt cx="1353132" cy="1353312"/>
            </a:xfrm>
            <a:effectLst/>
          </p:grpSpPr>
          <p:sp>
            <p:nvSpPr>
              <p:cNvPr id="234" name="Rectangle 233">
                <a:extLst>
                  <a:ext uri="{FF2B5EF4-FFF2-40B4-BE49-F238E27FC236}">
                    <a16:creationId xmlns:a16="http://schemas.microsoft.com/office/drawing/2014/main" id="{B7B137E9-9629-4E48-B2D8-25409569D66B}"/>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AC878297-19B1-4CA9-9916-4730DB2BC990}"/>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611EFFDA-1323-41CB-849F-C994364414B8}"/>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3AC7BF52-DA6D-4063-B496-39CF63F6F2C3}"/>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BE4BD685-1DE1-4166-A4E9-BA75D283CFC4}"/>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F4629FFD-1920-42D5-84EE-2586D764F07B}"/>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6" name="Group 205">
              <a:extLst>
                <a:ext uri="{FF2B5EF4-FFF2-40B4-BE49-F238E27FC236}">
                  <a16:creationId xmlns:a16="http://schemas.microsoft.com/office/drawing/2014/main" id="{7F1395AA-002C-4B3D-B828-6DD021441DD0}"/>
                </a:ext>
              </a:extLst>
            </p:cNvPr>
            <p:cNvGrpSpPr/>
            <p:nvPr/>
          </p:nvGrpSpPr>
          <p:grpSpPr>
            <a:xfrm>
              <a:off x="8781607" y="4481372"/>
              <a:ext cx="981289" cy="997420"/>
              <a:chOff x="7607604" y="4156548"/>
              <a:chExt cx="1352961" cy="1353312"/>
            </a:xfrm>
            <a:effectLst/>
          </p:grpSpPr>
          <p:sp>
            <p:nvSpPr>
              <p:cNvPr id="230" name="Rectangle 229">
                <a:extLst>
                  <a:ext uri="{FF2B5EF4-FFF2-40B4-BE49-F238E27FC236}">
                    <a16:creationId xmlns:a16="http://schemas.microsoft.com/office/drawing/2014/main" id="{174AFBFF-E54F-44C5-832F-31D270FFCE8C}"/>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D5916218-1369-4DAD-9D14-B5E88AE75622}"/>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2" name="Rectangle 231">
                <a:extLst>
                  <a:ext uri="{FF2B5EF4-FFF2-40B4-BE49-F238E27FC236}">
                    <a16:creationId xmlns:a16="http://schemas.microsoft.com/office/drawing/2014/main" id="{ECE81C4B-713E-4FDF-AFEA-8FDB583D1FD2}"/>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13B33669-2D88-412B-974B-3756648F902A}"/>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7" name="Group 206">
              <a:extLst>
                <a:ext uri="{FF2B5EF4-FFF2-40B4-BE49-F238E27FC236}">
                  <a16:creationId xmlns:a16="http://schemas.microsoft.com/office/drawing/2014/main" id="{6AC8F4E6-9293-42A5-9682-AF2A5E079D33}"/>
                </a:ext>
              </a:extLst>
            </p:cNvPr>
            <p:cNvGrpSpPr/>
            <p:nvPr/>
          </p:nvGrpSpPr>
          <p:grpSpPr>
            <a:xfrm>
              <a:off x="8782952" y="3485094"/>
              <a:ext cx="978597" cy="996093"/>
              <a:chOff x="9180347" y="987490"/>
              <a:chExt cx="1352962" cy="1353312"/>
            </a:xfrm>
            <a:effectLst/>
          </p:grpSpPr>
          <p:sp>
            <p:nvSpPr>
              <p:cNvPr id="225" name="Rectangle 224">
                <a:extLst>
                  <a:ext uri="{FF2B5EF4-FFF2-40B4-BE49-F238E27FC236}">
                    <a16:creationId xmlns:a16="http://schemas.microsoft.com/office/drawing/2014/main" id="{4D5B894A-5BE4-4A36-9E1C-00952AC90752}"/>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83A9A320-9A8F-4205-8800-5931904ABD16}"/>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F23BF84E-A871-4C19-9539-208549609C3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E985E8D9-28D1-4F51-8B08-41417F8C6378}"/>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64F3EA5A-FA46-4C1F-A31C-B5DA3210105D}"/>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9" name="Group 208">
              <a:extLst>
                <a:ext uri="{FF2B5EF4-FFF2-40B4-BE49-F238E27FC236}">
                  <a16:creationId xmlns:a16="http://schemas.microsoft.com/office/drawing/2014/main" id="{65A62C20-34A8-4523-8F89-111756461E06}"/>
                </a:ext>
              </a:extLst>
            </p:cNvPr>
            <p:cNvGrpSpPr/>
            <p:nvPr/>
          </p:nvGrpSpPr>
          <p:grpSpPr>
            <a:xfrm>
              <a:off x="7799452" y="2486937"/>
              <a:ext cx="978597" cy="996093"/>
              <a:chOff x="9180347" y="987490"/>
              <a:chExt cx="1352962" cy="1353312"/>
            </a:xfrm>
            <a:effectLst/>
          </p:grpSpPr>
          <p:sp>
            <p:nvSpPr>
              <p:cNvPr id="215" name="Rectangle 214">
                <a:extLst>
                  <a:ext uri="{FF2B5EF4-FFF2-40B4-BE49-F238E27FC236}">
                    <a16:creationId xmlns:a16="http://schemas.microsoft.com/office/drawing/2014/main" id="{54091E3F-CB62-40D3-87C3-C3B9BACF96F8}"/>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0A3DF106-7EB8-4F82-9195-90E1DCBCC08A}"/>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7" name="Rectangle 216">
                <a:extLst>
                  <a:ext uri="{FF2B5EF4-FFF2-40B4-BE49-F238E27FC236}">
                    <a16:creationId xmlns:a16="http://schemas.microsoft.com/office/drawing/2014/main" id="{D40138C3-8457-4E75-92F1-D27EC509A2A3}"/>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2878399C-5F87-4131-BC6C-06F3404FEA9E}"/>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F6162E9F-B45B-4E6D-B8CB-7CF2BEA9716F}"/>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0" name="Group 209">
              <a:extLst>
                <a:ext uri="{FF2B5EF4-FFF2-40B4-BE49-F238E27FC236}">
                  <a16:creationId xmlns:a16="http://schemas.microsoft.com/office/drawing/2014/main" id="{8B8E7AB4-7DCB-4F61-A205-434027F2BD15}"/>
                </a:ext>
              </a:extLst>
            </p:cNvPr>
            <p:cNvGrpSpPr/>
            <p:nvPr/>
          </p:nvGrpSpPr>
          <p:grpSpPr>
            <a:xfrm>
              <a:off x="6837431" y="2484644"/>
              <a:ext cx="968318" cy="999720"/>
              <a:chOff x="7605132" y="3950429"/>
              <a:chExt cx="1352962" cy="1353312"/>
            </a:xfrm>
            <a:effectLst/>
          </p:grpSpPr>
          <p:sp>
            <p:nvSpPr>
              <p:cNvPr id="211" name="Rectangle 210">
                <a:extLst>
                  <a:ext uri="{FF2B5EF4-FFF2-40B4-BE49-F238E27FC236}">
                    <a16:creationId xmlns:a16="http://schemas.microsoft.com/office/drawing/2014/main" id="{E68EDDCD-292C-4D13-8174-58DDFB7A6972}"/>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2" name="Rectangle 211">
                <a:extLst>
                  <a:ext uri="{FF2B5EF4-FFF2-40B4-BE49-F238E27FC236}">
                    <a16:creationId xmlns:a16="http://schemas.microsoft.com/office/drawing/2014/main" id="{B9CAE7F7-A1CD-4A83-A755-5D2975BD50E4}"/>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3" name="Rectangle 212">
                <a:extLst>
                  <a:ext uri="{FF2B5EF4-FFF2-40B4-BE49-F238E27FC236}">
                    <a16:creationId xmlns:a16="http://schemas.microsoft.com/office/drawing/2014/main" id="{1A6EA741-EADE-4D25-A25D-E9ECE9EACDF4}"/>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B10F78FE-192D-4BA9-AB9D-6E055977F83C}"/>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9710647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Box 118"/>
          <p:cNvSpPr txBox="1"/>
          <p:nvPr/>
        </p:nvSpPr>
        <p:spPr>
          <a:xfrm>
            <a:off x="7786738" y="1804998"/>
            <a:ext cx="1014958" cy="369332"/>
          </a:xfrm>
          <a:prstGeom prst="rect">
            <a:avLst/>
          </a:prstGeom>
          <a:noFill/>
        </p:spPr>
        <p:txBody>
          <a:bodyPr wrap="none" rtlCol="0">
            <a:spAutoFit/>
          </a:bodyPr>
          <a:lstStyle/>
          <a:p>
            <a:r>
              <a:rPr lang="en-US" dirty="0">
                <a:solidFill>
                  <a:schemeClr val="bg1"/>
                </a:solidFill>
              </a:rPr>
              <a:t>Terminal</a:t>
            </a:r>
          </a:p>
        </p:txBody>
      </p:sp>
      <p:sp>
        <p:nvSpPr>
          <p:cNvPr id="106" name="TextBox 105">
            <a:extLst>
              <a:ext uri="{FF2B5EF4-FFF2-40B4-BE49-F238E27FC236}">
                <a16:creationId xmlns:a16="http://schemas.microsoft.com/office/drawing/2014/main" id="{C4EFEA5C-45BD-41BE-8796-EC3030401C5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107" name="TextBox 106">
            <a:extLst>
              <a:ext uri="{FF2B5EF4-FFF2-40B4-BE49-F238E27FC236}">
                <a16:creationId xmlns:a16="http://schemas.microsoft.com/office/drawing/2014/main" id="{D28D26FD-2C3C-4A96-9969-FEE556F837D0}"/>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08" name="Group 107">
            <a:extLst>
              <a:ext uri="{FF2B5EF4-FFF2-40B4-BE49-F238E27FC236}">
                <a16:creationId xmlns:a16="http://schemas.microsoft.com/office/drawing/2014/main" id="{CCE1EB98-0652-4248-914C-6752846C8B5C}"/>
              </a:ext>
            </a:extLst>
          </p:cNvPr>
          <p:cNvGrpSpPr/>
          <p:nvPr/>
        </p:nvGrpSpPr>
        <p:grpSpPr>
          <a:xfrm>
            <a:off x="3846526" y="2292601"/>
            <a:ext cx="736657" cy="1332800"/>
            <a:chOff x="3800723" y="2591968"/>
            <a:chExt cx="736657" cy="1332800"/>
          </a:xfrm>
        </p:grpSpPr>
        <p:sp>
          <p:nvSpPr>
            <p:cNvPr id="109" name="Rectangle: Rounded Corners 108">
              <a:extLst>
                <a:ext uri="{FF2B5EF4-FFF2-40B4-BE49-F238E27FC236}">
                  <a16:creationId xmlns:a16="http://schemas.microsoft.com/office/drawing/2014/main" id="{AEA5D5AF-F78B-452D-948A-665053366DA3}"/>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C7E9EB81-CADC-4632-BA36-066ADEA6506A}"/>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Rounded Corners 110">
              <a:extLst>
                <a:ext uri="{FF2B5EF4-FFF2-40B4-BE49-F238E27FC236}">
                  <a16:creationId xmlns:a16="http://schemas.microsoft.com/office/drawing/2014/main" id="{6BB68712-A5CA-4D55-8364-0571E4CBECB2}"/>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9EA6F8FC-F2F7-4331-B5D7-5618E7E4694E}"/>
                </a:ext>
              </a:extLst>
            </p:cNvPr>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id="{9AA7FDDC-1EF7-4DED-82D9-54A840BA443D}"/>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14" name="TextBox 113">
              <a:extLst>
                <a:ext uri="{FF2B5EF4-FFF2-40B4-BE49-F238E27FC236}">
                  <a16:creationId xmlns:a16="http://schemas.microsoft.com/office/drawing/2014/main" id="{3CA9D324-37EC-4FDD-B150-E70921445154}"/>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15" name="TextBox 114">
            <a:extLst>
              <a:ext uri="{FF2B5EF4-FFF2-40B4-BE49-F238E27FC236}">
                <a16:creationId xmlns:a16="http://schemas.microsoft.com/office/drawing/2014/main" id="{AFBDF012-907E-4613-BD41-344670AB9C66}"/>
              </a:ext>
            </a:extLst>
          </p:cNvPr>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16" name="Rectangle 115">
            <a:extLst>
              <a:ext uri="{FF2B5EF4-FFF2-40B4-BE49-F238E27FC236}">
                <a16:creationId xmlns:a16="http://schemas.microsoft.com/office/drawing/2014/main" id="{A269413F-68E8-4136-93DD-C77318AEBF39}"/>
              </a:ext>
            </a:extLst>
          </p:cNvPr>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7" name="Group 116">
            <a:extLst>
              <a:ext uri="{FF2B5EF4-FFF2-40B4-BE49-F238E27FC236}">
                <a16:creationId xmlns:a16="http://schemas.microsoft.com/office/drawing/2014/main" id="{4E5915AA-CF67-41E6-9744-69F9F7F5CD7D}"/>
              </a:ext>
            </a:extLst>
          </p:cNvPr>
          <p:cNvGrpSpPr/>
          <p:nvPr/>
        </p:nvGrpSpPr>
        <p:grpSpPr>
          <a:xfrm>
            <a:off x="1198103" y="2269115"/>
            <a:ext cx="1985668" cy="2922976"/>
            <a:chOff x="1172407" y="197026"/>
            <a:chExt cx="1292387" cy="1930154"/>
          </a:xfrm>
        </p:grpSpPr>
        <p:grpSp>
          <p:nvGrpSpPr>
            <p:cNvPr id="162" name="Group 161">
              <a:extLst>
                <a:ext uri="{FF2B5EF4-FFF2-40B4-BE49-F238E27FC236}">
                  <a16:creationId xmlns:a16="http://schemas.microsoft.com/office/drawing/2014/main" id="{70F4CDBF-92DD-4857-AA34-F37ECA0343BC}"/>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193" name="Rectangle 192">
                <a:extLst>
                  <a:ext uri="{FF2B5EF4-FFF2-40B4-BE49-F238E27FC236}">
                    <a16:creationId xmlns:a16="http://schemas.microsoft.com/office/drawing/2014/main" id="{1C2DEAD5-55C8-495D-93A4-C1EB8ABA1E6A}"/>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4" name="Rectangle 193">
                <a:extLst>
                  <a:ext uri="{FF2B5EF4-FFF2-40B4-BE49-F238E27FC236}">
                    <a16:creationId xmlns:a16="http://schemas.microsoft.com/office/drawing/2014/main" id="{1FCF8D54-AFA3-45CA-8C82-624C3715D1D1}"/>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5" name="Rectangle 194">
                <a:extLst>
                  <a:ext uri="{FF2B5EF4-FFF2-40B4-BE49-F238E27FC236}">
                    <a16:creationId xmlns:a16="http://schemas.microsoft.com/office/drawing/2014/main" id="{D7FA6AA2-7E00-473A-876D-A9C343705BD9}"/>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6" name="Rectangle 195">
                <a:extLst>
                  <a:ext uri="{FF2B5EF4-FFF2-40B4-BE49-F238E27FC236}">
                    <a16:creationId xmlns:a16="http://schemas.microsoft.com/office/drawing/2014/main" id="{03650A8D-05BF-498B-8C17-01F79B3F227A}"/>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7" name="Rectangle 196">
                <a:extLst>
                  <a:ext uri="{FF2B5EF4-FFF2-40B4-BE49-F238E27FC236}">
                    <a16:creationId xmlns:a16="http://schemas.microsoft.com/office/drawing/2014/main" id="{79121E07-B38D-4BCE-8E91-FEAFA03D333B}"/>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8" name="Rectangle 197">
                <a:extLst>
                  <a:ext uri="{FF2B5EF4-FFF2-40B4-BE49-F238E27FC236}">
                    <a16:creationId xmlns:a16="http://schemas.microsoft.com/office/drawing/2014/main" id="{4FCA4612-A2FE-4740-9AB4-57BCED4AF9B1}"/>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3" name="Group 162">
              <a:extLst>
                <a:ext uri="{FF2B5EF4-FFF2-40B4-BE49-F238E27FC236}">
                  <a16:creationId xmlns:a16="http://schemas.microsoft.com/office/drawing/2014/main" id="{7D4D4935-D35C-4B25-9443-3AB702A8BEDE}"/>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188" name="Rectangle 187">
                <a:extLst>
                  <a:ext uri="{FF2B5EF4-FFF2-40B4-BE49-F238E27FC236}">
                    <a16:creationId xmlns:a16="http://schemas.microsoft.com/office/drawing/2014/main" id="{51E58381-EDB9-427D-B90A-B47255AFD1E2}"/>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B4E019DB-B295-488E-8C53-E0C76D253E4C}"/>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94B1A252-2A60-4BB1-A7EF-7033DB1C287F}"/>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1" name="Rectangle 190">
                <a:extLst>
                  <a:ext uri="{FF2B5EF4-FFF2-40B4-BE49-F238E27FC236}">
                    <a16:creationId xmlns:a16="http://schemas.microsoft.com/office/drawing/2014/main" id="{1953D84C-7C17-4909-8A63-C2A901203365}"/>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1A98A78E-F697-421C-B457-242B574A113D}"/>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4" name="Group 163">
              <a:extLst>
                <a:ext uri="{FF2B5EF4-FFF2-40B4-BE49-F238E27FC236}">
                  <a16:creationId xmlns:a16="http://schemas.microsoft.com/office/drawing/2014/main" id="{E7B0CD56-62C7-4BC4-97C0-5AD04174C7DE}"/>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183" name="Rectangle 182">
                <a:extLst>
                  <a:ext uri="{FF2B5EF4-FFF2-40B4-BE49-F238E27FC236}">
                    <a16:creationId xmlns:a16="http://schemas.microsoft.com/office/drawing/2014/main" id="{C5BDF0D8-D1A0-47D5-8A9F-0E79F8EFA828}"/>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4" name="Rectangle 183">
                <a:extLst>
                  <a:ext uri="{FF2B5EF4-FFF2-40B4-BE49-F238E27FC236}">
                    <a16:creationId xmlns:a16="http://schemas.microsoft.com/office/drawing/2014/main" id="{27A2A2C1-50BD-4678-BC8C-17FE2EB030AE}"/>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Rectangle 184">
                <a:extLst>
                  <a:ext uri="{FF2B5EF4-FFF2-40B4-BE49-F238E27FC236}">
                    <a16:creationId xmlns:a16="http://schemas.microsoft.com/office/drawing/2014/main" id="{CE5CCC6D-5AD0-424A-8989-DAC1A5BCFE5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6" name="Rectangle 185">
                <a:extLst>
                  <a:ext uri="{FF2B5EF4-FFF2-40B4-BE49-F238E27FC236}">
                    <a16:creationId xmlns:a16="http://schemas.microsoft.com/office/drawing/2014/main" id="{5C360D2A-F5EE-4C90-A66A-316C022041AE}"/>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7" name="Rectangle 186">
                <a:extLst>
                  <a:ext uri="{FF2B5EF4-FFF2-40B4-BE49-F238E27FC236}">
                    <a16:creationId xmlns:a16="http://schemas.microsoft.com/office/drawing/2014/main" id="{7D160FB8-92D2-4645-89CF-4E41A38E5F32}"/>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5" name="Group 164">
              <a:extLst>
                <a:ext uri="{FF2B5EF4-FFF2-40B4-BE49-F238E27FC236}">
                  <a16:creationId xmlns:a16="http://schemas.microsoft.com/office/drawing/2014/main" id="{3B79C571-8998-4092-A1FB-DE58A9B7D027}"/>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179" name="Rectangle 178">
                <a:extLst>
                  <a:ext uri="{FF2B5EF4-FFF2-40B4-BE49-F238E27FC236}">
                    <a16:creationId xmlns:a16="http://schemas.microsoft.com/office/drawing/2014/main" id="{0DBE344E-931B-43EF-AD90-B04CED492108}"/>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B0574C10-9212-4E2C-8BC4-1C4E9BCC34C9}"/>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6B34910C-5DD9-4B6A-B2EC-92DBEE349D56}"/>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63B972F1-315D-4A0B-B673-25FEE24D9DC6}"/>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6" name="Group 165">
              <a:extLst>
                <a:ext uri="{FF2B5EF4-FFF2-40B4-BE49-F238E27FC236}">
                  <a16:creationId xmlns:a16="http://schemas.microsoft.com/office/drawing/2014/main" id="{43EB7B65-6FBA-4B78-91E0-5D661C1EAB34}"/>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173" name="Rectangle 172">
                <a:extLst>
                  <a:ext uri="{FF2B5EF4-FFF2-40B4-BE49-F238E27FC236}">
                    <a16:creationId xmlns:a16="http://schemas.microsoft.com/office/drawing/2014/main" id="{08FD57E4-520C-46C0-850A-B80FC93257CF}"/>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99FF0C73-E0FE-4EB6-8AAB-61A1828EA008}"/>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BAE106D1-6AD1-45B7-B824-FD5EC0B99E75}"/>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C294A2FB-93D8-4876-AB7D-B7C2787C737B}"/>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351D969C-ADEF-4908-8DF6-DF73818D480D}"/>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BAAD06A8-E6D2-48CD-A05D-861E8757CD2A}"/>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7" name="Group 166">
              <a:extLst>
                <a:ext uri="{FF2B5EF4-FFF2-40B4-BE49-F238E27FC236}">
                  <a16:creationId xmlns:a16="http://schemas.microsoft.com/office/drawing/2014/main" id="{F0501B47-7643-4169-BACE-FB2F55A10C90}"/>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169" name="Rectangle 168">
                <a:extLst>
                  <a:ext uri="{FF2B5EF4-FFF2-40B4-BE49-F238E27FC236}">
                    <a16:creationId xmlns:a16="http://schemas.microsoft.com/office/drawing/2014/main" id="{C2F2680A-081F-4C61-93D1-39E8B8E1C355}"/>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C751BB46-2008-4ED3-AB06-5F21BA89FF9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4B67A00A-BEC8-43E1-BA11-5D004DFB5490}"/>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026337B8-3AA3-4B16-9F12-A74A542D27E9}"/>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99" name="Group 198">
            <a:extLst>
              <a:ext uri="{FF2B5EF4-FFF2-40B4-BE49-F238E27FC236}">
                <a16:creationId xmlns:a16="http://schemas.microsoft.com/office/drawing/2014/main" id="{FB3ADDEF-EAEA-4212-86BB-3448C6A05687}"/>
              </a:ext>
            </a:extLst>
          </p:cNvPr>
          <p:cNvGrpSpPr/>
          <p:nvPr/>
        </p:nvGrpSpPr>
        <p:grpSpPr>
          <a:xfrm>
            <a:off x="6835912" y="2484644"/>
            <a:ext cx="2926984" cy="2994148"/>
            <a:chOff x="1116687" y="2876931"/>
            <a:chExt cx="1568989" cy="1534622"/>
          </a:xfrm>
          <a:effectLst>
            <a:outerShdw blurRad="50800" dist="38100" dir="2700000" algn="tl" rotWithShape="0">
              <a:prstClr val="black">
                <a:alpha val="40000"/>
              </a:prstClr>
            </a:outerShdw>
          </a:effectLst>
        </p:grpSpPr>
        <p:grpSp>
          <p:nvGrpSpPr>
            <p:cNvPr id="200" name="Group 199">
              <a:extLst>
                <a:ext uri="{FF2B5EF4-FFF2-40B4-BE49-F238E27FC236}">
                  <a16:creationId xmlns:a16="http://schemas.microsoft.com/office/drawing/2014/main" id="{9486DDBE-055F-4966-9A85-0AA42C0498CD}"/>
                </a:ext>
              </a:extLst>
            </p:cNvPr>
            <p:cNvGrpSpPr/>
            <p:nvPr/>
          </p:nvGrpSpPr>
          <p:grpSpPr>
            <a:xfrm>
              <a:off x="1116687" y="3390252"/>
              <a:ext cx="521228" cy="510538"/>
              <a:chOff x="2274846" y="1095709"/>
              <a:chExt cx="1352962" cy="1355911"/>
            </a:xfrm>
            <a:effectLst/>
          </p:grpSpPr>
          <p:sp>
            <p:nvSpPr>
              <p:cNvPr id="300" name="Rectangle 299">
                <a:extLst>
                  <a:ext uri="{FF2B5EF4-FFF2-40B4-BE49-F238E27FC236}">
                    <a16:creationId xmlns:a16="http://schemas.microsoft.com/office/drawing/2014/main" id="{86F37046-2422-43CE-B375-889F8B2A1068}"/>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CD218EEA-4F2A-4139-91C3-C367A3ED1B97}"/>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02273DA2-0939-48DF-8E86-480421CB402B}"/>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61EAC5C6-7403-4A80-A5EF-7F7E11BC6189}"/>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4" name="Rectangle 303">
                <a:extLst>
                  <a:ext uri="{FF2B5EF4-FFF2-40B4-BE49-F238E27FC236}">
                    <a16:creationId xmlns:a16="http://schemas.microsoft.com/office/drawing/2014/main" id="{50C182C4-7E50-4868-BEE1-76B05FDA75AA}"/>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ectangle 304">
                <a:extLst>
                  <a:ext uri="{FF2B5EF4-FFF2-40B4-BE49-F238E27FC236}">
                    <a16:creationId xmlns:a16="http://schemas.microsoft.com/office/drawing/2014/main" id="{DD90337E-FF14-4658-9EAE-DDF714F69C4E}"/>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1" name="Group 200">
              <a:extLst>
                <a:ext uri="{FF2B5EF4-FFF2-40B4-BE49-F238E27FC236}">
                  <a16:creationId xmlns:a16="http://schemas.microsoft.com/office/drawing/2014/main" id="{CBE6F905-90A2-4B95-9980-58B5C665E627}"/>
                </a:ext>
              </a:extLst>
            </p:cNvPr>
            <p:cNvGrpSpPr/>
            <p:nvPr/>
          </p:nvGrpSpPr>
          <p:grpSpPr>
            <a:xfrm>
              <a:off x="1116753" y="3900790"/>
              <a:ext cx="521294" cy="510538"/>
              <a:chOff x="9356965" y="2466176"/>
              <a:chExt cx="1353133" cy="1353312"/>
            </a:xfrm>
            <a:effectLst/>
          </p:grpSpPr>
          <p:sp>
            <p:nvSpPr>
              <p:cNvPr id="295" name="Rectangle 294">
                <a:extLst>
                  <a:ext uri="{FF2B5EF4-FFF2-40B4-BE49-F238E27FC236}">
                    <a16:creationId xmlns:a16="http://schemas.microsoft.com/office/drawing/2014/main" id="{704DF8AD-1A2F-48D1-856A-220C7EB0ADE4}"/>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9366830D-C326-4868-8DF5-7326DFF8F356}"/>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37C9A4C9-EA12-4DE8-B157-9B6423397665}"/>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8" name="Rectangle 297">
                <a:extLst>
                  <a:ext uri="{FF2B5EF4-FFF2-40B4-BE49-F238E27FC236}">
                    <a16:creationId xmlns:a16="http://schemas.microsoft.com/office/drawing/2014/main" id="{BB2EDD4B-C0B4-4E0A-AD3C-B02BA747D827}"/>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D5BFE2DB-91BD-4C17-B932-00C1E76B48C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2" name="Group 201">
              <a:extLst>
                <a:ext uri="{FF2B5EF4-FFF2-40B4-BE49-F238E27FC236}">
                  <a16:creationId xmlns:a16="http://schemas.microsoft.com/office/drawing/2014/main" id="{EDF1FC9D-0302-4F6B-AE05-75E1B3BA0FD2}"/>
                </a:ext>
              </a:extLst>
            </p:cNvPr>
            <p:cNvGrpSpPr/>
            <p:nvPr/>
          </p:nvGrpSpPr>
          <p:grpSpPr>
            <a:xfrm>
              <a:off x="1636117" y="3391429"/>
              <a:ext cx="524570" cy="510538"/>
              <a:chOff x="9180347" y="987490"/>
              <a:chExt cx="1352962" cy="1353312"/>
            </a:xfrm>
            <a:effectLst/>
          </p:grpSpPr>
          <p:sp>
            <p:nvSpPr>
              <p:cNvPr id="290" name="Rectangle 289">
                <a:extLst>
                  <a:ext uri="{FF2B5EF4-FFF2-40B4-BE49-F238E27FC236}">
                    <a16:creationId xmlns:a16="http://schemas.microsoft.com/office/drawing/2014/main" id="{B9121496-8A3A-4ED1-9B75-CD3C6EB821C1}"/>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ECBF7F42-E9A6-4801-BDDA-229F54BBB6DB}"/>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3FA96CA5-5951-4233-BEF6-5250C31E476C}"/>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82CC515D-B902-4BF6-9E85-24620A980531}"/>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4" name="Rectangle 293">
                <a:extLst>
                  <a:ext uri="{FF2B5EF4-FFF2-40B4-BE49-F238E27FC236}">
                    <a16:creationId xmlns:a16="http://schemas.microsoft.com/office/drawing/2014/main" id="{9B859730-CE7B-4710-BE6C-7C4DDB377782}"/>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3" name="Group 202">
              <a:extLst>
                <a:ext uri="{FF2B5EF4-FFF2-40B4-BE49-F238E27FC236}">
                  <a16:creationId xmlns:a16="http://schemas.microsoft.com/office/drawing/2014/main" id="{541C57B7-88F9-434B-924D-3B155E348485}"/>
                </a:ext>
              </a:extLst>
            </p:cNvPr>
            <p:cNvGrpSpPr/>
            <p:nvPr/>
          </p:nvGrpSpPr>
          <p:grpSpPr>
            <a:xfrm>
              <a:off x="1636561" y="3900582"/>
              <a:ext cx="524311" cy="510954"/>
              <a:chOff x="902841" y="1533868"/>
              <a:chExt cx="1353132" cy="1353312"/>
            </a:xfrm>
            <a:effectLst/>
          </p:grpSpPr>
          <p:sp>
            <p:nvSpPr>
              <p:cNvPr id="284" name="Rectangle 283">
                <a:extLst>
                  <a:ext uri="{FF2B5EF4-FFF2-40B4-BE49-F238E27FC236}">
                    <a16:creationId xmlns:a16="http://schemas.microsoft.com/office/drawing/2014/main" id="{B53CA881-0F6B-4942-8738-4EE0ADA21868}"/>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5" name="Rectangle 284">
                <a:extLst>
                  <a:ext uri="{FF2B5EF4-FFF2-40B4-BE49-F238E27FC236}">
                    <a16:creationId xmlns:a16="http://schemas.microsoft.com/office/drawing/2014/main" id="{64297AE3-D68F-41DB-BDFA-A89D52D67F3D}"/>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6" name="Rectangle 285">
                <a:extLst>
                  <a:ext uri="{FF2B5EF4-FFF2-40B4-BE49-F238E27FC236}">
                    <a16:creationId xmlns:a16="http://schemas.microsoft.com/office/drawing/2014/main" id="{E41F19BC-0979-410C-B1CA-1B327F5A5036}"/>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7" name="Rectangle 286">
                <a:extLst>
                  <a:ext uri="{FF2B5EF4-FFF2-40B4-BE49-F238E27FC236}">
                    <a16:creationId xmlns:a16="http://schemas.microsoft.com/office/drawing/2014/main" id="{86B7C1AF-CEE4-43B1-8EE7-4B2F620FFDB1}"/>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8" name="Rectangle 287">
                <a:extLst>
                  <a:ext uri="{FF2B5EF4-FFF2-40B4-BE49-F238E27FC236}">
                    <a16:creationId xmlns:a16="http://schemas.microsoft.com/office/drawing/2014/main" id="{31E0F401-608C-4B8E-BB56-3E9D3104C79D}"/>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9" name="Rectangle 288">
                <a:extLst>
                  <a:ext uri="{FF2B5EF4-FFF2-40B4-BE49-F238E27FC236}">
                    <a16:creationId xmlns:a16="http://schemas.microsoft.com/office/drawing/2014/main" id="{644A16F7-4BFA-4306-A4A8-0955544B107D}"/>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6" name="Group 255">
              <a:extLst>
                <a:ext uri="{FF2B5EF4-FFF2-40B4-BE49-F238E27FC236}">
                  <a16:creationId xmlns:a16="http://schemas.microsoft.com/office/drawing/2014/main" id="{DF2FF5B3-D38E-4F4D-8386-07D32C341B19}"/>
                </a:ext>
              </a:extLst>
            </p:cNvPr>
            <p:cNvGrpSpPr/>
            <p:nvPr/>
          </p:nvGrpSpPr>
          <p:grpSpPr>
            <a:xfrm>
              <a:off x="2159663" y="3900335"/>
              <a:ext cx="526013" cy="511218"/>
              <a:chOff x="7607604" y="4156548"/>
              <a:chExt cx="1352961" cy="1353312"/>
            </a:xfrm>
            <a:effectLst/>
          </p:grpSpPr>
          <p:sp>
            <p:nvSpPr>
              <p:cNvPr id="280" name="Rectangle 279">
                <a:extLst>
                  <a:ext uri="{FF2B5EF4-FFF2-40B4-BE49-F238E27FC236}">
                    <a16:creationId xmlns:a16="http://schemas.microsoft.com/office/drawing/2014/main" id="{679D0F51-5F49-4D83-80DC-8FD32386B044}"/>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1" name="Rectangle 280">
                <a:extLst>
                  <a:ext uri="{FF2B5EF4-FFF2-40B4-BE49-F238E27FC236}">
                    <a16:creationId xmlns:a16="http://schemas.microsoft.com/office/drawing/2014/main" id="{8A349645-0518-4B33-9F8F-4220C84B8109}"/>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2" name="Rectangle 281">
                <a:extLst>
                  <a:ext uri="{FF2B5EF4-FFF2-40B4-BE49-F238E27FC236}">
                    <a16:creationId xmlns:a16="http://schemas.microsoft.com/office/drawing/2014/main" id="{C835BD9B-CE8B-4E91-924A-4D99753BA47C}"/>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3" name="Rectangle 282">
                <a:extLst>
                  <a:ext uri="{FF2B5EF4-FFF2-40B4-BE49-F238E27FC236}">
                    <a16:creationId xmlns:a16="http://schemas.microsoft.com/office/drawing/2014/main" id="{13818BCC-862B-4317-BA08-DE90ABA31BA7}"/>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7" name="Group 256">
              <a:extLst>
                <a:ext uri="{FF2B5EF4-FFF2-40B4-BE49-F238E27FC236}">
                  <a16:creationId xmlns:a16="http://schemas.microsoft.com/office/drawing/2014/main" id="{BF06C04E-B9F8-483C-B221-EA7BF2774A61}"/>
                </a:ext>
              </a:extLst>
            </p:cNvPr>
            <p:cNvGrpSpPr/>
            <p:nvPr/>
          </p:nvGrpSpPr>
          <p:grpSpPr>
            <a:xfrm>
              <a:off x="2160384" y="3389702"/>
              <a:ext cx="524570" cy="510538"/>
              <a:chOff x="9180347" y="987490"/>
              <a:chExt cx="1352962" cy="1353312"/>
            </a:xfrm>
            <a:effectLst/>
          </p:grpSpPr>
          <p:sp>
            <p:nvSpPr>
              <p:cNvPr id="275" name="Rectangle 274">
                <a:extLst>
                  <a:ext uri="{FF2B5EF4-FFF2-40B4-BE49-F238E27FC236}">
                    <a16:creationId xmlns:a16="http://schemas.microsoft.com/office/drawing/2014/main" id="{BC4846E9-B7E2-4A51-BA94-7142E81B7390}"/>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6" name="Rectangle 275">
                <a:extLst>
                  <a:ext uri="{FF2B5EF4-FFF2-40B4-BE49-F238E27FC236}">
                    <a16:creationId xmlns:a16="http://schemas.microsoft.com/office/drawing/2014/main" id="{3C4DF74B-F25B-49C0-B866-F5BD0F738FB3}"/>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7" name="Rectangle 276">
                <a:extLst>
                  <a:ext uri="{FF2B5EF4-FFF2-40B4-BE49-F238E27FC236}">
                    <a16:creationId xmlns:a16="http://schemas.microsoft.com/office/drawing/2014/main" id="{A894926B-91C6-47E2-8A5A-361D4398DB37}"/>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8" name="Rectangle 277">
                <a:extLst>
                  <a:ext uri="{FF2B5EF4-FFF2-40B4-BE49-F238E27FC236}">
                    <a16:creationId xmlns:a16="http://schemas.microsoft.com/office/drawing/2014/main" id="{B0560034-C7BC-40B2-BA7D-92075E771118}"/>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9" name="Rectangle 278">
                <a:extLst>
                  <a:ext uri="{FF2B5EF4-FFF2-40B4-BE49-F238E27FC236}">
                    <a16:creationId xmlns:a16="http://schemas.microsoft.com/office/drawing/2014/main" id="{AD203CB1-9FDF-4383-9CBB-765BCCB1F646}"/>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8" name="Group 257">
              <a:extLst>
                <a:ext uri="{FF2B5EF4-FFF2-40B4-BE49-F238E27FC236}">
                  <a16:creationId xmlns:a16="http://schemas.microsoft.com/office/drawing/2014/main" id="{6338FF2A-32D0-4D30-9A50-6E507EFA1F71}"/>
                </a:ext>
              </a:extLst>
            </p:cNvPr>
            <p:cNvGrpSpPr/>
            <p:nvPr/>
          </p:nvGrpSpPr>
          <p:grpSpPr>
            <a:xfrm>
              <a:off x="2158868" y="2878823"/>
              <a:ext cx="524570" cy="510538"/>
              <a:chOff x="9180347" y="987490"/>
              <a:chExt cx="1352962" cy="1353312"/>
            </a:xfrm>
            <a:effectLst/>
          </p:grpSpPr>
          <p:sp>
            <p:nvSpPr>
              <p:cNvPr id="270" name="Rectangle 269">
                <a:extLst>
                  <a:ext uri="{FF2B5EF4-FFF2-40B4-BE49-F238E27FC236}">
                    <a16:creationId xmlns:a16="http://schemas.microsoft.com/office/drawing/2014/main" id="{2E26BA44-787B-4E78-96E0-1B117B1E480A}"/>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1" name="Rectangle 270">
                <a:extLst>
                  <a:ext uri="{FF2B5EF4-FFF2-40B4-BE49-F238E27FC236}">
                    <a16:creationId xmlns:a16="http://schemas.microsoft.com/office/drawing/2014/main" id="{C260BC14-C352-4355-B679-A2DDDD8E7C82}"/>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2" name="Rectangle 271">
                <a:extLst>
                  <a:ext uri="{FF2B5EF4-FFF2-40B4-BE49-F238E27FC236}">
                    <a16:creationId xmlns:a16="http://schemas.microsoft.com/office/drawing/2014/main" id="{D8C1E825-03A0-4121-8005-82758ADA01FB}"/>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3" name="Rectangle 272">
                <a:extLst>
                  <a:ext uri="{FF2B5EF4-FFF2-40B4-BE49-F238E27FC236}">
                    <a16:creationId xmlns:a16="http://schemas.microsoft.com/office/drawing/2014/main" id="{6CEAEC0C-768E-4223-A25B-8D671065039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4" name="Rectangle 273">
                <a:extLst>
                  <a:ext uri="{FF2B5EF4-FFF2-40B4-BE49-F238E27FC236}">
                    <a16:creationId xmlns:a16="http://schemas.microsoft.com/office/drawing/2014/main" id="{6455FB5B-FC9D-484F-8F4E-5B9CA10DD2D0}"/>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9" name="Group 258">
              <a:extLst>
                <a:ext uri="{FF2B5EF4-FFF2-40B4-BE49-F238E27FC236}">
                  <a16:creationId xmlns:a16="http://schemas.microsoft.com/office/drawing/2014/main" id="{D210B44D-4289-4DBD-A06B-7DF8ED68659D}"/>
                </a:ext>
              </a:extLst>
            </p:cNvPr>
            <p:cNvGrpSpPr/>
            <p:nvPr/>
          </p:nvGrpSpPr>
          <p:grpSpPr>
            <a:xfrm>
              <a:off x="1633186" y="2878106"/>
              <a:ext cx="524570" cy="510538"/>
              <a:chOff x="9180347" y="987490"/>
              <a:chExt cx="1352962" cy="1353312"/>
            </a:xfrm>
            <a:effectLst/>
          </p:grpSpPr>
          <p:sp>
            <p:nvSpPr>
              <p:cNvPr id="265" name="Rectangle 264">
                <a:extLst>
                  <a:ext uri="{FF2B5EF4-FFF2-40B4-BE49-F238E27FC236}">
                    <a16:creationId xmlns:a16="http://schemas.microsoft.com/office/drawing/2014/main" id="{DE149070-CFB5-4761-928B-4FCD5BC15109}"/>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6" name="Rectangle 265">
                <a:extLst>
                  <a:ext uri="{FF2B5EF4-FFF2-40B4-BE49-F238E27FC236}">
                    <a16:creationId xmlns:a16="http://schemas.microsoft.com/office/drawing/2014/main" id="{D836FF14-0E62-4660-B48E-8D309C286CCA}"/>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7" name="Rectangle 266">
                <a:extLst>
                  <a:ext uri="{FF2B5EF4-FFF2-40B4-BE49-F238E27FC236}">
                    <a16:creationId xmlns:a16="http://schemas.microsoft.com/office/drawing/2014/main" id="{688AE609-FEB5-44CB-838D-5E6516665597}"/>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8" name="Rectangle 267">
                <a:extLst>
                  <a:ext uri="{FF2B5EF4-FFF2-40B4-BE49-F238E27FC236}">
                    <a16:creationId xmlns:a16="http://schemas.microsoft.com/office/drawing/2014/main" id="{37A28FDE-A489-4818-BF50-E9D69B4D2A63}"/>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9" name="Rectangle 268">
                <a:extLst>
                  <a:ext uri="{FF2B5EF4-FFF2-40B4-BE49-F238E27FC236}">
                    <a16:creationId xmlns:a16="http://schemas.microsoft.com/office/drawing/2014/main" id="{9880C7B2-BFD8-463B-B64F-F1C83637B19F}"/>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0" name="Group 259">
              <a:extLst>
                <a:ext uri="{FF2B5EF4-FFF2-40B4-BE49-F238E27FC236}">
                  <a16:creationId xmlns:a16="http://schemas.microsoft.com/office/drawing/2014/main" id="{DF3D3248-8F71-43EB-8BD6-A43177A65914}"/>
                </a:ext>
              </a:extLst>
            </p:cNvPr>
            <p:cNvGrpSpPr/>
            <p:nvPr/>
          </p:nvGrpSpPr>
          <p:grpSpPr>
            <a:xfrm>
              <a:off x="1117501" y="2876931"/>
              <a:ext cx="519060" cy="512397"/>
              <a:chOff x="7605132" y="3950429"/>
              <a:chExt cx="1352962" cy="1353312"/>
            </a:xfrm>
            <a:effectLst/>
          </p:grpSpPr>
          <p:sp>
            <p:nvSpPr>
              <p:cNvPr id="261" name="Rectangle 260">
                <a:extLst>
                  <a:ext uri="{FF2B5EF4-FFF2-40B4-BE49-F238E27FC236}">
                    <a16:creationId xmlns:a16="http://schemas.microsoft.com/office/drawing/2014/main" id="{854474C1-49F9-4E3F-863E-8A5B2EF4866C}"/>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2" name="Rectangle 261">
                <a:extLst>
                  <a:ext uri="{FF2B5EF4-FFF2-40B4-BE49-F238E27FC236}">
                    <a16:creationId xmlns:a16="http://schemas.microsoft.com/office/drawing/2014/main" id="{94E78133-8EAF-4B53-9F91-5C83D10E08D8}"/>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8F2A79DF-B995-4A04-85B0-08D8902B5A2D}"/>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7720BAA1-883A-416D-9DCE-33248088A911}"/>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333179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1" name="Group 10"/>
          <p:cNvGrpSpPr/>
          <p:nvPr/>
        </p:nvGrpSpPr>
        <p:grpSpPr>
          <a:xfrm>
            <a:off x="3846526" y="2292601"/>
            <a:ext cx="736657" cy="1332800"/>
            <a:chOff x="3800723" y="2591968"/>
            <a:chExt cx="736657" cy="1332800"/>
          </a:xfrm>
        </p:grpSpPr>
        <p:sp>
          <p:nvSpPr>
            <p:cNvPr id="6" name="Rectangle: Rounded Corners 5"/>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Rounded Corners 157"/>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60" name="TextBox 159"/>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61" name="TextBox 160"/>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68" name="Rectangle 167"/>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TextBox 115"/>
          <p:cNvSpPr txBox="1"/>
          <p:nvPr/>
        </p:nvSpPr>
        <p:spPr>
          <a:xfrm>
            <a:off x="7145883" y="1636741"/>
            <a:ext cx="2307042" cy="646331"/>
          </a:xfrm>
          <a:prstGeom prst="rect">
            <a:avLst/>
          </a:prstGeom>
          <a:noFill/>
        </p:spPr>
        <p:txBody>
          <a:bodyPr wrap="none" rtlCol="0">
            <a:spAutoFit/>
          </a:bodyPr>
          <a:lstStyle/>
          <a:p>
            <a:r>
              <a:rPr lang="en-US" dirty="0">
                <a:solidFill>
                  <a:schemeClr val="bg1"/>
                </a:solidFill>
              </a:rPr>
              <a:t>This system uniquely</a:t>
            </a:r>
            <a:br>
              <a:rPr lang="en-US" dirty="0">
                <a:solidFill>
                  <a:schemeClr val="bg1"/>
                </a:solidFill>
              </a:rPr>
            </a:br>
            <a:r>
              <a:rPr lang="en-US" dirty="0">
                <a:solidFill>
                  <a:schemeClr val="bg1"/>
                </a:solidFill>
              </a:rPr>
              <a:t>produces a 3x3 square:</a:t>
            </a:r>
          </a:p>
        </p:txBody>
      </p:sp>
      <p:sp>
        <p:nvSpPr>
          <p:cNvPr id="117" name="TextBox 116"/>
          <p:cNvSpPr txBox="1"/>
          <p:nvPr/>
        </p:nvSpPr>
        <p:spPr>
          <a:xfrm>
            <a:off x="1833391" y="6039284"/>
            <a:ext cx="2449710" cy="369332"/>
          </a:xfrm>
          <a:prstGeom prst="rect">
            <a:avLst/>
          </a:prstGeom>
          <a:noFill/>
        </p:spPr>
        <p:txBody>
          <a:bodyPr wrap="none" rtlCol="0">
            <a:spAutoFit/>
          </a:bodyPr>
          <a:lstStyle/>
          <a:p>
            <a:r>
              <a:rPr lang="en-US" dirty="0">
                <a:solidFill>
                  <a:schemeClr val="bg1"/>
                </a:solidFill>
              </a:rPr>
              <a:t>Number of tile types = 6</a:t>
            </a:r>
          </a:p>
        </p:txBody>
      </p:sp>
      <p:cxnSp>
        <p:nvCxnSpPr>
          <p:cNvPr id="118" name="Straight Connector 117"/>
          <p:cNvCxnSpPr>
            <a:cxnSpLocks/>
            <a:endCxn id="117" idx="0"/>
          </p:cNvCxnSpPr>
          <p:nvPr/>
        </p:nvCxnSpPr>
        <p:spPr>
          <a:xfrm>
            <a:off x="2272487" y="5572054"/>
            <a:ext cx="785759" cy="467230"/>
          </a:xfrm>
          <a:prstGeom prst="line">
            <a:avLst/>
          </a:prstGeom>
        </p:spPr>
        <p:style>
          <a:lnRef idx="1">
            <a:schemeClr val="dk1"/>
          </a:lnRef>
          <a:fillRef idx="0">
            <a:schemeClr val="dk1"/>
          </a:fillRef>
          <a:effectRef idx="0">
            <a:schemeClr val="dk1"/>
          </a:effectRef>
          <a:fontRef idx="minor">
            <a:schemeClr val="tx1"/>
          </a:fontRef>
        </p:style>
      </p:cxnSp>
      <p:grpSp>
        <p:nvGrpSpPr>
          <p:cNvPr id="206" name="Group 205">
            <a:extLst>
              <a:ext uri="{FF2B5EF4-FFF2-40B4-BE49-F238E27FC236}">
                <a16:creationId xmlns:a16="http://schemas.microsoft.com/office/drawing/2014/main" id="{57C316DD-DAFE-453E-A212-7B4AE329C761}"/>
              </a:ext>
            </a:extLst>
          </p:cNvPr>
          <p:cNvGrpSpPr/>
          <p:nvPr/>
        </p:nvGrpSpPr>
        <p:grpSpPr>
          <a:xfrm>
            <a:off x="1198103" y="2269115"/>
            <a:ext cx="1985668" cy="2922976"/>
            <a:chOff x="1172407" y="197026"/>
            <a:chExt cx="1292387" cy="1930154"/>
          </a:xfrm>
        </p:grpSpPr>
        <p:grpSp>
          <p:nvGrpSpPr>
            <p:cNvPr id="207" name="Group 206">
              <a:extLst>
                <a:ext uri="{FF2B5EF4-FFF2-40B4-BE49-F238E27FC236}">
                  <a16:creationId xmlns:a16="http://schemas.microsoft.com/office/drawing/2014/main" id="{FD495F04-161D-4224-B749-850C8A91B1A2}"/>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237" name="Rectangle 236">
                <a:extLst>
                  <a:ext uri="{FF2B5EF4-FFF2-40B4-BE49-F238E27FC236}">
                    <a16:creationId xmlns:a16="http://schemas.microsoft.com/office/drawing/2014/main" id="{74128F66-891F-4EFF-8813-02E41B6AA264}"/>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36A12556-F173-4C8D-A493-2DB3B30ABB25}"/>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12E15D8D-1088-43E1-9D0D-2C2BF0AB31E0}"/>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0" name="Rectangle 239">
                <a:extLst>
                  <a:ext uri="{FF2B5EF4-FFF2-40B4-BE49-F238E27FC236}">
                    <a16:creationId xmlns:a16="http://schemas.microsoft.com/office/drawing/2014/main" id="{539F1A23-F093-42C6-87F9-DBB6C603D457}"/>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1" name="Rectangle 240">
                <a:extLst>
                  <a:ext uri="{FF2B5EF4-FFF2-40B4-BE49-F238E27FC236}">
                    <a16:creationId xmlns:a16="http://schemas.microsoft.com/office/drawing/2014/main" id="{61224CB0-6C7B-4821-89FE-B1E182E07E12}"/>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04EE8211-0E2A-451E-A673-1ADA57C1AFD7}"/>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D79E74C1-D294-4332-88D7-757CF6F871A8}"/>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232" name="Rectangle 231">
                <a:extLst>
                  <a:ext uri="{FF2B5EF4-FFF2-40B4-BE49-F238E27FC236}">
                    <a16:creationId xmlns:a16="http://schemas.microsoft.com/office/drawing/2014/main" id="{823AC184-8633-44C5-AB47-E811432F26D8}"/>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122710E0-F97C-4AEE-A375-F23EEF3BF8EF}"/>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A8C00335-94BE-4153-AB62-10960C0B7850}"/>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0F2DA6B9-7CC2-4A04-B1D9-5CEF14E2832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6F5DAAE4-DE7C-4B1D-A08E-7E0BF50C829E}"/>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9" name="Group 208">
              <a:extLst>
                <a:ext uri="{FF2B5EF4-FFF2-40B4-BE49-F238E27FC236}">
                  <a16:creationId xmlns:a16="http://schemas.microsoft.com/office/drawing/2014/main" id="{18C3B41A-E6AB-48D5-9D01-ED529732FEDD}"/>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227" name="Rectangle 226">
                <a:extLst>
                  <a:ext uri="{FF2B5EF4-FFF2-40B4-BE49-F238E27FC236}">
                    <a16:creationId xmlns:a16="http://schemas.microsoft.com/office/drawing/2014/main" id="{005F9943-1612-4D48-ADFF-997ACA4CCE00}"/>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84BF5D34-A1CD-440A-834B-891FB9533CC3}"/>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73638AEC-31F2-4D3D-A5C6-B64742EF4939}"/>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121D1377-BA6A-4BF3-B7E3-AC23A3818EA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7D5960ED-FD7B-466A-9F47-BC4EA283ACDC}"/>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0" name="Group 209">
              <a:extLst>
                <a:ext uri="{FF2B5EF4-FFF2-40B4-BE49-F238E27FC236}">
                  <a16:creationId xmlns:a16="http://schemas.microsoft.com/office/drawing/2014/main" id="{DD42569D-D5E9-4EFE-B48E-79C79A174190}"/>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223" name="Rectangle 222">
                <a:extLst>
                  <a:ext uri="{FF2B5EF4-FFF2-40B4-BE49-F238E27FC236}">
                    <a16:creationId xmlns:a16="http://schemas.microsoft.com/office/drawing/2014/main" id="{AA70F6C9-8877-4300-8C8B-5C62EC4784F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8A2D6CCA-B937-420D-909B-382F34948768}"/>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4610A804-3611-45F4-8BCD-503D3EAA1AF0}"/>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047D0395-B35F-4734-BEB7-B7890BD5CAA7}"/>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1" name="Group 210">
              <a:extLst>
                <a:ext uri="{FF2B5EF4-FFF2-40B4-BE49-F238E27FC236}">
                  <a16:creationId xmlns:a16="http://schemas.microsoft.com/office/drawing/2014/main" id="{D3461AB0-18EB-4F58-B4A3-07C50265EF71}"/>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217" name="Rectangle 216">
                <a:extLst>
                  <a:ext uri="{FF2B5EF4-FFF2-40B4-BE49-F238E27FC236}">
                    <a16:creationId xmlns:a16="http://schemas.microsoft.com/office/drawing/2014/main" id="{F05E2B1B-59BF-4852-9DFC-31EA782A036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CD37E210-B9C1-4EB6-95BA-B9B86D9C9C81}"/>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2E3F29B2-242C-4B28-91CA-D4284FA4801C}"/>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7EB341D5-8C7C-4163-8FF2-D000FF7F4A6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8702B6D8-AF2A-4F1C-AEE5-F4B96257CF40}"/>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F0448AF3-F965-4BD9-9197-87F7A49E651C}"/>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2" name="Group 211">
              <a:extLst>
                <a:ext uri="{FF2B5EF4-FFF2-40B4-BE49-F238E27FC236}">
                  <a16:creationId xmlns:a16="http://schemas.microsoft.com/office/drawing/2014/main" id="{C3D737CF-3360-429B-9DD4-404BAB6D3223}"/>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213" name="Rectangle 212">
                <a:extLst>
                  <a:ext uri="{FF2B5EF4-FFF2-40B4-BE49-F238E27FC236}">
                    <a16:creationId xmlns:a16="http://schemas.microsoft.com/office/drawing/2014/main" id="{07CD00E7-F8C0-40A9-A1AE-209AF367E22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A83FED75-485F-4A31-B5FA-72D07767546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74576711-40E1-48E8-9034-07071ED26B28}"/>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9733B4BE-C9A1-42EF-B34C-B39A73A25583}"/>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43" name="Group 242">
            <a:extLst>
              <a:ext uri="{FF2B5EF4-FFF2-40B4-BE49-F238E27FC236}">
                <a16:creationId xmlns:a16="http://schemas.microsoft.com/office/drawing/2014/main" id="{BA044379-AEC0-437C-BDC3-10D63DB8ED9F}"/>
              </a:ext>
            </a:extLst>
          </p:cNvPr>
          <p:cNvGrpSpPr/>
          <p:nvPr/>
        </p:nvGrpSpPr>
        <p:grpSpPr>
          <a:xfrm>
            <a:off x="6835912" y="2484644"/>
            <a:ext cx="2926984" cy="2994148"/>
            <a:chOff x="1116687" y="2876931"/>
            <a:chExt cx="1568989" cy="1534622"/>
          </a:xfrm>
          <a:effectLst>
            <a:outerShdw blurRad="50800" dist="38100" dir="2700000" algn="tl" rotWithShape="0">
              <a:prstClr val="black">
                <a:alpha val="40000"/>
              </a:prstClr>
            </a:outerShdw>
          </a:effectLst>
        </p:grpSpPr>
        <p:grpSp>
          <p:nvGrpSpPr>
            <p:cNvPr id="244" name="Group 243">
              <a:extLst>
                <a:ext uri="{FF2B5EF4-FFF2-40B4-BE49-F238E27FC236}">
                  <a16:creationId xmlns:a16="http://schemas.microsoft.com/office/drawing/2014/main" id="{80F25084-9199-477D-A0AA-32B6D218A7ED}"/>
                </a:ext>
              </a:extLst>
            </p:cNvPr>
            <p:cNvGrpSpPr/>
            <p:nvPr/>
          </p:nvGrpSpPr>
          <p:grpSpPr>
            <a:xfrm>
              <a:off x="1116687" y="3390252"/>
              <a:ext cx="521228" cy="510538"/>
              <a:chOff x="2274846" y="1095709"/>
              <a:chExt cx="1352962" cy="1355911"/>
            </a:xfrm>
            <a:effectLst/>
          </p:grpSpPr>
          <p:sp>
            <p:nvSpPr>
              <p:cNvPr id="314" name="Rectangle 313">
                <a:extLst>
                  <a:ext uri="{FF2B5EF4-FFF2-40B4-BE49-F238E27FC236}">
                    <a16:creationId xmlns:a16="http://schemas.microsoft.com/office/drawing/2014/main" id="{BE517BF6-62D7-445C-9D8B-EFAE76E08DCB}"/>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5" name="Rectangle 314">
                <a:extLst>
                  <a:ext uri="{FF2B5EF4-FFF2-40B4-BE49-F238E27FC236}">
                    <a16:creationId xmlns:a16="http://schemas.microsoft.com/office/drawing/2014/main" id="{9AA3E0BB-1BF0-4F18-9ED4-ACCF1FF0E21F}"/>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6" name="Rectangle 315">
                <a:extLst>
                  <a:ext uri="{FF2B5EF4-FFF2-40B4-BE49-F238E27FC236}">
                    <a16:creationId xmlns:a16="http://schemas.microsoft.com/office/drawing/2014/main" id="{62BAC7FF-A74A-4FFA-A7A0-891FBAD9B467}"/>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7" name="Rectangle 316">
                <a:extLst>
                  <a:ext uri="{FF2B5EF4-FFF2-40B4-BE49-F238E27FC236}">
                    <a16:creationId xmlns:a16="http://schemas.microsoft.com/office/drawing/2014/main" id="{63DBEA77-A449-49B4-B108-D5F99F69D6DE}"/>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8" name="Rectangle 317">
                <a:extLst>
                  <a:ext uri="{FF2B5EF4-FFF2-40B4-BE49-F238E27FC236}">
                    <a16:creationId xmlns:a16="http://schemas.microsoft.com/office/drawing/2014/main" id="{B44F4A3D-5255-4D32-A28C-820817205CAC}"/>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9" name="Rectangle 318">
                <a:extLst>
                  <a:ext uri="{FF2B5EF4-FFF2-40B4-BE49-F238E27FC236}">
                    <a16:creationId xmlns:a16="http://schemas.microsoft.com/office/drawing/2014/main" id="{5B009C11-0282-4A2D-9F9F-535A6D505436}"/>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5" name="Group 244">
              <a:extLst>
                <a:ext uri="{FF2B5EF4-FFF2-40B4-BE49-F238E27FC236}">
                  <a16:creationId xmlns:a16="http://schemas.microsoft.com/office/drawing/2014/main" id="{8F8E6544-6737-4046-8C60-3C8D8797EF57}"/>
                </a:ext>
              </a:extLst>
            </p:cNvPr>
            <p:cNvGrpSpPr/>
            <p:nvPr/>
          </p:nvGrpSpPr>
          <p:grpSpPr>
            <a:xfrm>
              <a:off x="1116753" y="3900790"/>
              <a:ext cx="521294" cy="510538"/>
              <a:chOff x="9356965" y="2466176"/>
              <a:chExt cx="1353133" cy="1353312"/>
            </a:xfrm>
            <a:effectLst/>
          </p:grpSpPr>
          <p:sp>
            <p:nvSpPr>
              <p:cNvPr id="309" name="Rectangle 308">
                <a:extLst>
                  <a:ext uri="{FF2B5EF4-FFF2-40B4-BE49-F238E27FC236}">
                    <a16:creationId xmlns:a16="http://schemas.microsoft.com/office/drawing/2014/main" id="{5D809EF2-9EC4-4C57-A242-0C9BE02675A3}"/>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0" name="Rectangle 309">
                <a:extLst>
                  <a:ext uri="{FF2B5EF4-FFF2-40B4-BE49-F238E27FC236}">
                    <a16:creationId xmlns:a16="http://schemas.microsoft.com/office/drawing/2014/main" id="{7885A917-7158-49A4-B507-EC41566FCBD5}"/>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1" name="Rectangle 310">
                <a:extLst>
                  <a:ext uri="{FF2B5EF4-FFF2-40B4-BE49-F238E27FC236}">
                    <a16:creationId xmlns:a16="http://schemas.microsoft.com/office/drawing/2014/main" id="{33B7533A-1951-417F-BEB8-436E267ABEA2}"/>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2" name="Rectangle 311">
                <a:extLst>
                  <a:ext uri="{FF2B5EF4-FFF2-40B4-BE49-F238E27FC236}">
                    <a16:creationId xmlns:a16="http://schemas.microsoft.com/office/drawing/2014/main" id="{EAA1C5BE-DD5F-479A-81A6-B74EA50F7652}"/>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3" name="Rectangle 312">
                <a:extLst>
                  <a:ext uri="{FF2B5EF4-FFF2-40B4-BE49-F238E27FC236}">
                    <a16:creationId xmlns:a16="http://schemas.microsoft.com/office/drawing/2014/main" id="{E1C8A756-C715-4B1C-B73B-FDC13DC6DD9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6" name="Group 245">
              <a:extLst>
                <a:ext uri="{FF2B5EF4-FFF2-40B4-BE49-F238E27FC236}">
                  <a16:creationId xmlns:a16="http://schemas.microsoft.com/office/drawing/2014/main" id="{811CD10E-6951-4B0B-88B8-A12F4A4F86EE}"/>
                </a:ext>
              </a:extLst>
            </p:cNvPr>
            <p:cNvGrpSpPr/>
            <p:nvPr/>
          </p:nvGrpSpPr>
          <p:grpSpPr>
            <a:xfrm>
              <a:off x="1636117" y="3391429"/>
              <a:ext cx="524570" cy="510538"/>
              <a:chOff x="9180347" y="987490"/>
              <a:chExt cx="1352962" cy="1353312"/>
            </a:xfrm>
            <a:effectLst/>
          </p:grpSpPr>
          <p:sp>
            <p:nvSpPr>
              <p:cNvPr id="304" name="Rectangle 303">
                <a:extLst>
                  <a:ext uri="{FF2B5EF4-FFF2-40B4-BE49-F238E27FC236}">
                    <a16:creationId xmlns:a16="http://schemas.microsoft.com/office/drawing/2014/main" id="{75BEA1CF-2232-4649-BBDD-9CB8F87C3A4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ectangle 304">
                <a:extLst>
                  <a:ext uri="{FF2B5EF4-FFF2-40B4-BE49-F238E27FC236}">
                    <a16:creationId xmlns:a16="http://schemas.microsoft.com/office/drawing/2014/main" id="{FA9ECBA8-05C7-4D99-B5D2-D803967D95F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6" name="Rectangle 305">
                <a:extLst>
                  <a:ext uri="{FF2B5EF4-FFF2-40B4-BE49-F238E27FC236}">
                    <a16:creationId xmlns:a16="http://schemas.microsoft.com/office/drawing/2014/main" id="{CB8517D6-99B6-4FE8-B016-4CF532F8B54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7" name="Rectangle 306">
                <a:extLst>
                  <a:ext uri="{FF2B5EF4-FFF2-40B4-BE49-F238E27FC236}">
                    <a16:creationId xmlns:a16="http://schemas.microsoft.com/office/drawing/2014/main" id="{DF504D78-FD6F-479F-872C-DFFF1567EE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8" name="Rectangle 307">
                <a:extLst>
                  <a:ext uri="{FF2B5EF4-FFF2-40B4-BE49-F238E27FC236}">
                    <a16:creationId xmlns:a16="http://schemas.microsoft.com/office/drawing/2014/main" id="{392FA0D4-FDE1-422B-B1C6-9D6333B7AD69}"/>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7" name="Group 246">
              <a:extLst>
                <a:ext uri="{FF2B5EF4-FFF2-40B4-BE49-F238E27FC236}">
                  <a16:creationId xmlns:a16="http://schemas.microsoft.com/office/drawing/2014/main" id="{4ACE8CAA-EEC4-4CD5-AD02-8F53BCB78F0B}"/>
                </a:ext>
              </a:extLst>
            </p:cNvPr>
            <p:cNvGrpSpPr/>
            <p:nvPr/>
          </p:nvGrpSpPr>
          <p:grpSpPr>
            <a:xfrm>
              <a:off x="1636561" y="3900582"/>
              <a:ext cx="524311" cy="510954"/>
              <a:chOff x="902841" y="1533868"/>
              <a:chExt cx="1353132" cy="1353312"/>
            </a:xfrm>
            <a:effectLst/>
          </p:grpSpPr>
          <p:sp>
            <p:nvSpPr>
              <p:cNvPr id="298" name="Rectangle 297">
                <a:extLst>
                  <a:ext uri="{FF2B5EF4-FFF2-40B4-BE49-F238E27FC236}">
                    <a16:creationId xmlns:a16="http://schemas.microsoft.com/office/drawing/2014/main" id="{1D84B7F7-CB5D-4787-AF0E-195FA2998937}"/>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85B2028F-00B9-4049-A8BA-432F3EDEC9D0}"/>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0" name="Rectangle 299">
                <a:extLst>
                  <a:ext uri="{FF2B5EF4-FFF2-40B4-BE49-F238E27FC236}">
                    <a16:creationId xmlns:a16="http://schemas.microsoft.com/office/drawing/2014/main" id="{E318BCF7-740E-45CF-AFB3-B231C32DD78E}"/>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99B0B6F8-6500-407C-93F1-0BA7FD020AFB}"/>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45CC1E88-CBA3-49AD-9221-93F7E5607A12}"/>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D896A065-A4B8-4E95-8F7A-D8AFA675A8CA}"/>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8" name="Group 247">
              <a:extLst>
                <a:ext uri="{FF2B5EF4-FFF2-40B4-BE49-F238E27FC236}">
                  <a16:creationId xmlns:a16="http://schemas.microsoft.com/office/drawing/2014/main" id="{6EA73519-77D4-4862-B7E7-C8F9461605A9}"/>
                </a:ext>
              </a:extLst>
            </p:cNvPr>
            <p:cNvGrpSpPr/>
            <p:nvPr/>
          </p:nvGrpSpPr>
          <p:grpSpPr>
            <a:xfrm>
              <a:off x="2159663" y="3900335"/>
              <a:ext cx="526013" cy="511218"/>
              <a:chOff x="7607604" y="4156548"/>
              <a:chExt cx="1352961" cy="1353312"/>
            </a:xfrm>
            <a:effectLst/>
          </p:grpSpPr>
          <p:sp>
            <p:nvSpPr>
              <p:cNvPr id="294" name="Rectangle 293">
                <a:extLst>
                  <a:ext uri="{FF2B5EF4-FFF2-40B4-BE49-F238E27FC236}">
                    <a16:creationId xmlns:a16="http://schemas.microsoft.com/office/drawing/2014/main" id="{0DE223A2-2CB6-4975-9203-E37B9744A7F9}"/>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C33EF04A-1422-4E40-8954-6CFCA22F4539}"/>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2DF8C10D-7E19-47BC-A37C-E1FB73591D1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E96084C0-AC12-43B4-9C87-4CCD287D21F7}"/>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9" name="Group 248">
              <a:extLst>
                <a:ext uri="{FF2B5EF4-FFF2-40B4-BE49-F238E27FC236}">
                  <a16:creationId xmlns:a16="http://schemas.microsoft.com/office/drawing/2014/main" id="{20250AE7-C9BE-4187-91BB-9E7DE9626136}"/>
                </a:ext>
              </a:extLst>
            </p:cNvPr>
            <p:cNvGrpSpPr/>
            <p:nvPr/>
          </p:nvGrpSpPr>
          <p:grpSpPr>
            <a:xfrm>
              <a:off x="2160384" y="3389702"/>
              <a:ext cx="524570" cy="510538"/>
              <a:chOff x="9180347" y="987490"/>
              <a:chExt cx="1352962" cy="1353312"/>
            </a:xfrm>
            <a:effectLst/>
          </p:grpSpPr>
          <p:sp>
            <p:nvSpPr>
              <p:cNvPr id="289" name="Rectangle 288">
                <a:extLst>
                  <a:ext uri="{FF2B5EF4-FFF2-40B4-BE49-F238E27FC236}">
                    <a16:creationId xmlns:a16="http://schemas.microsoft.com/office/drawing/2014/main" id="{CCA60996-CCEC-4947-B8E4-5FE08E604FB9}"/>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347C40A1-8307-41CB-ADE3-6B7242F2181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B306437D-502A-4652-BB7C-411E4EF89C8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DCCAE69C-C24F-46A9-9A34-27C1179FDC30}"/>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EF80612C-82A1-486D-9C74-8207506E5CFA}"/>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0" name="Group 249">
              <a:extLst>
                <a:ext uri="{FF2B5EF4-FFF2-40B4-BE49-F238E27FC236}">
                  <a16:creationId xmlns:a16="http://schemas.microsoft.com/office/drawing/2014/main" id="{846823F2-783E-49D9-BF4C-7C5D6921438D}"/>
                </a:ext>
              </a:extLst>
            </p:cNvPr>
            <p:cNvGrpSpPr/>
            <p:nvPr/>
          </p:nvGrpSpPr>
          <p:grpSpPr>
            <a:xfrm>
              <a:off x="2158868" y="2878823"/>
              <a:ext cx="524570" cy="510538"/>
              <a:chOff x="9180347" y="987490"/>
              <a:chExt cx="1352962" cy="1353312"/>
            </a:xfrm>
            <a:effectLst/>
          </p:grpSpPr>
          <p:sp>
            <p:nvSpPr>
              <p:cNvPr id="262" name="Rectangle 261">
                <a:extLst>
                  <a:ext uri="{FF2B5EF4-FFF2-40B4-BE49-F238E27FC236}">
                    <a16:creationId xmlns:a16="http://schemas.microsoft.com/office/drawing/2014/main" id="{E537CA19-418B-4C61-AAA9-D6C5EE51316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D9F4EF80-717B-439B-AA55-896FD5B2D4ED}"/>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E1BBD547-9E17-4DD7-AE48-BC8E890DE12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7" name="Rectangle 286">
                <a:extLst>
                  <a:ext uri="{FF2B5EF4-FFF2-40B4-BE49-F238E27FC236}">
                    <a16:creationId xmlns:a16="http://schemas.microsoft.com/office/drawing/2014/main" id="{06975995-DF89-49EE-A7DE-F7E5D5C24F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8" name="Rectangle 287">
                <a:extLst>
                  <a:ext uri="{FF2B5EF4-FFF2-40B4-BE49-F238E27FC236}">
                    <a16:creationId xmlns:a16="http://schemas.microsoft.com/office/drawing/2014/main" id="{787DE338-74A1-4C5F-B856-EA0DBEDD37F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1" name="Group 250">
              <a:extLst>
                <a:ext uri="{FF2B5EF4-FFF2-40B4-BE49-F238E27FC236}">
                  <a16:creationId xmlns:a16="http://schemas.microsoft.com/office/drawing/2014/main" id="{D0CC68BA-7AA5-48B8-B3C7-CD14B3BFFAFC}"/>
                </a:ext>
              </a:extLst>
            </p:cNvPr>
            <p:cNvGrpSpPr/>
            <p:nvPr/>
          </p:nvGrpSpPr>
          <p:grpSpPr>
            <a:xfrm>
              <a:off x="1633186" y="2878106"/>
              <a:ext cx="524570" cy="510538"/>
              <a:chOff x="9180347" y="987490"/>
              <a:chExt cx="1352962" cy="1353312"/>
            </a:xfrm>
            <a:effectLst/>
          </p:grpSpPr>
          <p:sp>
            <p:nvSpPr>
              <p:cNvPr id="257" name="Rectangle 256">
                <a:extLst>
                  <a:ext uri="{FF2B5EF4-FFF2-40B4-BE49-F238E27FC236}">
                    <a16:creationId xmlns:a16="http://schemas.microsoft.com/office/drawing/2014/main" id="{431F536E-3524-46D5-BEA9-ACC2FF0E91A7}"/>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50AE51CE-5EF3-4BAB-84BA-F3ABDEE0642C}"/>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E918156D-23B0-4644-9F47-549D46DAE2B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1E6E81CA-21C9-4E44-AD4D-04311C8A89D7}"/>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16A8E727-5AB3-4D81-A43F-87E80EA87E3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2" name="Group 251">
              <a:extLst>
                <a:ext uri="{FF2B5EF4-FFF2-40B4-BE49-F238E27FC236}">
                  <a16:creationId xmlns:a16="http://schemas.microsoft.com/office/drawing/2014/main" id="{8780A4AE-1179-4ABC-98B6-2FDE77CF085F}"/>
                </a:ext>
              </a:extLst>
            </p:cNvPr>
            <p:cNvGrpSpPr/>
            <p:nvPr/>
          </p:nvGrpSpPr>
          <p:grpSpPr>
            <a:xfrm>
              <a:off x="1117501" y="2876931"/>
              <a:ext cx="519060" cy="512397"/>
              <a:chOff x="7605132" y="3950429"/>
              <a:chExt cx="1352962" cy="1353312"/>
            </a:xfrm>
            <a:effectLst/>
          </p:grpSpPr>
          <p:sp>
            <p:nvSpPr>
              <p:cNvPr id="253" name="Rectangle 252">
                <a:extLst>
                  <a:ext uri="{FF2B5EF4-FFF2-40B4-BE49-F238E27FC236}">
                    <a16:creationId xmlns:a16="http://schemas.microsoft.com/office/drawing/2014/main" id="{2C8A4E37-00A5-4E78-87F6-2397A634A056}"/>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E1E1E028-CE4C-4164-94F3-8A641B86F95C}"/>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3EF25A54-19AD-4CD4-85FC-F97A333B1C25}"/>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CB3BE269-1E0D-4215-8564-FF6C2ECF48FF}"/>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08" name="TextBox 107">
            <a:extLst>
              <a:ext uri="{FF2B5EF4-FFF2-40B4-BE49-F238E27FC236}">
                <a16:creationId xmlns:a16="http://schemas.microsoft.com/office/drawing/2014/main" id="{D5AA24B3-E461-41F3-9906-D6C3BE600B07}"/>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Tree>
    <p:extLst>
      <p:ext uri="{BB962C8B-B14F-4D97-AF65-F5344CB8AC3E}">
        <p14:creationId xmlns:p14="http://schemas.microsoft.com/office/powerpoint/2010/main" val="4073497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1" name="Group 10"/>
          <p:cNvGrpSpPr/>
          <p:nvPr/>
        </p:nvGrpSpPr>
        <p:grpSpPr>
          <a:xfrm>
            <a:off x="3846526" y="2292601"/>
            <a:ext cx="736657" cy="1332800"/>
            <a:chOff x="3800723" y="2591968"/>
            <a:chExt cx="736657" cy="1332800"/>
          </a:xfrm>
        </p:grpSpPr>
        <p:sp>
          <p:nvSpPr>
            <p:cNvPr id="6" name="Rectangle: Rounded Corners 5"/>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Rounded Corners 157"/>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60" name="TextBox 159"/>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61" name="TextBox 160"/>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68" name="Rectangle 167"/>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TextBox 115"/>
          <p:cNvSpPr txBox="1"/>
          <p:nvPr/>
        </p:nvSpPr>
        <p:spPr>
          <a:xfrm>
            <a:off x="7145883" y="1636741"/>
            <a:ext cx="2307042" cy="646331"/>
          </a:xfrm>
          <a:prstGeom prst="rect">
            <a:avLst/>
          </a:prstGeom>
          <a:noFill/>
        </p:spPr>
        <p:txBody>
          <a:bodyPr wrap="none" rtlCol="0">
            <a:spAutoFit/>
          </a:bodyPr>
          <a:lstStyle/>
          <a:p>
            <a:r>
              <a:rPr lang="en-US" dirty="0">
                <a:solidFill>
                  <a:schemeClr val="bg1"/>
                </a:solidFill>
              </a:rPr>
              <a:t>This system uniquely</a:t>
            </a:r>
            <a:br>
              <a:rPr lang="en-US" dirty="0">
                <a:solidFill>
                  <a:schemeClr val="bg1"/>
                </a:solidFill>
              </a:rPr>
            </a:br>
            <a:r>
              <a:rPr lang="en-US" dirty="0">
                <a:solidFill>
                  <a:schemeClr val="bg1"/>
                </a:solidFill>
              </a:rPr>
              <a:t>produces a 3x3 square:</a:t>
            </a:r>
          </a:p>
        </p:txBody>
      </p:sp>
      <p:sp>
        <p:nvSpPr>
          <p:cNvPr id="117" name="TextBox 116"/>
          <p:cNvSpPr txBox="1"/>
          <p:nvPr/>
        </p:nvSpPr>
        <p:spPr>
          <a:xfrm>
            <a:off x="1833391" y="6039284"/>
            <a:ext cx="2449710" cy="369332"/>
          </a:xfrm>
          <a:prstGeom prst="rect">
            <a:avLst/>
          </a:prstGeom>
          <a:noFill/>
        </p:spPr>
        <p:txBody>
          <a:bodyPr wrap="none" rtlCol="0">
            <a:spAutoFit/>
          </a:bodyPr>
          <a:lstStyle/>
          <a:p>
            <a:r>
              <a:rPr lang="en-US" dirty="0">
                <a:solidFill>
                  <a:schemeClr val="bg1"/>
                </a:solidFill>
              </a:rPr>
              <a:t>Number of tile types = 6</a:t>
            </a:r>
          </a:p>
        </p:txBody>
      </p:sp>
      <p:cxnSp>
        <p:nvCxnSpPr>
          <p:cNvPr id="118" name="Straight Connector 117"/>
          <p:cNvCxnSpPr>
            <a:cxnSpLocks/>
            <a:endCxn id="117" idx="0"/>
          </p:cNvCxnSpPr>
          <p:nvPr/>
        </p:nvCxnSpPr>
        <p:spPr>
          <a:xfrm>
            <a:off x="2272487" y="5572054"/>
            <a:ext cx="785759" cy="467230"/>
          </a:xfrm>
          <a:prstGeom prst="line">
            <a:avLst/>
          </a:prstGeom>
        </p:spPr>
        <p:style>
          <a:lnRef idx="1">
            <a:schemeClr val="dk1"/>
          </a:lnRef>
          <a:fillRef idx="0">
            <a:schemeClr val="dk1"/>
          </a:fillRef>
          <a:effectRef idx="0">
            <a:schemeClr val="dk1"/>
          </a:effectRef>
          <a:fontRef idx="minor">
            <a:schemeClr val="tx1"/>
          </a:fontRef>
        </p:style>
      </p:cxnSp>
      <p:grpSp>
        <p:nvGrpSpPr>
          <p:cNvPr id="206" name="Group 205">
            <a:extLst>
              <a:ext uri="{FF2B5EF4-FFF2-40B4-BE49-F238E27FC236}">
                <a16:creationId xmlns:a16="http://schemas.microsoft.com/office/drawing/2014/main" id="{57C316DD-DAFE-453E-A212-7B4AE329C761}"/>
              </a:ext>
            </a:extLst>
          </p:cNvPr>
          <p:cNvGrpSpPr/>
          <p:nvPr/>
        </p:nvGrpSpPr>
        <p:grpSpPr>
          <a:xfrm>
            <a:off x="1198103" y="2269115"/>
            <a:ext cx="1985668" cy="2922976"/>
            <a:chOff x="1172407" y="197026"/>
            <a:chExt cx="1292387" cy="1930154"/>
          </a:xfrm>
        </p:grpSpPr>
        <p:grpSp>
          <p:nvGrpSpPr>
            <p:cNvPr id="207" name="Group 206">
              <a:extLst>
                <a:ext uri="{FF2B5EF4-FFF2-40B4-BE49-F238E27FC236}">
                  <a16:creationId xmlns:a16="http://schemas.microsoft.com/office/drawing/2014/main" id="{FD495F04-161D-4224-B749-850C8A91B1A2}"/>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237" name="Rectangle 236">
                <a:extLst>
                  <a:ext uri="{FF2B5EF4-FFF2-40B4-BE49-F238E27FC236}">
                    <a16:creationId xmlns:a16="http://schemas.microsoft.com/office/drawing/2014/main" id="{74128F66-891F-4EFF-8813-02E41B6AA264}"/>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36A12556-F173-4C8D-A493-2DB3B30ABB25}"/>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12E15D8D-1088-43E1-9D0D-2C2BF0AB31E0}"/>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0" name="Rectangle 239">
                <a:extLst>
                  <a:ext uri="{FF2B5EF4-FFF2-40B4-BE49-F238E27FC236}">
                    <a16:creationId xmlns:a16="http://schemas.microsoft.com/office/drawing/2014/main" id="{539F1A23-F093-42C6-87F9-DBB6C603D457}"/>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1" name="Rectangle 240">
                <a:extLst>
                  <a:ext uri="{FF2B5EF4-FFF2-40B4-BE49-F238E27FC236}">
                    <a16:creationId xmlns:a16="http://schemas.microsoft.com/office/drawing/2014/main" id="{61224CB0-6C7B-4821-89FE-B1E182E07E12}"/>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04EE8211-0E2A-451E-A673-1ADA57C1AFD7}"/>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D79E74C1-D294-4332-88D7-757CF6F871A8}"/>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232" name="Rectangle 231">
                <a:extLst>
                  <a:ext uri="{FF2B5EF4-FFF2-40B4-BE49-F238E27FC236}">
                    <a16:creationId xmlns:a16="http://schemas.microsoft.com/office/drawing/2014/main" id="{823AC184-8633-44C5-AB47-E811432F26D8}"/>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122710E0-F97C-4AEE-A375-F23EEF3BF8EF}"/>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A8C00335-94BE-4153-AB62-10960C0B7850}"/>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0F2DA6B9-7CC2-4A04-B1D9-5CEF14E2832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6F5DAAE4-DE7C-4B1D-A08E-7E0BF50C829E}"/>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9" name="Group 208">
              <a:extLst>
                <a:ext uri="{FF2B5EF4-FFF2-40B4-BE49-F238E27FC236}">
                  <a16:creationId xmlns:a16="http://schemas.microsoft.com/office/drawing/2014/main" id="{18C3B41A-E6AB-48D5-9D01-ED529732FEDD}"/>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227" name="Rectangle 226">
                <a:extLst>
                  <a:ext uri="{FF2B5EF4-FFF2-40B4-BE49-F238E27FC236}">
                    <a16:creationId xmlns:a16="http://schemas.microsoft.com/office/drawing/2014/main" id="{005F9943-1612-4D48-ADFF-997ACA4CCE00}"/>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84BF5D34-A1CD-440A-834B-891FB9533CC3}"/>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73638AEC-31F2-4D3D-A5C6-B64742EF4939}"/>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121D1377-BA6A-4BF3-B7E3-AC23A3818EA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7D5960ED-FD7B-466A-9F47-BC4EA283ACDC}"/>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0" name="Group 209">
              <a:extLst>
                <a:ext uri="{FF2B5EF4-FFF2-40B4-BE49-F238E27FC236}">
                  <a16:creationId xmlns:a16="http://schemas.microsoft.com/office/drawing/2014/main" id="{DD42569D-D5E9-4EFE-B48E-79C79A174190}"/>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223" name="Rectangle 222">
                <a:extLst>
                  <a:ext uri="{FF2B5EF4-FFF2-40B4-BE49-F238E27FC236}">
                    <a16:creationId xmlns:a16="http://schemas.microsoft.com/office/drawing/2014/main" id="{AA70F6C9-8877-4300-8C8B-5C62EC4784F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8A2D6CCA-B937-420D-909B-382F34948768}"/>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4610A804-3611-45F4-8BCD-503D3EAA1AF0}"/>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047D0395-B35F-4734-BEB7-B7890BD5CAA7}"/>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1" name="Group 210">
              <a:extLst>
                <a:ext uri="{FF2B5EF4-FFF2-40B4-BE49-F238E27FC236}">
                  <a16:creationId xmlns:a16="http://schemas.microsoft.com/office/drawing/2014/main" id="{D3461AB0-18EB-4F58-B4A3-07C50265EF71}"/>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217" name="Rectangle 216">
                <a:extLst>
                  <a:ext uri="{FF2B5EF4-FFF2-40B4-BE49-F238E27FC236}">
                    <a16:creationId xmlns:a16="http://schemas.microsoft.com/office/drawing/2014/main" id="{F05E2B1B-59BF-4852-9DFC-31EA782A036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CD37E210-B9C1-4EB6-95BA-B9B86D9C9C81}"/>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2E3F29B2-242C-4B28-91CA-D4284FA4801C}"/>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7EB341D5-8C7C-4163-8FF2-D000FF7F4A6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8702B6D8-AF2A-4F1C-AEE5-F4B96257CF40}"/>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F0448AF3-F965-4BD9-9197-87F7A49E651C}"/>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2" name="Group 211">
              <a:extLst>
                <a:ext uri="{FF2B5EF4-FFF2-40B4-BE49-F238E27FC236}">
                  <a16:creationId xmlns:a16="http://schemas.microsoft.com/office/drawing/2014/main" id="{C3D737CF-3360-429B-9DD4-404BAB6D3223}"/>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213" name="Rectangle 212">
                <a:extLst>
                  <a:ext uri="{FF2B5EF4-FFF2-40B4-BE49-F238E27FC236}">
                    <a16:creationId xmlns:a16="http://schemas.microsoft.com/office/drawing/2014/main" id="{07CD00E7-F8C0-40A9-A1AE-209AF367E22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A83FED75-485F-4A31-B5FA-72D07767546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74576711-40E1-48E8-9034-07071ED26B28}"/>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9733B4BE-C9A1-42EF-B34C-B39A73A25583}"/>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43" name="Group 242">
            <a:extLst>
              <a:ext uri="{FF2B5EF4-FFF2-40B4-BE49-F238E27FC236}">
                <a16:creationId xmlns:a16="http://schemas.microsoft.com/office/drawing/2014/main" id="{BA044379-AEC0-437C-BDC3-10D63DB8ED9F}"/>
              </a:ext>
            </a:extLst>
          </p:cNvPr>
          <p:cNvGrpSpPr/>
          <p:nvPr/>
        </p:nvGrpSpPr>
        <p:grpSpPr>
          <a:xfrm>
            <a:off x="6835912" y="2484644"/>
            <a:ext cx="2926984" cy="2994148"/>
            <a:chOff x="1116687" y="2876931"/>
            <a:chExt cx="1568989" cy="1534622"/>
          </a:xfrm>
          <a:effectLst>
            <a:outerShdw blurRad="50800" dist="38100" dir="2700000" algn="tl" rotWithShape="0">
              <a:prstClr val="black">
                <a:alpha val="40000"/>
              </a:prstClr>
            </a:outerShdw>
          </a:effectLst>
        </p:grpSpPr>
        <p:grpSp>
          <p:nvGrpSpPr>
            <p:cNvPr id="244" name="Group 243">
              <a:extLst>
                <a:ext uri="{FF2B5EF4-FFF2-40B4-BE49-F238E27FC236}">
                  <a16:creationId xmlns:a16="http://schemas.microsoft.com/office/drawing/2014/main" id="{80F25084-9199-477D-A0AA-32B6D218A7ED}"/>
                </a:ext>
              </a:extLst>
            </p:cNvPr>
            <p:cNvGrpSpPr/>
            <p:nvPr/>
          </p:nvGrpSpPr>
          <p:grpSpPr>
            <a:xfrm>
              <a:off x="1116687" y="3390252"/>
              <a:ext cx="521228" cy="510538"/>
              <a:chOff x="2274846" y="1095709"/>
              <a:chExt cx="1352962" cy="1355911"/>
            </a:xfrm>
            <a:effectLst/>
          </p:grpSpPr>
          <p:sp>
            <p:nvSpPr>
              <p:cNvPr id="314" name="Rectangle 313">
                <a:extLst>
                  <a:ext uri="{FF2B5EF4-FFF2-40B4-BE49-F238E27FC236}">
                    <a16:creationId xmlns:a16="http://schemas.microsoft.com/office/drawing/2014/main" id="{BE517BF6-62D7-445C-9D8B-EFAE76E08DCB}"/>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5" name="Rectangle 314">
                <a:extLst>
                  <a:ext uri="{FF2B5EF4-FFF2-40B4-BE49-F238E27FC236}">
                    <a16:creationId xmlns:a16="http://schemas.microsoft.com/office/drawing/2014/main" id="{9AA3E0BB-1BF0-4F18-9ED4-ACCF1FF0E21F}"/>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6" name="Rectangle 315">
                <a:extLst>
                  <a:ext uri="{FF2B5EF4-FFF2-40B4-BE49-F238E27FC236}">
                    <a16:creationId xmlns:a16="http://schemas.microsoft.com/office/drawing/2014/main" id="{62BAC7FF-A74A-4FFA-A7A0-891FBAD9B467}"/>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7" name="Rectangle 316">
                <a:extLst>
                  <a:ext uri="{FF2B5EF4-FFF2-40B4-BE49-F238E27FC236}">
                    <a16:creationId xmlns:a16="http://schemas.microsoft.com/office/drawing/2014/main" id="{63DBEA77-A449-49B4-B108-D5F99F69D6DE}"/>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8" name="Rectangle 317">
                <a:extLst>
                  <a:ext uri="{FF2B5EF4-FFF2-40B4-BE49-F238E27FC236}">
                    <a16:creationId xmlns:a16="http://schemas.microsoft.com/office/drawing/2014/main" id="{B44F4A3D-5255-4D32-A28C-820817205CAC}"/>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9" name="Rectangle 318">
                <a:extLst>
                  <a:ext uri="{FF2B5EF4-FFF2-40B4-BE49-F238E27FC236}">
                    <a16:creationId xmlns:a16="http://schemas.microsoft.com/office/drawing/2014/main" id="{5B009C11-0282-4A2D-9F9F-535A6D505436}"/>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5" name="Group 244">
              <a:extLst>
                <a:ext uri="{FF2B5EF4-FFF2-40B4-BE49-F238E27FC236}">
                  <a16:creationId xmlns:a16="http://schemas.microsoft.com/office/drawing/2014/main" id="{8F8E6544-6737-4046-8C60-3C8D8797EF57}"/>
                </a:ext>
              </a:extLst>
            </p:cNvPr>
            <p:cNvGrpSpPr/>
            <p:nvPr/>
          </p:nvGrpSpPr>
          <p:grpSpPr>
            <a:xfrm>
              <a:off x="1116753" y="3900790"/>
              <a:ext cx="521294" cy="510538"/>
              <a:chOff x="9356965" y="2466176"/>
              <a:chExt cx="1353133" cy="1353312"/>
            </a:xfrm>
            <a:effectLst/>
          </p:grpSpPr>
          <p:sp>
            <p:nvSpPr>
              <p:cNvPr id="309" name="Rectangle 308">
                <a:extLst>
                  <a:ext uri="{FF2B5EF4-FFF2-40B4-BE49-F238E27FC236}">
                    <a16:creationId xmlns:a16="http://schemas.microsoft.com/office/drawing/2014/main" id="{5D809EF2-9EC4-4C57-A242-0C9BE02675A3}"/>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0" name="Rectangle 309">
                <a:extLst>
                  <a:ext uri="{FF2B5EF4-FFF2-40B4-BE49-F238E27FC236}">
                    <a16:creationId xmlns:a16="http://schemas.microsoft.com/office/drawing/2014/main" id="{7885A917-7158-49A4-B507-EC41566FCBD5}"/>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1" name="Rectangle 310">
                <a:extLst>
                  <a:ext uri="{FF2B5EF4-FFF2-40B4-BE49-F238E27FC236}">
                    <a16:creationId xmlns:a16="http://schemas.microsoft.com/office/drawing/2014/main" id="{33B7533A-1951-417F-BEB8-436E267ABEA2}"/>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2" name="Rectangle 311">
                <a:extLst>
                  <a:ext uri="{FF2B5EF4-FFF2-40B4-BE49-F238E27FC236}">
                    <a16:creationId xmlns:a16="http://schemas.microsoft.com/office/drawing/2014/main" id="{EAA1C5BE-DD5F-479A-81A6-B74EA50F7652}"/>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3" name="Rectangle 312">
                <a:extLst>
                  <a:ext uri="{FF2B5EF4-FFF2-40B4-BE49-F238E27FC236}">
                    <a16:creationId xmlns:a16="http://schemas.microsoft.com/office/drawing/2014/main" id="{E1C8A756-C715-4B1C-B73B-FDC13DC6DD9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6" name="Group 245">
              <a:extLst>
                <a:ext uri="{FF2B5EF4-FFF2-40B4-BE49-F238E27FC236}">
                  <a16:creationId xmlns:a16="http://schemas.microsoft.com/office/drawing/2014/main" id="{811CD10E-6951-4B0B-88B8-A12F4A4F86EE}"/>
                </a:ext>
              </a:extLst>
            </p:cNvPr>
            <p:cNvGrpSpPr/>
            <p:nvPr/>
          </p:nvGrpSpPr>
          <p:grpSpPr>
            <a:xfrm>
              <a:off x="1636117" y="3391429"/>
              <a:ext cx="524570" cy="510538"/>
              <a:chOff x="9180347" y="987490"/>
              <a:chExt cx="1352962" cy="1353312"/>
            </a:xfrm>
            <a:effectLst/>
          </p:grpSpPr>
          <p:sp>
            <p:nvSpPr>
              <p:cNvPr id="304" name="Rectangle 303">
                <a:extLst>
                  <a:ext uri="{FF2B5EF4-FFF2-40B4-BE49-F238E27FC236}">
                    <a16:creationId xmlns:a16="http://schemas.microsoft.com/office/drawing/2014/main" id="{75BEA1CF-2232-4649-BBDD-9CB8F87C3A4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ectangle 304">
                <a:extLst>
                  <a:ext uri="{FF2B5EF4-FFF2-40B4-BE49-F238E27FC236}">
                    <a16:creationId xmlns:a16="http://schemas.microsoft.com/office/drawing/2014/main" id="{FA9ECBA8-05C7-4D99-B5D2-D803967D95F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6" name="Rectangle 305">
                <a:extLst>
                  <a:ext uri="{FF2B5EF4-FFF2-40B4-BE49-F238E27FC236}">
                    <a16:creationId xmlns:a16="http://schemas.microsoft.com/office/drawing/2014/main" id="{CB8517D6-99B6-4FE8-B016-4CF532F8B54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7" name="Rectangle 306">
                <a:extLst>
                  <a:ext uri="{FF2B5EF4-FFF2-40B4-BE49-F238E27FC236}">
                    <a16:creationId xmlns:a16="http://schemas.microsoft.com/office/drawing/2014/main" id="{DF504D78-FD6F-479F-872C-DFFF1567EE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8" name="Rectangle 307">
                <a:extLst>
                  <a:ext uri="{FF2B5EF4-FFF2-40B4-BE49-F238E27FC236}">
                    <a16:creationId xmlns:a16="http://schemas.microsoft.com/office/drawing/2014/main" id="{392FA0D4-FDE1-422B-B1C6-9D6333B7AD69}"/>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7" name="Group 246">
              <a:extLst>
                <a:ext uri="{FF2B5EF4-FFF2-40B4-BE49-F238E27FC236}">
                  <a16:creationId xmlns:a16="http://schemas.microsoft.com/office/drawing/2014/main" id="{4ACE8CAA-EEC4-4CD5-AD02-8F53BCB78F0B}"/>
                </a:ext>
              </a:extLst>
            </p:cNvPr>
            <p:cNvGrpSpPr/>
            <p:nvPr/>
          </p:nvGrpSpPr>
          <p:grpSpPr>
            <a:xfrm>
              <a:off x="1636561" y="3900582"/>
              <a:ext cx="524311" cy="510954"/>
              <a:chOff x="902841" y="1533868"/>
              <a:chExt cx="1353132" cy="1353312"/>
            </a:xfrm>
            <a:effectLst/>
          </p:grpSpPr>
          <p:sp>
            <p:nvSpPr>
              <p:cNvPr id="298" name="Rectangle 297">
                <a:extLst>
                  <a:ext uri="{FF2B5EF4-FFF2-40B4-BE49-F238E27FC236}">
                    <a16:creationId xmlns:a16="http://schemas.microsoft.com/office/drawing/2014/main" id="{1D84B7F7-CB5D-4787-AF0E-195FA2998937}"/>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85B2028F-00B9-4049-A8BA-432F3EDEC9D0}"/>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0" name="Rectangle 299">
                <a:extLst>
                  <a:ext uri="{FF2B5EF4-FFF2-40B4-BE49-F238E27FC236}">
                    <a16:creationId xmlns:a16="http://schemas.microsoft.com/office/drawing/2014/main" id="{E318BCF7-740E-45CF-AFB3-B231C32DD78E}"/>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99B0B6F8-6500-407C-93F1-0BA7FD020AFB}"/>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45CC1E88-CBA3-49AD-9221-93F7E5607A12}"/>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D896A065-A4B8-4E95-8F7A-D8AFA675A8CA}"/>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8" name="Group 247">
              <a:extLst>
                <a:ext uri="{FF2B5EF4-FFF2-40B4-BE49-F238E27FC236}">
                  <a16:creationId xmlns:a16="http://schemas.microsoft.com/office/drawing/2014/main" id="{6EA73519-77D4-4862-B7E7-C8F9461605A9}"/>
                </a:ext>
              </a:extLst>
            </p:cNvPr>
            <p:cNvGrpSpPr/>
            <p:nvPr/>
          </p:nvGrpSpPr>
          <p:grpSpPr>
            <a:xfrm>
              <a:off x="2159663" y="3900335"/>
              <a:ext cx="526013" cy="511218"/>
              <a:chOff x="7607604" y="4156548"/>
              <a:chExt cx="1352961" cy="1353312"/>
            </a:xfrm>
            <a:effectLst/>
          </p:grpSpPr>
          <p:sp>
            <p:nvSpPr>
              <p:cNvPr id="294" name="Rectangle 293">
                <a:extLst>
                  <a:ext uri="{FF2B5EF4-FFF2-40B4-BE49-F238E27FC236}">
                    <a16:creationId xmlns:a16="http://schemas.microsoft.com/office/drawing/2014/main" id="{0DE223A2-2CB6-4975-9203-E37B9744A7F9}"/>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C33EF04A-1422-4E40-8954-6CFCA22F4539}"/>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2DF8C10D-7E19-47BC-A37C-E1FB73591D1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E96084C0-AC12-43B4-9C87-4CCD287D21F7}"/>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9" name="Group 248">
              <a:extLst>
                <a:ext uri="{FF2B5EF4-FFF2-40B4-BE49-F238E27FC236}">
                  <a16:creationId xmlns:a16="http://schemas.microsoft.com/office/drawing/2014/main" id="{20250AE7-C9BE-4187-91BB-9E7DE9626136}"/>
                </a:ext>
              </a:extLst>
            </p:cNvPr>
            <p:cNvGrpSpPr/>
            <p:nvPr/>
          </p:nvGrpSpPr>
          <p:grpSpPr>
            <a:xfrm>
              <a:off x="2160384" y="3389702"/>
              <a:ext cx="524570" cy="510538"/>
              <a:chOff x="9180347" y="987490"/>
              <a:chExt cx="1352962" cy="1353312"/>
            </a:xfrm>
            <a:effectLst/>
          </p:grpSpPr>
          <p:sp>
            <p:nvSpPr>
              <p:cNvPr id="289" name="Rectangle 288">
                <a:extLst>
                  <a:ext uri="{FF2B5EF4-FFF2-40B4-BE49-F238E27FC236}">
                    <a16:creationId xmlns:a16="http://schemas.microsoft.com/office/drawing/2014/main" id="{CCA60996-CCEC-4947-B8E4-5FE08E604FB9}"/>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347C40A1-8307-41CB-ADE3-6B7242F2181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B306437D-502A-4652-BB7C-411E4EF89C8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DCCAE69C-C24F-46A9-9A34-27C1179FDC30}"/>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EF80612C-82A1-486D-9C74-8207506E5CFA}"/>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0" name="Group 249">
              <a:extLst>
                <a:ext uri="{FF2B5EF4-FFF2-40B4-BE49-F238E27FC236}">
                  <a16:creationId xmlns:a16="http://schemas.microsoft.com/office/drawing/2014/main" id="{846823F2-783E-49D9-BF4C-7C5D6921438D}"/>
                </a:ext>
              </a:extLst>
            </p:cNvPr>
            <p:cNvGrpSpPr/>
            <p:nvPr/>
          </p:nvGrpSpPr>
          <p:grpSpPr>
            <a:xfrm>
              <a:off x="2158868" y="2878823"/>
              <a:ext cx="524570" cy="510538"/>
              <a:chOff x="9180347" y="987490"/>
              <a:chExt cx="1352962" cy="1353312"/>
            </a:xfrm>
            <a:effectLst/>
          </p:grpSpPr>
          <p:sp>
            <p:nvSpPr>
              <p:cNvPr id="262" name="Rectangle 261">
                <a:extLst>
                  <a:ext uri="{FF2B5EF4-FFF2-40B4-BE49-F238E27FC236}">
                    <a16:creationId xmlns:a16="http://schemas.microsoft.com/office/drawing/2014/main" id="{E537CA19-418B-4C61-AAA9-D6C5EE51316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D9F4EF80-717B-439B-AA55-896FD5B2D4ED}"/>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E1BBD547-9E17-4DD7-AE48-BC8E890DE12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7" name="Rectangle 286">
                <a:extLst>
                  <a:ext uri="{FF2B5EF4-FFF2-40B4-BE49-F238E27FC236}">
                    <a16:creationId xmlns:a16="http://schemas.microsoft.com/office/drawing/2014/main" id="{06975995-DF89-49EE-A7DE-F7E5D5C24F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8" name="Rectangle 287">
                <a:extLst>
                  <a:ext uri="{FF2B5EF4-FFF2-40B4-BE49-F238E27FC236}">
                    <a16:creationId xmlns:a16="http://schemas.microsoft.com/office/drawing/2014/main" id="{787DE338-74A1-4C5F-B856-EA0DBEDD37F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1" name="Group 250">
              <a:extLst>
                <a:ext uri="{FF2B5EF4-FFF2-40B4-BE49-F238E27FC236}">
                  <a16:creationId xmlns:a16="http://schemas.microsoft.com/office/drawing/2014/main" id="{D0CC68BA-7AA5-48B8-B3C7-CD14B3BFFAFC}"/>
                </a:ext>
              </a:extLst>
            </p:cNvPr>
            <p:cNvGrpSpPr/>
            <p:nvPr/>
          </p:nvGrpSpPr>
          <p:grpSpPr>
            <a:xfrm>
              <a:off x="1633186" y="2878106"/>
              <a:ext cx="524570" cy="510538"/>
              <a:chOff x="9180347" y="987490"/>
              <a:chExt cx="1352962" cy="1353312"/>
            </a:xfrm>
            <a:effectLst/>
          </p:grpSpPr>
          <p:sp>
            <p:nvSpPr>
              <p:cNvPr id="257" name="Rectangle 256">
                <a:extLst>
                  <a:ext uri="{FF2B5EF4-FFF2-40B4-BE49-F238E27FC236}">
                    <a16:creationId xmlns:a16="http://schemas.microsoft.com/office/drawing/2014/main" id="{431F536E-3524-46D5-BEA9-ACC2FF0E91A7}"/>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50AE51CE-5EF3-4BAB-84BA-F3ABDEE0642C}"/>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E918156D-23B0-4644-9F47-549D46DAE2B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1E6E81CA-21C9-4E44-AD4D-04311C8A89D7}"/>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16A8E727-5AB3-4D81-A43F-87E80EA87E3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2" name="Group 251">
              <a:extLst>
                <a:ext uri="{FF2B5EF4-FFF2-40B4-BE49-F238E27FC236}">
                  <a16:creationId xmlns:a16="http://schemas.microsoft.com/office/drawing/2014/main" id="{8780A4AE-1179-4ABC-98B6-2FDE77CF085F}"/>
                </a:ext>
              </a:extLst>
            </p:cNvPr>
            <p:cNvGrpSpPr/>
            <p:nvPr/>
          </p:nvGrpSpPr>
          <p:grpSpPr>
            <a:xfrm>
              <a:off x="1117501" y="2876931"/>
              <a:ext cx="519060" cy="512397"/>
              <a:chOff x="7605132" y="3950429"/>
              <a:chExt cx="1352962" cy="1353312"/>
            </a:xfrm>
            <a:effectLst/>
          </p:grpSpPr>
          <p:sp>
            <p:nvSpPr>
              <p:cNvPr id="253" name="Rectangle 252">
                <a:extLst>
                  <a:ext uri="{FF2B5EF4-FFF2-40B4-BE49-F238E27FC236}">
                    <a16:creationId xmlns:a16="http://schemas.microsoft.com/office/drawing/2014/main" id="{2C8A4E37-00A5-4E78-87F6-2397A634A056}"/>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E1E1E028-CE4C-4164-94F3-8A641B86F95C}"/>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3EF25A54-19AD-4CD4-85FC-F97A333B1C25}"/>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CB3BE269-1E0D-4215-8564-FF6C2ECF48FF}"/>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08" name="TextBox 107">
            <a:extLst>
              <a:ext uri="{FF2B5EF4-FFF2-40B4-BE49-F238E27FC236}">
                <a16:creationId xmlns:a16="http://schemas.microsoft.com/office/drawing/2014/main" id="{D5AA24B3-E461-41F3-9906-D6C3BE600B07}"/>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110" name="Rectangle: Rounded Corners 109">
            <a:extLst>
              <a:ext uri="{FF2B5EF4-FFF2-40B4-BE49-F238E27FC236}">
                <a16:creationId xmlns:a16="http://schemas.microsoft.com/office/drawing/2014/main" id="{27CE601D-4A44-412D-B96D-79824E3A62D3}"/>
              </a:ext>
            </a:extLst>
          </p:cNvPr>
          <p:cNvSpPr/>
          <p:nvPr/>
        </p:nvSpPr>
        <p:spPr>
          <a:xfrm>
            <a:off x="4632545" y="4630804"/>
            <a:ext cx="4591451" cy="1267698"/>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r>
              <a:rPr lang="en-US" sz="2400" u="sng" dirty="0">
                <a:solidFill>
                  <a:srgbClr val="FF0000"/>
                </a:solidFill>
              </a:rPr>
              <a:t>Goal</a:t>
            </a:r>
            <a:r>
              <a:rPr lang="en-US" sz="2400" dirty="0">
                <a:solidFill>
                  <a:srgbClr val="FF0000"/>
                </a:solidFill>
              </a:rPr>
              <a:t>: What is the minimum tile complexity for assembling an </a:t>
            </a:r>
          </a:p>
          <a:p>
            <a:r>
              <a:rPr lang="en-US" sz="2400" i="1" dirty="0">
                <a:solidFill>
                  <a:srgbClr val="FF0000"/>
                </a:solidFill>
              </a:rPr>
              <a:t>n </a:t>
            </a:r>
            <a:r>
              <a:rPr lang="en-US" sz="2400" dirty="0">
                <a:solidFill>
                  <a:srgbClr val="FF0000"/>
                </a:solidFill>
              </a:rPr>
              <a:t>x </a:t>
            </a:r>
            <a:r>
              <a:rPr lang="en-US" sz="2400" i="1" dirty="0">
                <a:solidFill>
                  <a:srgbClr val="FF0000"/>
                </a:solidFill>
              </a:rPr>
              <a:t>n</a:t>
            </a:r>
            <a:r>
              <a:rPr lang="en-US" sz="2400" dirty="0">
                <a:solidFill>
                  <a:srgbClr val="FF0000"/>
                </a:solidFill>
              </a:rPr>
              <a:t> square?</a:t>
            </a:r>
          </a:p>
        </p:txBody>
      </p:sp>
    </p:spTree>
    <p:extLst>
      <p:ext uri="{BB962C8B-B14F-4D97-AF65-F5344CB8AC3E}">
        <p14:creationId xmlns:p14="http://schemas.microsoft.com/office/powerpoint/2010/main" val="27285227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1" name="Group 10"/>
          <p:cNvGrpSpPr/>
          <p:nvPr/>
        </p:nvGrpSpPr>
        <p:grpSpPr>
          <a:xfrm>
            <a:off x="3846526" y="2292601"/>
            <a:ext cx="736657" cy="1332800"/>
            <a:chOff x="3800723" y="2591968"/>
            <a:chExt cx="736657" cy="1332800"/>
          </a:xfrm>
        </p:grpSpPr>
        <p:sp>
          <p:nvSpPr>
            <p:cNvPr id="6" name="Rectangle: Rounded Corners 5"/>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Rounded Corners 157"/>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60" name="TextBox 159"/>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61" name="TextBox 160"/>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68" name="Rectangle 167"/>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TextBox 115"/>
          <p:cNvSpPr txBox="1"/>
          <p:nvPr/>
        </p:nvSpPr>
        <p:spPr>
          <a:xfrm>
            <a:off x="7145883" y="1636741"/>
            <a:ext cx="2307042" cy="646331"/>
          </a:xfrm>
          <a:prstGeom prst="rect">
            <a:avLst/>
          </a:prstGeom>
          <a:noFill/>
        </p:spPr>
        <p:txBody>
          <a:bodyPr wrap="none" rtlCol="0">
            <a:spAutoFit/>
          </a:bodyPr>
          <a:lstStyle/>
          <a:p>
            <a:r>
              <a:rPr lang="en-US" dirty="0">
                <a:solidFill>
                  <a:schemeClr val="bg1"/>
                </a:solidFill>
              </a:rPr>
              <a:t>This system uniquely</a:t>
            </a:r>
            <a:br>
              <a:rPr lang="en-US" dirty="0">
                <a:solidFill>
                  <a:schemeClr val="bg1"/>
                </a:solidFill>
              </a:rPr>
            </a:br>
            <a:r>
              <a:rPr lang="en-US" dirty="0">
                <a:solidFill>
                  <a:schemeClr val="bg1"/>
                </a:solidFill>
              </a:rPr>
              <a:t>produces a 3x3 square:</a:t>
            </a:r>
          </a:p>
        </p:txBody>
      </p:sp>
      <p:sp>
        <p:nvSpPr>
          <p:cNvPr id="117" name="TextBox 116"/>
          <p:cNvSpPr txBox="1"/>
          <p:nvPr/>
        </p:nvSpPr>
        <p:spPr>
          <a:xfrm>
            <a:off x="1833391" y="6039284"/>
            <a:ext cx="2449710" cy="369332"/>
          </a:xfrm>
          <a:prstGeom prst="rect">
            <a:avLst/>
          </a:prstGeom>
          <a:noFill/>
        </p:spPr>
        <p:txBody>
          <a:bodyPr wrap="none" rtlCol="0">
            <a:spAutoFit/>
          </a:bodyPr>
          <a:lstStyle/>
          <a:p>
            <a:r>
              <a:rPr lang="en-US" dirty="0">
                <a:solidFill>
                  <a:schemeClr val="bg1"/>
                </a:solidFill>
              </a:rPr>
              <a:t>Number of tile types = 6</a:t>
            </a:r>
          </a:p>
        </p:txBody>
      </p:sp>
      <p:cxnSp>
        <p:nvCxnSpPr>
          <p:cNvPr id="118" name="Straight Connector 117"/>
          <p:cNvCxnSpPr>
            <a:cxnSpLocks/>
            <a:endCxn id="117" idx="0"/>
          </p:cNvCxnSpPr>
          <p:nvPr/>
        </p:nvCxnSpPr>
        <p:spPr>
          <a:xfrm>
            <a:off x="2272487" y="5572054"/>
            <a:ext cx="785759" cy="467230"/>
          </a:xfrm>
          <a:prstGeom prst="line">
            <a:avLst/>
          </a:prstGeom>
        </p:spPr>
        <p:style>
          <a:lnRef idx="1">
            <a:schemeClr val="dk1"/>
          </a:lnRef>
          <a:fillRef idx="0">
            <a:schemeClr val="dk1"/>
          </a:fillRef>
          <a:effectRef idx="0">
            <a:schemeClr val="dk1"/>
          </a:effectRef>
          <a:fontRef idx="minor">
            <a:schemeClr val="tx1"/>
          </a:fontRef>
        </p:style>
      </p:cxnSp>
      <p:grpSp>
        <p:nvGrpSpPr>
          <p:cNvPr id="206" name="Group 205">
            <a:extLst>
              <a:ext uri="{FF2B5EF4-FFF2-40B4-BE49-F238E27FC236}">
                <a16:creationId xmlns:a16="http://schemas.microsoft.com/office/drawing/2014/main" id="{57C316DD-DAFE-453E-A212-7B4AE329C761}"/>
              </a:ext>
            </a:extLst>
          </p:cNvPr>
          <p:cNvGrpSpPr/>
          <p:nvPr/>
        </p:nvGrpSpPr>
        <p:grpSpPr>
          <a:xfrm>
            <a:off x="1198103" y="2269115"/>
            <a:ext cx="1985668" cy="2922976"/>
            <a:chOff x="1172407" y="197026"/>
            <a:chExt cx="1292387" cy="1930154"/>
          </a:xfrm>
        </p:grpSpPr>
        <p:grpSp>
          <p:nvGrpSpPr>
            <p:cNvPr id="207" name="Group 206">
              <a:extLst>
                <a:ext uri="{FF2B5EF4-FFF2-40B4-BE49-F238E27FC236}">
                  <a16:creationId xmlns:a16="http://schemas.microsoft.com/office/drawing/2014/main" id="{FD495F04-161D-4224-B749-850C8A91B1A2}"/>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237" name="Rectangle 236">
                <a:extLst>
                  <a:ext uri="{FF2B5EF4-FFF2-40B4-BE49-F238E27FC236}">
                    <a16:creationId xmlns:a16="http://schemas.microsoft.com/office/drawing/2014/main" id="{74128F66-891F-4EFF-8813-02E41B6AA264}"/>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36A12556-F173-4C8D-A493-2DB3B30ABB25}"/>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12E15D8D-1088-43E1-9D0D-2C2BF0AB31E0}"/>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0" name="Rectangle 239">
                <a:extLst>
                  <a:ext uri="{FF2B5EF4-FFF2-40B4-BE49-F238E27FC236}">
                    <a16:creationId xmlns:a16="http://schemas.microsoft.com/office/drawing/2014/main" id="{539F1A23-F093-42C6-87F9-DBB6C603D457}"/>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1" name="Rectangle 240">
                <a:extLst>
                  <a:ext uri="{FF2B5EF4-FFF2-40B4-BE49-F238E27FC236}">
                    <a16:creationId xmlns:a16="http://schemas.microsoft.com/office/drawing/2014/main" id="{61224CB0-6C7B-4821-89FE-B1E182E07E12}"/>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04EE8211-0E2A-451E-A673-1ADA57C1AFD7}"/>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D79E74C1-D294-4332-88D7-757CF6F871A8}"/>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232" name="Rectangle 231">
                <a:extLst>
                  <a:ext uri="{FF2B5EF4-FFF2-40B4-BE49-F238E27FC236}">
                    <a16:creationId xmlns:a16="http://schemas.microsoft.com/office/drawing/2014/main" id="{823AC184-8633-44C5-AB47-E811432F26D8}"/>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122710E0-F97C-4AEE-A375-F23EEF3BF8EF}"/>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A8C00335-94BE-4153-AB62-10960C0B7850}"/>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0F2DA6B9-7CC2-4A04-B1D9-5CEF14E2832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6F5DAAE4-DE7C-4B1D-A08E-7E0BF50C829E}"/>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9" name="Group 208">
              <a:extLst>
                <a:ext uri="{FF2B5EF4-FFF2-40B4-BE49-F238E27FC236}">
                  <a16:creationId xmlns:a16="http://schemas.microsoft.com/office/drawing/2014/main" id="{18C3B41A-E6AB-48D5-9D01-ED529732FEDD}"/>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227" name="Rectangle 226">
                <a:extLst>
                  <a:ext uri="{FF2B5EF4-FFF2-40B4-BE49-F238E27FC236}">
                    <a16:creationId xmlns:a16="http://schemas.microsoft.com/office/drawing/2014/main" id="{005F9943-1612-4D48-ADFF-997ACA4CCE00}"/>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84BF5D34-A1CD-440A-834B-891FB9533CC3}"/>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73638AEC-31F2-4D3D-A5C6-B64742EF4939}"/>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121D1377-BA6A-4BF3-B7E3-AC23A3818EA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7D5960ED-FD7B-466A-9F47-BC4EA283ACDC}"/>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0" name="Group 209">
              <a:extLst>
                <a:ext uri="{FF2B5EF4-FFF2-40B4-BE49-F238E27FC236}">
                  <a16:creationId xmlns:a16="http://schemas.microsoft.com/office/drawing/2014/main" id="{DD42569D-D5E9-4EFE-B48E-79C79A174190}"/>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223" name="Rectangle 222">
                <a:extLst>
                  <a:ext uri="{FF2B5EF4-FFF2-40B4-BE49-F238E27FC236}">
                    <a16:creationId xmlns:a16="http://schemas.microsoft.com/office/drawing/2014/main" id="{AA70F6C9-8877-4300-8C8B-5C62EC4784F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8A2D6CCA-B937-420D-909B-382F34948768}"/>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4610A804-3611-45F4-8BCD-503D3EAA1AF0}"/>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047D0395-B35F-4734-BEB7-B7890BD5CAA7}"/>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1" name="Group 210">
              <a:extLst>
                <a:ext uri="{FF2B5EF4-FFF2-40B4-BE49-F238E27FC236}">
                  <a16:creationId xmlns:a16="http://schemas.microsoft.com/office/drawing/2014/main" id="{D3461AB0-18EB-4F58-B4A3-07C50265EF71}"/>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217" name="Rectangle 216">
                <a:extLst>
                  <a:ext uri="{FF2B5EF4-FFF2-40B4-BE49-F238E27FC236}">
                    <a16:creationId xmlns:a16="http://schemas.microsoft.com/office/drawing/2014/main" id="{F05E2B1B-59BF-4852-9DFC-31EA782A036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CD37E210-B9C1-4EB6-95BA-B9B86D9C9C81}"/>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2E3F29B2-242C-4B28-91CA-D4284FA4801C}"/>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7EB341D5-8C7C-4163-8FF2-D000FF7F4A6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8702B6D8-AF2A-4F1C-AEE5-F4B96257CF40}"/>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F0448AF3-F965-4BD9-9197-87F7A49E651C}"/>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2" name="Group 211">
              <a:extLst>
                <a:ext uri="{FF2B5EF4-FFF2-40B4-BE49-F238E27FC236}">
                  <a16:creationId xmlns:a16="http://schemas.microsoft.com/office/drawing/2014/main" id="{C3D737CF-3360-429B-9DD4-404BAB6D3223}"/>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213" name="Rectangle 212">
                <a:extLst>
                  <a:ext uri="{FF2B5EF4-FFF2-40B4-BE49-F238E27FC236}">
                    <a16:creationId xmlns:a16="http://schemas.microsoft.com/office/drawing/2014/main" id="{07CD00E7-F8C0-40A9-A1AE-209AF367E22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A83FED75-485F-4A31-B5FA-72D07767546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74576711-40E1-48E8-9034-07071ED26B28}"/>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9733B4BE-C9A1-42EF-B34C-B39A73A25583}"/>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43" name="Group 242">
            <a:extLst>
              <a:ext uri="{FF2B5EF4-FFF2-40B4-BE49-F238E27FC236}">
                <a16:creationId xmlns:a16="http://schemas.microsoft.com/office/drawing/2014/main" id="{BA044379-AEC0-437C-BDC3-10D63DB8ED9F}"/>
              </a:ext>
            </a:extLst>
          </p:cNvPr>
          <p:cNvGrpSpPr/>
          <p:nvPr/>
        </p:nvGrpSpPr>
        <p:grpSpPr>
          <a:xfrm>
            <a:off x="6835912" y="2484644"/>
            <a:ext cx="2926984" cy="2994148"/>
            <a:chOff x="1116687" y="2876931"/>
            <a:chExt cx="1568989" cy="1534622"/>
          </a:xfrm>
          <a:effectLst>
            <a:outerShdw blurRad="50800" dist="38100" dir="2700000" algn="tl" rotWithShape="0">
              <a:prstClr val="black">
                <a:alpha val="40000"/>
              </a:prstClr>
            </a:outerShdw>
          </a:effectLst>
        </p:grpSpPr>
        <p:grpSp>
          <p:nvGrpSpPr>
            <p:cNvPr id="244" name="Group 243">
              <a:extLst>
                <a:ext uri="{FF2B5EF4-FFF2-40B4-BE49-F238E27FC236}">
                  <a16:creationId xmlns:a16="http://schemas.microsoft.com/office/drawing/2014/main" id="{80F25084-9199-477D-A0AA-32B6D218A7ED}"/>
                </a:ext>
              </a:extLst>
            </p:cNvPr>
            <p:cNvGrpSpPr/>
            <p:nvPr/>
          </p:nvGrpSpPr>
          <p:grpSpPr>
            <a:xfrm>
              <a:off x="1116687" y="3390252"/>
              <a:ext cx="521228" cy="510538"/>
              <a:chOff x="2274846" y="1095709"/>
              <a:chExt cx="1352962" cy="1355911"/>
            </a:xfrm>
            <a:effectLst/>
          </p:grpSpPr>
          <p:sp>
            <p:nvSpPr>
              <p:cNvPr id="314" name="Rectangle 313">
                <a:extLst>
                  <a:ext uri="{FF2B5EF4-FFF2-40B4-BE49-F238E27FC236}">
                    <a16:creationId xmlns:a16="http://schemas.microsoft.com/office/drawing/2014/main" id="{BE517BF6-62D7-445C-9D8B-EFAE76E08DCB}"/>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5" name="Rectangle 314">
                <a:extLst>
                  <a:ext uri="{FF2B5EF4-FFF2-40B4-BE49-F238E27FC236}">
                    <a16:creationId xmlns:a16="http://schemas.microsoft.com/office/drawing/2014/main" id="{9AA3E0BB-1BF0-4F18-9ED4-ACCF1FF0E21F}"/>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6" name="Rectangle 315">
                <a:extLst>
                  <a:ext uri="{FF2B5EF4-FFF2-40B4-BE49-F238E27FC236}">
                    <a16:creationId xmlns:a16="http://schemas.microsoft.com/office/drawing/2014/main" id="{62BAC7FF-A74A-4FFA-A7A0-891FBAD9B467}"/>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7" name="Rectangle 316">
                <a:extLst>
                  <a:ext uri="{FF2B5EF4-FFF2-40B4-BE49-F238E27FC236}">
                    <a16:creationId xmlns:a16="http://schemas.microsoft.com/office/drawing/2014/main" id="{63DBEA77-A449-49B4-B108-D5F99F69D6DE}"/>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8" name="Rectangle 317">
                <a:extLst>
                  <a:ext uri="{FF2B5EF4-FFF2-40B4-BE49-F238E27FC236}">
                    <a16:creationId xmlns:a16="http://schemas.microsoft.com/office/drawing/2014/main" id="{B44F4A3D-5255-4D32-A28C-820817205CAC}"/>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9" name="Rectangle 318">
                <a:extLst>
                  <a:ext uri="{FF2B5EF4-FFF2-40B4-BE49-F238E27FC236}">
                    <a16:creationId xmlns:a16="http://schemas.microsoft.com/office/drawing/2014/main" id="{5B009C11-0282-4A2D-9F9F-535A6D505436}"/>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5" name="Group 244">
              <a:extLst>
                <a:ext uri="{FF2B5EF4-FFF2-40B4-BE49-F238E27FC236}">
                  <a16:creationId xmlns:a16="http://schemas.microsoft.com/office/drawing/2014/main" id="{8F8E6544-6737-4046-8C60-3C8D8797EF57}"/>
                </a:ext>
              </a:extLst>
            </p:cNvPr>
            <p:cNvGrpSpPr/>
            <p:nvPr/>
          </p:nvGrpSpPr>
          <p:grpSpPr>
            <a:xfrm>
              <a:off x="1116753" y="3900790"/>
              <a:ext cx="521294" cy="510538"/>
              <a:chOff x="9356965" y="2466176"/>
              <a:chExt cx="1353133" cy="1353312"/>
            </a:xfrm>
            <a:effectLst/>
          </p:grpSpPr>
          <p:sp>
            <p:nvSpPr>
              <p:cNvPr id="309" name="Rectangle 308">
                <a:extLst>
                  <a:ext uri="{FF2B5EF4-FFF2-40B4-BE49-F238E27FC236}">
                    <a16:creationId xmlns:a16="http://schemas.microsoft.com/office/drawing/2014/main" id="{5D809EF2-9EC4-4C57-A242-0C9BE02675A3}"/>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0" name="Rectangle 309">
                <a:extLst>
                  <a:ext uri="{FF2B5EF4-FFF2-40B4-BE49-F238E27FC236}">
                    <a16:creationId xmlns:a16="http://schemas.microsoft.com/office/drawing/2014/main" id="{7885A917-7158-49A4-B507-EC41566FCBD5}"/>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1" name="Rectangle 310">
                <a:extLst>
                  <a:ext uri="{FF2B5EF4-FFF2-40B4-BE49-F238E27FC236}">
                    <a16:creationId xmlns:a16="http://schemas.microsoft.com/office/drawing/2014/main" id="{33B7533A-1951-417F-BEB8-436E267ABEA2}"/>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2" name="Rectangle 311">
                <a:extLst>
                  <a:ext uri="{FF2B5EF4-FFF2-40B4-BE49-F238E27FC236}">
                    <a16:creationId xmlns:a16="http://schemas.microsoft.com/office/drawing/2014/main" id="{EAA1C5BE-DD5F-479A-81A6-B74EA50F7652}"/>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3" name="Rectangle 312">
                <a:extLst>
                  <a:ext uri="{FF2B5EF4-FFF2-40B4-BE49-F238E27FC236}">
                    <a16:creationId xmlns:a16="http://schemas.microsoft.com/office/drawing/2014/main" id="{E1C8A756-C715-4B1C-B73B-FDC13DC6DD9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6" name="Group 245">
              <a:extLst>
                <a:ext uri="{FF2B5EF4-FFF2-40B4-BE49-F238E27FC236}">
                  <a16:creationId xmlns:a16="http://schemas.microsoft.com/office/drawing/2014/main" id="{811CD10E-6951-4B0B-88B8-A12F4A4F86EE}"/>
                </a:ext>
              </a:extLst>
            </p:cNvPr>
            <p:cNvGrpSpPr/>
            <p:nvPr/>
          </p:nvGrpSpPr>
          <p:grpSpPr>
            <a:xfrm>
              <a:off x="1636117" y="3391429"/>
              <a:ext cx="524570" cy="510538"/>
              <a:chOff x="9180347" y="987490"/>
              <a:chExt cx="1352962" cy="1353312"/>
            </a:xfrm>
            <a:effectLst/>
          </p:grpSpPr>
          <p:sp>
            <p:nvSpPr>
              <p:cNvPr id="304" name="Rectangle 303">
                <a:extLst>
                  <a:ext uri="{FF2B5EF4-FFF2-40B4-BE49-F238E27FC236}">
                    <a16:creationId xmlns:a16="http://schemas.microsoft.com/office/drawing/2014/main" id="{75BEA1CF-2232-4649-BBDD-9CB8F87C3A4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ectangle 304">
                <a:extLst>
                  <a:ext uri="{FF2B5EF4-FFF2-40B4-BE49-F238E27FC236}">
                    <a16:creationId xmlns:a16="http://schemas.microsoft.com/office/drawing/2014/main" id="{FA9ECBA8-05C7-4D99-B5D2-D803967D95F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6" name="Rectangle 305">
                <a:extLst>
                  <a:ext uri="{FF2B5EF4-FFF2-40B4-BE49-F238E27FC236}">
                    <a16:creationId xmlns:a16="http://schemas.microsoft.com/office/drawing/2014/main" id="{CB8517D6-99B6-4FE8-B016-4CF532F8B54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7" name="Rectangle 306">
                <a:extLst>
                  <a:ext uri="{FF2B5EF4-FFF2-40B4-BE49-F238E27FC236}">
                    <a16:creationId xmlns:a16="http://schemas.microsoft.com/office/drawing/2014/main" id="{DF504D78-FD6F-479F-872C-DFFF1567EE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8" name="Rectangle 307">
                <a:extLst>
                  <a:ext uri="{FF2B5EF4-FFF2-40B4-BE49-F238E27FC236}">
                    <a16:creationId xmlns:a16="http://schemas.microsoft.com/office/drawing/2014/main" id="{392FA0D4-FDE1-422B-B1C6-9D6333B7AD69}"/>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7" name="Group 246">
              <a:extLst>
                <a:ext uri="{FF2B5EF4-FFF2-40B4-BE49-F238E27FC236}">
                  <a16:creationId xmlns:a16="http://schemas.microsoft.com/office/drawing/2014/main" id="{4ACE8CAA-EEC4-4CD5-AD02-8F53BCB78F0B}"/>
                </a:ext>
              </a:extLst>
            </p:cNvPr>
            <p:cNvGrpSpPr/>
            <p:nvPr/>
          </p:nvGrpSpPr>
          <p:grpSpPr>
            <a:xfrm>
              <a:off x="1636561" y="3900582"/>
              <a:ext cx="524311" cy="510954"/>
              <a:chOff x="902841" y="1533868"/>
              <a:chExt cx="1353132" cy="1353312"/>
            </a:xfrm>
            <a:effectLst/>
          </p:grpSpPr>
          <p:sp>
            <p:nvSpPr>
              <p:cNvPr id="298" name="Rectangle 297">
                <a:extLst>
                  <a:ext uri="{FF2B5EF4-FFF2-40B4-BE49-F238E27FC236}">
                    <a16:creationId xmlns:a16="http://schemas.microsoft.com/office/drawing/2014/main" id="{1D84B7F7-CB5D-4787-AF0E-195FA2998937}"/>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85B2028F-00B9-4049-A8BA-432F3EDEC9D0}"/>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0" name="Rectangle 299">
                <a:extLst>
                  <a:ext uri="{FF2B5EF4-FFF2-40B4-BE49-F238E27FC236}">
                    <a16:creationId xmlns:a16="http://schemas.microsoft.com/office/drawing/2014/main" id="{E318BCF7-740E-45CF-AFB3-B231C32DD78E}"/>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99B0B6F8-6500-407C-93F1-0BA7FD020AFB}"/>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45CC1E88-CBA3-49AD-9221-93F7E5607A12}"/>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D896A065-A4B8-4E95-8F7A-D8AFA675A8CA}"/>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8" name="Group 247">
              <a:extLst>
                <a:ext uri="{FF2B5EF4-FFF2-40B4-BE49-F238E27FC236}">
                  <a16:creationId xmlns:a16="http://schemas.microsoft.com/office/drawing/2014/main" id="{6EA73519-77D4-4862-B7E7-C8F9461605A9}"/>
                </a:ext>
              </a:extLst>
            </p:cNvPr>
            <p:cNvGrpSpPr/>
            <p:nvPr/>
          </p:nvGrpSpPr>
          <p:grpSpPr>
            <a:xfrm>
              <a:off x="2159663" y="3900335"/>
              <a:ext cx="526013" cy="511218"/>
              <a:chOff x="7607604" y="4156548"/>
              <a:chExt cx="1352961" cy="1353312"/>
            </a:xfrm>
            <a:effectLst/>
          </p:grpSpPr>
          <p:sp>
            <p:nvSpPr>
              <p:cNvPr id="294" name="Rectangle 293">
                <a:extLst>
                  <a:ext uri="{FF2B5EF4-FFF2-40B4-BE49-F238E27FC236}">
                    <a16:creationId xmlns:a16="http://schemas.microsoft.com/office/drawing/2014/main" id="{0DE223A2-2CB6-4975-9203-E37B9744A7F9}"/>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C33EF04A-1422-4E40-8954-6CFCA22F4539}"/>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2DF8C10D-7E19-47BC-A37C-E1FB73591D1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E96084C0-AC12-43B4-9C87-4CCD287D21F7}"/>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9" name="Group 248">
              <a:extLst>
                <a:ext uri="{FF2B5EF4-FFF2-40B4-BE49-F238E27FC236}">
                  <a16:creationId xmlns:a16="http://schemas.microsoft.com/office/drawing/2014/main" id="{20250AE7-C9BE-4187-91BB-9E7DE9626136}"/>
                </a:ext>
              </a:extLst>
            </p:cNvPr>
            <p:cNvGrpSpPr/>
            <p:nvPr/>
          </p:nvGrpSpPr>
          <p:grpSpPr>
            <a:xfrm>
              <a:off x="2160384" y="3389702"/>
              <a:ext cx="524570" cy="510538"/>
              <a:chOff x="9180347" y="987490"/>
              <a:chExt cx="1352962" cy="1353312"/>
            </a:xfrm>
            <a:effectLst/>
          </p:grpSpPr>
          <p:sp>
            <p:nvSpPr>
              <p:cNvPr id="289" name="Rectangle 288">
                <a:extLst>
                  <a:ext uri="{FF2B5EF4-FFF2-40B4-BE49-F238E27FC236}">
                    <a16:creationId xmlns:a16="http://schemas.microsoft.com/office/drawing/2014/main" id="{CCA60996-CCEC-4947-B8E4-5FE08E604FB9}"/>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347C40A1-8307-41CB-ADE3-6B7242F2181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B306437D-502A-4652-BB7C-411E4EF89C8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DCCAE69C-C24F-46A9-9A34-27C1179FDC30}"/>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EF80612C-82A1-486D-9C74-8207506E5CFA}"/>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0" name="Group 249">
              <a:extLst>
                <a:ext uri="{FF2B5EF4-FFF2-40B4-BE49-F238E27FC236}">
                  <a16:creationId xmlns:a16="http://schemas.microsoft.com/office/drawing/2014/main" id="{846823F2-783E-49D9-BF4C-7C5D6921438D}"/>
                </a:ext>
              </a:extLst>
            </p:cNvPr>
            <p:cNvGrpSpPr/>
            <p:nvPr/>
          </p:nvGrpSpPr>
          <p:grpSpPr>
            <a:xfrm>
              <a:off x="2158868" y="2878823"/>
              <a:ext cx="524570" cy="510538"/>
              <a:chOff x="9180347" y="987490"/>
              <a:chExt cx="1352962" cy="1353312"/>
            </a:xfrm>
            <a:effectLst/>
          </p:grpSpPr>
          <p:sp>
            <p:nvSpPr>
              <p:cNvPr id="262" name="Rectangle 261">
                <a:extLst>
                  <a:ext uri="{FF2B5EF4-FFF2-40B4-BE49-F238E27FC236}">
                    <a16:creationId xmlns:a16="http://schemas.microsoft.com/office/drawing/2014/main" id="{E537CA19-418B-4C61-AAA9-D6C5EE51316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D9F4EF80-717B-439B-AA55-896FD5B2D4ED}"/>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E1BBD547-9E17-4DD7-AE48-BC8E890DE12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7" name="Rectangle 286">
                <a:extLst>
                  <a:ext uri="{FF2B5EF4-FFF2-40B4-BE49-F238E27FC236}">
                    <a16:creationId xmlns:a16="http://schemas.microsoft.com/office/drawing/2014/main" id="{06975995-DF89-49EE-A7DE-F7E5D5C24F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8" name="Rectangle 287">
                <a:extLst>
                  <a:ext uri="{FF2B5EF4-FFF2-40B4-BE49-F238E27FC236}">
                    <a16:creationId xmlns:a16="http://schemas.microsoft.com/office/drawing/2014/main" id="{787DE338-74A1-4C5F-B856-EA0DBEDD37F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1" name="Group 250">
              <a:extLst>
                <a:ext uri="{FF2B5EF4-FFF2-40B4-BE49-F238E27FC236}">
                  <a16:creationId xmlns:a16="http://schemas.microsoft.com/office/drawing/2014/main" id="{D0CC68BA-7AA5-48B8-B3C7-CD14B3BFFAFC}"/>
                </a:ext>
              </a:extLst>
            </p:cNvPr>
            <p:cNvGrpSpPr/>
            <p:nvPr/>
          </p:nvGrpSpPr>
          <p:grpSpPr>
            <a:xfrm>
              <a:off x="1633186" y="2878106"/>
              <a:ext cx="524570" cy="510538"/>
              <a:chOff x="9180347" y="987490"/>
              <a:chExt cx="1352962" cy="1353312"/>
            </a:xfrm>
            <a:effectLst/>
          </p:grpSpPr>
          <p:sp>
            <p:nvSpPr>
              <p:cNvPr id="257" name="Rectangle 256">
                <a:extLst>
                  <a:ext uri="{FF2B5EF4-FFF2-40B4-BE49-F238E27FC236}">
                    <a16:creationId xmlns:a16="http://schemas.microsoft.com/office/drawing/2014/main" id="{431F536E-3524-46D5-BEA9-ACC2FF0E91A7}"/>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50AE51CE-5EF3-4BAB-84BA-F3ABDEE0642C}"/>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E918156D-23B0-4644-9F47-549D46DAE2B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1E6E81CA-21C9-4E44-AD4D-04311C8A89D7}"/>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16A8E727-5AB3-4D81-A43F-87E80EA87E3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2" name="Group 251">
              <a:extLst>
                <a:ext uri="{FF2B5EF4-FFF2-40B4-BE49-F238E27FC236}">
                  <a16:creationId xmlns:a16="http://schemas.microsoft.com/office/drawing/2014/main" id="{8780A4AE-1179-4ABC-98B6-2FDE77CF085F}"/>
                </a:ext>
              </a:extLst>
            </p:cNvPr>
            <p:cNvGrpSpPr/>
            <p:nvPr/>
          </p:nvGrpSpPr>
          <p:grpSpPr>
            <a:xfrm>
              <a:off x="1117501" y="2876931"/>
              <a:ext cx="519060" cy="512397"/>
              <a:chOff x="7605132" y="3950429"/>
              <a:chExt cx="1352962" cy="1353312"/>
            </a:xfrm>
            <a:effectLst/>
          </p:grpSpPr>
          <p:sp>
            <p:nvSpPr>
              <p:cNvPr id="253" name="Rectangle 252">
                <a:extLst>
                  <a:ext uri="{FF2B5EF4-FFF2-40B4-BE49-F238E27FC236}">
                    <a16:creationId xmlns:a16="http://schemas.microsoft.com/office/drawing/2014/main" id="{2C8A4E37-00A5-4E78-87F6-2397A634A056}"/>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E1E1E028-CE4C-4164-94F3-8A641B86F95C}"/>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3EF25A54-19AD-4CD4-85FC-F97A333B1C25}"/>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CB3BE269-1E0D-4215-8564-FF6C2ECF48FF}"/>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08" name="TextBox 107">
            <a:extLst>
              <a:ext uri="{FF2B5EF4-FFF2-40B4-BE49-F238E27FC236}">
                <a16:creationId xmlns:a16="http://schemas.microsoft.com/office/drawing/2014/main" id="{D5AA24B3-E461-41F3-9906-D6C3BE600B07}"/>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grpSp>
        <p:nvGrpSpPr>
          <p:cNvPr id="112" name="Group 111">
            <a:extLst>
              <a:ext uri="{FF2B5EF4-FFF2-40B4-BE49-F238E27FC236}">
                <a16:creationId xmlns:a16="http://schemas.microsoft.com/office/drawing/2014/main" id="{79C87F56-9EED-4863-9118-5B80E3104CE3}"/>
              </a:ext>
            </a:extLst>
          </p:cNvPr>
          <p:cNvGrpSpPr/>
          <p:nvPr/>
        </p:nvGrpSpPr>
        <p:grpSpPr>
          <a:xfrm>
            <a:off x="4555724" y="4630804"/>
            <a:ext cx="4668272" cy="1637030"/>
            <a:chOff x="4555724" y="4630804"/>
            <a:chExt cx="4668272" cy="1637030"/>
          </a:xfrm>
        </p:grpSpPr>
        <p:sp>
          <p:nvSpPr>
            <p:cNvPr id="113" name="Rectangle: Rounded Corners 112">
              <a:extLst>
                <a:ext uri="{FF2B5EF4-FFF2-40B4-BE49-F238E27FC236}">
                  <a16:creationId xmlns:a16="http://schemas.microsoft.com/office/drawing/2014/main" id="{51116AF8-F24F-4C15-A8AB-48377C722686}"/>
                </a:ext>
              </a:extLst>
            </p:cNvPr>
            <p:cNvSpPr/>
            <p:nvPr/>
          </p:nvSpPr>
          <p:spPr>
            <a:xfrm>
              <a:off x="4632545" y="4630804"/>
              <a:ext cx="4591451" cy="1267698"/>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r>
                <a:rPr lang="en-US" sz="2400" dirty="0">
                  <a:solidFill>
                    <a:srgbClr val="FF0000"/>
                  </a:solidFill>
                </a:rPr>
                <a:t>   			</a:t>
              </a:r>
            </a:p>
          </p:txBody>
        </p:sp>
        <p:sp>
          <p:nvSpPr>
            <p:cNvPr id="114" name="TextBox 113">
              <a:extLst>
                <a:ext uri="{FF2B5EF4-FFF2-40B4-BE49-F238E27FC236}">
                  <a16:creationId xmlns:a16="http://schemas.microsoft.com/office/drawing/2014/main" id="{CB3DA5CB-C763-4A84-88B1-941B90843A45}"/>
                </a:ext>
              </a:extLst>
            </p:cNvPr>
            <p:cNvSpPr txBox="1"/>
            <p:nvPr/>
          </p:nvSpPr>
          <p:spPr>
            <a:xfrm>
              <a:off x="4763025" y="4976766"/>
              <a:ext cx="1885453" cy="461665"/>
            </a:xfrm>
            <a:prstGeom prst="rect">
              <a:avLst/>
            </a:prstGeom>
            <a:noFill/>
          </p:spPr>
          <p:txBody>
            <a:bodyPr wrap="none" rtlCol="0">
              <a:spAutoFit/>
            </a:bodyPr>
            <a:lstStyle/>
            <a:p>
              <a:r>
                <a:rPr lang="en-US" sz="2400" i="1" dirty="0">
                  <a:solidFill>
                    <a:srgbClr val="FF0000"/>
                  </a:solidFill>
                </a:rPr>
                <a:t>n </a:t>
              </a:r>
              <a:r>
                <a:rPr lang="en-US" sz="2400" dirty="0">
                  <a:solidFill>
                    <a:srgbClr val="FF0000"/>
                  </a:solidFill>
                </a:rPr>
                <a:t>x </a:t>
              </a:r>
              <a:r>
                <a:rPr lang="en-US" sz="2400" i="1" dirty="0">
                  <a:solidFill>
                    <a:srgbClr val="FF0000"/>
                  </a:solidFill>
                </a:rPr>
                <a:t>n </a:t>
              </a:r>
              <a:r>
                <a:rPr lang="en-US" sz="2400" dirty="0">
                  <a:solidFill>
                    <a:srgbClr val="FF0000"/>
                  </a:solidFill>
                </a:rPr>
                <a:t>squares:</a:t>
              </a:r>
              <a:endParaRPr lang="en-US" sz="2400" i="1" dirty="0">
                <a:solidFill>
                  <a:srgbClr val="FF0000"/>
                </a:solidFill>
              </a:endParaRPr>
            </a:p>
          </p:txBody>
        </p:sp>
        <p:grpSp>
          <p:nvGrpSpPr>
            <p:cNvPr id="115" name="Group 114">
              <a:extLst>
                <a:ext uri="{FF2B5EF4-FFF2-40B4-BE49-F238E27FC236}">
                  <a16:creationId xmlns:a16="http://schemas.microsoft.com/office/drawing/2014/main" id="{03E4709B-6E9F-43E7-909B-ED740698E0EE}"/>
                </a:ext>
              </a:extLst>
            </p:cNvPr>
            <p:cNvGrpSpPr/>
            <p:nvPr/>
          </p:nvGrpSpPr>
          <p:grpSpPr>
            <a:xfrm>
              <a:off x="6758407" y="4792101"/>
              <a:ext cx="2116285" cy="830997"/>
              <a:chOff x="6576982" y="4792101"/>
              <a:chExt cx="2116285" cy="830997"/>
            </a:xfrm>
          </p:grpSpPr>
          <p:sp>
            <p:nvSpPr>
              <p:cNvPr id="120" name="TextBox 119">
                <a:extLst>
                  <a:ext uri="{FF2B5EF4-FFF2-40B4-BE49-F238E27FC236}">
                    <a16:creationId xmlns:a16="http://schemas.microsoft.com/office/drawing/2014/main" id="{E831FAE4-4B7E-44C3-A4FD-504B9D225E29}"/>
                  </a:ext>
                </a:extLst>
              </p:cNvPr>
              <p:cNvSpPr txBox="1"/>
              <p:nvPr/>
            </p:nvSpPr>
            <p:spPr>
              <a:xfrm>
                <a:off x="6576982" y="4792101"/>
                <a:ext cx="2116285" cy="830997"/>
              </a:xfrm>
              <a:prstGeom prst="rect">
                <a:avLst/>
              </a:prstGeom>
              <a:noFill/>
            </p:spPr>
            <p:txBody>
              <a:bodyPr wrap="none" rtlCol="0">
                <a:spAutoFit/>
              </a:bodyPr>
              <a:lstStyle/>
              <a:p>
                <a:r>
                  <a:rPr lang="el-GR" sz="4800" dirty="0">
                    <a:solidFill>
                      <a:srgbClr val="FF0000"/>
                    </a:solidFill>
                  </a:rPr>
                  <a:t>Ω</a:t>
                </a:r>
                <a:r>
                  <a:rPr lang="en-US" sz="4800" dirty="0">
                    <a:solidFill>
                      <a:srgbClr val="FF0000"/>
                    </a:solidFill>
                  </a:rPr>
                  <a:t>(       )</a:t>
                </a:r>
              </a:p>
            </p:txBody>
          </p:sp>
          <p:cxnSp>
            <p:nvCxnSpPr>
              <p:cNvPr id="121" name="Straight Connector 120">
                <a:extLst>
                  <a:ext uri="{FF2B5EF4-FFF2-40B4-BE49-F238E27FC236}">
                    <a16:creationId xmlns:a16="http://schemas.microsoft.com/office/drawing/2014/main" id="{6E9DC913-1363-4164-89B2-1995732ACDEF}"/>
                  </a:ext>
                </a:extLst>
              </p:cNvPr>
              <p:cNvCxnSpPr/>
              <p:nvPr/>
            </p:nvCxnSpPr>
            <p:spPr>
              <a:xfrm>
                <a:off x="7368644" y="5257949"/>
                <a:ext cx="97409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7604AE2E-E426-4AD8-BB82-154759E492CD}"/>
                  </a:ext>
                </a:extLst>
              </p:cNvPr>
              <p:cNvSpPr txBox="1"/>
              <p:nvPr/>
            </p:nvSpPr>
            <p:spPr>
              <a:xfrm>
                <a:off x="7463747" y="4862739"/>
                <a:ext cx="885179" cy="461665"/>
              </a:xfrm>
              <a:prstGeom prst="rect">
                <a:avLst/>
              </a:prstGeom>
              <a:noFill/>
            </p:spPr>
            <p:txBody>
              <a:bodyPr wrap="none" rtlCol="0">
                <a:spAutoFit/>
              </a:bodyPr>
              <a:lstStyle/>
              <a:p>
                <a:r>
                  <a:rPr lang="en-US" sz="2400" dirty="0">
                    <a:solidFill>
                      <a:srgbClr val="FF0000"/>
                    </a:solidFill>
                  </a:rPr>
                  <a:t>log </a:t>
                </a:r>
                <a:r>
                  <a:rPr lang="en-US" sz="2400" i="1" dirty="0">
                    <a:solidFill>
                      <a:srgbClr val="FF0000"/>
                    </a:solidFill>
                  </a:rPr>
                  <a:t>n </a:t>
                </a:r>
                <a:endParaRPr lang="en-US" sz="2400" dirty="0"/>
              </a:p>
            </p:txBody>
          </p:sp>
          <p:sp>
            <p:nvSpPr>
              <p:cNvPr id="123" name="TextBox 122">
                <a:extLst>
                  <a:ext uri="{FF2B5EF4-FFF2-40B4-BE49-F238E27FC236}">
                    <a16:creationId xmlns:a16="http://schemas.microsoft.com/office/drawing/2014/main" id="{D6DE970D-830C-4805-B28E-773F4648C188}"/>
                  </a:ext>
                </a:extLst>
              </p:cNvPr>
              <p:cNvSpPr txBox="1"/>
              <p:nvPr/>
            </p:nvSpPr>
            <p:spPr>
              <a:xfrm>
                <a:off x="7228907" y="5153879"/>
                <a:ext cx="1354858" cy="461665"/>
              </a:xfrm>
              <a:prstGeom prst="rect">
                <a:avLst/>
              </a:prstGeom>
              <a:noFill/>
            </p:spPr>
            <p:txBody>
              <a:bodyPr wrap="none" rtlCol="0">
                <a:spAutoFit/>
              </a:bodyPr>
              <a:lstStyle/>
              <a:p>
                <a:r>
                  <a:rPr lang="en-US" sz="2400" dirty="0">
                    <a:solidFill>
                      <a:srgbClr val="FF0000"/>
                    </a:solidFill>
                  </a:rPr>
                  <a:t>log </a:t>
                </a:r>
                <a:r>
                  <a:rPr lang="en-US" sz="2400" dirty="0" err="1">
                    <a:solidFill>
                      <a:srgbClr val="FF0000"/>
                    </a:solidFill>
                  </a:rPr>
                  <a:t>log</a:t>
                </a:r>
                <a:r>
                  <a:rPr lang="en-US" sz="2400" dirty="0">
                    <a:solidFill>
                      <a:srgbClr val="FF0000"/>
                    </a:solidFill>
                  </a:rPr>
                  <a:t> </a:t>
                </a:r>
                <a:r>
                  <a:rPr lang="en-US" sz="2400" i="1" dirty="0">
                    <a:solidFill>
                      <a:srgbClr val="FF0000"/>
                    </a:solidFill>
                  </a:rPr>
                  <a:t>n </a:t>
                </a:r>
                <a:endParaRPr lang="en-US" sz="2400" dirty="0"/>
              </a:p>
            </p:txBody>
          </p:sp>
        </p:grpSp>
        <p:sp>
          <p:nvSpPr>
            <p:cNvPr id="119" name="TextBox 118">
              <a:extLst>
                <a:ext uri="{FF2B5EF4-FFF2-40B4-BE49-F238E27FC236}">
                  <a16:creationId xmlns:a16="http://schemas.microsoft.com/office/drawing/2014/main" id="{A75AAEAC-1462-40D0-A96E-E29F3F7528FF}"/>
                </a:ext>
              </a:extLst>
            </p:cNvPr>
            <p:cNvSpPr txBox="1"/>
            <p:nvPr/>
          </p:nvSpPr>
          <p:spPr>
            <a:xfrm>
              <a:off x="4555724" y="5898502"/>
              <a:ext cx="2851486" cy="369332"/>
            </a:xfrm>
            <a:prstGeom prst="rect">
              <a:avLst/>
            </a:prstGeom>
            <a:noFill/>
          </p:spPr>
          <p:txBody>
            <a:bodyPr wrap="none" rtlCol="0">
              <a:spAutoFit/>
            </a:bodyPr>
            <a:lstStyle/>
            <a:p>
              <a:r>
                <a:rPr lang="en-US" dirty="0">
                  <a:solidFill>
                    <a:srgbClr val="FF0000"/>
                  </a:solidFill>
                </a:rPr>
                <a:t>(</a:t>
              </a:r>
              <a:r>
                <a:rPr lang="en-US" dirty="0" err="1">
                  <a:solidFill>
                    <a:srgbClr val="FF0000"/>
                  </a:solidFill>
                </a:rPr>
                <a:t>Rothemund</a:t>
              </a:r>
              <a:r>
                <a:rPr lang="en-US" dirty="0">
                  <a:solidFill>
                    <a:srgbClr val="FF0000"/>
                  </a:solidFill>
                </a:rPr>
                <a:t>, </a:t>
              </a:r>
              <a:r>
                <a:rPr lang="en-US" dirty="0" err="1">
                  <a:solidFill>
                    <a:srgbClr val="FF0000"/>
                  </a:solidFill>
                </a:rPr>
                <a:t>Winfree</a:t>
              </a:r>
              <a:r>
                <a:rPr lang="en-US" dirty="0">
                  <a:solidFill>
                    <a:srgbClr val="FF0000"/>
                  </a:solidFill>
                </a:rPr>
                <a:t>, 2000)</a:t>
              </a:r>
              <a:endParaRPr lang="en-US" i="1" dirty="0">
                <a:solidFill>
                  <a:srgbClr val="FF0000"/>
                </a:solidFill>
              </a:endParaRPr>
            </a:p>
          </p:txBody>
        </p:sp>
      </p:grpSp>
    </p:spTree>
    <p:extLst>
      <p:ext uri="{BB962C8B-B14F-4D97-AF65-F5344CB8AC3E}">
        <p14:creationId xmlns:p14="http://schemas.microsoft.com/office/powerpoint/2010/main" val="30701574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TextBox 57"/>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1" name="Group 10"/>
          <p:cNvGrpSpPr/>
          <p:nvPr/>
        </p:nvGrpSpPr>
        <p:grpSpPr>
          <a:xfrm>
            <a:off x="3846526" y="2292601"/>
            <a:ext cx="736657" cy="1332800"/>
            <a:chOff x="3800723" y="2591968"/>
            <a:chExt cx="736657" cy="1332800"/>
          </a:xfrm>
        </p:grpSpPr>
        <p:sp>
          <p:nvSpPr>
            <p:cNvPr id="6" name="Rectangle: Rounded Corners 5"/>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Rounded Corners 157"/>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60" name="TextBox 159"/>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61" name="TextBox 160"/>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68" name="Rectangle 167"/>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TextBox 115"/>
          <p:cNvSpPr txBox="1"/>
          <p:nvPr/>
        </p:nvSpPr>
        <p:spPr>
          <a:xfrm>
            <a:off x="7145883" y="1636741"/>
            <a:ext cx="2307042" cy="646331"/>
          </a:xfrm>
          <a:prstGeom prst="rect">
            <a:avLst/>
          </a:prstGeom>
          <a:noFill/>
        </p:spPr>
        <p:txBody>
          <a:bodyPr wrap="none" rtlCol="0">
            <a:spAutoFit/>
          </a:bodyPr>
          <a:lstStyle/>
          <a:p>
            <a:r>
              <a:rPr lang="en-US" dirty="0">
                <a:solidFill>
                  <a:schemeClr val="bg1"/>
                </a:solidFill>
              </a:rPr>
              <a:t>This system uniquely</a:t>
            </a:r>
            <a:br>
              <a:rPr lang="en-US" dirty="0">
                <a:solidFill>
                  <a:schemeClr val="bg1"/>
                </a:solidFill>
              </a:rPr>
            </a:br>
            <a:r>
              <a:rPr lang="en-US" dirty="0">
                <a:solidFill>
                  <a:schemeClr val="bg1"/>
                </a:solidFill>
              </a:rPr>
              <a:t>produces a 3x3 square:</a:t>
            </a:r>
          </a:p>
        </p:txBody>
      </p:sp>
      <p:sp>
        <p:nvSpPr>
          <p:cNvPr id="117" name="TextBox 116"/>
          <p:cNvSpPr txBox="1"/>
          <p:nvPr/>
        </p:nvSpPr>
        <p:spPr>
          <a:xfrm>
            <a:off x="1833391" y="6039284"/>
            <a:ext cx="2449710" cy="369332"/>
          </a:xfrm>
          <a:prstGeom prst="rect">
            <a:avLst/>
          </a:prstGeom>
          <a:noFill/>
        </p:spPr>
        <p:txBody>
          <a:bodyPr wrap="none" rtlCol="0">
            <a:spAutoFit/>
          </a:bodyPr>
          <a:lstStyle/>
          <a:p>
            <a:r>
              <a:rPr lang="en-US" dirty="0">
                <a:solidFill>
                  <a:schemeClr val="bg1"/>
                </a:solidFill>
              </a:rPr>
              <a:t>Number of tile types = 6</a:t>
            </a:r>
          </a:p>
        </p:txBody>
      </p:sp>
      <p:cxnSp>
        <p:nvCxnSpPr>
          <p:cNvPr id="118" name="Straight Connector 117"/>
          <p:cNvCxnSpPr>
            <a:cxnSpLocks/>
            <a:endCxn id="117" idx="0"/>
          </p:cNvCxnSpPr>
          <p:nvPr/>
        </p:nvCxnSpPr>
        <p:spPr>
          <a:xfrm>
            <a:off x="2272487" y="5572054"/>
            <a:ext cx="785759" cy="467230"/>
          </a:xfrm>
          <a:prstGeom prst="line">
            <a:avLst/>
          </a:prstGeom>
        </p:spPr>
        <p:style>
          <a:lnRef idx="1">
            <a:schemeClr val="dk1"/>
          </a:lnRef>
          <a:fillRef idx="0">
            <a:schemeClr val="dk1"/>
          </a:fillRef>
          <a:effectRef idx="0">
            <a:schemeClr val="dk1"/>
          </a:effectRef>
          <a:fontRef idx="minor">
            <a:schemeClr val="tx1"/>
          </a:fontRef>
        </p:style>
      </p:cxnSp>
      <p:grpSp>
        <p:nvGrpSpPr>
          <p:cNvPr id="206" name="Group 205">
            <a:extLst>
              <a:ext uri="{FF2B5EF4-FFF2-40B4-BE49-F238E27FC236}">
                <a16:creationId xmlns:a16="http://schemas.microsoft.com/office/drawing/2014/main" id="{57C316DD-DAFE-453E-A212-7B4AE329C761}"/>
              </a:ext>
            </a:extLst>
          </p:cNvPr>
          <p:cNvGrpSpPr/>
          <p:nvPr/>
        </p:nvGrpSpPr>
        <p:grpSpPr>
          <a:xfrm>
            <a:off x="1198103" y="2269115"/>
            <a:ext cx="1985668" cy="2922976"/>
            <a:chOff x="1172407" y="197026"/>
            <a:chExt cx="1292387" cy="1930154"/>
          </a:xfrm>
        </p:grpSpPr>
        <p:grpSp>
          <p:nvGrpSpPr>
            <p:cNvPr id="207" name="Group 206">
              <a:extLst>
                <a:ext uri="{FF2B5EF4-FFF2-40B4-BE49-F238E27FC236}">
                  <a16:creationId xmlns:a16="http://schemas.microsoft.com/office/drawing/2014/main" id="{FD495F04-161D-4224-B749-850C8A91B1A2}"/>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237" name="Rectangle 236">
                <a:extLst>
                  <a:ext uri="{FF2B5EF4-FFF2-40B4-BE49-F238E27FC236}">
                    <a16:creationId xmlns:a16="http://schemas.microsoft.com/office/drawing/2014/main" id="{74128F66-891F-4EFF-8813-02E41B6AA264}"/>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36A12556-F173-4C8D-A493-2DB3B30ABB25}"/>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12E15D8D-1088-43E1-9D0D-2C2BF0AB31E0}"/>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0" name="Rectangle 239">
                <a:extLst>
                  <a:ext uri="{FF2B5EF4-FFF2-40B4-BE49-F238E27FC236}">
                    <a16:creationId xmlns:a16="http://schemas.microsoft.com/office/drawing/2014/main" id="{539F1A23-F093-42C6-87F9-DBB6C603D457}"/>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1" name="Rectangle 240">
                <a:extLst>
                  <a:ext uri="{FF2B5EF4-FFF2-40B4-BE49-F238E27FC236}">
                    <a16:creationId xmlns:a16="http://schemas.microsoft.com/office/drawing/2014/main" id="{61224CB0-6C7B-4821-89FE-B1E182E07E12}"/>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04EE8211-0E2A-451E-A673-1ADA57C1AFD7}"/>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D79E74C1-D294-4332-88D7-757CF6F871A8}"/>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232" name="Rectangle 231">
                <a:extLst>
                  <a:ext uri="{FF2B5EF4-FFF2-40B4-BE49-F238E27FC236}">
                    <a16:creationId xmlns:a16="http://schemas.microsoft.com/office/drawing/2014/main" id="{823AC184-8633-44C5-AB47-E811432F26D8}"/>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122710E0-F97C-4AEE-A375-F23EEF3BF8EF}"/>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A8C00335-94BE-4153-AB62-10960C0B7850}"/>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0F2DA6B9-7CC2-4A04-B1D9-5CEF14E2832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6F5DAAE4-DE7C-4B1D-A08E-7E0BF50C829E}"/>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9" name="Group 208">
              <a:extLst>
                <a:ext uri="{FF2B5EF4-FFF2-40B4-BE49-F238E27FC236}">
                  <a16:creationId xmlns:a16="http://schemas.microsoft.com/office/drawing/2014/main" id="{18C3B41A-E6AB-48D5-9D01-ED529732FEDD}"/>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227" name="Rectangle 226">
                <a:extLst>
                  <a:ext uri="{FF2B5EF4-FFF2-40B4-BE49-F238E27FC236}">
                    <a16:creationId xmlns:a16="http://schemas.microsoft.com/office/drawing/2014/main" id="{005F9943-1612-4D48-ADFF-997ACA4CCE00}"/>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84BF5D34-A1CD-440A-834B-891FB9533CC3}"/>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73638AEC-31F2-4D3D-A5C6-B64742EF4939}"/>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121D1377-BA6A-4BF3-B7E3-AC23A3818EA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7D5960ED-FD7B-466A-9F47-BC4EA283ACDC}"/>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0" name="Group 209">
              <a:extLst>
                <a:ext uri="{FF2B5EF4-FFF2-40B4-BE49-F238E27FC236}">
                  <a16:creationId xmlns:a16="http://schemas.microsoft.com/office/drawing/2014/main" id="{DD42569D-D5E9-4EFE-B48E-79C79A174190}"/>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223" name="Rectangle 222">
                <a:extLst>
                  <a:ext uri="{FF2B5EF4-FFF2-40B4-BE49-F238E27FC236}">
                    <a16:creationId xmlns:a16="http://schemas.microsoft.com/office/drawing/2014/main" id="{AA70F6C9-8877-4300-8C8B-5C62EC4784F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8A2D6CCA-B937-420D-909B-382F34948768}"/>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4610A804-3611-45F4-8BCD-503D3EAA1AF0}"/>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047D0395-B35F-4734-BEB7-B7890BD5CAA7}"/>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1" name="Group 210">
              <a:extLst>
                <a:ext uri="{FF2B5EF4-FFF2-40B4-BE49-F238E27FC236}">
                  <a16:creationId xmlns:a16="http://schemas.microsoft.com/office/drawing/2014/main" id="{D3461AB0-18EB-4F58-B4A3-07C50265EF71}"/>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217" name="Rectangle 216">
                <a:extLst>
                  <a:ext uri="{FF2B5EF4-FFF2-40B4-BE49-F238E27FC236}">
                    <a16:creationId xmlns:a16="http://schemas.microsoft.com/office/drawing/2014/main" id="{F05E2B1B-59BF-4852-9DFC-31EA782A036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CD37E210-B9C1-4EB6-95BA-B9B86D9C9C81}"/>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2E3F29B2-242C-4B28-91CA-D4284FA4801C}"/>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7EB341D5-8C7C-4163-8FF2-D000FF7F4A6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8702B6D8-AF2A-4F1C-AEE5-F4B96257CF40}"/>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F0448AF3-F965-4BD9-9197-87F7A49E651C}"/>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2" name="Group 211">
              <a:extLst>
                <a:ext uri="{FF2B5EF4-FFF2-40B4-BE49-F238E27FC236}">
                  <a16:creationId xmlns:a16="http://schemas.microsoft.com/office/drawing/2014/main" id="{C3D737CF-3360-429B-9DD4-404BAB6D3223}"/>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213" name="Rectangle 212">
                <a:extLst>
                  <a:ext uri="{FF2B5EF4-FFF2-40B4-BE49-F238E27FC236}">
                    <a16:creationId xmlns:a16="http://schemas.microsoft.com/office/drawing/2014/main" id="{07CD00E7-F8C0-40A9-A1AE-209AF367E22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A83FED75-485F-4A31-B5FA-72D07767546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74576711-40E1-48E8-9034-07071ED26B28}"/>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9733B4BE-C9A1-42EF-B34C-B39A73A25583}"/>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43" name="Group 242">
            <a:extLst>
              <a:ext uri="{FF2B5EF4-FFF2-40B4-BE49-F238E27FC236}">
                <a16:creationId xmlns:a16="http://schemas.microsoft.com/office/drawing/2014/main" id="{BA044379-AEC0-437C-BDC3-10D63DB8ED9F}"/>
              </a:ext>
            </a:extLst>
          </p:cNvPr>
          <p:cNvGrpSpPr/>
          <p:nvPr/>
        </p:nvGrpSpPr>
        <p:grpSpPr>
          <a:xfrm>
            <a:off x="6835912" y="2484644"/>
            <a:ext cx="2926984" cy="2994148"/>
            <a:chOff x="1116687" y="2876931"/>
            <a:chExt cx="1568989" cy="1534622"/>
          </a:xfrm>
          <a:effectLst>
            <a:outerShdw blurRad="50800" dist="38100" dir="2700000" algn="tl" rotWithShape="0">
              <a:prstClr val="black">
                <a:alpha val="40000"/>
              </a:prstClr>
            </a:outerShdw>
          </a:effectLst>
        </p:grpSpPr>
        <p:grpSp>
          <p:nvGrpSpPr>
            <p:cNvPr id="244" name="Group 243">
              <a:extLst>
                <a:ext uri="{FF2B5EF4-FFF2-40B4-BE49-F238E27FC236}">
                  <a16:creationId xmlns:a16="http://schemas.microsoft.com/office/drawing/2014/main" id="{80F25084-9199-477D-A0AA-32B6D218A7ED}"/>
                </a:ext>
              </a:extLst>
            </p:cNvPr>
            <p:cNvGrpSpPr/>
            <p:nvPr/>
          </p:nvGrpSpPr>
          <p:grpSpPr>
            <a:xfrm>
              <a:off x="1116687" y="3390252"/>
              <a:ext cx="521228" cy="510538"/>
              <a:chOff x="2274846" y="1095709"/>
              <a:chExt cx="1352962" cy="1355911"/>
            </a:xfrm>
            <a:effectLst/>
          </p:grpSpPr>
          <p:sp>
            <p:nvSpPr>
              <p:cNvPr id="314" name="Rectangle 313">
                <a:extLst>
                  <a:ext uri="{FF2B5EF4-FFF2-40B4-BE49-F238E27FC236}">
                    <a16:creationId xmlns:a16="http://schemas.microsoft.com/office/drawing/2014/main" id="{BE517BF6-62D7-445C-9D8B-EFAE76E08DCB}"/>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5" name="Rectangle 314">
                <a:extLst>
                  <a:ext uri="{FF2B5EF4-FFF2-40B4-BE49-F238E27FC236}">
                    <a16:creationId xmlns:a16="http://schemas.microsoft.com/office/drawing/2014/main" id="{9AA3E0BB-1BF0-4F18-9ED4-ACCF1FF0E21F}"/>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6" name="Rectangle 315">
                <a:extLst>
                  <a:ext uri="{FF2B5EF4-FFF2-40B4-BE49-F238E27FC236}">
                    <a16:creationId xmlns:a16="http://schemas.microsoft.com/office/drawing/2014/main" id="{62BAC7FF-A74A-4FFA-A7A0-891FBAD9B467}"/>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7" name="Rectangle 316">
                <a:extLst>
                  <a:ext uri="{FF2B5EF4-FFF2-40B4-BE49-F238E27FC236}">
                    <a16:creationId xmlns:a16="http://schemas.microsoft.com/office/drawing/2014/main" id="{63DBEA77-A449-49B4-B108-D5F99F69D6DE}"/>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8" name="Rectangle 317">
                <a:extLst>
                  <a:ext uri="{FF2B5EF4-FFF2-40B4-BE49-F238E27FC236}">
                    <a16:creationId xmlns:a16="http://schemas.microsoft.com/office/drawing/2014/main" id="{B44F4A3D-5255-4D32-A28C-820817205CAC}"/>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9" name="Rectangle 318">
                <a:extLst>
                  <a:ext uri="{FF2B5EF4-FFF2-40B4-BE49-F238E27FC236}">
                    <a16:creationId xmlns:a16="http://schemas.microsoft.com/office/drawing/2014/main" id="{5B009C11-0282-4A2D-9F9F-535A6D505436}"/>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5" name="Group 244">
              <a:extLst>
                <a:ext uri="{FF2B5EF4-FFF2-40B4-BE49-F238E27FC236}">
                  <a16:creationId xmlns:a16="http://schemas.microsoft.com/office/drawing/2014/main" id="{8F8E6544-6737-4046-8C60-3C8D8797EF57}"/>
                </a:ext>
              </a:extLst>
            </p:cNvPr>
            <p:cNvGrpSpPr/>
            <p:nvPr/>
          </p:nvGrpSpPr>
          <p:grpSpPr>
            <a:xfrm>
              <a:off x="1116753" y="3900790"/>
              <a:ext cx="521294" cy="510538"/>
              <a:chOff x="9356965" y="2466176"/>
              <a:chExt cx="1353133" cy="1353312"/>
            </a:xfrm>
            <a:effectLst/>
          </p:grpSpPr>
          <p:sp>
            <p:nvSpPr>
              <p:cNvPr id="309" name="Rectangle 308">
                <a:extLst>
                  <a:ext uri="{FF2B5EF4-FFF2-40B4-BE49-F238E27FC236}">
                    <a16:creationId xmlns:a16="http://schemas.microsoft.com/office/drawing/2014/main" id="{5D809EF2-9EC4-4C57-A242-0C9BE02675A3}"/>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0" name="Rectangle 309">
                <a:extLst>
                  <a:ext uri="{FF2B5EF4-FFF2-40B4-BE49-F238E27FC236}">
                    <a16:creationId xmlns:a16="http://schemas.microsoft.com/office/drawing/2014/main" id="{7885A917-7158-49A4-B507-EC41566FCBD5}"/>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1" name="Rectangle 310">
                <a:extLst>
                  <a:ext uri="{FF2B5EF4-FFF2-40B4-BE49-F238E27FC236}">
                    <a16:creationId xmlns:a16="http://schemas.microsoft.com/office/drawing/2014/main" id="{33B7533A-1951-417F-BEB8-436E267ABEA2}"/>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2" name="Rectangle 311">
                <a:extLst>
                  <a:ext uri="{FF2B5EF4-FFF2-40B4-BE49-F238E27FC236}">
                    <a16:creationId xmlns:a16="http://schemas.microsoft.com/office/drawing/2014/main" id="{EAA1C5BE-DD5F-479A-81A6-B74EA50F7652}"/>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3" name="Rectangle 312">
                <a:extLst>
                  <a:ext uri="{FF2B5EF4-FFF2-40B4-BE49-F238E27FC236}">
                    <a16:creationId xmlns:a16="http://schemas.microsoft.com/office/drawing/2014/main" id="{E1C8A756-C715-4B1C-B73B-FDC13DC6DD9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6" name="Group 245">
              <a:extLst>
                <a:ext uri="{FF2B5EF4-FFF2-40B4-BE49-F238E27FC236}">
                  <a16:creationId xmlns:a16="http://schemas.microsoft.com/office/drawing/2014/main" id="{811CD10E-6951-4B0B-88B8-A12F4A4F86EE}"/>
                </a:ext>
              </a:extLst>
            </p:cNvPr>
            <p:cNvGrpSpPr/>
            <p:nvPr/>
          </p:nvGrpSpPr>
          <p:grpSpPr>
            <a:xfrm>
              <a:off x="1636117" y="3391429"/>
              <a:ext cx="524570" cy="510538"/>
              <a:chOff x="9180347" y="987490"/>
              <a:chExt cx="1352962" cy="1353312"/>
            </a:xfrm>
            <a:effectLst/>
          </p:grpSpPr>
          <p:sp>
            <p:nvSpPr>
              <p:cNvPr id="304" name="Rectangle 303">
                <a:extLst>
                  <a:ext uri="{FF2B5EF4-FFF2-40B4-BE49-F238E27FC236}">
                    <a16:creationId xmlns:a16="http://schemas.microsoft.com/office/drawing/2014/main" id="{75BEA1CF-2232-4649-BBDD-9CB8F87C3A4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ectangle 304">
                <a:extLst>
                  <a:ext uri="{FF2B5EF4-FFF2-40B4-BE49-F238E27FC236}">
                    <a16:creationId xmlns:a16="http://schemas.microsoft.com/office/drawing/2014/main" id="{FA9ECBA8-05C7-4D99-B5D2-D803967D95F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6" name="Rectangle 305">
                <a:extLst>
                  <a:ext uri="{FF2B5EF4-FFF2-40B4-BE49-F238E27FC236}">
                    <a16:creationId xmlns:a16="http://schemas.microsoft.com/office/drawing/2014/main" id="{CB8517D6-99B6-4FE8-B016-4CF532F8B54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7" name="Rectangle 306">
                <a:extLst>
                  <a:ext uri="{FF2B5EF4-FFF2-40B4-BE49-F238E27FC236}">
                    <a16:creationId xmlns:a16="http://schemas.microsoft.com/office/drawing/2014/main" id="{DF504D78-FD6F-479F-872C-DFFF1567EE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8" name="Rectangle 307">
                <a:extLst>
                  <a:ext uri="{FF2B5EF4-FFF2-40B4-BE49-F238E27FC236}">
                    <a16:creationId xmlns:a16="http://schemas.microsoft.com/office/drawing/2014/main" id="{392FA0D4-FDE1-422B-B1C6-9D6333B7AD69}"/>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7" name="Group 246">
              <a:extLst>
                <a:ext uri="{FF2B5EF4-FFF2-40B4-BE49-F238E27FC236}">
                  <a16:creationId xmlns:a16="http://schemas.microsoft.com/office/drawing/2014/main" id="{4ACE8CAA-EEC4-4CD5-AD02-8F53BCB78F0B}"/>
                </a:ext>
              </a:extLst>
            </p:cNvPr>
            <p:cNvGrpSpPr/>
            <p:nvPr/>
          </p:nvGrpSpPr>
          <p:grpSpPr>
            <a:xfrm>
              <a:off x="1636561" y="3900582"/>
              <a:ext cx="524311" cy="510954"/>
              <a:chOff x="902841" y="1533868"/>
              <a:chExt cx="1353132" cy="1353312"/>
            </a:xfrm>
            <a:effectLst/>
          </p:grpSpPr>
          <p:sp>
            <p:nvSpPr>
              <p:cNvPr id="298" name="Rectangle 297">
                <a:extLst>
                  <a:ext uri="{FF2B5EF4-FFF2-40B4-BE49-F238E27FC236}">
                    <a16:creationId xmlns:a16="http://schemas.microsoft.com/office/drawing/2014/main" id="{1D84B7F7-CB5D-4787-AF0E-195FA2998937}"/>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85B2028F-00B9-4049-A8BA-432F3EDEC9D0}"/>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0" name="Rectangle 299">
                <a:extLst>
                  <a:ext uri="{FF2B5EF4-FFF2-40B4-BE49-F238E27FC236}">
                    <a16:creationId xmlns:a16="http://schemas.microsoft.com/office/drawing/2014/main" id="{E318BCF7-740E-45CF-AFB3-B231C32DD78E}"/>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99B0B6F8-6500-407C-93F1-0BA7FD020AFB}"/>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45CC1E88-CBA3-49AD-9221-93F7E5607A12}"/>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D896A065-A4B8-4E95-8F7A-D8AFA675A8CA}"/>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8" name="Group 247">
              <a:extLst>
                <a:ext uri="{FF2B5EF4-FFF2-40B4-BE49-F238E27FC236}">
                  <a16:creationId xmlns:a16="http://schemas.microsoft.com/office/drawing/2014/main" id="{6EA73519-77D4-4862-B7E7-C8F9461605A9}"/>
                </a:ext>
              </a:extLst>
            </p:cNvPr>
            <p:cNvGrpSpPr/>
            <p:nvPr/>
          </p:nvGrpSpPr>
          <p:grpSpPr>
            <a:xfrm>
              <a:off x="2159663" y="3900335"/>
              <a:ext cx="526013" cy="511218"/>
              <a:chOff x="7607604" y="4156548"/>
              <a:chExt cx="1352961" cy="1353312"/>
            </a:xfrm>
            <a:effectLst/>
          </p:grpSpPr>
          <p:sp>
            <p:nvSpPr>
              <p:cNvPr id="294" name="Rectangle 293">
                <a:extLst>
                  <a:ext uri="{FF2B5EF4-FFF2-40B4-BE49-F238E27FC236}">
                    <a16:creationId xmlns:a16="http://schemas.microsoft.com/office/drawing/2014/main" id="{0DE223A2-2CB6-4975-9203-E37B9744A7F9}"/>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C33EF04A-1422-4E40-8954-6CFCA22F4539}"/>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2DF8C10D-7E19-47BC-A37C-E1FB73591D1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E96084C0-AC12-43B4-9C87-4CCD287D21F7}"/>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9" name="Group 248">
              <a:extLst>
                <a:ext uri="{FF2B5EF4-FFF2-40B4-BE49-F238E27FC236}">
                  <a16:creationId xmlns:a16="http://schemas.microsoft.com/office/drawing/2014/main" id="{20250AE7-C9BE-4187-91BB-9E7DE9626136}"/>
                </a:ext>
              </a:extLst>
            </p:cNvPr>
            <p:cNvGrpSpPr/>
            <p:nvPr/>
          </p:nvGrpSpPr>
          <p:grpSpPr>
            <a:xfrm>
              <a:off x="2160384" y="3389702"/>
              <a:ext cx="524570" cy="510538"/>
              <a:chOff x="9180347" y="987490"/>
              <a:chExt cx="1352962" cy="1353312"/>
            </a:xfrm>
            <a:effectLst/>
          </p:grpSpPr>
          <p:sp>
            <p:nvSpPr>
              <p:cNvPr id="289" name="Rectangle 288">
                <a:extLst>
                  <a:ext uri="{FF2B5EF4-FFF2-40B4-BE49-F238E27FC236}">
                    <a16:creationId xmlns:a16="http://schemas.microsoft.com/office/drawing/2014/main" id="{CCA60996-CCEC-4947-B8E4-5FE08E604FB9}"/>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347C40A1-8307-41CB-ADE3-6B7242F2181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B306437D-502A-4652-BB7C-411E4EF89C8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DCCAE69C-C24F-46A9-9A34-27C1179FDC30}"/>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EF80612C-82A1-486D-9C74-8207506E5CFA}"/>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0" name="Group 249">
              <a:extLst>
                <a:ext uri="{FF2B5EF4-FFF2-40B4-BE49-F238E27FC236}">
                  <a16:creationId xmlns:a16="http://schemas.microsoft.com/office/drawing/2014/main" id="{846823F2-783E-49D9-BF4C-7C5D6921438D}"/>
                </a:ext>
              </a:extLst>
            </p:cNvPr>
            <p:cNvGrpSpPr/>
            <p:nvPr/>
          </p:nvGrpSpPr>
          <p:grpSpPr>
            <a:xfrm>
              <a:off x="2158868" y="2878823"/>
              <a:ext cx="524570" cy="510538"/>
              <a:chOff x="9180347" y="987490"/>
              <a:chExt cx="1352962" cy="1353312"/>
            </a:xfrm>
            <a:effectLst/>
          </p:grpSpPr>
          <p:sp>
            <p:nvSpPr>
              <p:cNvPr id="262" name="Rectangle 261">
                <a:extLst>
                  <a:ext uri="{FF2B5EF4-FFF2-40B4-BE49-F238E27FC236}">
                    <a16:creationId xmlns:a16="http://schemas.microsoft.com/office/drawing/2014/main" id="{E537CA19-418B-4C61-AAA9-D6C5EE51316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D9F4EF80-717B-439B-AA55-896FD5B2D4ED}"/>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E1BBD547-9E17-4DD7-AE48-BC8E890DE12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7" name="Rectangle 286">
                <a:extLst>
                  <a:ext uri="{FF2B5EF4-FFF2-40B4-BE49-F238E27FC236}">
                    <a16:creationId xmlns:a16="http://schemas.microsoft.com/office/drawing/2014/main" id="{06975995-DF89-49EE-A7DE-F7E5D5C24F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8" name="Rectangle 287">
                <a:extLst>
                  <a:ext uri="{FF2B5EF4-FFF2-40B4-BE49-F238E27FC236}">
                    <a16:creationId xmlns:a16="http://schemas.microsoft.com/office/drawing/2014/main" id="{787DE338-74A1-4C5F-B856-EA0DBEDD37F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1" name="Group 250">
              <a:extLst>
                <a:ext uri="{FF2B5EF4-FFF2-40B4-BE49-F238E27FC236}">
                  <a16:creationId xmlns:a16="http://schemas.microsoft.com/office/drawing/2014/main" id="{D0CC68BA-7AA5-48B8-B3C7-CD14B3BFFAFC}"/>
                </a:ext>
              </a:extLst>
            </p:cNvPr>
            <p:cNvGrpSpPr/>
            <p:nvPr/>
          </p:nvGrpSpPr>
          <p:grpSpPr>
            <a:xfrm>
              <a:off x="1633186" y="2878106"/>
              <a:ext cx="524570" cy="510538"/>
              <a:chOff x="9180347" y="987490"/>
              <a:chExt cx="1352962" cy="1353312"/>
            </a:xfrm>
            <a:effectLst/>
          </p:grpSpPr>
          <p:sp>
            <p:nvSpPr>
              <p:cNvPr id="257" name="Rectangle 256">
                <a:extLst>
                  <a:ext uri="{FF2B5EF4-FFF2-40B4-BE49-F238E27FC236}">
                    <a16:creationId xmlns:a16="http://schemas.microsoft.com/office/drawing/2014/main" id="{431F536E-3524-46D5-BEA9-ACC2FF0E91A7}"/>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50AE51CE-5EF3-4BAB-84BA-F3ABDEE0642C}"/>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E918156D-23B0-4644-9F47-549D46DAE2B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1E6E81CA-21C9-4E44-AD4D-04311C8A89D7}"/>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16A8E727-5AB3-4D81-A43F-87E80EA87E3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2" name="Group 251">
              <a:extLst>
                <a:ext uri="{FF2B5EF4-FFF2-40B4-BE49-F238E27FC236}">
                  <a16:creationId xmlns:a16="http://schemas.microsoft.com/office/drawing/2014/main" id="{8780A4AE-1179-4ABC-98B6-2FDE77CF085F}"/>
                </a:ext>
              </a:extLst>
            </p:cNvPr>
            <p:cNvGrpSpPr/>
            <p:nvPr/>
          </p:nvGrpSpPr>
          <p:grpSpPr>
            <a:xfrm>
              <a:off x="1117501" y="2876931"/>
              <a:ext cx="519060" cy="512397"/>
              <a:chOff x="7605132" y="3950429"/>
              <a:chExt cx="1352962" cy="1353312"/>
            </a:xfrm>
            <a:effectLst/>
          </p:grpSpPr>
          <p:sp>
            <p:nvSpPr>
              <p:cNvPr id="253" name="Rectangle 252">
                <a:extLst>
                  <a:ext uri="{FF2B5EF4-FFF2-40B4-BE49-F238E27FC236}">
                    <a16:creationId xmlns:a16="http://schemas.microsoft.com/office/drawing/2014/main" id="{2C8A4E37-00A5-4E78-87F6-2397A634A056}"/>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E1E1E028-CE4C-4164-94F3-8A641B86F95C}"/>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3EF25A54-19AD-4CD4-85FC-F97A333B1C25}"/>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CB3BE269-1E0D-4215-8564-FF6C2ECF48FF}"/>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08" name="TextBox 107">
            <a:extLst>
              <a:ext uri="{FF2B5EF4-FFF2-40B4-BE49-F238E27FC236}">
                <a16:creationId xmlns:a16="http://schemas.microsoft.com/office/drawing/2014/main" id="{D5AA24B3-E461-41F3-9906-D6C3BE600B07}"/>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109" name="Rectangle: Rounded Corners 108">
            <a:extLst>
              <a:ext uri="{FF2B5EF4-FFF2-40B4-BE49-F238E27FC236}">
                <a16:creationId xmlns:a16="http://schemas.microsoft.com/office/drawing/2014/main" id="{D2DBEBEB-7733-42FB-BA7B-7E779D6BCCCF}"/>
              </a:ext>
            </a:extLst>
          </p:cNvPr>
          <p:cNvSpPr/>
          <p:nvPr/>
        </p:nvSpPr>
        <p:spPr>
          <a:xfrm>
            <a:off x="5635550" y="5748783"/>
            <a:ext cx="5036524" cy="581001"/>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r>
              <a:rPr lang="en-US" sz="2400" u="sng" dirty="0">
                <a:solidFill>
                  <a:srgbClr val="FF0000"/>
                </a:solidFill>
              </a:rPr>
              <a:t>Goal</a:t>
            </a:r>
            <a:r>
              <a:rPr lang="en-US" sz="2400" dirty="0">
                <a:solidFill>
                  <a:srgbClr val="FF0000"/>
                </a:solidFill>
              </a:rPr>
              <a:t>: Use as few tile types as possible.</a:t>
            </a:r>
          </a:p>
        </p:txBody>
      </p:sp>
    </p:spTree>
    <p:extLst>
      <p:ext uri="{BB962C8B-B14F-4D97-AF65-F5344CB8AC3E}">
        <p14:creationId xmlns:p14="http://schemas.microsoft.com/office/powerpoint/2010/main" val="1658420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TextBox 5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11" name="Group 10"/>
          <p:cNvGrpSpPr/>
          <p:nvPr/>
        </p:nvGrpSpPr>
        <p:grpSpPr>
          <a:xfrm>
            <a:off x="3648216" y="2577397"/>
            <a:ext cx="736657" cy="1332800"/>
            <a:chOff x="3800723" y="2591968"/>
            <a:chExt cx="736657" cy="1332800"/>
          </a:xfrm>
        </p:grpSpPr>
        <p:sp>
          <p:nvSpPr>
            <p:cNvPr id="6" name="Rectangle: Rounded Corners 5"/>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Rounded Corners 157"/>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60" name="TextBox 159"/>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61" name="TextBox 160"/>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68" name="Rectangle 167"/>
          <p:cNvSpPr/>
          <p:nvPr/>
        </p:nvSpPr>
        <p:spPr>
          <a:xfrm>
            <a:off x="1088012" y="2189854"/>
            <a:ext cx="1535266" cy="215167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TextBox 116"/>
          <p:cNvSpPr txBox="1"/>
          <p:nvPr/>
        </p:nvSpPr>
        <p:spPr>
          <a:xfrm>
            <a:off x="1325050" y="4864419"/>
            <a:ext cx="2056845" cy="369332"/>
          </a:xfrm>
          <a:prstGeom prst="rect">
            <a:avLst/>
          </a:prstGeom>
          <a:noFill/>
        </p:spPr>
        <p:txBody>
          <a:bodyPr wrap="none" rtlCol="0">
            <a:spAutoFit/>
          </a:bodyPr>
          <a:lstStyle/>
          <a:p>
            <a:r>
              <a:rPr lang="en-US" dirty="0">
                <a:solidFill>
                  <a:schemeClr val="bg1"/>
                </a:solidFill>
              </a:rPr>
              <a:t>Tile Complexity = 6</a:t>
            </a:r>
          </a:p>
        </p:txBody>
      </p:sp>
      <p:cxnSp>
        <p:nvCxnSpPr>
          <p:cNvPr id="118" name="Straight Connector 117"/>
          <p:cNvCxnSpPr>
            <a:cxnSpLocks/>
            <a:endCxn id="117" idx="0"/>
          </p:cNvCxnSpPr>
          <p:nvPr/>
        </p:nvCxnSpPr>
        <p:spPr>
          <a:xfrm>
            <a:off x="1764144" y="4397189"/>
            <a:ext cx="589329" cy="467230"/>
          </a:xfrm>
          <a:prstGeom prst="line">
            <a:avLst/>
          </a:prstGeom>
        </p:spPr>
        <p:style>
          <a:lnRef idx="1">
            <a:schemeClr val="dk1"/>
          </a:lnRef>
          <a:fillRef idx="0">
            <a:schemeClr val="dk1"/>
          </a:fillRef>
          <a:effectRef idx="0">
            <a:schemeClr val="dk1"/>
          </a:effectRef>
          <a:fontRef idx="minor">
            <a:schemeClr val="tx1"/>
          </a:fontRef>
        </p:style>
      </p:cxnSp>
      <p:sp>
        <p:nvSpPr>
          <p:cNvPr id="2" name="Rectangle: Rounded Corners 1">
            <a:extLst>
              <a:ext uri="{FF2B5EF4-FFF2-40B4-BE49-F238E27FC236}">
                <a16:creationId xmlns:a16="http://schemas.microsoft.com/office/drawing/2014/main" id="{3F5FF178-5939-4514-9A9B-181BB44D2EF6}"/>
              </a:ext>
            </a:extLst>
          </p:cNvPr>
          <p:cNvSpPr/>
          <p:nvPr/>
        </p:nvSpPr>
        <p:spPr>
          <a:xfrm>
            <a:off x="4632545" y="4630804"/>
            <a:ext cx="4591451" cy="1267698"/>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r>
              <a:rPr lang="en-US" sz="2400" u="sng" dirty="0">
                <a:solidFill>
                  <a:srgbClr val="FF0000"/>
                </a:solidFill>
              </a:rPr>
              <a:t>Goal</a:t>
            </a:r>
            <a:r>
              <a:rPr lang="en-US" sz="2400" dirty="0">
                <a:solidFill>
                  <a:srgbClr val="FF0000"/>
                </a:solidFill>
              </a:rPr>
              <a:t>: What is the minimum tile complexity for assembling an </a:t>
            </a:r>
          </a:p>
          <a:p>
            <a:r>
              <a:rPr lang="en-US" sz="2400" i="1" dirty="0">
                <a:solidFill>
                  <a:srgbClr val="FF0000"/>
                </a:solidFill>
              </a:rPr>
              <a:t>n </a:t>
            </a:r>
            <a:r>
              <a:rPr lang="en-US" sz="2400" dirty="0">
                <a:solidFill>
                  <a:srgbClr val="FF0000"/>
                </a:solidFill>
              </a:rPr>
              <a:t>x </a:t>
            </a:r>
            <a:r>
              <a:rPr lang="en-US" sz="2400" i="1" dirty="0">
                <a:solidFill>
                  <a:srgbClr val="FF0000"/>
                </a:solidFill>
              </a:rPr>
              <a:t>n</a:t>
            </a:r>
            <a:r>
              <a:rPr lang="en-US" sz="2400" dirty="0">
                <a:solidFill>
                  <a:srgbClr val="FF0000"/>
                </a:solidFill>
              </a:rPr>
              <a:t> square?</a:t>
            </a:r>
          </a:p>
        </p:txBody>
      </p:sp>
      <p:grpSp>
        <p:nvGrpSpPr>
          <p:cNvPr id="205" name="Group 204">
            <a:extLst>
              <a:ext uri="{FF2B5EF4-FFF2-40B4-BE49-F238E27FC236}">
                <a16:creationId xmlns:a16="http://schemas.microsoft.com/office/drawing/2014/main" id="{8FFE2F99-E254-4EB3-90E9-96A2AA338418}"/>
              </a:ext>
            </a:extLst>
          </p:cNvPr>
          <p:cNvGrpSpPr/>
          <p:nvPr/>
        </p:nvGrpSpPr>
        <p:grpSpPr>
          <a:xfrm>
            <a:off x="1189882" y="2277661"/>
            <a:ext cx="1292387" cy="1930154"/>
            <a:chOff x="1172407" y="197026"/>
            <a:chExt cx="1292387" cy="1930154"/>
          </a:xfrm>
        </p:grpSpPr>
        <p:grpSp>
          <p:nvGrpSpPr>
            <p:cNvPr id="206" name="Group 205">
              <a:extLst>
                <a:ext uri="{FF2B5EF4-FFF2-40B4-BE49-F238E27FC236}">
                  <a16:creationId xmlns:a16="http://schemas.microsoft.com/office/drawing/2014/main" id="{14698D6F-59EA-4E35-BDD9-3157F0323710}"/>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236" name="Rectangle 235">
                <a:extLst>
                  <a:ext uri="{FF2B5EF4-FFF2-40B4-BE49-F238E27FC236}">
                    <a16:creationId xmlns:a16="http://schemas.microsoft.com/office/drawing/2014/main" id="{D5B268E6-EA23-45B2-9CF6-7819302C8FB6}"/>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56F10795-A01D-4E41-B421-596E9F4753E1}"/>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1C6C9FF9-D4C8-4B84-B50E-7A9015EF9D16}"/>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8C88DF6C-09BD-45B2-9027-8CA1E10BC5A7}"/>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0" name="Rectangle 239">
                <a:extLst>
                  <a:ext uri="{FF2B5EF4-FFF2-40B4-BE49-F238E27FC236}">
                    <a16:creationId xmlns:a16="http://schemas.microsoft.com/office/drawing/2014/main" id="{45420588-921B-42FE-8ACF-507D09685D33}"/>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1" name="Rectangle 240">
                <a:extLst>
                  <a:ext uri="{FF2B5EF4-FFF2-40B4-BE49-F238E27FC236}">
                    <a16:creationId xmlns:a16="http://schemas.microsoft.com/office/drawing/2014/main" id="{1A2F900A-2B20-4508-ABCE-3D96C7B968B7}"/>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7" name="Group 206">
              <a:extLst>
                <a:ext uri="{FF2B5EF4-FFF2-40B4-BE49-F238E27FC236}">
                  <a16:creationId xmlns:a16="http://schemas.microsoft.com/office/drawing/2014/main" id="{49A10A17-030E-4BBA-8637-68DC79DFEF00}"/>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231" name="Rectangle 230">
                <a:extLst>
                  <a:ext uri="{FF2B5EF4-FFF2-40B4-BE49-F238E27FC236}">
                    <a16:creationId xmlns:a16="http://schemas.microsoft.com/office/drawing/2014/main" id="{DB60CBD8-4503-46B5-A8C7-036BD051F1E7}"/>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2" name="Rectangle 231">
                <a:extLst>
                  <a:ext uri="{FF2B5EF4-FFF2-40B4-BE49-F238E27FC236}">
                    <a16:creationId xmlns:a16="http://schemas.microsoft.com/office/drawing/2014/main" id="{25809925-7384-4009-AFA6-73703496677C}"/>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3220C117-D1B9-4091-AC58-B67ACA7B8EDB}"/>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94DB9364-0E6F-416B-9CB8-ADB155C750C2}"/>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8FCCA697-984A-4E6F-9F79-C8B5F6280332}"/>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A8B1F6E3-E3A1-4DA4-A6E0-A2EA3DE24361}"/>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226" name="Rectangle 225">
                <a:extLst>
                  <a:ext uri="{FF2B5EF4-FFF2-40B4-BE49-F238E27FC236}">
                    <a16:creationId xmlns:a16="http://schemas.microsoft.com/office/drawing/2014/main" id="{96F459C3-4BE3-4AB5-93BD-F6E575D53BA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700A1869-6358-4C7E-9EBC-287F3FB46E52}"/>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0834216A-C70C-422C-ABD8-63C6BB9C5991}"/>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BEC73FF6-A764-405E-838F-7F00920C3F06}"/>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66797895-84DF-49A6-8695-10D92F12627E}"/>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9" name="Group 208">
              <a:extLst>
                <a:ext uri="{FF2B5EF4-FFF2-40B4-BE49-F238E27FC236}">
                  <a16:creationId xmlns:a16="http://schemas.microsoft.com/office/drawing/2014/main" id="{1B256AAD-964E-4F30-BF9E-FBF7C74ED9E6}"/>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222" name="Rectangle 221">
                <a:extLst>
                  <a:ext uri="{FF2B5EF4-FFF2-40B4-BE49-F238E27FC236}">
                    <a16:creationId xmlns:a16="http://schemas.microsoft.com/office/drawing/2014/main" id="{DCC406D6-1251-44F1-BB74-89A9D36F4103}"/>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3" name="Rectangle 222">
                <a:extLst>
                  <a:ext uri="{FF2B5EF4-FFF2-40B4-BE49-F238E27FC236}">
                    <a16:creationId xmlns:a16="http://schemas.microsoft.com/office/drawing/2014/main" id="{C2ADDEB9-93E8-49DC-93E2-D7BDFCD41F13}"/>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803C6366-EBAB-4210-8DBA-06713D3A6767}"/>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CBAD29CF-892A-4F02-BDEE-91EE812C624C}"/>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0" name="Group 209">
              <a:extLst>
                <a:ext uri="{FF2B5EF4-FFF2-40B4-BE49-F238E27FC236}">
                  <a16:creationId xmlns:a16="http://schemas.microsoft.com/office/drawing/2014/main" id="{63F3B21C-22D2-4A9B-A320-7274A10F2566}"/>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216" name="Rectangle 215">
                <a:extLst>
                  <a:ext uri="{FF2B5EF4-FFF2-40B4-BE49-F238E27FC236}">
                    <a16:creationId xmlns:a16="http://schemas.microsoft.com/office/drawing/2014/main" id="{EAEF0F17-506E-4D7C-AEC9-059CBCDA5DF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7" name="Rectangle 216">
                <a:extLst>
                  <a:ext uri="{FF2B5EF4-FFF2-40B4-BE49-F238E27FC236}">
                    <a16:creationId xmlns:a16="http://schemas.microsoft.com/office/drawing/2014/main" id="{077BE77F-7120-4BDA-9895-626BD9B4B0F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5786C620-84CD-439F-8830-08E11F365E3C}"/>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78980D30-F1B1-4F06-AFA6-ADA1DF0869F2}"/>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7DC88163-D6FF-4F15-B045-8A6C4CE6ADCB}"/>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ED79D155-2692-414E-A073-91BDEE8FEFBC}"/>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1" name="Group 210">
              <a:extLst>
                <a:ext uri="{FF2B5EF4-FFF2-40B4-BE49-F238E27FC236}">
                  <a16:creationId xmlns:a16="http://schemas.microsoft.com/office/drawing/2014/main" id="{945048DB-3F4A-4571-967D-5B43BCC4A976}"/>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212" name="Rectangle 211">
                <a:extLst>
                  <a:ext uri="{FF2B5EF4-FFF2-40B4-BE49-F238E27FC236}">
                    <a16:creationId xmlns:a16="http://schemas.microsoft.com/office/drawing/2014/main" id="{B6AACAE5-52A1-40AA-8401-F0E187E366F7}"/>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3" name="Rectangle 212">
                <a:extLst>
                  <a:ext uri="{FF2B5EF4-FFF2-40B4-BE49-F238E27FC236}">
                    <a16:creationId xmlns:a16="http://schemas.microsoft.com/office/drawing/2014/main" id="{3985A176-3FAA-4C97-85B7-1875A4721C26}"/>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3EB94480-DFD6-403E-AD4C-DEB5905F9C83}"/>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F804B6C0-4658-4A95-AED4-042FA61013B8}"/>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42" name="Group 241">
            <a:extLst>
              <a:ext uri="{FF2B5EF4-FFF2-40B4-BE49-F238E27FC236}">
                <a16:creationId xmlns:a16="http://schemas.microsoft.com/office/drawing/2014/main" id="{097ACA5C-C909-4DB6-9005-24A78487EA2C}"/>
              </a:ext>
            </a:extLst>
          </p:cNvPr>
          <p:cNvGrpSpPr/>
          <p:nvPr/>
        </p:nvGrpSpPr>
        <p:grpSpPr>
          <a:xfrm>
            <a:off x="7453995" y="2577906"/>
            <a:ext cx="1568989" cy="1534622"/>
            <a:chOff x="1116687" y="2876931"/>
            <a:chExt cx="1568989" cy="1534622"/>
          </a:xfrm>
          <a:effectLst>
            <a:outerShdw blurRad="50800" dist="38100" dir="2700000" algn="tl" rotWithShape="0">
              <a:prstClr val="black">
                <a:alpha val="40000"/>
              </a:prstClr>
            </a:outerShdw>
          </a:effectLst>
        </p:grpSpPr>
        <p:grpSp>
          <p:nvGrpSpPr>
            <p:cNvPr id="243" name="Group 242">
              <a:extLst>
                <a:ext uri="{FF2B5EF4-FFF2-40B4-BE49-F238E27FC236}">
                  <a16:creationId xmlns:a16="http://schemas.microsoft.com/office/drawing/2014/main" id="{056AAE47-7CE1-473B-B9A5-C10BA45086DB}"/>
                </a:ext>
              </a:extLst>
            </p:cNvPr>
            <p:cNvGrpSpPr/>
            <p:nvPr/>
          </p:nvGrpSpPr>
          <p:grpSpPr>
            <a:xfrm>
              <a:off x="1116687" y="3390252"/>
              <a:ext cx="521228" cy="510538"/>
              <a:chOff x="2274846" y="1095709"/>
              <a:chExt cx="1352962" cy="1355911"/>
            </a:xfrm>
            <a:effectLst/>
          </p:grpSpPr>
          <p:sp>
            <p:nvSpPr>
              <p:cNvPr id="313" name="Rectangle 312">
                <a:extLst>
                  <a:ext uri="{FF2B5EF4-FFF2-40B4-BE49-F238E27FC236}">
                    <a16:creationId xmlns:a16="http://schemas.microsoft.com/office/drawing/2014/main" id="{7B796AD0-C927-4EE8-9E8A-2F3A7DCA36FE}"/>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4" name="Rectangle 313">
                <a:extLst>
                  <a:ext uri="{FF2B5EF4-FFF2-40B4-BE49-F238E27FC236}">
                    <a16:creationId xmlns:a16="http://schemas.microsoft.com/office/drawing/2014/main" id="{5639408D-FEDE-40B8-BE31-F507BF7CD169}"/>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5" name="Rectangle 314">
                <a:extLst>
                  <a:ext uri="{FF2B5EF4-FFF2-40B4-BE49-F238E27FC236}">
                    <a16:creationId xmlns:a16="http://schemas.microsoft.com/office/drawing/2014/main" id="{9ADC9ECD-B575-401D-9CBA-09D882E98512}"/>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6" name="Rectangle 315">
                <a:extLst>
                  <a:ext uri="{FF2B5EF4-FFF2-40B4-BE49-F238E27FC236}">
                    <a16:creationId xmlns:a16="http://schemas.microsoft.com/office/drawing/2014/main" id="{0E6A88F2-ED5F-4C7A-9BED-47E350DAB751}"/>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7" name="Rectangle 316">
                <a:extLst>
                  <a:ext uri="{FF2B5EF4-FFF2-40B4-BE49-F238E27FC236}">
                    <a16:creationId xmlns:a16="http://schemas.microsoft.com/office/drawing/2014/main" id="{01709899-7C6E-42DC-AF7D-583FCB80CAAD}"/>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8" name="Rectangle 317">
                <a:extLst>
                  <a:ext uri="{FF2B5EF4-FFF2-40B4-BE49-F238E27FC236}">
                    <a16:creationId xmlns:a16="http://schemas.microsoft.com/office/drawing/2014/main" id="{9E0915B0-F3B2-49D1-9CCE-C4E8313193B1}"/>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4" name="Group 243">
              <a:extLst>
                <a:ext uri="{FF2B5EF4-FFF2-40B4-BE49-F238E27FC236}">
                  <a16:creationId xmlns:a16="http://schemas.microsoft.com/office/drawing/2014/main" id="{B55C9FA4-3E6B-41EC-B95F-E56E364137C8}"/>
                </a:ext>
              </a:extLst>
            </p:cNvPr>
            <p:cNvGrpSpPr/>
            <p:nvPr/>
          </p:nvGrpSpPr>
          <p:grpSpPr>
            <a:xfrm>
              <a:off x="1116753" y="3900790"/>
              <a:ext cx="521294" cy="510538"/>
              <a:chOff x="9356965" y="2466176"/>
              <a:chExt cx="1353133" cy="1353312"/>
            </a:xfrm>
            <a:effectLst/>
          </p:grpSpPr>
          <p:sp>
            <p:nvSpPr>
              <p:cNvPr id="308" name="Rectangle 307">
                <a:extLst>
                  <a:ext uri="{FF2B5EF4-FFF2-40B4-BE49-F238E27FC236}">
                    <a16:creationId xmlns:a16="http://schemas.microsoft.com/office/drawing/2014/main" id="{C76DCCDE-7ED4-4520-9DD9-BB64C4F0E2D4}"/>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9" name="Rectangle 308">
                <a:extLst>
                  <a:ext uri="{FF2B5EF4-FFF2-40B4-BE49-F238E27FC236}">
                    <a16:creationId xmlns:a16="http://schemas.microsoft.com/office/drawing/2014/main" id="{B0B27E25-190D-4608-AD46-A8A747890493}"/>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0" name="Rectangle 309">
                <a:extLst>
                  <a:ext uri="{FF2B5EF4-FFF2-40B4-BE49-F238E27FC236}">
                    <a16:creationId xmlns:a16="http://schemas.microsoft.com/office/drawing/2014/main" id="{1B269313-97A3-4672-B4D7-41B517CB816A}"/>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1" name="Rectangle 310">
                <a:extLst>
                  <a:ext uri="{FF2B5EF4-FFF2-40B4-BE49-F238E27FC236}">
                    <a16:creationId xmlns:a16="http://schemas.microsoft.com/office/drawing/2014/main" id="{B95B3744-87E7-4E96-AF2E-6EF45A898DDE}"/>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2" name="Rectangle 311">
                <a:extLst>
                  <a:ext uri="{FF2B5EF4-FFF2-40B4-BE49-F238E27FC236}">
                    <a16:creationId xmlns:a16="http://schemas.microsoft.com/office/drawing/2014/main" id="{B8EC2DAC-A5CB-418C-B8DC-8DD894B2FC6B}"/>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5" name="Group 244">
              <a:extLst>
                <a:ext uri="{FF2B5EF4-FFF2-40B4-BE49-F238E27FC236}">
                  <a16:creationId xmlns:a16="http://schemas.microsoft.com/office/drawing/2014/main" id="{DAB16ADA-7460-4265-8CA1-6FA4B2392B77}"/>
                </a:ext>
              </a:extLst>
            </p:cNvPr>
            <p:cNvGrpSpPr/>
            <p:nvPr/>
          </p:nvGrpSpPr>
          <p:grpSpPr>
            <a:xfrm>
              <a:off x="1636117" y="3391429"/>
              <a:ext cx="524570" cy="510538"/>
              <a:chOff x="9180347" y="987490"/>
              <a:chExt cx="1352962" cy="1353312"/>
            </a:xfrm>
            <a:effectLst/>
          </p:grpSpPr>
          <p:sp>
            <p:nvSpPr>
              <p:cNvPr id="303" name="Rectangle 302">
                <a:extLst>
                  <a:ext uri="{FF2B5EF4-FFF2-40B4-BE49-F238E27FC236}">
                    <a16:creationId xmlns:a16="http://schemas.microsoft.com/office/drawing/2014/main" id="{0F9C37CB-5346-41B6-93EF-C4CEABB2E33D}"/>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4" name="Rectangle 303">
                <a:extLst>
                  <a:ext uri="{FF2B5EF4-FFF2-40B4-BE49-F238E27FC236}">
                    <a16:creationId xmlns:a16="http://schemas.microsoft.com/office/drawing/2014/main" id="{A7130C0B-22FF-4DA5-984E-631439A678C1}"/>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ectangle 304">
                <a:extLst>
                  <a:ext uri="{FF2B5EF4-FFF2-40B4-BE49-F238E27FC236}">
                    <a16:creationId xmlns:a16="http://schemas.microsoft.com/office/drawing/2014/main" id="{E102D65B-270F-4F6B-97DA-57C87B09311B}"/>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6" name="Rectangle 305">
                <a:extLst>
                  <a:ext uri="{FF2B5EF4-FFF2-40B4-BE49-F238E27FC236}">
                    <a16:creationId xmlns:a16="http://schemas.microsoft.com/office/drawing/2014/main" id="{E82FF0A6-D5C1-4698-9936-2BCCB0A1C001}"/>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7" name="Rectangle 306">
                <a:extLst>
                  <a:ext uri="{FF2B5EF4-FFF2-40B4-BE49-F238E27FC236}">
                    <a16:creationId xmlns:a16="http://schemas.microsoft.com/office/drawing/2014/main" id="{03F6CF16-C8A7-4D90-9DE3-9D20B389F09E}"/>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6" name="Group 245">
              <a:extLst>
                <a:ext uri="{FF2B5EF4-FFF2-40B4-BE49-F238E27FC236}">
                  <a16:creationId xmlns:a16="http://schemas.microsoft.com/office/drawing/2014/main" id="{F255430A-C81B-4A26-8FD8-B22952AD9408}"/>
                </a:ext>
              </a:extLst>
            </p:cNvPr>
            <p:cNvGrpSpPr/>
            <p:nvPr/>
          </p:nvGrpSpPr>
          <p:grpSpPr>
            <a:xfrm>
              <a:off x="1636561" y="3900582"/>
              <a:ext cx="524311" cy="510954"/>
              <a:chOff x="902841" y="1533868"/>
              <a:chExt cx="1353132" cy="1353312"/>
            </a:xfrm>
            <a:effectLst/>
          </p:grpSpPr>
          <p:sp>
            <p:nvSpPr>
              <p:cNvPr id="297" name="Rectangle 296">
                <a:extLst>
                  <a:ext uri="{FF2B5EF4-FFF2-40B4-BE49-F238E27FC236}">
                    <a16:creationId xmlns:a16="http://schemas.microsoft.com/office/drawing/2014/main" id="{012F2F20-FA61-4C54-A497-B60AA1B342EE}"/>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8" name="Rectangle 297">
                <a:extLst>
                  <a:ext uri="{FF2B5EF4-FFF2-40B4-BE49-F238E27FC236}">
                    <a16:creationId xmlns:a16="http://schemas.microsoft.com/office/drawing/2014/main" id="{2F9242AA-507D-4A89-A4FB-4245D1BCE348}"/>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2A540595-E3E5-4CBF-A448-5E7AF543C1BB}"/>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0" name="Rectangle 299">
                <a:extLst>
                  <a:ext uri="{FF2B5EF4-FFF2-40B4-BE49-F238E27FC236}">
                    <a16:creationId xmlns:a16="http://schemas.microsoft.com/office/drawing/2014/main" id="{09138D72-1E65-416C-AFAD-FADAE0767846}"/>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014FCD0F-F9D2-419E-BD55-FF8C0859CC66}"/>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4E3EDE3A-8640-47A9-B393-D927E43AC8D5}"/>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7" name="Group 246">
              <a:extLst>
                <a:ext uri="{FF2B5EF4-FFF2-40B4-BE49-F238E27FC236}">
                  <a16:creationId xmlns:a16="http://schemas.microsoft.com/office/drawing/2014/main" id="{EA2C585E-0883-4C99-94E5-2EAF8E0D26B2}"/>
                </a:ext>
              </a:extLst>
            </p:cNvPr>
            <p:cNvGrpSpPr/>
            <p:nvPr/>
          </p:nvGrpSpPr>
          <p:grpSpPr>
            <a:xfrm>
              <a:off x="2159663" y="3900335"/>
              <a:ext cx="526013" cy="511218"/>
              <a:chOff x="7607604" y="4156548"/>
              <a:chExt cx="1352961" cy="1353312"/>
            </a:xfrm>
            <a:effectLst/>
          </p:grpSpPr>
          <p:sp>
            <p:nvSpPr>
              <p:cNvPr id="293" name="Rectangle 292">
                <a:extLst>
                  <a:ext uri="{FF2B5EF4-FFF2-40B4-BE49-F238E27FC236}">
                    <a16:creationId xmlns:a16="http://schemas.microsoft.com/office/drawing/2014/main" id="{46B23ABD-01D7-4974-A6B5-1BAD59DBD0F1}"/>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4" name="Rectangle 293">
                <a:extLst>
                  <a:ext uri="{FF2B5EF4-FFF2-40B4-BE49-F238E27FC236}">
                    <a16:creationId xmlns:a16="http://schemas.microsoft.com/office/drawing/2014/main" id="{FBFC7D41-69F6-4EB3-9CA3-9C80D567D04C}"/>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2EDC848E-5B3E-4590-9291-038070624AEE}"/>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097AAE73-0F84-4445-A91B-F64D1A2FAEC5}"/>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8" name="Group 247">
              <a:extLst>
                <a:ext uri="{FF2B5EF4-FFF2-40B4-BE49-F238E27FC236}">
                  <a16:creationId xmlns:a16="http://schemas.microsoft.com/office/drawing/2014/main" id="{77F0D506-6011-484D-A6FB-440B118CF01D}"/>
                </a:ext>
              </a:extLst>
            </p:cNvPr>
            <p:cNvGrpSpPr/>
            <p:nvPr/>
          </p:nvGrpSpPr>
          <p:grpSpPr>
            <a:xfrm>
              <a:off x="2160384" y="3389702"/>
              <a:ext cx="524570" cy="510538"/>
              <a:chOff x="9180347" y="987490"/>
              <a:chExt cx="1352962" cy="1353312"/>
            </a:xfrm>
            <a:effectLst/>
          </p:grpSpPr>
          <p:sp>
            <p:nvSpPr>
              <p:cNvPr id="288" name="Rectangle 287">
                <a:extLst>
                  <a:ext uri="{FF2B5EF4-FFF2-40B4-BE49-F238E27FC236}">
                    <a16:creationId xmlns:a16="http://schemas.microsoft.com/office/drawing/2014/main" id="{8A856874-21CA-4574-A0AC-1A935084BAFA}"/>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9" name="Rectangle 288">
                <a:extLst>
                  <a:ext uri="{FF2B5EF4-FFF2-40B4-BE49-F238E27FC236}">
                    <a16:creationId xmlns:a16="http://schemas.microsoft.com/office/drawing/2014/main" id="{78E42061-E893-4388-9C9F-299A3CF03CC4}"/>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6CEB9BA6-38DB-405C-8F66-2841E299D75B}"/>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2FC96435-BBCF-410B-A341-E1B3D1F6FBBC}"/>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83F7D57B-9244-4969-A316-9DFF76C1E4E1}"/>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9" name="Group 248">
              <a:extLst>
                <a:ext uri="{FF2B5EF4-FFF2-40B4-BE49-F238E27FC236}">
                  <a16:creationId xmlns:a16="http://schemas.microsoft.com/office/drawing/2014/main" id="{32FB5FA9-32FB-44FE-96DE-94C34EBA0D72}"/>
                </a:ext>
              </a:extLst>
            </p:cNvPr>
            <p:cNvGrpSpPr/>
            <p:nvPr/>
          </p:nvGrpSpPr>
          <p:grpSpPr>
            <a:xfrm>
              <a:off x="2158868" y="2878823"/>
              <a:ext cx="524570" cy="510538"/>
              <a:chOff x="9180347" y="987490"/>
              <a:chExt cx="1352962" cy="1353312"/>
            </a:xfrm>
            <a:effectLst/>
          </p:grpSpPr>
          <p:sp>
            <p:nvSpPr>
              <p:cNvPr id="261" name="Rectangle 260">
                <a:extLst>
                  <a:ext uri="{FF2B5EF4-FFF2-40B4-BE49-F238E27FC236}">
                    <a16:creationId xmlns:a16="http://schemas.microsoft.com/office/drawing/2014/main" id="{4BD41061-C977-4135-8DC6-C1577206060D}"/>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2" name="Rectangle 261">
                <a:extLst>
                  <a:ext uri="{FF2B5EF4-FFF2-40B4-BE49-F238E27FC236}">
                    <a16:creationId xmlns:a16="http://schemas.microsoft.com/office/drawing/2014/main" id="{00527C7B-C63C-4501-81FF-6273165E3D5B}"/>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F85C6BF5-D32A-40CE-99B0-416514C6BEF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412BD5D2-6B43-404A-BAA8-E9446DFD59B3}"/>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7" name="Rectangle 286">
                <a:extLst>
                  <a:ext uri="{FF2B5EF4-FFF2-40B4-BE49-F238E27FC236}">
                    <a16:creationId xmlns:a16="http://schemas.microsoft.com/office/drawing/2014/main" id="{BBEB4630-3D58-423A-9388-6F26955D392C}"/>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0" name="Group 249">
              <a:extLst>
                <a:ext uri="{FF2B5EF4-FFF2-40B4-BE49-F238E27FC236}">
                  <a16:creationId xmlns:a16="http://schemas.microsoft.com/office/drawing/2014/main" id="{783FE78D-2CBD-45D7-94E8-2B2E4CC10301}"/>
                </a:ext>
              </a:extLst>
            </p:cNvPr>
            <p:cNvGrpSpPr/>
            <p:nvPr/>
          </p:nvGrpSpPr>
          <p:grpSpPr>
            <a:xfrm>
              <a:off x="1633186" y="2878106"/>
              <a:ext cx="524570" cy="510538"/>
              <a:chOff x="9180347" y="987490"/>
              <a:chExt cx="1352962" cy="1353312"/>
            </a:xfrm>
            <a:effectLst/>
          </p:grpSpPr>
          <p:sp>
            <p:nvSpPr>
              <p:cNvPr id="256" name="Rectangle 255">
                <a:extLst>
                  <a:ext uri="{FF2B5EF4-FFF2-40B4-BE49-F238E27FC236}">
                    <a16:creationId xmlns:a16="http://schemas.microsoft.com/office/drawing/2014/main" id="{4881C1BC-5874-429F-89A5-E1D4E0DB4C7D}"/>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7" name="Rectangle 256">
                <a:extLst>
                  <a:ext uri="{FF2B5EF4-FFF2-40B4-BE49-F238E27FC236}">
                    <a16:creationId xmlns:a16="http://schemas.microsoft.com/office/drawing/2014/main" id="{2144879F-9448-457A-9E7F-3512FDDE6284}"/>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1E434C00-370C-40DF-BD4D-50FC1468992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5735CD09-5DDC-4DB0-9387-F519AB82AE25}"/>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53744E35-39B8-4355-854B-4F098B4EB073}"/>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1" name="Group 250">
              <a:extLst>
                <a:ext uri="{FF2B5EF4-FFF2-40B4-BE49-F238E27FC236}">
                  <a16:creationId xmlns:a16="http://schemas.microsoft.com/office/drawing/2014/main" id="{C746F7EF-20D6-4272-9DF6-AADF58161582}"/>
                </a:ext>
              </a:extLst>
            </p:cNvPr>
            <p:cNvGrpSpPr/>
            <p:nvPr/>
          </p:nvGrpSpPr>
          <p:grpSpPr>
            <a:xfrm>
              <a:off x="1117501" y="2876931"/>
              <a:ext cx="519060" cy="512397"/>
              <a:chOff x="7605132" y="3950429"/>
              <a:chExt cx="1352962" cy="1353312"/>
            </a:xfrm>
            <a:effectLst/>
          </p:grpSpPr>
          <p:sp>
            <p:nvSpPr>
              <p:cNvPr id="252" name="Rectangle 251">
                <a:extLst>
                  <a:ext uri="{FF2B5EF4-FFF2-40B4-BE49-F238E27FC236}">
                    <a16:creationId xmlns:a16="http://schemas.microsoft.com/office/drawing/2014/main" id="{F6A2D2DF-4CFE-4400-A099-1EF8A62FD7E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3" name="Rectangle 252">
                <a:extLst>
                  <a:ext uri="{FF2B5EF4-FFF2-40B4-BE49-F238E27FC236}">
                    <a16:creationId xmlns:a16="http://schemas.microsoft.com/office/drawing/2014/main" id="{21558923-BAAB-4BF1-8350-FD4FDF0994A9}"/>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F3CDC4A3-AE6E-4E70-9929-52E1149DBBEA}"/>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7D4C3A01-2549-4472-911C-ED4F32DCABD0}"/>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09" name="TextBox 108">
            <a:extLst>
              <a:ext uri="{FF2B5EF4-FFF2-40B4-BE49-F238E27FC236}">
                <a16:creationId xmlns:a16="http://schemas.microsoft.com/office/drawing/2014/main" id="{3CBBBBB2-99D8-4A95-8668-C12D20917BF7}"/>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110" name="TextBox 109">
            <a:extLst>
              <a:ext uri="{FF2B5EF4-FFF2-40B4-BE49-F238E27FC236}">
                <a16:creationId xmlns:a16="http://schemas.microsoft.com/office/drawing/2014/main" id="{A86F2E1A-6EB0-434D-97D6-344694D9FCE8}"/>
              </a:ext>
            </a:extLst>
          </p:cNvPr>
          <p:cNvSpPr txBox="1"/>
          <p:nvPr/>
        </p:nvSpPr>
        <p:spPr>
          <a:xfrm>
            <a:off x="7145883" y="1636741"/>
            <a:ext cx="2307042" cy="646331"/>
          </a:xfrm>
          <a:prstGeom prst="rect">
            <a:avLst/>
          </a:prstGeom>
          <a:noFill/>
        </p:spPr>
        <p:txBody>
          <a:bodyPr wrap="none" rtlCol="0">
            <a:spAutoFit/>
          </a:bodyPr>
          <a:lstStyle/>
          <a:p>
            <a:r>
              <a:rPr lang="en-US" dirty="0">
                <a:solidFill>
                  <a:schemeClr val="bg1"/>
                </a:solidFill>
              </a:rPr>
              <a:t>This system uniquely</a:t>
            </a:r>
            <a:br>
              <a:rPr lang="en-US" dirty="0">
                <a:solidFill>
                  <a:schemeClr val="bg1"/>
                </a:solidFill>
              </a:rPr>
            </a:br>
            <a:r>
              <a:rPr lang="en-US" dirty="0">
                <a:solidFill>
                  <a:schemeClr val="bg1"/>
                </a:solidFill>
              </a:rPr>
              <a:t>produces a 3x3 square:</a:t>
            </a:r>
          </a:p>
        </p:txBody>
      </p:sp>
    </p:spTree>
    <p:extLst>
      <p:ext uri="{BB962C8B-B14F-4D97-AF65-F5344CB8AC3E}">
        <p14:creationId xmlns:p14="http://schemas.microsoft.com/office/powerpoint/2010/main" val="340931522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TextBox 5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11" name="Group 10"/>
          <p:cNvGrpSpPr/>
          <p:nvPr/>
        </p:nvGrpSpPr>
        <p:grpSpPr>
          <a:xfrm>
            <a:off x="3648216" y="2577397"/>
            <a:ext cx="736657" cy="1332800"/>
            <a:chOff x="3800723" y="2591968"/>
            <a:chExt cx="736657" cy="1332800"/>
          </a:xfrm>
        </p:grpSpPr>
        <p:sp>
          <p:nvSpPr>
            <p:cNvPr id="6" name="Rectangle: Rounded Corners 5"/>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Rounded Corners 157"/>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60" name="TextBox 159"/>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61" name="TextBox 160"/>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68" name="Rectangle 167"/>
          <p:cNvSpPr/>
          <p:nvPr/>
        </p:nvSpPr>
        <p:spPr>
          <a:xfrm>
            <a:off x="1088012" y="2189854"/>
            <a:ext cx="1535266" cy="215167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TextBox 116"/>
          <p:cNvSpPr txBox="1"/>
          <p:nvPr/>
        </p:nvSpPr>
        <p:spPr>
          <a:xfrm>
            <a:off x="1325050" y="4864419"/>
            <a:ext cx="2056845" cy="369332"/>
          </a:xfrm>
          <a:prstGeom prst="rect">
            <a:avLst/>
          </a:prstGeom>
          <a:noFill/>
        </p:spPr>
        <p:txBody>
          <a:bodyPr wrap="none" rtlCol="0">
            <a:spAutoFit/>
          </a:bodyPr>
          <a:lstStyle/>
          <a:p>
            <a:r>
              <a:rPr lang="en-US" dirty="0">
                <a:solidFill>
                  <a:schemeClr val="bg1"/>
                </a:solidFill>
              </a:rPr>
              <a:t>Tile Complexity = 6</a:t>
            </a:r>
          </a:p>
        </p:txBody>
      </p:sp>
      <p:cxnSp>
        <p:nvCxnSpPr>
          <p:cNvPr id="118" name="Straight Connector 117"/>
          <p:cNvCxnSpPr>
            <a:cxnSpLocks/>
            <a:endCxn id="117" idx="0"/>
          </p:cNvCxnSpPr>
          <p:nvPr/>
        </p:nvCxnSpPr>
        <p:spPr>
          <a:xfrm>
            <a:off x="1764144" y="4397189"/>
            <a:ext cx="589329" cy="467230"/>
          </a:xfrm>
          <a:prstGeom prst="line">
            <a:avLst/>
          </a:prstGeom>
        </p:spPr>
        <p:style>
          <a:lnRef idx="1">
            <a:schemeClr val="dk1"/>
          </a:lnRef>
          <a:fillRef idx="0">
            <a:schemeClr val="dk1"/>
          </a:fillRef>
          <a:effectRef idx="0">
            <a:schemeClr val="dk1"/>
          </a:effectRef>
          <a:fontRef idx="minor">
            <a:schemeClr val="tx1"/>
          </a:fontRef>
        </p:style>
      </p:cxnSp>
      <p:grpSp>
        <p:nvGrpSpPr>
          <p:cNvPr id="3" name="Group 2">
            <a:extLst>
              <a:ext uri="{FF2B5EF4-FFF2-40B4-BE49-F238E27FC236}">
                <a16:creationId xmlns:a16="http://schemas.microsoft.com/office/drawing/2014/main" id="{FB03ACAC-8C49-4C3B-853C-7A88FA10FCC9}"/>
              </a:ext>
            </a:extLst>
          </p:cNvPr>
          <p:cNvGrpSpPr/>
          <p:nvPr/>
        </p:nvGrpSpPr>
        <p:grpSpPr>
          <a:xfrm>
            <a:off x="4555724" y="4630804"/>
            <a:ext cx="4668272" cy="1637030"/>
            <a:chOff x="4555724" y="4630804"/>
            <a:chExt cx="4668272" cy="1637030"/>
          </a:xfrm>
        </p:grpSpPr>
        <p:sp>
          <p:nvSpPr>
            <p:cNvPr id="2" name="Rectangle: Rounded Corners 1">
              <a:extLst>
                <a:ext uri="{FF2B5EF4-FFF2-40B4-BE49-F238E27FC236}">
                  <a16:creationId xmlns:a16="http://schemas.microsoft.com/office/drawing/2014/main" id="{3F5FF178-5939-4514-9A9B-181BB44D2EF6}"/>
                </a:ext>
              </a:extLst>
            </p:cNvPr>
            <p:cNvSpPr/>
            <p:nvPr/>
          </p:nvSpPr>
          <p:spPr>
            <a:xfrm>
              <a:off x="4632545" y="4630804"/>
              <a:ext cx="4591451" cy="1267698"/>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r>
                <a:rPr lang="en-US" sz="2400" dirty="0">
                  <a:solidFill>
                    <a:srgbClr val="FF0000"/>
                  </a:solidFill>
                </a:rPr>
                <a:t>   			</a:t>
              </a:r>
            </a:p>
          </p:txBody>
        </p:sp>
        <p:sp>
          <p:nvSpPr>
            <p:cNvPr id="7" name="TextBox 6">
              <a:extLst>
                <a:ext uri="{FF2B5EF4-FFF2-40B4-BE49-F238E27FC236}">
                  <a16:creationId xmlns:a16="http://schemas.microsoft.com/office/drawing/2014/main" id="{70FA0CD3-6F9D-42A9-9C2C-3DF81E4415ED}"/>
                </a:ext>
              </a:extLst>
            </p:cNvPr>
            <p:cNvSpPr txBox="1"/>
            <p:nvPr/>
          </p:nvSpPr>
          <p:spPr>
            <a:xfrm>
              <a:off x="4763025" y="4976766"/>
              <a:ext cx="1885453" cy="461665"/>
            </a:xfrm>
            <a:prstGeom prst="rect">
              <a:avLst/>
            </a:prstGeom>
            <a:noFill/>
          </p:spPr>
          <p:txBody>
            <a:bodyPr wrap="none" rtlCol="0">
              <a:spAutoFit/>
            </a:bodyPr>
            <a:lstStyle/>
            <a:p>
              <a:r>
                <a:rPr lang="en-US" sz="2400" i="1" dirty="0">
                  <a:solidFill>
                    <a:srgbClr val="FF0000"/>
                  </a:solidFill>
                </a:rPr>
                <a:t>n </a:t>
              </a:r>
              <a:r>
                <a:rPr lang="en-US" sz="2400" dirty="0">
                  <a:solidFill>
                    <a:srgbClr val="FF0000"/>
                  </a:solidFill>
                </a:rPr>
                <a:t>x </a:t>
              </a:r>
              <a:r>
                <a:rPr lang="en-US" sz="2400" i="1" dirty="0">
                  <a:solidFill>
                    <a:srgbClr val="FF0000"/>
                  </a:solidFill>
                </a:rPr>
                <a:t>n </a:t>
              </a:r>
              <a:r>
                <a:rPr lang="en-US" sz="2400" dirty="0">
                  <a:solidFill>
                    <a:srgbClr val="FF0000"/>
                  </a:solidFill>
                </a:rPr>
                <a:t>squares:</a:t>
              </a:r>
              <a:endParaRPr lang="en-US" sz="2400" i="1" dirty="0">
                <a:solidFill>
                  <a:srgbClr val="FF0000"/>
                </a:solidFill>
              </a:endParaRPr>
            </a:p>
          </p:txBody>
        </p:sp>
        <p:grpSp>
          <p:nvGrpSpPr>
            <p:cNvPr id="14" name="Group 13">
              <a:extLst>
                <a:ext uri="{FF2B5EF4-FFF2-40B4-BE49-F238E27FC236}">
                  <a16:creationId xmlns:a16="http://schemas.microsoft.com/office/drawing/2014/main" id="{DEC011E7-E98D-45AA-B4DD-98E7DC6319EB}"/>
                </a:ext>
              </a:extLst>
            </p:cNvPr>
            <p:cNvGrpSpPr/>
            <p:nvPr/>
          </p:nvGrpSpPr>
          <p:grpSpPr>
            <a:xfrm>
              <a:off x="6758407" y="4792101"/>
              <a:ext cx="2116285" cy="830997"/>
              <a:chOff x="6576982" y="4792101"/>
              <a:chExt cx="2116285" cy="830997"/>
            </a:xfrm>
          </p:grpSpPr>
          <p:sp>
            <p:nvSpPr>
              <p:cNvPr id="119" name="TextBox 118">
                <a:extLst>
                  <a:ext uri="{FF2B5EF4-FFF2-40B4-BE49-F238E27FC236}">
                    <a16:creationId xmlns:a16="http://schemas.microsoft.com/office/drawing/2014/main" id="{18A48275-8D83-4BE3-B322-BECC0107DF0F}"/>
                  </a:ext>
                </a:extLst>
              </p:cNvPr>
              <p:cNvSpPr txBox="1"/>
              <p:nvPr/>
            </p:nvSpPr>
            <p:spPr>
              <a:xfrm>
                <a:off x="6576982" y="4792101"/>
                <a:ext cx="2116285" cy="830997"/>
              </a:xfrm>
              <a:prstGeom prst="rect">
                <a:avLst/>
              </a:prstGeom>
              <a:noFill/>
            </p:spPr>
            <p:txBody>
              <a:bodyPr wrap="none" rtlCol="0">
                <a:spAutoFit/>
              </a:bodyPr>
              <a:lstStyle/>
              <a:p>
                <a:r>
                  <a:rPr lang="el-GR" sz="4800" dirty="0">
                    <a:solidFill>
                      <a:srgbClr val="FF0000"/>
                    </a:solidFill>
                  </a:rPr>
                  <a:t>Ω</a:t>
                </a:r>
                <a:r>
                  <a:rPr lang="en-US" sz="4800" dirty="0">
                    <a:solidFill>
                      <a:srgbClr val="FF0000"/>
                    </a:solidFill>
                  </a:rPr>
                  <a:t>(       )</a:t>
                </a:r>
              </a:p>
            </p:txBody>
          </p:sp>
          <p:cxnSp>
            <p:nvCxnSpPr>
              <p:cNvPr id="5" name="Straight Connector 4">
                <a:extLst>
                  <a:ext uri="{FF2B5EF4-FFF2-40B4-BE49-F238E27FC236}">
                    <a16:creationId xmlns:a16="http://schemas.microsoft.com/office/drawing/2014/main" id="{43BA4659-67CA-4BA2-94BB-ABBF8777A84A}"/>
                  </a:ext>
                </a:extLst>
              </p:cNvPr>
              <p:cNvCxnSpPr/>
              <p:nvPr/>
            </p:nvCxnSpPr>
            <p:spPr>
              <a:xfrm>
                <a:off x="7368644" y="5257949"/>
                <a:ext cx="97409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FC7619A-725C-440C-9D86-F9B8AB013EB3}"/>
                  </a:ext>
                </a:extLst>
              </p:cNvPr>
              <p:cNvSpPr txBox="1"/>
              <p:nvPr/>
            </p:nvSpPr>
            <p:spPr>
              <a:xfrm>
                <a:off x="7463747" y="4862739"/>
                <a:ext cx="885179" cy="461665"/>
              </a:xfrm>
              <a:prstGeom prst="rect">
                <a:avLst/>
              </a:prstGeom>
              <a:noFill/>
            </p:spPr>
            <p:txBody>
              <a:bodyPr wrap="none" rtlCol="0">
                <a:spAutoFit/>
              </a:bodyPr>
              <a:lstStyle/>
              <a:p>
                <a:r>
                  <a:rPr lang="en-US" sz="2400" dirty="0">
                    <a:solidFill>
                      <a:srgbClr val="FF0000"/>
                    </a:solidFill>
                  </a:rPr>
                  <a:t>log </a:t>
                </a:r>
                <a:r>
                  <a:rPr lang="en-US" sz="2400" i="1" dirty="0">
                    <a:solidFill>
                      <a:srgbClr val="FF0000"/>
                    </a:solidFill>
                  </a:rPr>
                  <a:t>n </a:t>
                </a:r>
                <a:endParaRPr lang="en-US" sz="2400" dirty="0"/>
              </a:p>
            </p:txBody>
          </p:sp>
          <p:sp>
            <p:nvSpPr>
              <p:cNvPr id="205" name="TextBox 204">
                <a:extLst>
                  <a:ext uri="{FF2B5EF4-FFF2-40B4-BE49-F238E27FC236}">
                    <a16:creationId xmlns:a16="http://schemas.microsoft.com/office/drawing/2014/main" id="{063624D9-653D-4247-A0B6-38D3423ADC64}"/>
                  </a:ext>
                </a:extLst>
              </p:cNvPr>
              <p:cNvSpPr txBox="1"/>
              <p:nvPr/>
            </p:nvSpPr>
            <p:spPr>
              <a:xfrm>
                <a:off x="7228907" y="5153879"/>
                <a:ext cx="1354858" cy="461665"/>
              </a:xfrm>
              <a:prstGeom prst="rect">
                <a:avLst/>
              </a:prstGeom>
              <a:noFill/>
            </p:spPr>
            <p:txBody>
              <a:bodyPr wrap="none" rtlCol="0">
                <a:spAutoFit/>
              </a:bodyPr>
              <a:lstStyle/>
              <a:p>
                <a:r>
                  <a:rPr lang="en-US" sz="2400" dirty="0">
                    <a:solidFill>
                      <a:srgbClr val="FF0000"/>
                    </a:solidFill>
                  </a:rPr>
                  <a:t>log </a:t>
                </a:r>
                <a:r>
                  <a:rPr lang="en-US" sz="2400" dirty="0" err="1">
                    <a:solidFill>
                      <a:srgbClr val="FF0000"/>
                    </a:solidFill>
                  </a:rPr>
                  <a:t>log</a:t>
                </a:r>
                <a:r>
                  <a:rPr lang="en-US" sz="2400" dirty="0">
                    <a:solidFill>
                      <a:srgbClr val="FF0000"/>
                    </a:solidFill>
                  </a:rPr>
                  <a:t> </a:t>
                </a:r>
                <a:r>
                  <a:rPr lang="en-US" sz="2400" i="1" dirty="0">
                    <a:solidFill>
                      <a:srgbClr val="FF0000"/>
                    </a:solidFill>
                  </a:rPr>
                  <a:t>n </a:t>
                </a:r>
                <a:endParaRPr lang="en-US" sz="2400" dirty="0"/>
              </a:p>
            </p:txBody>
          </p:sp>
        </p:grpSp>
        <p:sp>
          <p:nvSpPr>
            <p:cNvPr id="214" name="TextBox 213">
              <a:extLst>
                <a:ext uri="{FF2B5EF4-FFF2-40B4-BE49-F238E27FC236}">
                  <a16:creationId xmlns:a16="http://schemas.microsoft.com/office/drawing/2014/main" id="{9E9EF5AE-5816-475A-B36E-2BD252CEC444}"/>
                </a:ext>
              </a:extLst>
            </p:cNvPr>
            <p:cNvSpPr txBox="1"/>
            <p:nvPr/>
          </p:nvSpPr>
          <p:spPr>
            <a:xfrm>
              <a:off x="4555724" y="5898502"/>
              <a:ext cx="2851486" cy="369332"/>
            </a:xfrm>
            <a:prstGeom prst="rect">
              <a:avLst/>
            </a:prstGeom>
            <a:noFill/>
          </p:spPr>
          <p:txBody>
            <a:bodyPr wrap="none" rtlCol="0">
              <a:spAutoFit/>
            </a:bodyPr>
            <a:lstStyle/>
            <a:p>
              <a:r>
                <a:rPr lang="en-US" dirty="0">
                  <a:solidFill>
                    <a:srgbClr val="FF0000"/>
                  </a:solidFill>
                </a:rPr>
                <a:t>(</a:t>
              </a:r>
              <a:r>
                <a:rPr lang="en-US" dirty="0" err="1">
                  <a:solidFill>
                    <a:srgbClr val="FF0000"/>
                  </a:solidFill>
                </a:rPr>
                <a:t>Rothemund</a:t>
              </a:r>
              <a:r>
                <a:rPr lang="en-US" dirty="0">
                  <a:solidFill>
                    <a:srgbClr val="FF0000"/>
                  </a:solidFill>
                </a:rPr>
                <a:t>, </a:t>
              </a:r>
              <a:r>
                <a:rPr lang="en-US" dirty="0" err="1">
                  <a:solidFill>
                    <a:srgbClr val="FF0000"/>
                  </a:solidFill>
                </a:rPr>
                <a:t>Winfree</a:t>
              </a:r>
              <a:r>
                <a:rPr lang="en-US" dirty="0">
                  <a:solidFill>
                    <a:srgbClr val="FF0000"/>
                  </a:solidFill>
                </a:rPr>
                <a:t>, 2000)</a:t>
              </a:r>
              <a:endParaRPr lang="en-US" i="1" dirty="0">
                <a:solidFill>
                  <a:srgbClr val="FF0000"/>
                </a:solidFill>
              </a:endParaRPr>
            </a:p>
          </p:txBody>
        </p:sp>
      </p:grpSp>
      <p:grpSp>
        <p:nvGrpSpPr>
          <p:cNvPr id="215" name="Group 214">
            <a:extLst>
              <a:ext uri="{FF2B5EF4-FFF2-40B4-BE49-F238E27FC236}">
                <a16:creationId xmlns:a16="http://schemas.microsoft.com/office/drawing/2014/main" id="{3EB797EF-3C62-45B8-90EF-02B5B7134A2E}"/>
              </a:ext>
            </a:extLst>
          </p:cNvPr>
          <p:cNvGrpSpPr/>
          <p:nvPr/>
        </p:nvGrpSpPr>
        <p:grpSpPr>
          <a:xfrm>
            <a:off x="1189882" y="2277661"/>
            <a:ext cx="1292387" cy="1930154"/>
            <a:chOff x="1172407" y="197026"/>
            <a:chExt cx="1292387" cy="1930154"/>
          </a:xfrm>
        </p:grpSpPr>
        <p:grpSp>
          <p:nvGrpSpPr>
            <p:cNvPr id="216" name="Group 215">
              <a:extLst>
                <a:ext uri="{FF2B5EF4-FFF2-40B4-BE49-F238E27FC236}">
                  <a16:creationId xmlns:a16="http://schemas.microsoft.com/office/drawing/2014/main" id="{34698844-A8E0-4EA7-B005-D96B69DD4FF4}"/>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246" name="Rectangle 245">
                <a:extLst>
                  <a:ext uri="{FF2B5EF4-FFF2-40B4-BE49-F238E27FC236}">
                    <a16:creationId xmlns:a16="http://schemas.microsoft.com/office/drawing/2014/main" id="{2FB1AC93-E0D0-4D12-8008-02600D2330E0}"/>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7" name="Rectangle 246">
                <a:extLst>
                  <a:ext uri="{FF2B5EF4-FFF2-40B4-BE49-F238E27FC236}">
                    <a16:creationId xmlns:a16="http://schemas.microsoft.com/office/drawing/2014/main" id="{D229C01C-AE3D-4E7A-A93E-EDCD50F68478}"/>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E966FBB1-9BB3-4971-BE7A-69B0AD560DAF}"/>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9" name="Rectangle 248">
                <a:extLst>
                  <a:ext uri="{FF2B5EF4-FFF2-40B4-BE49-F238E27FC236}">
                    <a16:creationId xmlns:a16="http://schemas.microsoft.com/office/drawing/2014/main" id="{3C81CAAE-852A-4ADF-8279-23F5B0E74813}"/>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0" name="Rectangle 249">
                <a:extLst>
                  <a:ext uri="{FF2B5EF4-FFF2-40B4-BE49-F238E27FC236}">
                    <a16:creationId xmlns:a16="http://schemas.microsoft.com/office/drawing/2014/main" id="{741BF292-B84F-4B3A-B9C5-1CFF1DF4C3A7}"/>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1" name="Rectangle 250">
                <a:extLst>
                  <a:ext uri="{FF2B5EF4-FFF2-40B4-BE49-F238E27FC236}">
                    <a16:creationId xmlns:a16="http://schemas.microsoft.com/office/drawing/2014/main" id="{001350F2-8137-49D1-9D79-BA9B695DDCF8}"/>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7" name="Group 216">
              <a:extLst>
                <a:ext uri="{FF2B5EF4-FFF2-40B4-BE49-F238E27FC236}">
                  <a16:creationId xmlns:a16="http://schemas.microsoft.com/office/drawing/2014/main" id="{ABE9BBB7-C473-4F08-A97C-60624DB23F9E}"/>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241" name="Rectangle 240">
                <a:extLst>
                  <a:ext uri="{FF2B5EF4-FFF2-40B4-BE49-F238E27FC236}">
                    <a16:creationId xmlns:a16="http://schemas.microsoft.com/office/drawing/2014/main" id="{90A1EB28-2AC9-4CE5-8432-E7BC172CDE46}"/>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C0C35167-4930-49BD-A888-D6A56ADB88B0}"/>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3" name="Rectangle 242">
                <a:extLst>
                  <a:ext uri="{FF2B5EF4-FFF2-40B4-BE49-F238E27FC236}">
                    <a16:creationId xmlns:a16="http://schemas.microsoft.com/office/drawing/2014/main" id="{240E9203-C8CF-4B60-A615-CE5D4DE99386}"/>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4" name="Rectangle 243">
                <a:extLst>
                  <a:ext uri="{FF2B5EF4-FFF2-40B4-BE49-F238E27FC236}">
                    <a16:creationId xmlns:a16="http://schemas.microsoft.com/office/drawing/2014/main" id="{59699979-FAC2-4053-8779-B6A8E729D22E}"/>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5" name="Rectangle 244">
                <a:extLst>
                  <a:ext uri="{FF2B5EF4-FFF2-40B4-BE49-F238E27FC236}">
                    <a16:creationId xmlns:a16="http://schemas.microsoft.com/office/drawing/2014/main" id="{AD32BC66-9B3B-4803-A759-921DC21929A6}"/>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8" name="Group 217">
              <a:extLst>
                <a:ext uri="{FF2B5EF4-FFF2-40B4-BE49-F238E27FC236}">
                  <a16:creationId xmlns:a16="http://schemas.microsoft.com/office/drawing/2014/main" id="{8DDA576D-FE3F-406A-9620-4AE146D701E1}"/>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236" name="Rectangle 235">
                <a:extLst>
                  <a:ext uri="{FF2B5EF4-FFF2-40B4-BE49-F238E27FC236}">
                    <a16:creationId xmlns:a16="http://schemas.microsoft.com/office/drawing/2014/main" id="{450B8793-37F1-4BB4-93D7-27C48526C1F2}"/>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C47096A7-6BA8-4EA8-8514-723BA2F3B5C0}"/>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4704DB47-AC3F-4F0A-BFA0-00848ACBB3F9}"/>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4C9E248F-0427-45A0-A05D-0130F97B52A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0" name="Rectangle 239">
                <a:extLst>
                  <a:ext uri="{FF2B5EF4-FFF2-40B4-BE49-F238E27FC236}">
                    <a16:creationId xmlns:a16="http://schemas.microsoft.com/office/drawing/2014/main" id="{85CDEABE-C65E-4DA8-8C4C-69233E16D872}"/>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9" name="Group 218">
              <a:extLst>
                <a:ext uri="{FF2B5EF4-FFF2-40B4-BE49-F238E27FC236}">
                  <a16:creationId xmlns:a16="http://schemas.microsoft.com/office/drawing/2014/main" id="{36EDE17D-5A6D-4975-B6B4-CB112827E8EC}"/>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232" name="Rectangle 231">
                <a:extLst>
                  <a:ext uri="{FF2B5EF4-FFF2-40B4-BE49-F238E27FC236}">
                    <a16:creationId xmlns:a16="http://schemas.microsoft.com/office/drawing/2014/main" id="{B0BA86D8-7176-45BE-BC32-077126EECDDE}"/>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FFA4B81E-EEF0-48EA-9005-D936ABE1EDB0}"/>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0BAEA553-3C5E-4304-AED1-D75A083EC872}"/>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E4F2464A-0E5B-441F-9FCF-2ACEBAB5E9B9}"/>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0" name="Group 219">
              <a:extLst>
                <a:ext uri="{FF2B5EF4-FFF2-40B4-BE49-F238E27FC236}">
                  <a16:creationId xmlns:a16="http://schemas.microsoft.com/office/drawing/2014/main" id="{1B7E1FE7-C920-417D-983C-390AB2666DEF}"/>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226" name="Rectangle 225">
                <a:extLst>
                  <a:ext uri="{FF2B5EF4-FFF2-40B4-BE49-F238E27FC236}">
                    <a16:creationId xmlns:a16="http://schemas.microsoft.com/office/drawing/2014/main" id="{115DE6DA-171C-4463-A163-595A2B58B71F}"/>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9EDF5447-560A-4DEC-9B71-23C691EC3E63}"/>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1B4A2690-9D14-41D2-98FF-353738327090}"/>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32E7803A-71A0-44ED-BFA8-5E5DBA0067D1}"/>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6A11C898-17B3-4C55-921B-D599170E1F36}"/>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36EA91E7-5AAF-4883-9CF4-C7A9F3ADEA39}"/>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1" name="Group 220">
              <a:extLst>
                <a:ext uri="{FF2B5EF4-FFF2-40B4-BE49-F238E27FC236}">
                  <a16:creationId xmlns:a16="http://schemas.microsoft.com/office/drawing/2014/main" id="{1668B8E2-99F0-47AD-8F91-1A45218F62B8}"/>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222" name="Rectangle 221">
                <a:extLst>
                  <a:ext uri="{FF2B5EF4-FFF2-40B4-BE49-F238E27FC236}">
                    <a16:creationId xmlns:a16="http://schemas.microsoft.com/office/drawing/2014/main" id="{5E2FC4E6-8D6F-4E18-8E84-16080CCFFF4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3" name="Rectangle 222">
                <a:extLst>
                  <a:ext uri="{FF2B5EF4-FFF2-40B4-BE49-F238E27FC236}">
                    <a16:creationId xmlns:a16="http://schemas.microsoft.com/office/drawing/2014/main" id="{317CBA17-C721-4391-850A-AC11FFFD9D24}"/>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FD1F81BF-8DBC-458E-B9A2-BA0B165D24B8}"/>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0677852C-8F64-46AE-A146-493A58B24866}"/>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52" name="Group 251">
            <a:extLst>
              <a:ext uri="{FF2B5EF4-FFF2-40B4-BE49-F238E27FC236}">
                <a16:creationId xmlns:a16="http://schemas.microsoft.com/office/drawing/2014/main" id="{46CCF0D7-7FFD-4E65-87E1-0795F7D1A0A1}"/>
              </a:ext>
            </a:extLst>
          </p:cNvPr>
          <p:cNvGrpSpPr/>
          <p:nvPr/>
        </p:nvGrpSpPr>
        <p:grpSpPr>
          <a:xfrm>
            <a:off x="7453995" y="2577906"/>
            <a:ext cx="1568989" cy="1534622"/>
            <a:chOff x="1116687" y="2876931"/>
            <a:chExt cx="1568989" cy="1534622"/>
          </a:xfrm>
          <a:effectLst>
            <a:outerShdw blurRad="50800" dist="38100" dir="2700000" algn="tl" rotWithShape="0">
              <a:prstClr val="black">
                <a:alpha val="40000"/>
              </a:prstClr>
            </a:outerShdw>
          </a:effectLst>
        </p:grpSpPr>
        <p:grpSp>
          <p:nvGrpSpPr>
            <p:cNvPr id="253" name="Group 252">
              <a:extLst>
                <a:ext uri="{FF2B5EF4-FFF2-40B4-BE49-F238E27FC236}">
                  <a16:creationId xmlns:a16="http://schemas.microsoft.com/office/drawing/2014/main" id="{98D2D8B5-F08D-4A48-AAB4-13E2E8098EB4}"/>
                </a:ext>
              </a:extLst>
            </p:cNvPr>
            <p:cNvGrpSpPr/>
            <p:nvPr/>
          </p:nvGrpSpPr>
          <p:grpSpPr>
            <a:xfrm>
              <a:off x="1116687" y="3390252"/>
              <a:ext cx="521228" cy="510538"/>
              <a:chOff x="2274846" y="1095709"/>
              <a:chExt cx="1352962" cy="1355911"/>
            </a:xfrm>
            <a:effectLst/>
          </p:grpSpPr>
          <p:sp>
            <p:nvSpPr>
              <p:cNvPr id="323" name="Rectangle 322">
                <a:extLst>
                  <a:ext uri="{FF2B5EF4-FFF2-40B4-BE49-F238E27FC236}">
                    <a16:creationId xmlns:a16="http://schemas.microsoft.com/office/drawing/2014/main" id="{B43C48E0-92C6-4AEB-B639-5F16BC30CAE3}"/>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4" name="Rectangle 323">
                <a:extLst>
                  <a:ext uri="{FF2B5EF4-FFF2-40B4-BE49-F238E27FC236}">
                    <a16:creationId xmlns:a16="http://schemas.microsoft.com/office/drawing/2014/main" id="{A433CDFD-49B8-4F8B-BA4E-8D7496E91883}"/>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5" name="Rectangle 324">
                <a:extLst>
                  <a:ext uri="{FF2B5EF4-FFF2-40B4-BE49-F238E27FC236}">
                    <a16:creationId xmlns:a16="http://schemas.microsoft.com/office/drawing/2014/main" id="{643C3D91-CFF7-4858-A156-8A8CC9DCCC63}"/>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6" name="Rectangle 325">
                <a:extLst>
                  <a:ext uri="{FF2B5EF4-FFF2-40B4-BE49-F238E27FC236}">
                    <a16:creationId xmlns:a16="http://schemas.microsoft.com/office/drawing/2014/main" id="{40C7EE14-0B60-4354-A0EE-D37F48D6FFAA}"/>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7" name="Rectangle 326">
                <a:extLst>
                  <a:ext uri="{FF2B5EF4-FFF2-40B4-BE49-F238E27FC236}">
                    <a16:creationId xmlns:a16="http://schemas.microsoft.com/office/drawing/2014/main" id="{1785B6B2-5DCD-4AE3-9DAD-B9DADE6BDA78}"/>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8" name="Rectangle 327">
                <a:extLst>
                  <a:ext uri="{FF2B5EF4-FFF2-40B4-BE49-F238E27FC236}">
                    <a16:creationId xmlns:a16="http://schemas.microsoft.com/office/drawing/2014/main" id="{EC5481E1-DA64-42A7-96CE-1B37B6604F3E}"/>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4" name="Group 253">
              <a:extLst>
                <a:ext uri="{FF2B5EF4-FFF2-40B4-BE49-F238E27FC236}">
                  <a16:creationId xmlns:a16="http://schemas.microsoft.com/office/drawing/2014/main" id="{5739EE1C-4B9D-4FE6-92BB-7E2C1271EA2B}"/>
                </a:ext>
              </a:extLst>
            </p:cNvPr>
            <p:cNvGrpSpPr/>
            <p:nvPr/>
          </p:nvGrpSpPr>
          <p:grpSpPr>
            <a:xfrm>
              <a:off x="1116753" y="3900790"/>
              <a:ext cx="521294" cy="510538"/>
              <a:chOff x="9356965" y="2466176"/>
              <a:chExt cx="1353133" cy="1353312"/>
            </a:xfrm>
            <a:effectLst/>
          </p:grpSpPr>
          <p:sp>
            <p:nvSpPr>
              <p:cNvPr id="318" name="Rectangle 317">
                <a:extLst>
                  <a:ext uri="{FF2B5EF4-FFF2-40B4-BE49-F238E27FC236}">
                    <a16:creationId xmlns:a16="http://schemas.microsoft.com/office/drawing/2014/main" id="{A2955F50-97BF-496E-8893-2DB6333EF551}"/>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9" name="Rectangle 318">
                <a:extLst>
                  <a:ext uri="{FF2B5EF4-FFF2-40B4-BE49-F238E27FC236}">
                    <a16:creationId xmlns:a16="http://schemas.microsoft.com/office/drawing/2014/main" id="{3139F47B-3CF7-4301-987B-88AE38ECFA77}"/>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0" name="Rectangle 319">
                <a:extLst>
                  <a:ext uri="{FF2B5EF4-FFF2-40B4-BE49-F238E27FC236}">
                    <a16:creationId xmlns:a16="http://schemas.microsoft.com/office/drawing/2014/main" id="{4434B340-069D-4270-93B3-83F5F44A7F95}"/>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1" name="Rectangle 320">
                <a:extLst>
                  <a:ext uri="{FF2B5EF4-FFF2-40B4-BE49-F238E27FC236}">
                    <a16:creationId xmlns:a16="http://schemas.microsoft.com/office/drawing/2014/main" id="{5C9A00A6-1F86-4DA1-96C8-41EB54124405}"/>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2" name="Rectangle 321">
                <a:extLst>
                  <a:ext uri="{FF2B5EF4-FFF2-40B4-BE49-F238E27FC236}">
                    <a16:creationId xmlns:a16="http://schemas.microsoft.com/office/drawing/2014/main" id="{16F3BCC4-DFB8-4AA4-93A0-E6201AFF3967}"/>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5" name="Group 254">
              <a:extLst>
                <a:ext uri="{FF2B5EF4-FFF2-40B4-BE49-F238E27FC236}">
                  <a16:creationId xmlns:a16="http://schemas.microsoft.com/office/drawing/2014/main" id="{097DD33A-839D-45DA-B3D3-609DC04AB799}"/>
                </a:ext>
              </a:extLst>
            </p:cNvPr>
            <p:cNvGrpSpPr/>
            <p:nvPr/>
          </p:nvGrpSpPr>
          <p:grpSpPr>
            <a:xfrm>
              <a:off x="1636117" y="3391429"/>
              <a:ext cx="524570" cy="510538"/>
              <a:chOff x="9180347" y="987490"/>
              <a:chExt cx="1352962" cy="1353312"/>
            </a:xfrm>
            <a:effectLst/>
          </p:grpSpPr>
          <p:sp>
            <p:nvSpPr>
              <p:cNvPr id="313" name="Rectangle 312">
                <a:extLst>
                  <a:ext uri="{FF2B5EF4-FFF2-40B4-BE49-F238E27FC236}">
                    <a16:creationId xmlns:a16="http://schemas.microsoft.com/office/drawing/2014/main" id="{1AC2EFD2-9C68-44E2-B57E-BD939CCF0B21}"/>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4" name="Rectangle 313">
                <a:extLst>
                  <a:ext uri="{FF2B5EF4-FFF2-40B4-BE49-F238E27FC236}">
                    <a16:creationId xmlns:a16="http://schemas.microsoft.com/office/drawing/2014/main" id="{3C81C110-D36C-4FA8-92A3-663722BD0857}"/>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5" name="Rectangle 314">
                <a:extLst>
                  <a:ext uri="{FF2B5EF4-FFF2-40B4-BE49-F238E27FC236}">
                    <a16:creationId xmlns:a16="http://schemas.microsoft.com/office/drawing/2014/main" id="{D24E7CE1-994D-49B7-8078-05BC244114EB}"/>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6" name="Rectangle 315">
                <a:extLst>
                  <a:ext uri="{FF2B5EF4-FFF2-40B4-BE49-F238E27FC236}">
                    <a16:creationId xmlns:a16="http://schemas.microsoft.com/office/drawing/2014/main" id="{9DE3F61C-A11D-4F4D-8A06-BE3CA7982048}"/>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7" name="Rectangle 316">
                <a:extLst>
                  <a:ext uri="{FF2B5EF4-FFF2-40B4-BE49-F238E27FC236}">
                    <a16:creationId xmlns:a16="http://schemas.microsoft.com/office/drawing/2014/main" id="{FE58B20F-415F-48FE-9950-A0EBCDF7AB78}"/>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6" name="Group 255">
              <a:extLst>
                <a:ext uri="{FF2B5EF4-FFF2-40B4-BE49-F238E27FC236}">
                  <a16:creationId xmlns:a16="http://schemas.microsoft.com/office/drawing/2014/main" id="{7CDD522D-3E84-4E27-94C0-0120C5A5C950}"/>
                </a:ext>
              </a:extLst>
            </p:cNvPr>
            <p:cNvGrpSpPr/>
            <p:nvPr/>
          </p:nvGrpSpPr>
          <p:grpSpPr>
            <a:xfrm>
              <a:off x="1636561" y="3900582"/>
              <a:ext cx="524311" cy="510954"/>
              <a:chOff x="902841" y="1533868"/>
              <a:chExt cx="1353132" cy="1353312"/>
            </a:xfrm>
            <a:effectLst/>
          </p:grpSpPr>
          <p:sp>
            <p:nvSpPr>
              <p:cNvPr id="307" name="Rectangle 306">
                <a:extLst>
                  <a:ext uri="{FF2B5EF4-FFF2-40B4-BE49-F238E27FC236}">
                    <a16:creationId xmlns:a16="http://schemas.microsoft.com/office/drawing/2014/main" id="{C967E357-E8A4-4904-9AE3-01B5025C40D6}"/>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8" name="Rectangle 307">
                <a:extLst>
                  <a:ext uri="{FF2B5EF4-FFF2-40B4-BE49-F238E27FC236}">
                    <a16:creationId xmlns:a16="http://schemas.microsoft.com/office/drawing/2014/main" id="{261F6938-B96A-4677-8E97-A077645ADC1D}"/>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9" name="Rectangle 308">
                <a:extLst>
                  <a:ext uri="{FF2B5EF4-FFF2-40B4-BE49-F238E27FC236}">
                    <a16:creationId xmlns:a16="http://schemas.microsoft.com/office/drawing/2014/main" id="{68F92CF3-D18C-45F7-87EB-DCA1501EB43B}"/>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0" name="Rectangle 309">
                <a:extLst>
                  <a:ext uri="{FF2B5EF4-FFF2-40B4-BE49-F238E27FC236}">
                    <a16:creationId xmlns:a16="http://schemas.microsoft.com/office/drawing/2014/main" id="{C1A6A872-69D6-4C9C-B7BB-B55FC8BD2110}"/>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1" name="Rectangle 310">
                <a:extLst>
                  <a:ext uri="{FF2B5EF4-FFF2-40B4-BE49-F238E27FC236}">
                    <a16:creationId xmlns:a16="http://schemas.microsoft.com/office/drawing/2014/main" id="{F5A99A26-49BA-4615-AC2C-1F28046FEC86}"/>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2" name="Rectangle 311">
                <a:extLst>
                  <a:ext uri="{FF2B5EF4-FFF2-40B4-BE49-F238E27FC236}">
                    <a16:creationId xmlns:a16="http://schemas.microsoft.com/office/drawing/2014/main" id="{93C9D200-C35D-4288-B582-299963A36D1D}"/>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7" name="Group 256">
              <a:extLst>
                <a:ext uri="{FF2B5EF4-FFF2-40B4-BE49-F238E27FC236}">
                  <a16:creationId xmlns:a16="http://schemas.microsoft.com/office/drawing/2014/main" id="{29C939D8-C46D-4491-9B95-4672A0E18755}"/>
                </a:ext>
              </a:extLst>
            </p:cNvPr>
            <p:cNvGrpSpPr/>
            <p:nvPr/>
          </p:nvGrpSpPr>
          <p:grpSpPr>
            <a:xfrm>
              <a:off x="2159663" y="3900335"/>
              <a:ext cx="526013" cy="511218"/>
              <a:chOff x="7607604" y="4156548"/>
              <a:chExt cx="1352961" cy="1353312"/>
            </a:xfrm>
            <a:effectLst/>
          </p:grpSpPr>
          <p:sp>
            <p:nvSpPr>
              <p:cNvPr id="303" name="Rectangle 302">
                <a:extLst>
                  <a:ext uri="{FF2B5EF4-FFF2-40B4-BE49-F238E27FC236}">
                    <a16:creationId xmlns:a16="http://schemas.microsoft.com/office/drawing/2014/main" id="{AE077C9E-444E-486F-BAA3-590A8963FD5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4" name="Rectangle 303">
                <a:extLst>
                  <a:ext uri="{FF2B5EF4-FFF2-40B4-BE49-F238E27FC236}">
                    <a16:creationId xmlns:a16="http://schemas.microsoft.com/office/drawing/2014/main" id="{F30487F8-C08D-4DBD-B99A-BEB64EE57E91}"/>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ectangle 304">
                <a:extLst>
                  <a:ext uri="{FF2B5EF4-FFF2-40B4-BE49-F238E27FC236}">
                    <a16:creationId xmlns:a16="http://schemas.microsoft.com/office/drawing/2014/main" id="{8EBD40F5-40AE-4D89-BCF6-5DEFCAA98D08}"/>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6" name="Rectangle 305">
                <a:extLst>
                  <a:ext uri="{FF2B5EF4-FFF2-40B4-BE49-F238E27FC236}">
                    <a16:creationId xmlns:a16="http://schemas.microsoft.com/office/drawing/2014/main" id="{785E6052-1FCD-42C6-BADA-1CE4FD7F1739}"/>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8" name="Group 257">
              <a:extLst>
                <a:ext uri="{FF2B5EF4-FFF2-40B4-BE49-F238E27FC236}">
                  <a16:creationId xmlns:a16="http://schemas.microsoft.com/office/drawing/2014/main" id="{30C55690-0501-4E64-9A00-67624E6FF7B9}"/>
                </a:ext>
              </a:extLst>
            </p:cNvPr>
            <p:cNvGrpSpPr/>
            <p:nvPr/>
          </p:nvGrpSpPr>
          <p:grpSpPr>
            <a:xfrm>
              <a:off x="2160384" y="3389702"/>
              <a:ext cx="524570" cy="510538"/>
              <a:chOff x="9180347" y="987490"/>
              <a:chExt cx="1352962" cy="1353312"/>
            </a:xfrm>
            <a:effectLst/>
          </p:grpSpPr>
          <p:sp>
            <p:nvSpPr>
              <p:cNvPr id="298" name="Rectangle 297">
                <a:extLst>
                  <a:ext uri="{FF2B5EF4-FFF2-40B4-BE49-F238E27FC236}">
                    <a16:creationId xmlns:a16="http://schemas.microsoft.com/office/drawing/2014/main" id="{933B588D-9B3B-43DD-9570-F206C36FB68B}"/>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5C303880-2AD9-4C8F-890E-68E157C5E6F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0" name="Rectangle 299">
                <a:extLst>
                  <a:ext uri="{FF2B5EF4-FFF2-40B4-BE49-F238E27FC236}">
                    <a16:creationId xmlns:a16="http://schemas.microsoft.com/office/drawing/2014/main" id="{DD451756-F45D-4CB5-B50D-59E3D8427E3F}"/>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859DE63A-E7CF-41D0-8F30-2048703EE1BD}"/>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2044A74A-DCD0-4025-96B5-61C724C951CC}"/>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9" name="Group 258">
              <a:extLst>
                <a:ext uri="{FF2B5EF4-FFF2-40B4-BE49-F238E27FC236}">
                  <a16:creationId xmlns:a16="http://schemas.microsoft.com/office/drawing/2014/main" id="{442D49A8-D3FA-4913-BEA0-7679779B5ADE}"/>
                </a:ext>
              </a:extLst>
            </p:cNvPr>
            <p:cNvGrpSpPr/>
            <p:nvPr/>
          </p:nvGrpSpPr>
          <p:grpSpPr>
            <a:xfrm>
              <a:off x="2158868" y="2878823"/>
              <a:ext cx="524570" cy="510538"/>
              <a:chOff x="9180347" y="987490"/>
              <a:chExt cx="1352962" cy="1353312"/>
            </a:xfrm>
            <a:effectLst/>
          </p:grpSpPr>
          <p:sp>
            <p:nvSpPr>
              <p:cNvPr id="293" name="Rectangle 292">
                <a:extLst>
                  <a:ext uri="{FF2B5EF4-FFF2-40B4-BE49-F238E27FC236}">
                    <a16:creationId xmlns:a16="http://schemas.microsoft.com/office/drawing/2014/main" id="{AC5D9F0E-9B1D-454B-829F-F54DA5D22AB9}"/>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4" name="Rectangle 293">
                <a:extLst>
                  <a:ext uri="{FF2B5EF4-FFF2-40B4-BE49-F238E27FC236}">
                    <a16:creationId xmlns:a16="http://schemas.microsoft.com/office/drawing/2014/main" id="{99DCCC33-EF9D-400A-92EB-6C1DDBE39A87}"/>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AE0E32E2-4C7E-46B2-8C4D-93F161DFE276}"/>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2A3D942D-1C53-4F15-9D46-2065AA953F53}"/>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C0719FA8-26E8-46B9-AB00-D33DF51456AA}"/>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0" name="Group 259">
              <a:extLst>
                <a:ext uri="{FF2B5EF4-FFF2-40B4-BE49-F238E27FC236}">
                  <a16:creationId xmlns:a16="http://schemas.microsoft.com/office/drawing/2014/main" id="{06900190-2765-49C4-B2B9-63D88C481B04}"/>
                </a:ext>
              </a:extLst>
            </p:cNvPr>
            <p:cNvGrpSpPr/>
            <p:nvPr/>
          </p:nvGrpSpPr>
          <p:grpSpPr>
            <a:xfrm>
              <a:off x="1633186" y="2878106"/>
              <a:ext cx="524570" cy="510538"/>
              <a:chOff x="9180347" y="987490"/>
              <a:chExt cx="1352962" cy="1353312"/>
            </a:xfrm>
            <a:effectLst/>
          </p:grpSpPr>
          <p:sp>
            <p:nvSpPr>
              <p:cNvPr id="288" name="Rectangle 287">
                <a:extLst>
                  <a:ext uri="{FF2B5EF4-FFF2-40B4-BE49-F238E27FC236}">
                    <a16:creationId xmlns:a16="http://schemas.microsoft.com/office/drawing/2014/main" id="{3840C2FF-15A3-4599-A74A-0349DDBA2D2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9" name="Rectangle 288">
                <a:extLst>
                  <a:ext uri="{FF2B5EF4-FFF2-40B4-BE49-F238E27FC236}">
                    <a16:creationId xmlns:a16="http://schemas.microsoft.com/office/drawing/2014/main" id="{E6C2F138-237B-40FF-BD1C-2791D4D7A5DD}"/>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5134D877-A757-402F-B286-2C8B7A06E7C0}"/>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0C947AA8-324B-4C7F-A16E-C692FF277341}"/>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57502D29-4D6C-4AB5-95E3-5D236A8898DE}"/>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1" name="Group 260">
              <a:extLst>
                <a:ext uri="{FF2B5EF4-FFF2-40B4-BE49-F238E27FC236}">
                  <a16:creationId xmlns:a16="http://schemas.microsoft.com/office/drawing/2014/main" id="{1925C70F-6125-439D-8FBE-78D48A0604B8}"/>
                </a:ext>
              </a:extLst>
            </p:cNvPr>
            <p:cNvGrpSpPr/>
            <p:nvPr/>
          </p:nvGrpSpPr>
          <p:grpSpPr>
            <a:xfrm>
              <a:off x="1117501" y="2876931"/>
              <a:ext cx="519060" cy="512397"/>
              <a:chOff x="7605132" y="3950429"/>
              <a:chExt cx="1352962" cy="1353312"/>
            </a:xfrm>
            <a:effectLst/>
          </p:grpSpPr>
          <p:sp>
            <p:nvSpPr>
              <p:cNvPr id="262" name="Rectangle 261">
                <a:extLst>
                  <a:ext uri="{FF2B5EF4-FFF2-40B4-BE49-F238E27FC236}">
                    <a16:creationId xmlns:a16="http://schemas.microsoft.com/office/drawing/2014/main" id="{AF428708-7FBE-40EB-A413-15A0E30594F7}"/>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2D52029A-C62C-45BE-8E5F-B108A86B7746}"/>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85EB476E-C80F-4137-B48F-D6F5AC25497C}"/>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7" name="Rectangle 286">
                <a:extLst>
                  <a:ext uri="{FF2B5EF4-FFF2-40B4-BE49-F238E27FC236}">
                    <a16:creationId xmlns:a16="http://schemas.microsoft.com/office/drawing/2014/main" id="{C382AA7B-FFE1-4531-BF99-E22FAC698F6C}"/>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20" name="TextBox 119">
            <a:extLst>
              <a:ext uri="{FF2B5EF4-FFF2-40B4-BE49-F238E27FC236}">
                <a16:creationId xmlns:a16="http://schemas.microsoft.com/office/drawing/2014/main" id="{5014AE3B-7D1D-4C4F-BA9C-D82D10BD56A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121" name="TextBox 120">
            <a:extLst>
              <a:ext uri="{FF2B5EF4-FFF2-40B4-BE49-F238E27FC236}">
                <a16:creationId xmlns:a16="http://schemas.microsoft.com/office/drawing/2014/main" id="{AA8698D9-0EBF-4364-8349-34145C3A4590}"/>
              </a:ext>
            </a:extLst>
          </p:cNvPr>
          <p:cNvSpPr txBox="1"/>
          <p:nvPr/>
        </p:nvSpPr>
        <p:spPr>
          <a:xfrm>
            <a:off x="7145883" y="1636741"/>
            <a:ext cx="2307042" cy="646331"/>
          </a:xfrm>
          <a:prstGeom prst="rect">
            <a:avLst/>
          </a:prstGeom>
          <a:noFill/>
        </p:spPr>
        <p:txBody>
          <a:bodyPr wrap="none" rtlCol="0">
            <a:spAutoFit/>
          </a:bodyPr>
          <a:lstStyle/>
          <a:p>
            <a:r>
              <a:rPr lang="en-US" dirty="0">
                <a:solidFill>
                  <a:schemeClr val="bg1"/>
                </a:solidFill>
              </a:rPr>
              <a:t>This system uniquely</a:t>
            </a:r>
            <a:br>
              <a:rPr lang="en-US" dirty="0">
                <a:solidFill>
                  <a:schemeClr val="bg1"/>
                </a:solidFill>
              </a:rPr>
            </a:br>
            <a:r>
              <a:rPr lang="en-US" dirty="0">
                <a:solidFill>
                  <a:schemeClr val="bg1"/>
                </a:solidFill>
              </a:rPr>
              <a:t>produces a 3x3 square:</a:t>
            </a:r>
          </a:p>
        </p:txBody>
      </p:sp>
    </p:spTree>
    <p:extLst>
      <p:ext uri="{BB962C8B-B14F-4D97-AF65-F5344CB8AC3E}">
        <p14:creationId xmlns:p14="http://schemas.microsoft.com/office/powerpoint/2010/main" val="168306773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1" name="Rectangle 60"/>
          <p:cNvSpPr/>
          <p:nvPr/>
        </p:nvSpPr>
        <p:spPr>
          <a:xfrm>
            <a:off x="1112001" y="2182826"/>
            <a:ext cx="1535266" cy="151537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TextBox 167"/>
          <p:cNvSpPr txBox="1"/>
          <p:nvPr/>
        </p:nvSpPr>
        <p:spPr>
          <a:xfrm>
            <a:off x="4285526" y="373996"/>
            <a:ext cx="3449791" cy="923330"/>
          </a:xfrm>
          <a:prstGeom prst="rect">
            <a:avLst/>
          </a:prstGeom>
          <a:noFill/>
        </p:spPr>
        <p:txBody>
          <a:bodyPr wrap="none" rtlCol="0">
            <a:spAutoFit/>
          </a:bodyPr>
          <a:lstStyle/>
          <a:p>
            <a:pPr algn="ctr"/>
            <a:r>
              <a:rPr lang="en-US" sz="3600" dirty="0">
                <a:solidFill>
                  <a:schemeClr val="bg1"/>
                </a:solidFill>
              </a:rPr>
              <a:t>Negative Glues</a:t>
            </a:r>
          </a:p>
          <a:p>
            <a:pPr algn="ctr"/>
            <a:r>
              <a:rPr lang="en-US" dirty="0">
                <a:solidFill>
                  <a:schemeClr val="bg1"/>
                </a:solidFill>
              </a:rPr>
              <a:t>(</a:t>
            </a:r>
            <a:r>
              <a:rPr lang="en-US" dirty="0" err="1">
                <a:solidFill>
                  <a:schemeClr val="bg1"/>
                </a:solidFill>
              </a:rPr>
              <a:t>Patitz</a:t>
            </a:r>
            <a:r>
              <a:rPr lang="en-US" dirty="0">
                <a:solidFill>
                  <a:schemeClr val="bg1"/>
                </a:solidFill>
              </a:rPr>
              <a:t>, </a:t>
            </a:r>
            <a:r>
              <a:rPr lang="en-US" dirty="0" err="1">
                <a:solidFill>
                  <a:schemeClr val="bg1"/>
                </a:solidFill>
              </a:rPr>
              <a:t>Schweller</a:t>
            </a:r>
            <a:r>
              <a:rPr lang="en-US" dirty="0">
                <a:solidFill>
                  <a:schemeClr val="bg1"/>
                </a:solidFill>
              </a:rPr>
              <a:t>, Summers, 2011)</a:t>
            </a:r>
          </a:p>
        </p:txBody>
      </p:sp>
      <p:sp>
        <p:nvSpPr>
          <p:cNvPr id="78" name="TextBox 7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79" name="Group 78"/>
          <p:cNvGrpSpPr/>
          <p:nvPr/>
        </p:nvGrpSpPr>
        <p:grpSpPr>
          <a:xfrm>
            <a:off x="3648216" y="2577397"/>
            <a:ext cx="736657" cy="1332800"/>
            <a:chOff x="3800723" y="2591968"/>
            <a:chExt cx="736657" cy="1332800"/>
          </a:xfrm>
        </p:grpSpPr>
        <p:sp>
          <p:nvSpPr>
            <p:cNvPr id="80" name="Rectangle: Rounded Corners 79"/>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5" name="TextBox 84"/>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50" name="Group 49">
            <a:extLst>
              <a:ext uri="{FF2B5EF4-FFF2-40B4-BE49-F238E27FC236}">
                <a16:creationId xmlns:a16="http://schemas.microsoft.com/office/drawing/2014/main" id="{BE82DC36-4B40-4EF7-9665-94D06EA2B811}"/>
              </a:ext>
            </a:extLst>
          </p:cNvPr>
          <p:cNvGrpSpPr/>
          <p:nvPr/>
        </p:nvGrpSpPr>
        <p:grpSpPr>
          <a:xfrm>
            <a:off x="1227432" y="2316367"/>
            <a:ext cx="1259033" cy="1221553"/>
            <a:chOff x="1227432" y="2316367"/>
            <a:chExt cx="1259033" cy="1221553"/>
          </a:xfrm>
        </p:grpSpPr>
        <p:grpSp>
          <p:nvGrpSpPr>
            <p:cNvPr id="52" name="Group 51">
              <a:extLst>
                <a:ext uri="{FF2B5EF4-FFF2-40B4-BE49-F238E27FC236}">
                  <a16:creationId xmlns:a16="http://schemas.microsoft.com/office/drawing/2014/main" id="{11490348-68FE-4B5A-9B1B-EDCAE05D3C11}"/>
                </a:ext>
              </a:extLst>
            </p:cNvPr>
            <p:cNvGrpSpPr/>
            <p:nvPr/>
          </p:nvGrpSpPr>
          <p:grpSpPr>
            <a:xfrm>
              <a:off x="1227432" y="2316367"/>
              <a:ext cx="519555" cy="508319"/>
              <a:chOff x="7617284" y="4008730"/>
              <a:chExt cx="1352961" cy="1353312"/>
            </a:xfrm>
            <a:effectLst>
              <a:outerShdw blurRad="50800" dist="38100" dir="2700000" algn="tl" rotWithShape="0">
                <a:prstClr val="black">
                  <a:alpha val="40000"/>
                </a:prstClr>
              </a:outerShdw>
            </a:effectLst>
          </p:grpSpPr>
          <p:sp>
            <p:nvSpPr>
              <p:cNvPr id="72" name="Rectangle 71">
                <a:extLst>
                  <a:ext uri="{FF2B5EF4-FFF2-40B4-BE49-F238E27FC236}">
                    <a16:creationId xmlns:a16="http://schemas.microsoft.com/office/drawing/2014/main" id="{A5AE7AD3-0725-42C1-A7C3-05FDECB9818D}"/>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3" name="Rectangle 72">
                <a:extLst>
                  <a:ext uri="{FF2B5EF4-FFF2-40B4-BE49-F238E27FC236}">
                    <a16:creationId xmlns:a16="http://schemas.microsoft.com/office/drawing/2014/main" id="{0F6B2930-7C68-47DC-AEE4-26D340934DDC}"/>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4" name="Rectangle 73">
                <a:extLst>
                  <a:ext uri="{FF2B5EF4-FFF2-40B4-BE49-F238E27FC236}">
                    <a16:creationId xmlns:a16="http://schemas.microsoft.com/office/drawing/2014/main" id="{9D2227C8-20A3-45AE-81B6-3A14AFB8E8DF}"/>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5" name="Rectangle 74">
                <a:extLst>
                  <a:ext uri="{FF2B5EF4-FFF2-40B4-BE49-F238E27FC236}">
                    <a16:creationId xmlns:a16="http://schemas.microsoft.com/office/drawing/2014/main" id="{BEE98678-9A45-49EE-9543-BC3CFB2F740B}"/>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6" name="Rectangle 75">
                <a:extLst>
                  <a:ext uri="{FF2B5EF4-FFF2-40B4-BE49-F238E27FC236}">
                    <a16:creationId xmlns:a16="http://schemas.microsoft.com/office/drawing/2014/main" id="{0976D716-0B32-4A7B-A535-369F8B02F30A}"/>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54" name="Group 53">
              <a:extLst>
                <a:ext uri="{FF2B5EF4-FFF2-40B4-BE49-F238E27FC236}">
                  <a16:creationId xmlns:a16="http://schemas.microsoft.com/office/drawing/2014/main" id="{B7468B5F-F711-4A43-8616-41328F1DBB68}"/>
                </a:ext>
              </a:extLst>
            </p:cNvPr>
            <p:cNvGrpSpPr/>
            <p:nvPr/>
          </p:nvGrpSpPr>
          <p:grpSpPr>
            <a:xfrm>
              <a:off x="1227432" y="3025916"/>
              <a:ext cx="516184" cy="509697"/>
              <a:chOff x="5887832" y="987580"/>
              <a:chExt cx="1352962" cy="1353312"/>
            </a:xfrm>
            <a:effectLst>
              <a:outerShdw blurRad="50800" dist="38100" dir="2700000" algn="tl" rotWithShape="0">
                <a:prstClr val="black">
                  <a:alpha val="40000"/>
                </a:prstClr>
              </a:outerShdw>
            </a:effectLst>
          </p:grpSpPr>
          <p:sp>
            <p:nvSpPr>
              <p:cNvPr id="68" name="Rectangle 67">
                <a:extLst>
                  <a:ext uri="{FF2B5EF4-FFF2-40B4-BE49-F238E27FC236}">
                    <a16:creationId xmlns:a16="http://schemas.microsoft.com/office/drawing/2014/main" id="{2D69A023-EFDD-4AF9-8682-807B4959C447}"/>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9" name="Rectangle 68">
                <a:extLst>
                  <a:ext uri="{FF2B5EF4-FFF2-40B4-BE49-F238E27FC236}">
                    <a16:creationId xmlns:a16="http://schemas.microsoft.com/office/drawing/2014/main" id="{6861EFD3-4FE8-4A9F-8929-F795CA2773BE}"/>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0" name="Rectangle 69">
                <a:extLst>
                  <a:ext uri="{FF2B5EF4-FFF2-40B4-BE49-F238E27FC236}">
                    <a16:creationId xmlns:a16="http://schemas.microsoft.com/office/drawing/2014/main" id="{147EF4F9-41C6-4118-9F89-1D747DB3B6CD}"/>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1" name="Rectangle 70">
                <a:extLst>
                  <a:ext uri="{FF2B5EF4-FFF2-40B4-BE49-F238E27FC236}">
                    <a16:creationId xmlns:a16="http://schemas.microsoft.com/office/drawing/2014/main" id="{2A0EFFCF-4AC1-42DA-A145-4574BC0533A5}"/>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56" name="Group 55">
              <a:extLst>
                <a:ext uri="{FF2B5EF4-FFF2-40B4-BE49-F238E27FC236}">
                  <a16:creationId xmlns:a16="http://schemas.microsoft.com/office/drawing/2014/main" id="{781D8670-3FE4-4597-ADDE-593CA719D9D1}"/>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64" name="Group 63">
                <a:extLst>
                  <a:ext uri="{FF2B5EF4-FFF2-40B4-BE49-F238E27FC236}">
                    <a16:creationId xmlns:a16="http://schemas.microsoft.com/office/drawing/2014/main" id="{B2C35B6C-9EF9-469E-BC3F-0FDD2F2D28CC}"/>
                  </a:ext>
                </a:extLst>
              </p:cNvPr>
              <p:cNvGrpSpPr/>
              <p:nvPr/>
            </p:nvGrpSpPr>
            <p:grpSpPr>
              <a:xfrm>
                <a:off x="7739068" y="5194686"/>
                <a:ext cx="1352961" cy="1353312"/>
                <a:chOff x="10730062" y="3816461"/>
                <a:chExt cx="1352961" cy="1353312"/>
              </a:xfrm>
            </p:grpSpPr>
            <p:sp>
              <p:nvSpPr>
                <p:cNvPr id="66" name="Rectangle 65">
                  <a:extLst>
                    <a:ext uri="{FF2B5EF4-FFF2-40B4-BE49-F238E27FC236}">
                      <a16:creationId xmlns:a16="http://schemas.microsoft.com/office/drawing/2014/main" id="{E2718B99-0C87-4B3D-93E5-A6F1FDE62E7B}"/>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7" name="Rectangle 66">
                  <a:extLst>
                    <a:ext uri="{FF2B5EF4-FFF2-40B4-BE49-F238E27FC236}">
                      <a16:creationId xmlns:a16="http://schemas.microsoft.com/office/drawing/2014/main" id="{BAC35230-20D4-4DC2-901D-A2FE87AE5364}"/>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65" name="Octagon 64">
                <a:extLst>
                  <a:ext uri="{FF2B5EF4-FFF2-40B4-BE49-F238E27FC236}">
                    <a16:creationId xmlns:a16="http://schemas.microsoft.com/office/drawing/2014/main" id="{50ACA38B-9C2F-4393-B4F4-3978AB76ECF4}"/>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8047A59D-655E-42D6-83D7-97DE0D8DF75D}"/>
                </a:ext>
              </a:extLst>
            </p:cNvPr>
            <p:cNvGrpSpPr/>
            <p:nvPr/>
          </p:nvGrpSpPr>
          <p:grpSpPr>
            <a:xfrm>
              <a:off x="1966187" y="2321153"/>
              <a:ext cx="520277" cy="507598"/>
              <a:chOff x="7744151" y="3841463"/>
              <a:chExt cx="1353220" cy="1353312"/>
            </a:xfrm>
            <a:effectLst>
              <a:outerShdw blurRad="50800" dist="38100" dir="2700000" algn="tl" rotWithShape="0">
                <a:prstClr val="black">
                  <a:alpha val="40000"/>
                </a:prstClr>
              </a:outerShdw>
            </a:effectLst>
          </p:grpSpPr>
          <p:grpSp>
            <p:nvGrpSpPr>
              <p:cNvPr id="58" name="Group 57">
                <a:extLst>
                  <a:ext uri="{FF2B5EF4-FFF2-40B4-BE49-F238E27FC236}">
                    <a16:creationId xmlns:a16="http://schemas.microsoft.com/office/drawing/2014/main" id="{D82E41B5-38C8-41CD-819B-9AC1F03E09BB}"/>
                  </a:ext>
                </a:extLst>
              </p:cNvPr>
              <p:cNvGrpSpPr/>
              <p:nvPr/>
            </p:nvGrpSpPr>
            <p:grpSpPr>
              <a:xfrm>
                <a:off x="7744151" y="3841463"/>
                <a:ext cx="1353220" cy="1353312"/>
                <a:chOff x="10729798" y="2463147"/>
                <a:chExt cx="1353220" cy="1353312"/>
              </a:xfrm>
            </p:grpSpPr>
            <p:sp>
              <p:nvSpPr>
                <p:cNvPr id="60" name="Rectangle 59">
                  <a:extLst>
                    <a:ext uri="{FF2B5EF4-FFF2-40B4-BE49-F238E27FC236}">
                      <a16:creationId xmlns:a16="http://schemas.microsoft.com/office/drawing/2014/main" id="{C333CF47-14ED-4CFB-9089-88E07CFC0648}"/>
                    </a:ext>
                  </a:extLst>
                </p:cNvPr>
                <p:cNvSpPr/>
                <p:nvPr/>
              </p:nvSpPr>
              <p:spPr>
                <a:xfrm rot="5400000">
                  <a:off x="10729883" y="2463323"/>
                  <a:ext cx="1353312" cy="1352959"/>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2" name="Rectangle 61">
                  <a:extLst>
                    <a:ext uri="{FF2B5EF4-FFF2-40B4-BE49-F238E27FC236}">
                      <a16:creationId xmlns:a16="http://schemas.microsoft.com/office/drawing/2014/main" id="{EC3691BF-8B8C-452F-8EB7-CE0B67939F3C}"/>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3" name="Rectangle 62">
                  <a:extLst>
                    <a:ext uri="{FF2B5EF4-FFF2-40B4-BE49-F238E27FC236}">
                      <a16:creationId xmlns:a16="http://schemas.microsoft.com/office/drawing/2014/main" id="{8A38F06B-F3F9-4B51-A22C-CF95026F7EF7}"/>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59" name="Octagon 58">
                <a:extLst>
                  <a:ext uri="{FF2B5EF4-FFF2-40B4-BE49-F238E27FC236}">
                    <a16:creationId xmlns:a16="http://schemas.microsoft.com/office/drawing/2014/main" id="{EBC0B1DC-69F8-44D3-B5CF-401EFC354D5D}"/>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2255257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1" name="Rectangle 60"/>
          <p:cNvSpPr/>
          <p:nvPr/>
        </p:nvSpPr>
        <p:spPr>
          <a:xfrm>
            <a:off x="1112001" y="2182826"/>
            <a:ext cx="1535266" cy="151537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TextBox 167"/>
          <p:cNvSpPr txBox="1"/>
          <p:nvPr/>
        </p:nvSpPr>
        <p:spPr>
          <a:xfrm>
            <a:off x="4488208" y="373996"/>
            <a:ext cx="3044424" cy="646331"/>
          </a:xfrm>
          <a:prstGeom prst="rect">
            <a:avLst/>
          </a:prstGeom>
          <a:noFill/>
        </p:spPr>
        <p:txBody>
          <a:bodyPr wrap="none" rtlCol="0">
            <a:spAutoFit/>
          </a:bodyPr>
          <a:lstStyle/>
          <a:p>
            <a:pPr algn="ctr"/>
            <a:r>
              <a:rPr lang="en-US" sz="3600" dirty="0">
                <a:solidFill>
                  <a:schemeClr val="bg1"/>
                </a:solidFill>
              </a:rPr>
              <a:t>Negative Glues</a:t>
            </a:r>
            <a:endParaRPr lang="en-US" sz="1600" dirty="0">
              <a:solidFill>
                <a:schemeClr val="bg1"/>
              </a:solidFill>
            </a:endParaRPr>
          </a:p>
        </p:txBody>
      </p:sp>
      <p:sp>
        <p:nvSpPr>
          <p:cNvPr id="78" name="TextBox 7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79" name="Group 78"/>
          <p:cNvGrpSpPr/>
          <p:nvPr/>
        </p:nvGrpSpPr>
        <p:grpSpPr>
          <a:xfrm>
            <a:off x="3648216" y="2577397"/>
            <a:ext cx="736657" cy="1332800"/>
            <a:chOff x="3800723" y="2591968"/>
            <a:chExt cx="736657" cy="1332800"/>
          </a:xfrm>
        </p:grpSpPr>
        <p:sp>
          <p:nvSpPr>
            <p:cNvPr id="80" name="Rectangle: Rounded Corners 79"/>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5" name="TextBox 84"/>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3" name="Group 2">
            <a:extLst>
              <a:ext uri="{FF2B5EF4-FFF2-40B4-BE49-F238E27FC236}">
                <a16:creationId xmlns:a16="http://schemas.microsoft.com/office/drawing/2014/main" id="{DAD10ADD-876D-4F82-95AE-E98961A3FCC3}"/>
              </a:ext>
            </a:extLst>
          </p:cNvPr>
          <p:cNvGrpSpPr/>
          <p:nvPr/>
        </p:nvGrpSpPr>
        <p:grpSpPr>
          <a:xfrm>
            <a:off x="1227432" y="2316367"/>
            <a:ext cx="1259033" cy="1221553"/>
            <a:chOff x="1227432" y="2316367"/>
            <a:chExt cx="1259033" cy="1221553"/>
          </a:xfrm>
        </p:grpSpPr>
        <p:grpSp>
          <p:nvGrpSpPr>
            <p:cNvPr id="57" name="Group 56">
              <a:extLst>
                <a:ext uri="{FF2B5EF4-FFF2-40B4-BE49-F238E27FC236}">
                  <a16:creationId xmlns:a16="http://schemas.microsoft.com/office/drawing/2014/main" id="{4EF722BF-F3FC-4649-BFE6-D29DA5A6A2CA}"/>
                </a:ext>
              </a:extLst>
            </p:cNvPr>
            <p:cNvGrpSpPr/>
            <p:nvPr/>
          </p:nvGrpSpPr>
          <p:grpSpPr>
            <a:xfrm>
              <a:off x="1227432" y="2316367"/>
              <a:ext cx="519555" cy="508319"/>
              <a:chOff x="7617284" y="4008730"/>
              <a:chExt cx="1352961" cy="1353312"/>
            </a:xfrm>
            <a:effectLst>
              <a:outerShdw blurRad="50800" dist="38100" dir="2700000" algn="tl" rotWithShape="0">
                <a:prstClr val="black">
                  <a:alpha val="40000"/>
                </a:prstClr>
              </a:outerShdw>
            </a:effectLst>
          </p:grpSpPr>
          <p:sp>
            <p:nvSpPr>
              <p:cNvPr id="58" name="Rectangle 57">
                <a:extLst>
                  <a:ext uri="{FF2B5EF4-FFF2-40B4-BE49-F238E27FC236}">
                    <a16:creationId xmlns:a16="http://schemas.microsoft.com/office/drawing/2014/main" id="{0915C8C7-CACE-49C7-83C6-BA56EA2458DD}"/>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9" name="Rectangle 58">
                <a:extLst>
                  <a:ext uri="{FF2B5EF4-FFF2-40B4-BE49-F238E27FC236}">
                    <a16:creationId xmlns:a16="http://schemas.microsoft.com/office/drawing/2014/main" id="{409D3A49-AC96-47B8-AC26-505CE1EDE7D9}"/>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0" name="Rectangle 59">
                <a:extLst>
                  <a:ext uri="{FF2B5EF4-FFF2-40B4-BE49-F238E27FC236}">
                    <a16:creationId xmlns:a16="http://schemas.microsoft.com/office/drawing/2014/main" id="{14431619-5391-477F-9E1B-24DAA6DF8A5C}"/>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2" name="Rectangle 61">
                <a:extLst>
                  <a:ext uri="{FF2B5EF4-FFF2-40B4-BE49-F238E27FC236}">
                    <a16:creationId xmlns:a16="http://schemas.microsoft.com/office/drawing/2014/main" id="{6D88EB70-4B6F-49EE-8824-7D876C386220}"/>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3" name="Rectangle 62">
                <a:extLst>
                  <a:ext uri="{FF2B5EF4-FFF2-40B4-BE49-F238E27FC236}">
                    <a16:creationId xmlns:a16="http://schemas.microsoft.com/office/drawing/2014/main" id="{AABE1B68-B9F2-4630-AE94-67397B257D53}"/>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64" name="Group 63">
              <a:extLst>
                <a:ext uri="{FF2B5EF4-FFF2-40B4-BE49-F238E27FC236}">
                  <a16:creationId xmlns:a16="http://schemas.microsoft.com/office/drawing/2014/main" id="{A9F4B81C-F916-46A0-921D-4E06F5D704D2}"/>
                </a:ext>
              </a:extLst>
            </p:cNvPr>
            <p:cNvGrpSpPr/>
            <p:nvPr/>
          </p:nvGrpSpPr>
          <p:grpSpPr>
            <a:xfrm>
              <a:off x="1227432" y="3025916"/>
              <a:ext cx="516184" cy="509697"/>
              <a:chOff x="5887832" y="987580"/>
              <a:chExt cx="1352962" cy="1353312"/>
            </a:xfrm>
            <a:effectLst>
              <a:outerShdw blurRad="50800" dist="38100" dir="2700000" algn="tl" rotWithShape="0">
                <a:prstClr val="black">
                  <a:alpha val="40000"/>
                </a:prstClr>
              </a:outerShdw>
            </a:effectLst>
          </p:grpSpPr>
          <p:sp>
            <p:nvSpPr>
              <p:cNvPr id="65" name="Rectangle 64">
                <a:extLst>
                  <a:ext uri="{FF2B5EF4-FFF2-40B4-BE49-F238E27FC236}">
                    <a16:creationId xmlns:a16="http://schemas.microsoft.com/office/drawing/2014/main" id="{C6630E68-7C2B-4373-9490-7333D78CDEF3}"/>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6" name="Rectangle 65">
                <a:extLst>
                  <a:ext uri="{FF2B5EF4-FFF2-40B4-BE49-F238E27FC236}">
                    <a16:creationId xmlns:a16="http://schemas.microsoft.com/office/drawing/2014/main" id="{94119873-C273-47B7-A9D3-15FD0926E04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7" name="Rectangle 66">
                <a:extLst>
                  <a:ext uri="{FF2B5EF4-FFF2-40B4-BE49-F238E27FC236}">
                    <a16:creationId xmlns:a16="http://schemas.microsoft.com/office/drawing/2014/main" id="{42E3903B-31E8-4ECF-A22F-A22B0FE6E35F}"/>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8" name="Rectangle 67">
                <a:extLst>
                  <a:ext uri="{FF2B5EF4-FFF2-40B4-BE49-F238E27FC236}">
                    <a16:creationId xmlns:a16="http://schemas.microsoft.com/office/drawing/2014/main" id="{D287C4E0-B019-447D-974C-779DB0134C27}"/>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69" name="Group 68">
              <a:extLst>
                <a:ext uri="{FF2B5EF4-FFF2-40B4-BE49-F238E27FC236}">
                  <a16:creationId xmlns:a16="http://schemas.microsoft.com/office/drawing/2014/main" id="{A32E3045-FD88-4457-B682-D62749968C04}"/>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70" name="Group 69">
                <a:extLst>
                  <a:ext uri="{FF2B5EF4-FFF2-40B4-BE49-F238E27FC236}">
                    <a16:creationId xmlns:a16="http://schemas.microsoft.com/office/drawing/2014/main" id="{C9422A4C-EFC6-41D3-9411-E4381CB7196B}"/>
                  </a:ext>
                </a:extLst>
              </p:cNvPr>
              <p:cNvGrpSpPr/>
              <p:nvPr/>
            </p:nvGrpSpPr>
            <p:grpSpPr>
              <a:xfrm>
                <a:off x="7739068" y="5194686"/>
                <a:ext cx="1352961" cy="1353312"/>
                <a:chOff x="10730062" y="3816461"/>
                <a:chExt cx="1352961" cy="1353312"/>
              </a:xfrm>
            </p:grpSpPr>
            <p:sp>
              <p:nvSpPr>
                <p:cNvPr id="72" name="Rectangle 71">
                  <a:extLst>
                    <a:ext uri="{FF2B5EF4-FFF2-40B4-BE49-F238E27FC236}">
                      <a16:creationId xmlns:a16="http://schemas.microsoft.com/office/drawing/2014/main" id="{9677A29D-3636-4734-B9A9-2942800CBCAC}"/>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3" name="Rectangle 72">
                  <a:extLst>
                    <a:ext uri="{FF2B5EF4-FFF2-40B4-BE49-F238E27FC236}">
                      <a16:creationId xmlns:a16="http://schemas.microsoft.com/office/drawing/2014/main" id="{51FC5EF6-7A63-4D6F-8E14-2BD1A9E31BD1}"/>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71" name="Octagon 70">
                <a:extLst>
                  <a:ext uri="{FF2B5EF4-FFF2-40B4-BE49-F238E27FC236}">
                    <a16:creationId xmlns:a16="http://schemas.microsoft.com/office/drawing/2014/main" id="{6873F3AA-4E1F-4182-ACA9-26031C198D19}"/>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D99E1691-F0EC-4DBB-8073-54699AE4F55F}"/>
                </a:ext>
              </a:extLst>
            </p:cNvPr>
            <p:cNvGrpSpPr/>
            <p:nvPr/>
          </p:nvGrpSpPr>
          <p:grpSpPr>
            <a:xfrm>
              <a:off x="1966187" y="2321153"/>
              <a:ext cx="520277" cy="507598"/>
              <a:chOff x="7744151" y="3841463"/>
              <a:chExt cx="1353220" cy="1353312"/>
            </a:xfrm>
            <a:effectLst>
              <a:outerShdw blurRad="50800" dist="38100" dir="2700000" algn="tl" rotWithShape="0">
                <a:prstClr val="black">
                  <a:alpha val="40000"/>
                </a:prstClr>
              </a:outerShdw>
            </a:effectLst>
          </p:grpSpPr>
          <p:grpSp>
            <p:nvGrpSpPr>
              <p:cNvPr id="75" name="Group 74">
                <a:extLst>
                  <a:ext uri="{FF2B5EF4-FFF2-40B4-BE49-F238E27FC236}">
                    <a16:creationId xmlns:a16="http://schemas.microsoft.com/office/drawing/2014/main" id="{D095C0EA-7A6A-45B3-AA52-12156AEB162E}"/>
                  </a:ext>
                </a:extLst>
              </p:cNvPr>
              <p:cNvGrpSpPr/>
              <p:nvPr/>
            </p:nvGrpSpPr>
            <p:grpSpPr>
              <a:xfrm>
                <a:off x="7744151" y="3841463"/>
                <a:ext cx="1353220" cy="1353312"/>
                <a:chOff x="10729798" y="2463147"/>
                <a:chExt cx="1353220" cy="1353312"/>
              </a:xfrm>
            </p:grpSpPr>
            <p:sp>
              <p:nvSpPr>
                <p:cNvPr id="77" name="Rectangle 76">
                  <a:extLst>
                    <a:ext uri="{FF2B5EF4-FFF2-40B4-BE49-F238E27FC236}">
                      <a16:creationId xmlns:a16="http://schemas.microsoft.com/office/drawing/2014/main" id="{23FD95C1-2EC4-4C52-BC7B-6555AB101C8F}"/>
                    </a:ext>
                  </a:extLst>
                </p:cNvPr>
                <p:cNvSpPr/>
                <p:nvPr/>
              </p:nvSpPr>
              <p:spPr>
                <a:xfrm rot="5400000">
                  <a:off x="10729883" y="2463323"/>
                  <a:ext cx="1353312" cy="1352959"/>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7" name="Rectangle 96">
                  <a:extLst>
                    <a:ext uri="{FF2B5EF4-FFF2-40B4-BE49-F238E27FC236}">
                      <a16:creationId xmlns:a16="http://schemas.microsoft.com/office/drawing/2014/main" id="{AFC9179D-0B34-47FC-A999-E744DE42BF72}"/>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8" name="Rectangle 97">
                  <a:extLst>
                    <a:ext uri="{FF2B5EF4-FFF2-40B4-BE49-F238E27FC236}">
                      <a16:creationId xmlns:a16="http://schemas.microsoft.com/office/drawing/2014/main" id="{581D4A75-7F0E-498D-A904-C3E41985B391}"/>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76" name="Octagon 75">
                <a:extLst>
                  <a:ext uri="{FF2B5EF4-FFF2-40B4-BE49-F238E27FC236}">
                    <a16:creationId xmlns:a16="http://schemas.microsoft.com/office/drawing/2014/main" id="{67BD1042-AF0E-4B13-AC30-4FC82E176CA8}"/>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99" name="Group 98">
            <a:extLst>
              <a:ext uri="{FF2B5EF4-FFF2-40B4-BE49-F238E27FC236}">
                <a16:creationId xmlns:a16="http://schemas.microsoft.com/office/drawing/2014/main" id="{72D01158-8BE8-491C-B337-1F23EE4B7FC7}"/>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100" name="Rectangle 99">
              <a:extLst>
                <a:ext uri="{FF2B5EF4-FFF2-40B4-BE49-F238E27FC236}">
                  <a16:creationId xmlns:a16="http://schemas.microsoft.com/office/drawing/2014/main" id="{3FB7ED62-82DC-49EA-A5C4-30920981524F}"/>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1" name="Rectangle 100">
              <a:extLst>
                <a:ext uri="{FF2B5EF4-FFF2-40B4-BE49-F238E27FC236}">
                  <a16:creationId xmlns:a16="http://schemas.microsoft.com/office/drawing/2014/main" id="{C96ADC52-2BD0-4DFE-B7C6-910AFFC27158}"/>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2" name="Rectangle 101">
              <a:extLst>
                <a:ext uri="{FF2B5EF4-FFF2-40B4-BE49-F238E27FC236}">
                  <a16:creationId xmlns:a16="http://schemas.microsoft.com/office/drawing/2014/main" id="{35039B03-94E5-4DCC-9F0F-BF004E795E54}"/>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56179B18-2080-409D-84B8-173B6D926556}"/>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0641C805-2DED-4790-99DF-577EAB1231D5}"/>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5" name="Group 104">
            <a:extLst>
              <a:ext uri="{FF2B5EF4-FFF2-40B4-BE49-F238E27FC236}">
                <a16:creationId xmlns:a16="http://schemas.microsoft.com/office/drawing/2014/main" id="{C2E9CFAB-F1FC-4708-9CC1-6BF8E908FB0E}"/>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106" name="Rectangle 105">
              <a:extLst>
                <a:ext uri="{FF2B5EF4-FFF2-40B4-BE49-F238E27FC236}">
                  <a16:creationId xmlns:a16="http://schemas.microsoft.com/office/drawing/2014/main" id="{2FC2BBEB-BAE2-4A3D-8F62-A69885B1B6F2}"/>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E40F9FA3-222F-4EA2-8E99-259298A2C863}"/>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8" name="Rectangle 107">
              <a:extLst>
                <a:ext uri="{FF2B5EF4-FFF2-40B4-BE49-F238E27FC236}">
                  <a16:creationId xmlns:a16="http://schemas.microsoft.com/office/drawing/2014/main" id="{9E49657E-5CEB-416F-B44B-786C72E98099}"/>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553D242B-7CF6-4313-B76A-70D569F3D644}"/>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0" name="Group 109">
            <a:extLst>
              <a:ext uri="{FF2B5EF4-FFF2-40B4-BE49-F238E27FC236}">
                <a16:creationId xmlns:a16="http://schemas.microsoft.com/office/drawing/2014/main" id="{5548C197-B576-46E0-A362-F7F6A0DD881D}"/>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111" name="Group 110">
              <a:extLst>
                <a:ext uri="{FF2B5EF4-FFF2-40B4-BE49-F238E27FC236}">
                  <a16:creationId xmlns:a16="http://schemas.microsoft.com/office/drawing/2014/main" id="{C9CDE2D1-A774-4A25-BDC0-6932B980A8EA}"/>
                </a:ext>
              </a:extLst>
            </p:cNvPr>
            <p:cNvGrpSpPr/>
            <p:nvPr/>
          </p:nvGrpSpPr>
          <p:grpSpPr>
            <a:xfrm>
              <a:off x="7739068" y="5194686"/>
              <a:ext cx="1352961" cy="1353312"/>
              <a:chOff x="10730062" y="3816461"/>
              <a:chExt cx="1352961" cy="1353312"/>
            </a:xfrm>
          </p:grpSpPr>
          <p:sp>
            <p:nvSpPr>
              <p:cNvPr id="113" name="Rectangle 112">
                <a:extLst>
                  <a:ext uri="{FF2B5EF4-FFF2-40B4-BE49-F238E27FC236}">
                    <a16:creationId xmlns:a16="http://schemas.microsoft.com/office/drawing/2014/main" id="{623639AC-B950-4099-B5DE-39AA5D95F275}"/>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CBCAD3BF-658E-4CC6-B5F0-003F3EBD5AAE}"/>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12" name="Octagon 111">
              <a:extLst>
                <a:ext uri="{FF2B5EF4-FFF2-40B4-BE49-F238E27FC236}">
                  <a16:creationId xmlns:a16="http://schemas.microsoft.com/office/drawing/2014/main" id="{2481AB0C-8BD3-46AF-92FC-4D4B0B16A512}"/>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 114">
            <a:extLst>
              <a:ext uri="{FF2B5EF4-FFF2-40B4-BE49-F238E27FC236}">
                <a16:creationId xmlns:a16="http://schemas.microsoft.com/office/drawing/2014/main" id="{A957735A-9C0B-4A61-B4C0-0615D39109F4}"/>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116" name="Group 115">
              <a:extLst>
                <a:ext uri="{FF2B5EF4-FFF2-40B4-BE49-F238E27FC236}">
                  <a16:creationId xmlns:a16="http://schemas.microsoft.com/office/drawing/2014/main" id="{6DE3C799-9886-4F51-85DC-A35CE89767A9}"/>
                </a:ext>
              </a:extLst>
            </p:cNvPr>
            <p:cNvGrpSpPr/>
            <p:nvPr/>
          </p:nvGrpSpPr>
          <p:grpSpPr>
            <a:xfrm>
              <a:off x="7744151" y="3841465"/>
              <a:ext cx="1353225" cy="1353312"/>
              <a:chOff x="10729798" y="2463149"/>
              <a:chExt cx="1353225" cy="1353312"/>
            </a:xfrm>
          </p:grpSpPr>
          <p:sp>
            <p:nvSpPr>
              <p:cNvPr id="134" name="Rectangle 133">
                <a:extLst>
                  <a:ext uri="{FF2B5EF4-FFF2-40B4-BE49-F238E27FC236}">
                    <a16:creationId xmlns:a16="http://schemas.microsoft.com/office/drawing/2014/main" id="{CD7C5E53-3FBE-41C7-BB49-92A76110632F}"/>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5" name="Rectangle 134">
                <a:extLst>
                  <a:ext uri="{FF2B5EF4-FFF2-40B4-BE49-F238E27FC236}">
                    <a16:creationId xmlns:a16="http://schemas.microsoft.com/office/drawing/2014/main" id="{2E2A0CFE-9130-43DC-879D-655B14567CFA}"/>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6" name="Rectangle 135">
                <a:extLst>
                  <a:ext uri="{FF2B5EF4-FFF2-40B4-BE49-F238E27FC236}">
                    <a16:creationId xmlns:a16="http://schemas.microsoft.com/office/drawing/2014/main" id="{1FF843CF-61DD-404B-A293-BD0F66BEC722}"/>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33" name="Octagon 132">
              <a:extLst>
                <a:ext uri="{FF2B5EF4-FFF2-40B4-BE49-F238E27FC236}">
                  <a16:creationId xmlns:a16="http://schemas.microsoft.com/office/drawing/2014/main" id="{187008FB-D5CA-4F3A-9E17-66507069F1FF}"/>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1323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1" name="Rectangle 60"/>
          <p:cNvSpPr/>
          <p:nvPr/>
        </p:nvSpPr>
        <p:spPr>
          <a:xfrm>
            <a:off x="1112001" y="2182826"/>
            <a:ext cx="1535266" cy="151537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6" name="Straight Arrow Connector 15"/>
          <p:cNvCxnSpPr/>
          <p:nvPr/>
        </p:nvCxnSpPr>
        <p:spPr>
          <a:xfrm>
            <a:off x="6516061"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8" name="TextBox 167"/>
          <p:cNvSpPr txBox="1"/>
          <p:nvPr/>
        </p:nvSpPr>
        <p:spPr>
          <a:xfrm>
            <a:off x="4488208" y="373996"/>
            <a:ext cx="3044424" cy="646331"/>
          </a:xfrm>
          <a:prstGeom prst="rect">
            <a:avLst/>
          </a:prstGeom>
          <a:noFill/>
        </p:spPr>
        <p:txBody>
          <a:bodyPr wrap="none" rtlCol="0">
            <a:spAutoFit/>
          </a:bodyPr>
          <a:lstStyle/>
          <a:p>
            <a:pPr algn="ctr"/>
            <a:r>
              <a:rPr lang="en-US" sz="3600" dirty="0">
                <a:solidFill>
                  <a:schemeClr val="bg1"/>
                </a:solidFill>
              </a:rPr>
              <a:t>Negative Glues</a:t>
            </a:r>
            <a:endParaRPr lang="en-US" sz="1600" dirty="0">
              <a:solidFill>
                <a:schemeClr val="bg1"/>
              </a:solidFill>
            </a:endParaRPr>
          </a:p>
        </p:txBody>
      </p:sp>
      <p:sp>
        <p:nvSpPr>
          <p:cNvPr id="78" name="TextBox 7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79" name="Group 78"/>
          <p:cNvGrpSpPr/>
          <p:nvPr/>
        </p:nvGrpSpPr>
        <p:grpSpPr>
          <a:xfrm>
            <a:off x="3648216" y="2577397"/>
            <a:ext cx="736657" cy="1332800"/>
            <a:chOff x="3800723" y="2591968"/>
            <a:chExt cx="736657" cy="1332800"/>
          </a:xfrm>
        </p:grpSpPr>
        <p:sp>
          <p:nvSpPr>
            <p:cNvPr id="80" name="Rectangle: Rounded Corners 79"/>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5" name="TextBox 84"/>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156" name="Group 155">
            <a:extLst>
              <a:ext uri="{FF2B5EF4-FFF2-40B4-BE49-F238E27FC236}">
                <a16:creationId xmlns:a16="http://schemas.microsoft.com/office/drawing/2014/main" id="{BBCBEA59-3636-45CC-AE55-F8624EA812E5}"/>
              </a:ext>
            </a:extLst>
          </p:cNvPr>
          <p:cNvGrpSpPr/>
          <p:nvPr/>
        </p:nvGrpSpPr>
        <p:grpSpPr>
          <a:xfrm>
            <a:off x="1227432" y="2316367"/>
            <a:ext cx="1259033" cy="1221553"/>
            <a:chOff x="1227432" y="2316367"/>
            <a:chExt cx="1259033" cy="1221553"/>
          </a:xfrm>
        </p:grpSpPr>
        <p:grpSp>
          <p:nvGrpSpPr>
            <p:cNvPr id="157" name="Group 156">
              <a:extLst>
                <a:ext uri="{FF2B5EF4-FFF2-40B4-BE49-F238E27FC236}">
                  <a16:creationId xmlns:a16="http://schemas.microsoft.com/office/drawing/2014/main" id="{9F8F7077-F7D7-42D2-A412-3836C5EF88CA}"/>
                </a:ext>
              </a:extLst>
            </p:cNvPr>
            <p:cNvGrpSpPr/>
            <p:nvPr/>
          </p:nvGrpSpPr>
          <p:grpSpPr>
            <a:xfrm>
              <a:off x="1227432" y="2316367"/>
              <a:ext cx="519555" cy="508319"/>
              <a:chOff x="7617284" y="4008730"/>
              <a:chExt cx="1352961" cy="1353312"/>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DFBC875E-4D40-4057-95ED-AC8B274F7958}"/>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AA08B553-6744-427C-8EFE-F8A9A62BD3B0}"/>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BE056EA3-356D-4B81-BBF7-E8518DABA30E}"/>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A590B301-5D56-4836-B751-F9D3DF989615}"/>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883CEE55-0022-4A96-8BB5-D07B0C02ECAB}"/>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8" name="Group 157">
              <a:extLst>
                <a:ext uri="{FF2B5EF4-FFF2-40B4-BE49-F238E27FC236}">
                  <a16:creationId xmlns:a16="http://schemas.microsoft.com/office/drawing/2014/main" id="{1D1DFBB2-5657-4467-86C0-641FDC087B89}"/>
                </a:ext>
              </a:extLst>
            </p:cNvPr>
            <p:cNvGrpSpPr/>
            <p:nvPr/>
          </p:nvGrpSpPr>
          <p:grpSpPr>
            <a:xfrm>
              <a:off x="1227432" y="3025916"/>
              <a:ext cx="516184" cy="509697"/>
              <a:chOff x="5887832" y="987580"/>
              <a:chExt cx="1352962" cy="1353312"/>
            </a:xfrm>
            <a:effectLst>
              <a:outerShdw blurRad="50800" dist="38100" dir="2700000" algn="tl" rotWithShape="0">
                <a:prstClr val="black">
                  <a:alpha val="40000"/>
                </a:prstClr>
              </a:outerShdw>
            </a:effectLst>
          </p:grpSpPr>
          <p:sp>
            <p:nvSpPr>
              <p:cNvPr id="171" name="Rectangle 170">
                <a:extLst>
                  <a:ext uri="{FF2B5EF4-FFF2-40B4-BE49-F238E27FC236}">
                    <a16:creationId xmlns:a16="http://schemas.microsoft.com/office/drawing/2014/main" id="{A293D98C-0964-4526-A4AD-51F68E561FAF}"/>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EDCD12E9-916B-4ABA-95A0-D976C2F2AD0D}"/>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C0362422-46CD-45F8-AB2C-16F97CEDE73C}"/>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E4CB78A2-1FAC-4168-A8B9-0D629FB8BF49}"/>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9" name="Group 158">
              <a:extLst>
                <a:ext uri="{FF2B5EF4-FFF2-40B4-BE49-F238E27FC236}">
                  <a16:creationId xmlns:a16="http://schemas.microsoft.com/office/drawing/2014/main" id="{6A23813E-A420-4816-AB91-375D6BAF21C3}"/>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66" name="Group 165">
                <a:extLst>
                  <a:ext uri="{FF2B5EF4-FFF2-40B4-BE49-F238E27FC236}">
                    <a16:creationId xmlns:a16="http://schemas.microsoft.com/office/drawing/2014/main" id="{DD1B28EE-6D31-4CD2-9194-421BE4FAB71B}"/>
                  </a:ext>
                </a:extLst>
              </p:cNvPr>
              <p:cNvGrpSpPr/>
              <p:nvPr/>
            </p:nvGrpSpPr>
            <p:grpSpPr>
              <a:xfrm>
                <a:off x="7739068" y="5194686"/>
                <a:ext cx="1352961" cy="1353312"/>
                <a:chOff x="10730062" y="3816461"/>
                <a:chExt cx="1352961" cy="1353312"/>
              </a:xfrm>
            </p:grpSpPr>
            <p:sp>
              <p:nvSpPr>
                <p:cNvPr id="169" name="Rectangle 168">
                  <a:extLst>
                    <a:ext uri="{FF2B5EF4-FFF2-40B4-BE49-F238E27FC236}">
                      <a16:creationId xmlns:a16="http://schemas.microsoft.com/office/drawing/2014/main" id="{EC36C8A3-5B9B-47E9-BEC2-ABB3046FD8EC}"/>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A020F84A-F765-44F8-B2C8-7515B70F74C0}"/>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67" name="Octagon 166">
                <a:extLst>
                  <a:ext uri="{FF2B5EF4-FFF2-40B4-BE49-F238E27FC236}">
                    <a16:creationId xmlns:a16="http://schemas.microsoft.com/office/drawing/2014/main" id="{3827844D-519B-4DE2-9257-663286B5D98C}"/>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6EE5978D-E6A8-4B82-A663-E8AFF3200AB9}"/>
                </a:ext>
              </a:extLst>
            </p:cNvPr>
            <p:cNvGrpSpPr/>
            <p:nvPr/>
          </p:nvGrpSpPr>
          <p:grpSpPr>
            <a:xfrm>
              <a:off x="1966187" y="2321153"/>
              <a:ext cx="520277" cy="507598"/>
              <a:chOff x="7744151" y="3841463"/>
              <a:chExt cx="1353220" cy="1353312"/>
            </a:xfrm>
            <a:effectLst>
              <a:outerShdw blurRad="50800" dist="38100" dir="2700000" algn="tl" rotWithShape="0">
                <a:prstClr val="black">
                  <a:alpha val="40000"/>
                </a:prstClr>
              </a:outerShdw>
            </a:effectLst>
          </p:grpSpPr>
          <p:grpSp>
            <p:nvGrpSpPr>
              <p:cNvPr id="161" name="Group 160">
                <a:extLst>
                  <a:ext uri="{FF2B5EF4-FFF2-40B4-BE49-F238E27FC236}">
                    <a16:creationId xmlns:a16="http://schemas.microsoft.com/office/drawing/2014/main" id="{DB7D1B53-3243-4C1E-9B06-F776145D460B}"/>
                  </a:ext>
                </a:extLst>
              </p:cNvPr>
              <p:cNvGrpSpPr/>
              <p:nvPr/>
            </p:nvGrpSpPr>
            <p:grpSpPr>
              <a:xfrm>
                <a:off x="7744151" y="3841463"/>
                <a:ext cx="1353220" cy="1353312"/>
                <a:chOff x="10729798" y="2463147"/>
                <a:chExt cx="1353220" cy="1353312"/>
              </a:xfrm>
            </p:grpSpPr>
            <p:sp>
              <p:nvSpPr>
                <p:cNvPr id="163" name="Rectangle 162">
                  <a:extLst>
                    <a:ext uri="{FF2B5EF4-FFF2-40B4-BE49-F238E27FC236}">
                      <a16:creationId xmlns:a16="http://schemas.microsoft.com/office/drawing/2014/main" id="{97319327-6036-48AA-9E8D-78E5B007A81F}"/>
                    </a:ext>
                  </a:extLst>
                </p:cNvPr>
                <p:cNvSpPr/>
                <p:nvPr/>
              </p:nvSpPr>
              <p:spPr>
                <a:xfrm rot="5400000">
                  <a:off x="10729883" y="2463323"/>
                  <a:ext cx="1353312" cy="1352959"/>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4" name="Rectangle 163">
                  <a:extLst>
                    <a:ext uri="{FF2B5EF4-FFF2-40B4-BE49-F238E27FC236}">
                      <a16:creationId xmlns:a16="http://schemas.microsoft.com/office/drawing/2014/main" id="{0C724B5D-C4D8-47CB-9450-8DF91774301B}"/>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5" name="Rectangle 164">
                  <a:extLst>
                    <a:ext uri="{FF2B5EF4-FFF2-40B4-BE49-F238E27FC236}">
                      <a16:creationId xmlns:a16="http://schemas.microsoft.com/office/drawing/2014/main" id="{D6793EF6-426F-4472-AB3A-F7EDDA2C0949}"/>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62" name="Octagon 161">
                <a:extLst>
                  <a:ext uri="{FF2B5EF4-FFF2-40B4-BE49-F238E27FC236}">
                    <a16:creationId xmlns:a16="http://schemas.microsoft.com/office/drawing/2014/main" id="{72F4DC6F-A390-432B-AF63-A0414943B7BB}"/>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3" name="Group 202">
            <a:extLst>
              <a:ext uri="{FF2B5EF4-FFF2-40B4-BE49-F238E27FC236}">
                <a16:creationId xmlns:a16="http://schemas.microsoft.com/office/drawing/2014/main" id="{34C68EDF-1AAB-4472-B907-4124D68C3E7C}"/>
              </a:ext>
            </a:extLst>
          </p:cNvPr>
          <p:cNvGrpSpPr/>
          <p:nvPr/>
        </p:nvGrpSpPr>
        <p:grpSpPr>
          <a:xfrm>
            <a:off x="7306694" y="3927663"/>
            <a:ext cx="1043949" cy="1025495"/>
            <a:chOff x="963443" y="2470416"/>
            <a:chExt cx="2710254" cy="2706624"/>
          </a:xfrm>
          <a:effectLst>
            <a:outerShdw blurRad="50800" dist="38100" dir="2700000" algn="tl" rotWithShape="0">
              <a:prstClr val="black">
                <a:alpha val="40000"/>
              </a:prstClr>
            </a:outerShdw>
          </a:effectLst>
        </p:grpSpPr>
        <p:grpSp>
          <p:nvGrpSpPr>
            <p:cNvPr id="204" name="Group 203">
              <a:extLst>
                <a:ext uri="{FF2B5EF4-FFF2-40B4-BE49-F238E27FC236}">
                  <a16:creationId xmlns:a16="http://schemas.microsoft.com/office/drawing/2014/main" id="{8215EB9A-5608-4CC5-B265-1E6BB618CFB9}"/>
                </a:ext>
              </a:extLst>
            </p:cNvPr>
            <p:cNvGrpSpPr/>
            <p:nvPr/>
          </p:nvGrpSpPr>
          <p:grpSpPr>
            <a:xfrm>
              <a:off x="964309" y="2470506"/>
              <a:ext cx="1352961" cy="1353312"/>
              <a:chOff x="7617284" y="4008730"/>
              <a:chExt cx="1352961" cy="1353312"/>
            </a:xfrm>
          </p:grpSpPr>
          <p:sp>
            <p:nvSpPr>
              <p:cNvPr id="221" name="Rectangle 220">
                <a:extLst>
                  <a:ext uri="{FF2B5EF4-FFF2-40B4-BE49-F238E27FC236}">
                    <a16:creationId xmlns:a16="http://schemas.microsoft.com/office/drawing/2014/main" id="{B5AE1D64-F944-4A57-B44D-9E1D52099C5E}"/>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C6AACF29-7BBC-42EC-8831-17B05EA6A5F5}"/>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3" name="Rectangle 222">
                <a:extLst>
                  <a:ext uri="{FF2B5EF4-FFF2-40B4-BE49-F238E27FC236}">
                    <a16:creationId xmlns:a16="http://schemas.microsoft.com/office/drawing/2014/main" id="{0384CDF1-788A-46BF-9C7A-15D27D3532CE}"/>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72560BD0-EC58-400D-908D-EEDBCDD3285E}"/>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991971E6-A322-4D02-8424-A055A3BD39C2}"/>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5" name="Group 204">
              <a:extLst>
                <a:ext uri="{FF2B5EF4-FFF2-40B4-BE49-F238E27FC236}">
                  <a16:creationId xmlns:a16="http://schemas.microsoft.com/office/drawing/2014/main" id="{F375A070-FA31-4101-93FC-4F1C4D2D6BC3}"/>
                </a:ext>
              </a:extLst>
            </p:cNvPr>
            <p:cNvGrpSpPr/>
            <p:nvPr/>
          </p:nvGrpSpPr>
          <p:grpSpPr>
            <a:xfrm>
              <a:off x="963443" y="3823728"/>
              <a:ext cx="1352962" cy="1353312"/>
              <a:chOff x="5887832" y="987580"/>
              <a:chExt cx="1352962" cy="1353312"/>
            </a:xfrm>
          </p:grpSpPr>
          <p:sp>
            <p:nvSpPr>
              <p:cNvPr id="217" name="Rectangle 216">
                <a:extLst>
                  <a:ext uri="{FF2B5EF4-FFF2-40B4-BE49-F238E27FC236}">
                    <a16:creationId xmlns:a16="http://schemas.microsoft.com/office/drawing/2014/main" id="{3B677652-6E6E-4E1C-BB64-6DBCACB1E9D3}"/>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E40A797A-474A-478A-BE48-258F749CA543}"/>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47416C3C-3E45-479B-B869-CCDEC7DC42FD}"/>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B500520D-E73D-4DE2-96B2-F6B30F2A8739}"/>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6" name="Group 205">
              <a:extLst>
                <a:ext uri="{FF2B5EF4-FFF2-40B4-BE49-F238E27FC236}">
                  <a16:creationId xmlns:a16="http://schemas.microsoft.com/office/drawing/2014/main" id="{E9117491-91C9-4DBB-A161-90468D0A8183}"/>
                </a:ext>
              </a:extLst>
            </p:cNvPr>
            <p:cNvGrpSpPr/>
            <p:nvPr/>
          </p:nvGrpSpPr>
          <p:grpSpPr>
            <a:xfrm>
              <a:off x="2315389" y="3823545"/>
              <a:ext cx="1352961" cy="1353404"/>
              <a:chOff x="7739068" y="5194594"/>
              <a:chExt cx="1352961" cy="1353404"/>
            </a:xfrm>
          </p:grpSpPr>
          <p:grpSp>
            <p:nvGrpSpPr>
              <p:cNvPr id="213" name="Group 212">
                <a:extLst>
                  <a:ext uri="{FF2B5EF4-FFF2-40B4-BE49-F238E27FC236}">
                    <a16:creationId xmlns:a16="http://schemas.microsoft.com/office/drawing/2014/main" id="{0BE7708C-50ED-483C-9207-8D232030341E}"/>
                  </a:ext>
                </a:extLst>
              </p:cNvPr>
              <p:cNvGrpSpPr/>
              <p:nvPr/>
            </p:nvGrpSpPr>
            <p:grpSpPr>
              <a:xfrm>
                <a:off x="7739068" y="5194686"/>
                <a:ext cx="1352961" cy="1353312"/>
                <a:chOff x="10730062" y="3816461"/>
                <a:chExt cx="1352961" cy="1353312"/>
              </a:xfrm>
            </p:grpSpPr>
            <p:sp>
              <p:nvSpPr>
                <p:cNvPr id="215" name="Rectangle 214">
                  <a:extLst>
                    <a:ext uri="{FF2B5EF4-FFF2-40B4-BE49-F238E27FC236}">
                      <a16:creationId xmlns:a16="http://schemas.microsoft.com/office/drawing/2014/main" id="{A7A7FBE9-387D-4CBC-97A2-F83D467B5974}"/>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51A370F8-5C89-42B8-AD57-EC56AF3FB242}"/>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14" name="Octagon 213">
                <a:extLst>
                  <a:ext uri="{FF2B5EF4-FFF2-40B4-BE49-F238E27FC236}">
                    <a16:creationId xmlns:a16="http://schemas.microsoft.com/office/drawing/2014/main" id="{BEE81D6C-DFD3-4CB8-AF56-1D5D18C963EB}"/>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7" name="Group 206">
              <a:extLst>
                <a:ext uri="{FF2B5EF4-FFF2-40B4-BE49-F238E27FC236}">
                  <a16:creationId xmlns:a16="http://schemas.microsoft.com/office/drawing/2014/main" id="{C07D4711-7908-4C9F-B0CA-E845E9DD14AD}"/>
                </a:ext>
              </a:extLst>
            </p:cNvPr>
            <p:cNvGrpSpPr/>
            <p:nvPr/>
          </p:nvGrpSpPr>
          <p:grpSpPr>
            <a:xfrm>
              <a:off x="2320472" y="2470416"/>
              <a:ext cx="1353225" cy="1353312"/>
              <a:chOff x="7744151" y="3841465"/>
              <a:chExt cx="1353225" cy="1353312"/>
            </a:xfrm>
          </p:grpSpPr>
          <p:grpSp>
            <p:nvGrpSpPr>
              <p:cNvPr id="208" name="Group 207">
                <a:extLst>
                  <a:ext uri="{FF2B5EF4-FFF2-40B4-BE49-F238E27FC236}">
                    <a16:creationId xmlns:a16="http://schemas.microsoft.com/office/drawing/2014/main" id="{642F5FC2-38C6-4869-8800-9B304C995E27}"/>
                  </a:ext>
                </a:extLst>
              </p:cNvPr>
              <p:cNvGrpSpPr/>
              <p:nvPr/>
            </p:nvGrpSpPr>
            <p:grpSpPr>
              <a:xfrm>
                <a:off x="7744151" y="3841465"/>
                <a:ext cx="1353225" cy="1353312"/>
                <a:chOff x="10729798" y="2463149"/>
                <a:chExt cx="1353225" cy="1353312"/>
              </a:xfrm>
            </p:grpSpPr>
            <p:sp>
              <p:nvSpPr>
                <p:cNvPr id="210" name="Rectangle 209">
                  <a:extLst>
                    <a:ext uri="{FF2B5EF4-FFF2-40B4-BE49-F238E27FC236}">
                      <a16:creationId xmlns:a16="http://schemas.microsoft.com/office/drawing/2014/main" id="{583AB384-478C-4870-B3A5-6E084CFEB565}"/>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1" name="Rectangle 210">
                  <a:extLst>
                    <a:ext uri="{FF2B5EF4-FFF2-40B4-BE49-F238E27FC236}">
                      <a16:creationId xmlns:a16="http://schemas.microsoft.com/office/drawing/2014/main" id="{6F2205CA-DA36-4D2B-92B8-73AF42D4A0CB}"/>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2" name="Rectangle 211">
                  <a:extLst>
                    <a:ext uri="{FF2B5EF4-FFF2-40B4-BE49-F238E27FC236}">
                      <a16:creationId xmlns:a16="http://schemas.microsoft.com/office/drawing/2014/main" id="{2F67EBAB-BD40-4098-96E0-2530D8D5B1A6}"/>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09" name="Octagon 208">
                <a:extLst>
                  <a:ext uri="{FF2B5EF4-FFF2-40B4-BE49-F238E27FC236}">
                    <a16:creationId xmlns:a16="http://schemas.microsoft.com/office/drawing/2014/main" id="{A7C7BCF4-7788-423C-B583-A05F1A2A6F53}"/>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7" name="Group 226">
            <a:extLst>
              <a:ext uri="{FF2B5EF4-FFF2-40B4-BE49-F238E27FC236}">
                <a16:creationId xmlns:a16="http://schemas.microsoft.com/office/drawing/2014/main" id="{C0E1718F-AA08-4B97-83D1-490F450BE457}"/>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244" name="Rectangle 243">
              <a:extLst>
                <a:ext uri="{FF2B5EF4-FFF2-40B4-BE49-F238E27FC236}">
                  <a16:creationId xmlns:a16="http://schemas.microsoft.com/office/drawing/2014/main" id="{F2958E6D-444B-4E31-999C-91D83F6BA189}"/>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5" name="Rectangle 244">
              <a:extLst>
                <a:ext uri="{FF2B5EF4-FFF2-40B4-BE49-F238E27FC236}">
                  <a16:creationId xmlns:a16="http://schemas.microsoft.com/office/drawing/2014/main" id="{77A5EE56-65E7-4E95-A250-DB5CFF44F6AB}"/>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6" name="Rectangle 245">
              <a:extLst>
                <a:ext uri="{FF2B5EF4-FFF2-40B4-BE49-F238E27FC236}">
                  <a16:creationId xmlns:a16="http://schemas.microsoft.com/office/drawing/2014/main" id="{B405B48F-C8EE-483E-A84B-1AB08B3CF3E1}"/>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7" name="Rectangle 246">
              <a:extLst>
                <a:ext uri="{FF2B5EF4-FFF2-40B4-BE49-F238E27FC236}">
                  <a16:creationId xmlns:a16="http://schemas.microsoft.com/office/drawing/2014/main" id="{742E9FFA-7867-44F6-AE6E-0E35FBFFACDD}"/>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16A90A75-B90B-45EE-884E-67B9E22DB3F4}"/>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8" name="Group 227">
            <a:extLst>
              <a:ext uri="{FF2B5EF4-FFF2-40B4-BE49-F238E27FC236}">
                <a16:creationId xmlns:a16="http://schemas.microsoft.com/office/drawing/2014/main" id="{D2EAA94E-6E67-414C-81E1-16A3E8A57AD6}"/>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240" name="Rectangle 239">
              <a:extLst>
                <a:ext uri="{FF2B5EF4-FFF2-40B4-BE49-F238E27FC236}">
                  <a16:creationId xmlns:a16="http://schemas.microsoft.com/office/drawing/2014/main" id="{1BE2303A-8D9B-41AF-B808-B71D6AA697A2}"/>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1" name="Rectangle 240">
              <a:extLst>
                <a:ext uri="{FF2B5EF4-FFF2-40B4-BE49-F238E27FC236}">
                  <a16:creationId xmlns:a16="http://schemas.microsoft.com/office/drawing/2014/main" id="{5B2297B8-0C89-4EC6-8043-326BFE3187CF}"/>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58F8D8BA-B04C-4493-B05E-02F242AE8A12}"/>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3" name="Rectangle 242">
              <a:extLst>
                <a:ext uri="{FF2B5EF4-FFF2-40B4-BE49-F238E27FC236}">
                  <a16:creationId xmlns:a16="http://schemas.microsoft.com/office/drawing/2014/main" id="{BF775F5D-B5DE-4E67-83B7-EBB07265DBCF}"/>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9" name="Group 228">
            <a:extLst>
              <a:ext uri="{FF2B5EF4-FFF2-40B4-BE49-F238E27FC236}">
                <a16:creationId xmlns:a16="http://schemas.microsoft.com/office/drawing/2014/main" id="{24348767-698B-4B9C-BDD0-C17EC7959D72}"/>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236" name="Group 235">
              <a:extLst>
                <a:ext uri="{FF2B5EF4-FFF2-40B4-BE49-F238E27FC236}">
                  <a16:creationId xmlns:a16="http://schemas.microsoft.com/office/drawing/2014/main" id="{9AA12F00-B74E-4020-9232-DC8EA3B1DCD8}"/>
                </a:ext>
              </a:extLst>
            </p:cNvPr>
            <p:cNvGrpSpPr/>
            <p:nvPr/>
          </p:nvGrpSpPr>
          <p:grpSpPr>
            <a:xfrm>
              <a:off x="7739068" y="5194686"/>
              <a:ext cx="1352961" cy="1353312"/>
              <a:chOff x="10730062" y="3816461"/>
              <a:chExt cx="1352961" cy="1353312"/>
            </a:xfrm>
          </p:grpSpPr>
          <p:sp>
            <p:nvSpPr>
              <p:cNvPr id="238" name="Rectangle 237">
                <a:extLst>
                  <a:ext uri="{FF2B5EF4-FFF2-40B4-BE49-F238E27FC236}">
                    <a16:creationId xmlns:a16="http://schemas.microsoft.com/office/drawing/2014/main" id="{3080DF8D-3B76-4948-964B-25C11ACDC9AB}"/>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B278EE9A-A60C-405B-8052-7ED5BC39A0E4}"/>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37" name="Octagon 236">
              <a:extLst>
                <a:ext uri="{FF2B5EF4-FFF2-40B4-BE49-F238E27FC236}">
                  <a16:creationId xmlns:a16="http://schemas.microsoft.com/office/drawing/2014/main" id="{5B83B77E-DAAC-4FB6-97FE-636A4A74C77C}"/>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0" name="Group 229">
            <a:extLst>
              <a:ext uri="{FF2B5EF4-FFF2-40B4-BE49-F238E27FC236}">
                <a16:creationId xmlns:a16="http://schemas.microsoft.com/office/drawing/2014/main" id="{EFAEAD00-8467-4AF5-AD9A-4F1FC484E1CB}"/>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231" name="Group 230">
              <a:extLst>
                <a:ext uri="{FF2B5EF4-FFF2-40B4-BE49-F238E27FC236}">
                  <a16:creationId xmlns:a16="http://schemas.microsoft.com/office/drawing/2014/main" id="{842173E3-158A-47CE-BAC4-51A13664BDE1}"/>
                </a:ext>
              </a:extLst>
            </p:cNvPr>
            <p:cNvGrpSpPr/>
            <p:nvPr/>
          </p:nvGrpSpPr>
          <p:grpSpPr>
            <a:xfrm>
              <a:off x="7744151" y="3841465"/>
              <a:ext cx="1353225" cy="1353312"/>
              <a:chOff x="10729798" y="2463149"/>
              <a:chExt cx="1353225" cy="1353312"/>
            </a:xfrm>
          </p:grpSpPr>
          <p:sp>
            <p:nvSpPr>
              <p:cNvPr id="233" name="Rectangle 232">
                <a:extLst>
                  <a:ext uri="{FF2B5EF4-FFF2-40B4-BE49-F238E27FC236}">
                    <a16:creationId xmlns:a16="http://schemas.microsoft.com/office/drawing/2014/main" id="{4F4FFA54-A72D-47E5-B8C4-83132E4EC1B7}"/>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6350FE92-882D-4DDE-B03B-B37B18EA294B}"/>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EF9D78E0-0265-4E0B-92BE-7EFECD5A4590}"/>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32" name="Octagon 231">
              <a:extLst>
                <a:ext uri="{FF2B5EF4-FFF2-40B4-BE49-F238E27FC236}">
                  <a16:creationId xmlns:a16="http://schemas.microsoft.com/office/drawing/2014/main" id="{B4890549-6FA1-4449-A960-788685397F86}"/>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19474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cxnSp>
        <p:nvCxnSpPr>
          <p:cNvPr id="16" name="Straight Arrow Connector 15"/>
          <p:cNvCxnSpPr/>
          <p:nvPr/>
        </p:nvCxnSpPr>
        <p:spPr>
          <a:xfrm>
            <a:off x="6516061"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8" name="TextBox 167"/>
          <p:cNvSpPr txBox="1"/>
          <p:nvPr/>
        </p:nvSpPr>
        <p:spPr>
          <a:xfrm>
            <a:off x="4488208" y="373996"/>
            <a:ext cx="3044424" cy="646331"/>
          </a:xfrm>
          <a:prstGeom prst="rect">
            <a:avLst/>
          </a:prstGeom>
          <a:noFill/>
        </p:spPr>
        <p:txBody>
          <a:bodyPr wrap="none" rtlCol="0">
            <a:spAutoFit/>
          </a:bodyPr>
          <a:lstStyle/>
          <a:p>
            <a:pPr algn="ctr"/>
            <a:r>
              <a:rPr lang="en-US" sz="3600" dirty="0">
                <a:solidFill>
                  <a:schemeClr val="bg1"/>
                </a:solidFill>
              </a:rPr>
              <a:t>Negative Glues</a:t>
            </a:r>
            <a:endParaRPr lang="en-US" sz="1600" dirty="0">
              <a:solidFill>
                <a:schemeClr val="bg1"/>
              </a:solidFill>
            </a:endParaRPr>
          </a:p>
        </p:txBody>
      </p:sp>
      <p:sp>
        <p:nvSpPr>
          <p:cNvPr id="78" name="TextBox 7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79" name="Group 78"/>
          <p:cNvGrpSpPr/>
          <p:nvPr/>
        </p:nvGrpSpPr>
        <p:grpSpPr>
          <a:xfrm>
            <a:off x="3648216" y="2577397"/>
            <a:ext cx="736657" cy="1332800"/>
            <a:chOff x="3800723" y="2591968"/>
            <a:chExt cx="736657" cy="1332800"/>
          </a:xfrm>
        </p:grpSpPr>
        <p:sp>
          <p:nvSpPr>
            <p:cNvPr id="80" name="Rectangle: Rounded Corners 79"/>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5" name="TextBox 84"/>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61" name="Rectangle 60"/>
          <p:cNvSpPr/>
          <p:nvPr/>
        </p:nvSpPr>
        <p:spPr>
          <a:xfrm>
            <a:off x="1112001" y="2182826"/>
            <a:ext cx="1535266" cy="151537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97" name="Group 96">
            <a:extLst>
              <a:ext uri="{FF2B5EF4-FFF2-40B4-BE49-F238E27FC236}">
                <a16:creationId xmlns:a16="http://schemas.microsoft.com/office/drawing/2014/main" id="{38F02285-80C8-4138-BB12-36508E32E1BA}"/>
              </a:ext>
            </a:extLst>
          </p:cNvPr>
          <p:cNvGrpSpPr/>
          <p:nvPr/>
        </p:nvGrpSpPr>
        <p:grpSpPr>
          <a:xfrm>
            <a:off x="1227432" y="2316367"/>
            <a:ext cx="1259033" cy="1221553"/>
            <a:chOff x="1227432" y="2316367"/>
            <a:chExt cx="1259033" cy="1221553"/>
          </a:xfrm>
        </p:grpSpPr>
        <p:grpSp>
          <p:nvGrpSpPr>
            <p:cNvPr id="98" name="Group 97">
              <a:extLst>
                <a:ext uri="{FF2B5EF4-FFF2-40B4-BE49-F238E27FC236}">
                  <a16:creationId xmlns:a16="http://schemas.microsoft.com/office/drawing/2014/main" id="{0A9EE371-6740-4C49-B6DF-D46CBDE5D10A}"/>
                </a:ext>
              </a:extLst>
            </p:cNvPr>
            <p:cNvGrpSpPr/>
            <p:nvPr/>
          </p:nvGrpSpPr>
          <p:grpSpPr>
            <a:xfrm>
              <a:off x="1227432" y="2316367"/>
              <a:ext cx="519555" cy="508319"/>
              <a:chOff x="7617284" y="4008730"/>
              <a:chExt cx="1352961" cy="1353312"/>
            </a:xfrm>
            <a:effectLst>
              <a:outerShdw blurRad="50800" dist="38100" dir="2700000" algn="tl" rotWithShape="0">
                <a:prstClr val="black">
                  <a:alpha val="40000"/>
                </a:prstClr>
              </a:outerShdw>
            </a:effectLst>
          </p:grpSpPr>
          <p:sp>
            <p:nvSpPr>
              <p:cNvPr id="151" name="Rectangle 150">
                <a:extLst>
                  <a:ext uri="{FF2B5EF4-FFF2-40B4-BE49-F238E27FC236}">
                    <a16:creationId xmlns:a16="http://schemas.microsoft.com/office/drawing/2014/main" id="{1E88EDFD-A153-46C1-B84D-E809175EE055}"/>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A491BBA2-A334-4C42-9AE6-B24A63C8718C}"/>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B030FCDB-CC20-43F2-A921-F311E565AB89}"/>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4" name="Rectangle 153">
                <a:extLst>
                  <a:ext uri="{FF2B5EF4-FFF2-40B4-BE49-F238E27FC236}">
                    <a16:creationId xmlns:a16="http://schemas.microsoft.com/office/drawing/2014/main" id="{2BFD62DB-FED5-4076-9C5E-55F6E3169BDA}"/>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5" name="Rectangle 154">
                <a:extLst>
                  <a:ext uri="{FF2B5EF4-FFF2-40B4-BE49-F238E27FC236}">
                    <a16:creationId xmlns:a16="http://schemas.microsoft.com/office/drawing/2014/main" id="{40AB83B7-250E-430A-8E59-3C930CE4BBE7}"/>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0" name="Group 99">
              <a:extLst>
                <a:ext uri="{FF2B5EF4-FFF2-40B4-BE49-F238E27FC236}">
                  <a16:creationId xmlns:a16="http://schemas.microsoft.com/office/drawing/2014/main" id="{8F600A16-37D4-4D1B-B45D-AEE88BEA51D8}"/>
                </a:ext>
              </a:extLst>
            </p:cNvPr>
            <p:cNvGrpSpPr/>
            <p:nvPr/>
          </p:nvGrpSpPr>
          <p:grpSpPr>
            <a:xfrm>
              <a:off x="1227432" y="3025916"/>
              <a:ext cx="516184" cy="509697"/>
              <a:chOff x="5887832" y="987580"/>
              <a:chExt cx="1352962" cy="1353312"/>
            </a:xfrm>
            <a:effectLst>
              <a:outerShdw blurRad="50800" dist="38100" dir="2700000" algn="tl" rotWithShape="0">
                <a:prstClr val="black">
                  <a:alpha val="40000"/>
                </a:prstClr>
              </a:outerShdw>
            </a:effectLst>
          </p:grpSpPr>
          <p:sp>
            <p:nvSpPr>
              <p:cNvPr id="115" name="Rectangle 114">
                <a:extLst>
                  <a:ext uri="{FF2B5EF4-FFF2-40B4-BE49-F238E27FC236}">
                    <a16:creationId xmlns:a16="http://schemas.microsoft.com/office/drawing/2014/main" id="{8792F30A-2BB5-4EA7-9259-918BF4222368}"/>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2286B6B1-A747-4D8B-A53C-4B573BEC7D23}"/>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783F8CEB-D2AD-431E-A968-0191BCEDC1B6}"/>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0" name="Rectangle 149">
                <a:extLst>
                  <a:ext uri="{FF2B5EF4-FFF2-40B4-BE49-F238E27FC236}">
                    <a16:creationId xmlns:a16="http://schemas.microsoft.com/office/drawing/2014/main" id="{63860F7C-A114-4EBB-A7DF-D65D584957E1}"/>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4C20267B-6A95-4FDC-A0E5-DCE6D951B9F0}"/>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11" name="Group 110">
                <a:extLst>
                  <a:ext uri="{FF2B5EF4-FFF2-40B4-BE49-F238E27FC236}">
                    <a16:creationId xmlns:a16="http://schemas.microsoft.com/office/drawing/2014/main" id="{03C801A6-9205-41D3-A38B-34544D3EE59D}"/>
                  </a:ext>
                </a:extLst>
              </p:cNvPr>
              <p:cNvGrpSpPr/>
              <p:nvPr/>
            </p:nvGrpSpPr>
            <p:grpSpPr>
              <a:xfrm>
                <a:off x="7739068" y="5194686"/>
                <a:ext cx="1352961" cy="1353312"/>
                <a:chOff x="10730062" y="3816461"/>
                <a:chExt cx="1352961" cy="1353312"/>
              </a:xfrm>
            </p:grpSpPr>
            <p:sp>
              <p:nvSpPr>
                <p:cNvPr id="113" name="Rectangle 112">
                  <a:extLst>
                    <a:ext uri="{FF2B5EF4-FFF2-40B4-BE49-F238E27FC236}">
                      <a16:creationId xmlns:a16="http://schemas.microsoft.com/office/drawing/2014/main" id="{B25588B9-7FD9-4D70-82D6-12FFC7A68319}"/>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7AE5FA51-B070-4518-BF35-267AC71585BD}"/>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12" name="Octagon 111">
                <a:extLst>
                  <a:ext uri="{FF2B5EF4-FFF2-40B4-BE49-F238E27FC236}">
                    <a16:creationId xmlns:a16="http://schemas.microsoft.com/office/drawing/2014/main" id="{D943F893-8512-4B02-BB90-1CDBC100503C}"/>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30AFCCD3-A2FC-42C3-A20B-3E5995AFEF5A}"/>
                </a:ext>
              </a:extLst>
            </p:cNvPr>
            <p:cNvGrpSpPr/>
            <p:nvPr/>
          </p:nvGrpSpPr>
          <p:grpSpPr>
            <a:xfrm>
              <a:off x="1966187" y="2321153"/>
              <a:ext cx="520277" cy="507598"/>
              <a:chOff x="7744151" y="3841463"/>
              <a:chExt cx="1353220" cy="1353312"/>
            </a:xfrm>
            <a:effectLst>
              <a:outerShdw blurRad="50800" dist="38100" dir="2700000" algn="tl" rotWithShape="0">
                <a:prstClr val="black">
                  <a:alpha val="40000"/>
                </a:prstClr>
              </a:outerShdw>
            </a:effectLst>
          </p:grpSpPr>
          <p:grpSp>
            <p:nvGrpSpPr>
              <p:cNvPr id="104" name="Group 103">
                <a:extLst>
                  <a:ext uri="{FF2B5EF4-FFF2-40B4-BE49-F238E27FC236}">
                    <a16:creationId xmlns:a16="http://schemas.microsoft.com/office/drawing/2014/main" id="{2031460B-E823-4B86-8CA7-3CD7F643DC4C}"/>
                  </a:ext>
                </a:extLst>
              </p:cNvPr>
              <p:cNvGrpSpPr/>
              <p:nvPr/>
            </p:nvGrpSpPr>
            <p:grpSpPr>
              <a:xfrm>
                <a:off x="7744151" y="3841463"/>
                <a:ext cx="1353220" cy="1353312"/>
                <a:chOff x="10729798" y="2463147"/>
                <a:chExt cx="1353220" cy="1353312"/>
              </a:xfrm>
            </p:grpSpPr>
            <p:sp>
              <p:nvSpPr>
                <p:cNvPr id="107" name="Rectangle 106">
                  <a:extLst>
                    <a:ext uri="{FF2B5EF4-FFF2-40B4-BE49-F238E27FC236}">
                      <a16:creationId xmlns:a16="http://schemas.microsoft.com/office/drawing/2014/main" id="{32A05067-21CE-4A6D-A538-C04E8134037B}"/>
                    </a:ext>
                  </a:extLst>
                </p:cNvPr>
                <p:cNvSpPr/>
                <p:nvPr/>
              </p:nvSpPr>
              <p:spPr>
                <a:xfrm rot="5400000">
                  <a:off x="10729883" y="2463323"/>
                  <a:ext cx="1353312" cy="1352959"/>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C85BE6B3-0CA8-46AF-A396-449211FC685C}"/>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82CF052A-E401-4A3C-B431-500A688C6027}"/>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05" name="Octagon 104">
                <a:extLst>
                  <a:ext uri="{FF2B5EF4-FFF2-40B4-BE49-F238E27FC236}">
                    <a16:creationId xmlns:a16="http://schemas.microsoft.com/office/drawing/2014/main" id="{4E7DB728-053D-4F80-AE36-B091CF258566}"/>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6" name="Group 155">
            <a:extLst>
              <a:ext uri="{FF2B5EF4-FFF2-40B4-BE49-F238E27FC236}">
                <a16:creationId xmlns:a16="http://schemas.microsoft.com/office/drawing/2014/main" id="{0DDDAEB4-30E0-4ACE-A0A7-502DB791655F}"/>
              </a:ext>
            </a:extLst>
          </p:cNvPr>
          <p:cNvGrpSpPr/>
          <p:nvPr/>
        </p:nvGrpSpPr>
        <p:grpSpPr>
          <a:xfrm>
            <a:off x="7306694" y="3927663"/>
            <a:ext cx="1043949" cy="1025495"/>
            <a:chOff x="963443" y="2470416"/>
            <a:chExt cx="2710254" cy="2706624"/>
          </a:xfrm>
          <a:effectLst>
            <a:outerShdw blurRad="50800" dist="38100" dir="2700000" algn="tl" rotWithShape="0">
              <a:prstClr val="black">
                <a:alpha val="40000"/>
              </a:prstClr>
            </a:outerShdw>
          </a:effectLst>
        </p:grpSpPr>
        <p:grpSp>
          <p:nvGrpSpPr>
            <p:cNvPr id="157" name="Group 156">
              <a:extLst>
                <a:ext uri="{FF2B5EF4-FFF2-40B4-BE49-F238E27FC236}">
                  <a16:creationId xmlns:a16="http://schemas.microsoft.com/office/drawing/2014/main" id="{45525415-CFA7-443E-90CB-D1D46835EF0F}"/>
                </a:ext>
              </a:extLst>
            </p:cNvPr>
            <p:cNvGrpSpPr/>
            <p:nvPr/>
          </p:nvGrpSpPr>
          <p:grpSpPr>
            <a:xfrm>
              <a:off x="964309" y="2470506"/>
              <a:ext cx="1352961" cy="1353312"/>
              <a:chOff x="7617284" y="4008730"/>
              <a:chExt cx="1352961" cy="1353312"/>
            </a:xfrm>
          </p:grpSpPr>
          <p:sp>
            <p:nvSpPr>
              <p:cNvPr id="176" name="Rectangle 175">
                <a:extLst>
                  <a:ext uri="{FF2B5EF4-FFF2-40B4-BE49-F238E27FC236}">
                    <a16:creationId xmlns:a16="http://schemas.microsoft.com/office/drawing/2014/main" id="{406DB5B2-CAA4-4545-AE4C-CBE93116E6C8}"/>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597977F3-7F12-4F5D-B0CE-9032F03BF596}"/>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DBAE6E9C-FBB2-48F1-9766-6C53D41DFB6F}"/>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D7EDD7D5-D045-4276-B476-932A6FC8C64B}"/>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F0BF8DFB-7291-426A-AB98-B02029EA5BE8}"/>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8" name="Group 157">
              <a:extLst>
                <a:ext uri="{FF2B5EF4-FFF2-40B4-BE49-F238E27FC236}">
                  <a16:creationId xmlns:a16="http://schemas.microsoft.com/office/drawing/2014/main" id="{79594E50-2E9C-47D3-AFA7-69D672EEC795}"/>
                </a:ext>
              </a:extLst>
            </p:cNvPr>
            <p:cNvGrpSpPr/>
            <p:nvPr/>
          </p:nvGrpSpPr>
          <p:grpSpPr>
            <a:xfrm>
              <a:off x="963443" y="3823728"/>
              <a:ext cx="1352962" cy="1353312"/>
              <a:chOff x="5887832" y="987580"/>
              <a:chExt cx="1352962" cy="1353312"/>
            </a:xfrm>
          </p:grpSpPr>
          <p:sp>
            <p:nvSpPr>
              <p:cNvPr id="172" name="Rectangle 171">
                <a:extLst>
                  <a:ext uri="{FF2B5EF4-FFF2-40B4-BE49-F238E27FC236}">
                    <a16:creationId xmlns:a16="http://schemas.microsoft.com/office/drawing/2014/main" id="{4D99975C-735B-43EA-A4DE-9879E5E71104}"/>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8B2D21F2-9F30-4BA8-AAB5-0D7CA9DDFF88}"/>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9CBB7F0F-0490-4015-AD54-EEF1F8CF12C8}"/>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7E1D9B83-CD3B-4603-B5B9-A74C2945F3E1}"/>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9" name="Group 158">
              <a:extLst>
                <a:ext uri="{FF2B5EF4-FFF2-40B4-BE49-F238E27FC236}">
                  <a16:creationId xmlns:a16="http://schemas.microsoft.com/office/drawing/2014/main" id="{C493A62B-7E9F-493E-A162-A736C07C4331}"/>
                </a:ext>
              </a:extLst>
            </p:cNvPr>
            <p:cNvGrpSpPr/>
            <p:nvPr/>
          </p:nvGrpSpPr>
          <p:grpSpPr>
            <a:xfrm>
              <a:off x="2315389" y="3823545"/>
              <a:ext cx="1352961" cy="1353404"/>
              <a:chOff x="7739068" y="5194594"/>
              <a:chExt cx="1352961" cy="1353404"/>
            </a:xfrm>
          </p:grpSpPr>
          <p:grpSp>
            <p:nvGrpSpPr>
              <p:cNvPr id="167" name="Group 166">
                <a:extLst>
                  <a:ext uri="{FF2B5EF4-FFF2-40B4-BE49-F238E27FC236}">
                    <a16:creationId xmlns:a16="http://schemas.microsoft.com/office/drawing/2014/main" id="{E97DF8E3-8C21-4D98-8F37-5F4DD60467AC}"/>
                  </a:ext>
                </a:extLst>
              </p:cNvPr>
              <p:cNvGrpSpPr/>
              <p:nvPr/>
            </p:nvGrpSpPr>
            <p:grpSpPr>
              <a:xfrm>
                <a:off x="7739068" y="5194686"/>
                <a:ext cx="1352961" cy="1353312"/>
                <a:chOff x="10730062" y="3816461"/>
                <a:chExt cx="1352961" cy="1353312"/>
              </a:xfrm>
            </p:grpSpPr>
            <p:sp>
              <p:nvSpPr>
                <p:cNvPr id="170" name="Rectangle 169">
                  <a:extLst>
                    <a:ext uri="{FF2B5EF4-FFF2-40B4-BE49-F238E27FC236}">
                      <a16:creationId xmlns:a16="http://schemas.microsoft.com/office/drawing/2014/main" id="{0C4DF280-4B72-4EE7-B78F-5B176BA00274}"/>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B59BDFC2-B1DB-4F78-A89F-4DDF371E1020}"/>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69" name="Octagon 168">
                <a:extLst>
                  <a:ext uri="{FF2B5EF4-FFF2-40B4-BE49-F238E27FC236}">
                    <a16:creationId xmlns:a16="http://schemas.microsoft.com/office/drawing/2014/main" id="{07456E94-C331-4B5E-ACFF-D8BC385B5974}"/>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12541CD5-C666-4436-B6F6-97CB3A174A79}"/>
                </a:ext>
              </a:extLst>
            </p:cNvPr>
            <p:cNvGrpSpPr/>
            <p:nvPr/>
          </p:nvGrpSpPr>
          <p:grpSpPr>
            <a:xfrm>
              <a:off x="2320472" y="2470416"/>
              <a:ext cx="1353225" cy="1353312"/>
              <a:chOff x="7744151" y="3841465"/>
              <a:chExt cx="1353225" cy="1353312"/>
            </a:xfrm>
          </p:grpSpPr>
          <p:grpSp>
            <p:nvGrpSpPr>
              <p:cNvPr id="161" name="Group 160">
                <a:extLst>
                  <a:ext uri="{FF2B5EF4-FFF2-40B4-BE49-F238E27FC236}">
                    <a16:creationId xmlns:a16="http://schemas.microsoft.com/office/drawing/2014/main" id="{7A7890E1-C787-41A6-9E54-86D19AF290AB}"/>
                  </a:ext>
                </a:extLst>
              </p:cNvPr>
              <p:cNvGrpSpPr/>
              <p:nvPr/>
            </p:nvGrpSpPr>
            <p:grpSpPr>
              <a:xfrm>
                <a:off x="7744151" y="3841465"/>
                <a:ext cx="1353225" cy="1353312"/>
                <a:chOff x="10729798" y="2463149"/>
                <a:chExt cx="1353225" cy="1353312"/>
              </a:xfrm>
            </p:grpSpPr>
            <p:sp>
              <p:nvSpPr>
                <p:cNvPr id="163" name="Rectangle 162">
                  <a:extLst>
                    <a:ext uri="{FF2B5EF4-FFF2-40B4-BE49-F238E27FC236}">
                      <a16:creationId xmlns:a16="http://schemas.microsoft.com/office/drawing/2014/main" id="{94D88B83-1EF6-417E-A01E-11A6234A1147}"/>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4" name="Rectangle 163">
                  <a:extLst>
                    <a:ext uri="{FF2B5EF4-FFF2-40B4-BE49-F238E27FC236}">
                      <a16:creationId xmlns:a16="http://schemas.microsoft.com/office/drawing/2014/main" id="{D6215510-2DA7-4F8E-A223-52E9445727F4}"/>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5" name="Rectangle 164">
                  <a:extLst>
                    <a:ext uri="{FF2B5EF4-FFF2-40B4-BE49-F238E27FC236}">
                      <a16:creationId xmlns:a16="http://schemas.microsoft.com/office/drawing/2014/main" id="{1FBBBF95-EB28-49BA-807D-2118ED77C8D0}"/>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62" name="Octagon 161">
                <a:extLst>
                  <a:ext uri="{FF2B5EF4-FFF2-40B4-BE49-F238E27FC236}">
                    <a16:creationId xmlns:a16="http://schemas.microsoft.com/office/drawing/2014/main" id="{D9DD6FFE-A9AB-4176-A35D-5D5E5659BED6}"/>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1" name="Group 180">
            <a:extLst>
              <a:ext uri="{FF2B5EF4-FFF2-40B4-BE49-F238E27FC236}">
                <a16:creationId xmlns:a16="http://schemas.microsoft.com/office/drawing/2014/main" id="{CC0F6081-C48F-4C8B-8FDB-F54384C88731}"/>
              </a:ext>
            </a:extLst>
          </p:cNvPr>
          <p:cNvGrpSpPr/>
          <p:nvPr/>
        </p:nvGrpSpPr>
        <p:grpSpPr>
          <a:xfrm>
            <a:off x="7827753" y="4437857"/>
            <a:ext cx="641841" cy="644393"/>
            <a:chOff x="7827753" y="4437857"/>
            <a:chExt cx="641841" cy="644393"/>
          </a:xfrm>
        </p:grpSpPr>
        <p:cxnSp>
          <p:nvCxnSpPr>
            <p:cNvPr id="182" name="Straight Connector 181">
              <a:extLst>
                <a:ext uri="{FF2B5EF4-FFF2-40B4-BE49-F238E27FC236}">
                  <a16:creationId xmlns:a16="http://schemas.microsoft.com/office/drawing/2014/main" id="{444F8866-6238-417E-ACE5-CA5EE3A78D68}"/>
                </a:ext>
              </a:extLst>
            </p:cNvPr>
            <p:cNvCxnSpPr>
              <a:cxnSpLocks/>
            </p:cNvCxnSpPr>
            <p:nvPr/>
          </p:nvCxnSpPr>
          <p:spPr>
            <a:xfrm flipV="1">
              <a:off x="7827753" y="4440409"/>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EDD185DA-494E-443A-8BF5-C2055CF945D3}"/>
                </a:ext>
              </a:extLst>
            </p:cNvPr>
            <p:cNvCxnSpPr>
              <a:cxnSpLocks/>
            </p:cNvCxnSpPr>
            <p:nvPr/>
          </p:nvCxnSpPr>
          <p:spPr>
            <a:xfrm rot="5400000" flipV="1">
              <a:off x="8148674" y="4116936"/>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184" name="Group 183">
            <a:extLst>
              <a:ext uri="{FF2B5EF4-FFF2-40B4-BE49-F238E27FC236}">
                <a16:creationId xmlns:a16="http://schemas.microsoft.com/office/drawing/2014/main" id="{978AB542-82DF-49A2-A120-2E0A789DAF18}"/>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185" name="Rectangle 184">
              <a:extLst>
                <a:ext uri="{FF2B5EF4-FFF2-40B4-BE49-F238E27FC236}">
                  <a16:creationId xmlns:a16="http://schemas.microsoft.com/office/drawing/2014/main" id="{A20E06D6-1001-4D66-BB31-2E36D04F8EE4}"/>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6" name="Rectangle 185">
              <a:extLst>
                <a:ext uri="{FF2B5EF4-FFF2-40B4-BE49-F238E27FC236}">
                  <a16:creationId xmlns:a16="http://schemas.microsoft.com/office/drawing/2014/main" id="{E5D3F888-5199-4CD0-8CD5-4E491C5F217B}"/>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7" name="Rectangle 186">
              <a:extLst>
                <a:ext uri="{FF2B5EF4-FFF2-40B4-BE49-F238E27FC236}">
                  <a16:creationId xmlns:a16="http://schemas.microsoft.com/office/drawing/2014/main" id="{1FC62934-7A5F-4EB2-BA1D-21BFC7C7F162}"/>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8" name="Rectangle 187">
              <a:extLst>
                <a:ext uri="{FF2B5EF4-FFF2-40B4-BE49-F238E27FC236}">
                  <a16:creationId xmlns:a16="http://schemas.microsoft.com/office/drawing/2014/main" id="{61364A27-DD36-41FF-BF14-908FF7CF9FA4}"/>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F23B53AC-B2B5-400D-83A4-779225D0BDE2}"/>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0" name="Group 189">
            <a:extLst>
              <a:ext uri="{FF2B5EF4-FFF2-40B4-BE49-F238E27FC236}">
                <a16:creationId xmlns:a16="http://schemas.microsoft.com/office/drawing/2014/main" id="{ADDB2836-2D12-4963-88A5-F4BE05E2BAD2}"/>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191" name="Rectangle 190">
              <a:extLst>
                <a:ext uri="{FF2B5EF4-FFF2-40B4-BE49-F238E27FC236}">
                  <a16:creationId xmlns:a16="http://schemas.microsoft.com/office/drawing/2014/main" id="{AC758823-1595-4828-9413-7E50010A4BE3}"/>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DB7DFA3C-130A-4CAE-A708-D4B46878BF0E}"/>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3" name="Rectangle 192">
              <a:extLst>
                <a:ext uri="{FF2B5EF4-FFF2-40B4-BE49-F238E27FC236}">
                  <a16:creationId xmlns:a16="http://schemas.microsoft.com/office/drawing/2014/main" id="{824B2F6C-EAF6-4CC2-9BCE-DF47868AC87C}"/>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4" name="Rectangle 193">
              <a:extLst>
                <a:ext uri="{FF2B5EF4-FFF2-40B4-BE49-F238E27FC236}">
                  <a16:creationId xmlns:a16="http://schemas.microsoft.com/office/drawing/2014/main" id="{ACF22A03-0AF7-44CD-8D35-B55749A1EC89}"/>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5" name="Group 194">
            <a:extLst>
              <a:ext uri="{FF2B5EF4-FFF2-40B4-BE49-F238E27FC236}">
                <a16:creationId xmlns:a16="http://schemas.microsoft.com/office/drawing/2014/main" id="{629A2029-E7A9-40B5-BC78-FD7A348E56D6}"/>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196" name="Group 195">
              <a:extLst>
                <a:ext uri="{FF2B5EF4-FFF2-40B4-BE49-F238E27FC236}">
                  <a16:creationId xmlns:a16="http://schemas.microsoft.com/office/drawing/2014/main" id="{00F31132-395E-4D46-976B-CBC1C8F39298}"/>
                </a:ext>
              </a:extLst>
            </p:cNvPr>
            <p:cNvGrpSpPr/>
            <p:nvPr/>
          </p:nvGrpSpPr>
          <p:grpSpPr>
            <a:xfrm>
              <a:off x="7739068" y="5194686"/>
              <a:ext cx="1352961" cy="1353312"/>
              <a:chOff x="10730062" y="3816461"/>
              <a:chExt cx="1352961" cy="1353312"/>
            </a:xfrm>
          </p:grpSpPr>
          <p:sp>
            <p:nvSpPr>
              <p:cNvPr id="198" name="Rectangle 197">
                <a:extLst>
                  <a:ext uri="{FF2B5EF4-FFF2-40B4-BE49-F238E27FC236}">
                    <a16:creationId xmlns:a16="http://schemas.microsoft.com/office/drawing/2014/main" id="{D874647A-E2A7-4A78-9088-2F6BEE2406B1}"/>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9" name="Rectangle 198">
                <a:extLst>
                  <a:ext uri="{FF2B5EF4-FFF2-40B4-BE49-F238E27FC236}">
                    <a16:creationId xmlns:a16="http://schemas.microsoft.com/office/drawing/2014/main" id="{088E74D5-550B-43BB-BBFD-4CA2FFC5EEA3}"/>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97" name="Octagon 196">
              <a:extLst>
                <a:ext uri="{FF2B5EF4-FFF2-40B4-BE49-F238E27FC236}">
                  <a16:creationId xmlns:a16="http://schemas.microsoft.com/office/drawing/2014/main" id="{0D6AE107-A6DB-4BCB-8D59-E5D2F74BB317}"/>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D52A6B24-44F3-4600-960B-53E88E5DF1A6}"/>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201" name="Group 200">
              <a:extLst>
                <a:ext uri="{FF2B5EF4-FFF2-40B4-BE49-F238E27FC236}">
                  <a16:creationId xmlns:a16="http://schemas.microsoft.com/office/drawing/2014/main" id="{CDA9A07A-7E0E-40BD-A656-603ACE523B00}"/>
                </a:ext>
              </a:extLst>
            </p:cNvPr>
            <p:cNvGrpSpPr/>
            <p:nvPr/>
          </p:nvGrpSpPr>
          <p:grpSpPr>
            <a:xfrm>
              <a:off x="7744151" y="3841465"/>
              <a:ext cx="1353225" cy="1353312"/>
              <a:chOff x="10729798" y="2463149"/>
              <a:chExt cx="1353225" cy="1353312"/>
            </a:xfrm>
          </p:grpSpPr>
          <p:sp>
            <p:nvSpPr>
              <p:cNvPr id="203" name="Rectangle 202">
                <a:extLst>
                  <a:ext uri="{FF2B5EF4-FFF2-40B4-BE49-F238E27FC236}">
                    <a16:creationId xmlns:a16="http://schemas.microsoft.com/office/drawing/2014/main" id="{5E0F868E-8846-4C1B-B542-B7D239254820}"/>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4" name="Rectangle 203">
                <a:extLst>
                  <a:ext uri="{FF2B5EF4-FFF2-40B4-BE49-F238E27FC236}">
                    <a16:creationId xmlns:a16="http://schemas.microsoft.com/office/drawing/2014/main" id="{F149ED75-7608-488C-BD10-A621A2B04846}"/>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5" name="Rectangle 204">
                <a:extLst>
                  <a:ext uri="{FF2B5EF4-FFF2-40B4-BE49-F238E27FC236}">
                    <a16:creationId xmlns:a16="http://schemas.microsoft.com/office/drawing/2014/main" id="{5AE21621-60ED-4440-8C71-B022B6D01D50}"/>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02" name="Octagon 201">
              <a:extLst>
                <a:ext uri="{FF2B5EF4-FFF2-40B4-BE49-F238E27FC236}">
                  <a16:creationId xmlns:a16="http://schemas.microsoft.com/office/drawing/2014/main" id="{4AAFC438-B07C-4237-9674-65989F18B016}"/>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00493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1" name="Rectangle 60"/>
          <p:cNvSpPr/>
          <p:nvPr/>
        </p:nvSpPr>
        <p:spPr>
          <a:xfrm>
            <a:off x="1112001" y="2182826"/>
            <a:ext cx="1535266" cy="151537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6" name="Straight Arrow Connector 15"/>
          <p:cNvCxnSpPr/>
          <p:nvPr/>
        </p:nvCxnSpPr>
        <p:spPr>
          <a:xfrm>
            <a:off x="6516061"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a:cxnSpLocks/>
          </p:cNvCxnSpPr>
          <p:nvPr/>
        </p:nvCxnSpPr>
        <p:spPr>
          <a:xfrm flipV="1">
            <a:off x="8718235"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8" name="TextBox 167"/>
          <p:cNvSpPr txBox="1"/>
          <p:nvPr/>
        </p:nvSpPr>
        <p:spPr>
          <a:xfrm>
            <a:off x="4488208" y="373996"/>
            <a:ext cx="3044424" cy="646331"/>
          </a:xfrm>
          <a:prstGeom prst="rect">
            <a:avLst/>
          </a:prstGeom>
          <a:noFill/>
        </p:spPr>
        <p:txBody>
          <a:bodyPr wrap="none" rtlCol="0">
            <a:spAutoFit/>
          </a:bodyPr>
          <a:lstStyle/>
          <a:p>
            <a:pPr algn="ctr"/>
            <a:r>
              <a:rPr lang="en-US" sz="3600" dirty="0">
                <a:solidFill>
                  <a:schemeClr val="bg1"/>
                </a:solidFill>
              </a:rPr>
              <a:t>Negative Glues</a:t>
            </a:r>
            <a:endParaRPr lang="en-US" sz="1600" dirty="0">
              <a:solidFill>
                <a:schemeClr val="bg1"/>
              </a:solidFill>
            </a:endParaRPr>
          </a:p>
        </p:txBody>
      </p:sp>
      <p:sp>
        <p:nvSpPr>
          <p:cNvPr id="78" name="TextBox 7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79" name="Group 78"/>
          <p:cNvGrpSpPr/>
          <p:nvPr/>
        </p:nvGrpSpPr>
        <p:grpSpPr>
          <a:xfrm>
            <a:off x="3648216" y="2577397"/>
            <a:ext cx="736657" cy="1332800"/>
            <a:chOff x="3800723" y="2591968"/>
            <a:chExt cx="736657" cy="1332800"/>
          </a:xfrm>
        </p:grpSpPr>
        <p:sp>
          <p:nvSpPr>
            <p:cNvPr id="80" name="Rectangle: Rounded Corners 79"/>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5" name="TextBox 84"/>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103" name="Group 102">
            <a:extLst>
              <a:ext uri="{FF2B5EF4-FFF2-40B4-BE49-F238E27FC236}">
                <a16:creationId xmlns:a16="http://schemas.microsoft.com/office/drawing/2014/main" id="{D574E655-E4F8-49D9-A667-CAAE23DD680D}"/>
              </a:ext>
            </a:extLst>
          </p:cNvPr>
          <p:cNvGrpSpPr/>
          <p:nvPr/>
        </p:nvGrpSpPr>
        <p:grpSpPr>
          <a:xfrm>
            <a:off x="1227432" y="2316367"/>
            <a:ext cx="1259033" cy="1221553"/>
            <a:chOff x="1227432" y="2316367"/>
            <a:chExt cx="1259033" cy="1221553"/>
          </a:xfrm>
        </p:grpSpPr>
        <p:grpSp>
          <p:nvGrpSpPr>
            <p:cNvPr id="104" name="Group 103">
              <a:extLst>
                <a:ext uri="{FF2B5EF4-FFF2-40B4-BE49-F238E27FC236}">
                  <a16:creationId xmlns:a16="http://schemas.microsoft.com/office/drawing/2014/main" id="{3E617B40-54DE-471E-A9BC-D5BD00B28C63}"/>
                </a:ext>
              </a:extLst>
            </p:cNvPr>
            <p:cNvGrpSpPr/>
            <p:nvPr/>
          </p:nvGrpSpPr>
          <p:grpSpPr>
            <a:xfrm>
              <a:off x="1227432" y="2316367"/>
              <a:ext cx="519555" cy="508319"/>
              <a:chOff x="7617284" y="4008730"/>
              <a:chExt cx="1352961" cy="1353312"/>
            </a:xfrm>
            <a:effectLst>
              <a:outerShdw blurRad="50800" dist="38100" dir="2700000" algn="tl" rotWithShape="0">
                <a:prstClr val="black">
                  <a:alpha val="40000"/>
                </a:prstClr>
              </a:outerShdw>
            </a:effectLst>
          </p:grpSpPr>
          <p:sp>
            <p:nvSpPr>
              <p:cNvPr id="178" name="Rectangle 177">
                <a:extLst>
                  <a:ext uri="{FF2B5EF4-FFF2-40B4-BE49-F238E27FC236}">
                    <a16:creationId xmlns:a16="http://schemas.microsoft.com/office/drawing/2014/main" id="{07F894F7-AA35-4523-9854-2EF714EBF2A5}"/>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CD30ADFC-6D1A-4291-8C65-D2C73DB22A5F}"/>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D0DB9F1F-F12A-4B1E-8DE4-A029793A5DA9}"/>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FF5368B1-15B9-4161-9F9E-E10149CBC030}"/>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5AA23DC3-E808-40FD-9800-12F132B4E9C1}"/>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5" name="Group 104">
              <a:extLst>
                <a:ext uri="{FF2B5EF4-FFF2-40B4-BE49-F238E27FC236}">
                  <a16:creationId xmlns:a16="http://schemas.microsoft.com/office/drawing/2014/main" id="{ED68997D-23B7-46AD-8840-6B70D82842F4}"/>
                </a:ext>
              </a:extLst>
            </p:cNvPr>
            <p:cNvGrpSpPr/>
            <p:nvPr/>
          </p:nvGrpSpPr>
          <p:grpSpPr>
            <a:xfrm>
              <a:off x="1227432" y="3025916"/>
              <a:ext cx="516184" cy="509697"/>
              <a:chOff x="5887832" y="987580"/>
              <a:chExt cx="1352962" cy="1353312"/>
            </a:xfrm>
            <a:effectLst>
              <a:outerShdw blurRad="50800" dist="38100" dir="2700000" algn="tl" rotWithShape="0">
                <a:prstClr val="black">
                  <a:alpha val="40000"/>
                </a:prstClr>
              </a:outerShdw>
            </a:effectLst>
          </p:grpSpPr>
          <p:sp>
            <p:nvSpPr>
              <p:cNvPr id="174" name="Rectangle 173">
                <a:extLst>
                  <a:ext uri="{FF2B5EF4-FFF2-40B4-BE49-F238E27FC236}">
                    <a16:creationId xmlns:a16="http://schemas.microsoft.com/office/drawing/2014/main" id="{2E281704-5D36-4C91-9F93-024E1DCA5C11}"/>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CEA2ECAF-4AC4-45D4-B9D2-BA456DE5B671}"/>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8AF5C5AC-F3E6-469F-82B5-84F9FDAC2CB3}"/>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D324A843-FBEF-4647-BEFF-AC1D0ED65495}"/>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7" name="Group 106">
              <a:extLst>
                <a:ext uri="{FF2B5EF4-FFF2-40B4-BE49-F238E27FC236}">
                  <a16:creationId xmlns:a16="http://schemas.microsoft.com/office/drawing/2014/main" id="{F46162F5-19A6-41C7-AB20-1C5032D67C58}"/>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70" name="Group 169">
                <a:extLst>
                  <a:ext uri="{FF2B5EF4-FFF2-40B4-BE49-F238E27FC236}">
                    <a16:creationId xmlns:a16="http://schemas.microsoft.com/office/drawing/2014/main" id="{49DEFA9D-1A0A-4E90-B1CA-F5BFD8A13F9C}"/>
                  </a:ext>
                </a:extLst>
              </p:cNvPr>
              <p:cNvGrpSpPr/>
              <p:nvPr/>
            </p:nvGrpSpPr>
            <p:grpSpPr>
              <a:xfrm>
                <a:off x="7739068" y="5194686"/>
                <a:ext cx="1352961" cy="1353312"/>
                <a:chOff x="10730062" y="3816461"/>
                <a:chExt cx="1352961" cy="1353312"/>
              </a:xfrm>
            </p:grpSpPr>
            <p:sp>
              <p:nvSpPr>
                <p:cNvPr id="172" name="Rectangle 171">
                  <a:extLst>
                    <a:ext uri="{FF2B5EF4-FFF2-40B4-BE49-F238E27FC236}">
                      <a16:creationId xmlns:a16="http://schemas.microsoft.com/office/drawing/2014/main" id="{23A91A29-CDEB-402E-9A61-BB6CAAFB64D1}"/>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D172BAEB-DC97-4CD4-A40B-B55F9A30629D}"/>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71" name="Octagon 170">
                <a:extLst>
                  <a:ext uri="{FF2B5EF4-FFF2-40B4-BE49-F238E27FC236}">
                    <a16:creationId xmlns:a16="http://schemas.microsoft.com/office/drawing/2014/main" id="{A393923C-D000-4A02-93D7-232EAA1EA0AA}"/>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 name="Group 112">
              <a:extLst>
                <a:ext uri="{FF2B5EF4-FFF2-40B4-BE49-F238E27FC236}">
                  <a16:creationId xmlns:a16="http://schemas.microsoft.com/office/drawing/2014/main" id="{C5E6A9F6-D017-4541-AC8A-03C906946DA0}"/>
                </a:ext>
              </a:extLst>
            </p:cNvPr>
            <p:cNvGrpSpPr/>
            <p:nvPr/>
          </p:nvGrpSpPr>
          <p:grpSpPr>
            <a:xfrm>
              <a:off x="1966187" y="2321153"/>
              <a:ext cx="520277" cy="507598"/>
              <a:chOff x="7744151" y="3841463"/>
              <a:chExt cx="1353220" cy="1353312"/>
            </a:xfrm>
            <a:effectLst>
              <a:outerShdw blurRad="50800" dist="38100" dir="2700000" algn="tl" rotWithShape="0">
                <a:prstClr val="black">
                  <a:alpha val="40000"/>
                </a:prstClr>
              </a:outerShdw>
            </a:effectLst>
          </p:grpSpPr>
          <p:grpSp>
            <p:nvGrpSpPr>
              <p:cNvPr id="114" name="Group 113">
                <a:extLst>
                  <a:ext uri="{FF2B5EF4-FFF2-40B4-BE49-F238E27FC236}">
                    <a16:creationId xmlns:a16="http://schemas.microsoft.com/office/drawing/2014/main" id="{EA98A434-65D6-4DA3-B16C-29712C07263C}"/>
                  </a:ext>
                </a:extLst>
              </p:cNvPr>
              <p:cNvGrpSpPr/>
              <p:nvPr/>
            </p:nvGrpSpPr>
            <p:grpSpPr>
              <a:xfrm>
                <a:off x="7744151" y="3841463"/>
                <a:ext cx="1353220" cy="1353312"/>
                <a:chOff x="10729798" y="2463147"/>
                <a:chExt cx="1353220" cy="1353312"/>
              </a:xfrm>
            </p:grpSpPr>
            <p:sp>
              <p:nvSpPr>
                <p:cNvPr id="116" name="Rectangle 115">
                  <a:extLst>
                    <a:ext uri="{FF2B5EF4-FFF2-40B4-BE49-F238E27FC236}">
                      <a16:creationId xmlns:a16="http://schemas.microsoft.com/office/drawing/2014/main" id="{7991AAB2-D038-4CF1-97D1-F406F3F1D22A}"/>
                    </a:ext>
                  </a:extLst>
                </p:cNvPr>
                <p:cNvSpPr/>
                <p:nvPr/>
              </p:nvSpPr>
              <p:spPr>
                <a:xfrm rot="5400000">
                  <a:off x="10729883" y="2463323"/>
                  <a:ext cx="1353312" cy="1352959"/>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36CC9B47-C9FB-42F0-B7CA-8D12C90F1369}"/>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2718FEDB-CB07-45F6-86EB-C109C6A8D643}"/>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15" name="Octagon 114">
                <a:extLst>
                  <a:ext uri="{FF2B5EF4-FFF2-40B4-BE49-F238E27FC236}">
                    <a16:creationId xmlns:a16="http://schemas.microsoft.com/office/drawing/2014/main" id="{9A0EE210-2325-4606-B2FC-A402F903EF92}"/>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9" name="Group 228">
            <a:extLst>
              <a:ext uri="{FF2B5EF4-FFF2-40B4-BE49-F238E27FC236}">
                <a16:creationId xmlns:a16="http://schemas.microsoft.com/office/drawing/2014/main" id="{FEF84AFB-3891-470F-96D8-36AA13CA71C2}"/>
              </a:ext>
            </a:extLst>
          </p:cNvPr>
          <p:cNvGrpSpPr/>
          <p:nvPr/>
        </p:nvGrpSpPr>
        <p:grpSpPr>
          <a:xfrm>
            <a:off x="7306694" y="3927663"/>
            <a:ext cx="1043949" cy="1025495"/>
            <a:chOff x="963443" y="2470416"/>
            <a:chExt cx="2710254" cy="2706624"/>
          </a:xfrm>
          <a:effectLst>
            <a:outerShdw blurRad="50800" dist="38100" dir="2700000" algn="tl" rotWithShape="0">
              <a:prstClr val="black">
                <a:alpha val="40000"/>
              </a:prstClr>
            </a:outerShdw>
          </a:effectLst>
        </p:grpSpPr>
        <p:grpSp>
          <p:nvGrpSpPr>
            <p:cNvPr id="230" name="Group 229">
              <a:extLst>
                <a:ext uri="{FF2B5EF4-FFF2-40B4-BE49-F238E27FC236}">
                  <a16:creationId xmlns:a16="http://schemas.microsoft.com/office/drawing/2014/main" id="{4BE43BBC-E106-4456-A25E-E3951E9113D6}"/>
                </a:ext>
              </a:extLst>
            </p:cNvPr>
            <p:cNvGrpSpPr/>
            <p:nvPr/>
          </p:nvGrpSpPr>
          <p:grpSpPr>
            <a:xfrm>
              <a:off x="964309" y="2470506"/>
              <a:ext cx="1352961" cy="1353312"/>
              <a:chOff x="7617284" y="4008730"/>
              <a:chExt cx="1352961" cy="1353312"/>
            </a:xfrm>
          </p:grpSpPr>
          <p:sp>
            <p:nvSpPr>
              <p:cNvPr id="247" name="Rectangle 246">
                <a:extLst>
                  <a:ext uri="{FF2B5EF4-FFF2-40B4-BE49-F238E27FC236}">
                    <a16:creationId xmlns:a16="http://schemas.microsoft.com/office/drawing/2014/main" id="{8360408F-AF13-4349-8DB2-ABFF78A9ADA5}"/>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80145290-D3AF-45C0-B254-324E9660EFA9}"/>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9" name="Rectangle 248">
                <a:extLst>
                  <a:ext uri="{FF2B5EF4-FFF2-40B4-BE49-F238E27FC236}">
                    <a16:creationId xmlns:a16="http://schemas.microsoft.com/office/drawing/2014/main" id="{3AA5F86B-E5F0-42E7-8B67-82C4BBD3F8DC}"/>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0" name="Rectangle 249">
                <a:extLst>
                  <a:ext uri="{FF2B5EF4-FFF2-40B4-BE49-F238E27FC236}">
                    <a16:creationId xmlns:a16="http://schemas.microsoft.com/office/drawing/2014/main" id="{00AE46E1-741A-4447-91DD-F6B98C9E0704}"/>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1" name="Rectangle 250">
                <a:extLst>
                  <a:ext uri="{FF2B5EF4-FFF2-40B4-BE49-F238E27FC236}">
                    <a16:creationId xmlns:a16="http://schemas.microsoft.com/office/drawing/2014/main" id="{6A55B4C5-5792-4E82-B9AE-33DCFCDFB5A5}"/>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1" name="Group 230">
              <a:extLst>
                <a:ext uri="{FF2B5EF4-FFF2-40B4-BE49-F238E27FC236}">
                  <a16:creationId xmlns:a16="http://schemas.microsoft.com/office/drawing/2014/main" id="{E6746C66-DCB2-4765-A921-57C9FF28E8D3}"/>
                </a:ext>
              </a:extLst>
            </p:cNvPr>
            <p:cNvGrpSpPr/>
            <p:nvPr/>
          </p:nvGrpSpPr>
          <p:grpSpPr>
            <a:xfrm>
              <a:off x="963443" y="3823728"/>
              <a:ext cx="1352962" cy="1353312"/>
              <a:chOff x="5887832" y="987580"/>
              <a:chExt cx="1352962" cy="1353312"/>
            </a:xfrm>
          </p:grpSpPr>
          <p:sp>
            <p:nvSpPr>
              <p:cNvPr id="243" name="Rectangle 242">
                <a:extLst>
                  <a:ext uri="{FF2B5EF4-FFF2-40B4-BE49-F238E27FC236}">
                    <a16:creationId xmlns:a16="http://schemas.microsoft.com/office/drawing/2014/main" id="{0B30C7B0-9250-4F53-9037-818E5C15F529}"/>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4" name="Rectangle 243">
                <a:extLst>
                  <a:ext uri="{FF2B5EF4-FFF2-40B4-BE49-F238E27FC236}">
                    <a16:creationId xmlns:a16="http://schemas.microsoft.com/office/drawing/2014/main" id="{929B034F-824A-4990-8B15-EA8AB56ECACA}"/>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5" name="Rectangle 244">
                <a:extLst>
                  <a:ext uri="{FF2B5EF4-FFF2-40B4-BE49-F238E27FC236}">
                    <a16:creationId xmlns:a16="http://schemas.microsoft.com/office/drawing/2014/main" id="{C6B2FE35-CCB3-49B7-847D-EC7F781C8DF1}"/>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6" name="Rectangle 245">
                <a:extLst>
                  <a:ext uri="{FF2B5EF4-FFF2-40B4-BE49-F238E27FC236}">
                    <a16:creationId xmlns:a16="http://schemas.microsoft.com/office/drawing/2014/main" id="{279CD452-1999-41E6-A4C6-48B4B83B35E0}"/>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2" name="Group 231">
              <a:extLst>
                <a:ext uri="{FF2B5EF4-FFF2-40B4-BE49-F238E27FC236}">
                  <a16:creationId xmlns:a16="http://schemas.microsoft.com/office/drawing/2014/main" id="{A607C3DF-9897-4336-B150-F39A7ABE5EDA}"/>
                </a:ext>
              </a:extLst>
            </p:cNvPr>
            <p:cNvGrpSpPr/>
            <p:nvPr/>
          </p:nvGrpSpPr>
          <p:grpSpPr>
            <a:xfrm>
              <a:off x="2315389" y="3823545"/>
              <a:ext cx="1352961" cy="1353404"/>
              <a:chOff x="7739068" y="5194594"/>
              <a:chExt cx="1352961" cy="1353404"/>
            </a:xfrm>
          </p:grpSpPr>
          <p:grpSp>
            <p:nvGrpSpPr>
              <p:cNvPr id="239" name="Group 238">
                <a:extLst>
                  <a:ext uri="{FF2B5EF4-FFF2-40B4-BE49-F238E27FC236}">
                    <a16:creationId xmlns:a16="http://schemas.microsoft.com/office/drawing/2014/main" id="{B5D7A521-8748-4F68-9061-EB4C4E584C4B}"/>
                  </a:ext>
                </a:extLst>
              </p:cNvPr>
              <p:cNvGrpSpPr/>
              <p:nvPr/>
            </p:nvGrpSpPr>
            <p:grpSpPr>
              <a:xfrm>
                <a:off x="7739068" y="5194686"/>
                <a:ext cx="1352961" cy="1353312"/>
                <a:chOff x="10730062" y="3816461"/>
                <a:chExt cx="1352961" cy="1353312"/>
              </a:xfrm>
            </p:grpSpPr>
            <p:sp>
              <p:nvSpPr>
                <p:cNvPr id="241" name="Rectangle 240">
                  <a:extLst>
                    <a:ext uri="{FF2B5EF4-FFF2-40B4-BE49-F238E27FC236}">
                      <a16:creationId xmlns:a16="http://schemas.microsoft.com/office/drawing/2014/main" id="{8B66A855-6476-4713-84D2-2959D7EDE76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92718604-1581-4246-9EC9-7FD0D423FD03}"/>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40" name="Octagon 239">
                <a:extLst>
                  <a:ext uri="{FF2B5EF4-FFF2-40B4-BE49-F238E27FC236}">
                    <a16:creationId xmlns:a16="http://schemas.microsoft.com/office/drawing/2014/main" id="{6930D484-5594-4865-820C-89FF911A3C6C}"/>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3" name="Group 232">
              <a:extLst>
                <a:ext uri="{FF2B5EF4-FFF2-40B4-BE49-F238E27FC236}">
                  <a16:creationId xmlns:a16="http://schemas.microsoft.com/office/drawing/2014/main" id="{8034A703-08DD-4407-9DE7-04724276365A}"/>
                </a:ext>
              </a:extLst>
            </p:cNvPr>
            <p:cNvGrpSpPr/>
            <p:nvPr/>
          </p:nvGrpSpPr>
          <p:grpSpPr>
            <a:xfrm>
              <a:off x="2320472" y="2470416"/>
              <a:ext cx="1353225" cy="1353312"/>
              <a:chOff x="7744151" y="3841465"/>
              <a:chExt cx="1353225" cy="1353312"/>
            </a:xfrm>
          </p:grpSpPr>
          <p:grpSp>
            <p:nvGrpSpPr>
              <p:cNvPr id="234" name="Group 233">
                <a:extLst>
                  <a:ext uri="{FF2B5EF4-FFF2-40B4-BE49-F238E27FC236}">
                    <a16:creationId xmlns:a16="http://schemas.microsoft.com/office/drawing/2014/main" id="{CADEF919-B990-4A54-AF91-C6DF96CC6A57}"/>
                  </a:ext>
                </a:extLst>
              </p:cNvPr>
              <p:cNvGrpSpPr/>
              <p:nvPr/>
            </p:nvGrpSpPr>
            <p:grpSpPr>
              <a:xfrm>
                <a:off x="7744151" y="3841465"/>
                <a:ext cx="1353225" cy="1353312"/>
                <a:chOff x="10729798" y="2463149"/>
                <a:chExt cx="1353225" cy="1353312"/>
              </a:xfrm>
            </p:grpSpPr>
            <p:sp>
              <p:nvSpPr>
                <p:cNvPr id="236" name="Rectangle 235">
                  <a:extLst>
                    <a:ext uri="{FF2B5EF4-FFF2-40B4-BE49-F238E27FC236}">
                      <a16:creationId xmlns:a16="http://schemas.microsoft.com/office/drawing/2014/main" id="{2FAE941F-E07B-4FC1-AB0E-ADB975A5EC13}"/>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7EDFF0B8-20F2-4388-BC99-A1305867299A}"/>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5049EDD6-AFC4-4BC8-8550-6DB37AD588E1}"/>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35" name="Octagon 234">
                <a:extLst>
                  <a:ext uri="{FF2B5EF4-FFF2-40B4-BE49-F238E27FC236}">
                    <a16:creationId xmlns:a16="http://schemas.microsoft.com/office/drawing/2014/main" id="{29272D12-CC89-4784-B97A-DE4460339638}"/>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2" name="Group 251">
            <a:extLst>
              <a:ext uri="{FF2B5EF4-FFF2-40B4-BE49-F238E27FC236}">
                <a16:creationId xmlns:a16="http://schemas.microsoft.com/office/drawing/2014/main" id="{5BDDD703-85EF-48B7-85C8-F171C92B050F}"/>
              </a:ext>
            </a:extLst>
          </p:cNvPr>
          <p:cNvGrpSpPr/>
          <p:nvPr/>
        </p:nvGrpSpPr>
        <p:grpSpPr>
          <a:xfrm>
            <a:off x="7827753" y="4437857"/>
            <a:ext cx="641841" cy="644393"/>
            <a:chOff x="7827753" y="4437857"/>
            <a:chExt cx="641841" cy="644393"/>
          </a:xfrm>
        </p:grpSpPr>
        <p:cxnSp>
          <p:nvCxnSpPr>
            <p:cNvPr id="253" name="Straight Connector 252">
              <a:extLst>
                <a:ext uri="{FF2B5EF4-FFF2-40B4-BE49-F238E27FC236}">
                  <a16:creationId xmlns:a16="http://schemas.microsoft.com/office/drawing/2014/main" id="{6D208B2C-CFEA-4B78-8799-C9BE261C64AF}"/>
                </a:ext>
              </a:extLst>
            </p:cNvPr>
            <p:cNvCxnSpPr>
              <a:cxnSpLocks/>
            </p:cNvCxnSpPr>
            <p:nvPr/>
          </p:nvCxnSpPr>
          <p:spPr>
            <a:xfrm flipV="1">
              <a:off x="7827753" y="4440409"/>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23E2666C-51BB-4FF0-AE7E-109BC5F27687}"/>
                </a:ext>
              </a:extLst>
            </p:cNvPr>
            <p:cNvCxnSpPr>
              <a:cxnSpLocks/>
            </p:cNvCxnSpPr>
            <p:nvPr/>
          </p:nvCxnSpPr>
          <p:spPr>
            <a:xfrm rot="5400000" flipV="1">
              <a:off x="8148674" y="4116936"/>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255" name="Group 254">
            <a:extLst>
              <a:ext uri="{FF2B5EF4-FFF2-40B4-BE49-F238E27FC236}">
                <a16:creationId xmlns:a16="http://schemas.microsoft.com/office/drawing/2014/main" id="{E9775C14-ED9E-4556-AB37-C9F78374E340}"/>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256" name="Rectangle 255">
              <a:extLst>
                <a:ext uri="{FF2B5EF4-FFF2-40B4-BE49-F238E27FC236}">
                  <a16:creationId xmlns:a16="http://schemas.microsoft.com/office/drawing/2014/main" id="{961EC82E-BB4B-4957-A31C-8973D6C5C187}"/>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7" name="Rectangle 256">
              <a:extLst>
                <a:ext uri="{FF2B5EF4-FFF2-40B4-BE49-F238E27FC236}">
                  <a16:creationId xmlns:a16="http://schemas.microsoft.com/office/drawing/2014/main" id="{0CB54D60-4F6C-4366-95D1-69C6727B29DD}"/>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4CDFCC73-0CC1-43B2-93F7-1FBE2A63B760}"/>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17EB4BCA-FC74-4A38-8237-B2AE392F0C30}"/>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1AE41DCF-26BF-4F4B-84C9-727A4B7392CD}"/>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1" name="Group 260">
            <a:extLst>
              <a:ext uri="{FF2B5EF4-FFF2-40B4-BE49-F238E27FC236}">
                <a16:creationId xmlns:a16="http://schemas.microsoft.com/office/drawing/2014/main" id="{5BA0F02A-3FD9-4829-A655-10475A619FB7}"/>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262" name="Rectangle 261">
              <a:extLst>
                <a:ext uri="{FF2B5EF4-FFF2-40B4-BE49-F238E27FC236}">
                  <a16:creationId xmlns:a16="http://schemas.microsoft.com/office/drawing/2014/main" id="{1C177425-FA7D-46AD-84DB-E537F1084419}"/>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EFBBDF15-C18F-42E4-9BDB-2B2D683E509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5C1F98F4-4E82-477E-A4F7-FEDE37FF0F6F}"/>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5" name="Rectangle 264">
              <a:extLst>
                <a:ext uri="{FF2B5EF4-FFF2-40B4-BE49-F238E27FC236}">
                  <a16:creationId xmlns:a16="http://schemas.microsoft.com/office/drawing/2014/main" id="{BDE9A710-33D3-4DA7-B23C-D8B856C8D79F}"/>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6" name="Group 265">
            <a:extLst>
              <a:ext uri="{FF2B5EF4-FFF2-40B4-BE49-F238E27FC236}">
                <a16:creationId xmlns:a16="http://schemas.microsoft.com/office/drawing/2014/main" id="{1866A09D-88AD-42FB-9852-F542C3DC58FE}"/>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267" name="Group 266">
              <a:extLst>
                <a:ext uri="{FF2B5EF4-FFF2-40B4-BE49-F238E27FC236}">
                  <a16:creationId xmlns:a16="http://schemas.microsoft.com/office/drawing/2014/main" id="{8F94E840-A6C5-4F1C-BAD0-E9DA7C9921C1}"/>
                </a:ext>
              </a:extLst>
            </p:cNvPr>
            <p:cNvGrpSpPr/>
            <p:nvPr/>
          </p:nvGrpSpPr>
          <p:grpSpPr>
            <a:xfrm>
              <a:off x="7739068" y="5194686"/>
              <a:ext cx="1352961" cy="1353312"/>
              <a:chOff x="10730062" y="3816461"/>
              <a:chExt cx="1352961" cy="1353312"/>
            </a:xfrm>
          </p:grpSpPr>
          <p:sp>
            <p:nvSpPr>
              <p:cNvPr id="269" name="Rectangle 268">
                <a:extLst>
                  <a:ext uri="{FF2B5EF4-FFF2-40B4-BE49-F238E27FC236}">
                    <a16:creationId xmlns:a16="http://schemas.microsoft.com/office/drawing/2014/main" id="{6AC50C97-33FD-4294-A43C-B9EF478047B2}"/>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0" name="Rectangle 269">
                <a:extLst>
                  <a:ext uri="{FF2B5EF4-FFF2-40B4-BE49-F238E27FC236}">
                    <a16:creationId xmlns:a16="http://schemas.microsoft.com/office/drawing/2014/main" id="{DFD8D2C5-038E-4BBC-961F-AABB83309AD2}"/>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8" name="Octagon 267">
              <a:extLst>
                <a:ext uri="{FF2B5EF4-FFF2-40B4-BE49-F238E27FC236}">
                  <a16:creationId xmlns:a16="http://schemas.microsoft.com/office/drawing/2014/main" id="{F96B6B03-516C-40E2-BE83-83DA09A4A872}"/>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1" name="Group 270">
            <a:extLst>
              <a:ext uri="{FF2B5EF4-FFF2-40B4-BE49-F238E27FC236}">
                <a16:creationId xmlns:a16="http://schemas.microsoft.com/office/drawing/2014/main" id="{8A8A7FD6-5259-4376-BA13-922AED2516CD}"/>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272" name="Group 271">
              <a:extLst>
                <a:ext uri="{FF2B5EF4-FFF2-40B4-BE49-F238E27FC236}">
                  <a16:creationId xmlns:a16="http://schemas.microsoft.com/office/drawing/2014/main" id="{055224DE-04EC-402B-B138-6BAC135BE9C8}"/>
                </a:ext>
              </a:extLst>
            </p:cNvPr>
            <p:cNvGrpSpPr/>
            <p:nvPr/>
          </p:nvGrpSpPr>
          <p:grpSpPr>
            <a:xfrm>
              <a:off x="7744151" y="3841465"/>
              <a:ext cx="1353225" cy="1353312"/>
              <a:chOff x="10729798" y="2463149"/>
              <a:chExt cx="1353225" cy="1353312"/>
            </a:xfrm>
          </p:grpSpPr>
          <p:sp>
            <p:nvSpPr>
              <p:cNvPr id="274" name="Rectangle 273">
                <a:extLst>
                  <a:ext uri="{FF2B5EF4-FFF2-40B4-BE49-F238E27FC236}">
                    <a16:creationId xmlns:a16="http://schemas.microsoft.com/office/drawing/2014/main" id="{9A3FF734-3A16-4A1E-82A2-ADFA5E014CB0}"/>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5" name="Rectangle 274">
                <a:extLst>
                  <a:ext uri="{FF2B5EF4-FFF2-40B4-BE49-F238E27FC236}">
                    <a16:creationId xmlns:a16="http://schemas.microsoft.com/office/drawing/2014/main" id="{96F8AE52-4FEF-4281-9FEF-BAC71103D5D8}"/>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6" name="Rectangle 275">
                <a:extLst>
                  <a:ext uri="{FF2B5EF4-FFF2-40B4-BE49-F238E27FC236}">
                    <a16:creationId xmlns:a16="http://schemas.microsoft.com/office/drawing/2014/main" id="{4968DB1B-119B-4E83-9972-7232696230EA}"/>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73" name="Octagon 272">
              <a:extLst>
                <a:ext uri="{FF2B5EF4-FFF2-40B4-BE49-F238E27FC236}">
                  <a16:creationId xmlns:a16="http://schemas.microsoft.com/office/drawing/2014/main" id="{9BBB261D-0D03-4D3C-9E2B-7DF056610F53}"/>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8" name="Group 277">
            <a:extLst>
              <a:ext uri="{FF2B5EF4-FFF2-40B4-BE49-F238E27FC236}">
                <a16:creationId xmlns:a16="http://schemas.microsoft.com/office/drawing/2014/main" id="{086D4BB6-4ADD-4498-9D13-94569C30CE0A}"/>
              </a:ext>
            </a:extLst>
          </p:cNvPr>
          <p:cNvGrpSpPr/>
          <p:nvPr/>
        </p:nvGrpSpPr>
        <p:grpSpPr>
          <a:xfrm>
            <a:off x="9546976" y="2357525"/>
            <a:ext cx="521140" cy="512748"/>
            <a:chOff x="7617284" y="4008730"/>
            <a:chExt cx="1352961" cy="1353312"/>
          </a:xfrm>
          <a:effectLst>
            <a:outerShdw blurRad="50800" dist="38100" dir="2700000" algn="tl" rotWithShape="0">
              <a:prstClr val="black">
                <a:alpha val="40000"/>
              </a:prstClr>
            </a:outerShdw>
          </a:effectLst>
        </p:grpSpPr>
        <p:sp>
          <p:nvSpPr>
            <p:cNvPr id="295" name="Rectangle 294">
              <a:extLst>
                <a:ext uri="{FF2B5EF4-FFF2-40B4-BE49-F238E27FC236}">
                  <a16:creationId xmlns:a16="http://schemas.microsoft.com/office/drawing/2014/main" id="{7D7FDE56-FD74-4260-861E-37E2D83AB9F9}"/>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3A5EE576-22DC-4E59-95C8-C99DA4DD20CC}"/>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38A868DA-C8C8-44CF-BE48-1FE5C367DBC9}"/>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8" name="Rectangle 297">
              <a:extLst>
                <a:ext uri="{FF2B5EF4-FFF2-40B4-BE49-F238E27FC236}">
                  <a16:creationId xmlns:a16="http://schemas.microsoft.com/office/drawing/2014/main" id="{0D5AE23A-6886-4DAA-B09D-6339B4B007C3}"/>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78D9BA99-4531-49D7-9546-410229C0AF40}"/>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79" name="Group 278">
            <a:extLst>
              <a:ext uri="{FF2B5EF4-FFF2-40B4-BE49-F238E27FC236}">
                <a16:creationId xmlns:a16="http://schemas.microsoft.com/office/drawing/2014/main" id="{284E7565-4346-4128-B9A3-CEC608737B59}"/>
              </a:ext>
            </a:extLst>
          </p:cNvPr>
          <p:cNvGrpSpPr/>
          <p:nvPr/>
        </p:nvGrpSpPr>
        <p:grpSpPr>
          <a:xfrm>
            <a:off x="9546642" y="2870239"/>
            <a:ext cx="521141" cy="512748"/>
            <a:chOff x="5887832" y="987580"/>
            <a:chExt cx="1352962" cy="1353312"/>
          </a:xfrm>
          <a:effectLst>
            <a:outerShdw blurRad="50800" dist="38100" dir="2700000" algn="tl" rotWithShape="0">
              <a:prstClr val="black">
                <a:alpha val="40000"/>
              </a:prstClr>
            </a:outerShdw>
          </a:effectLst>
        </p:grpSpPr>
        <p:sp>
          <p:nvSpPr>
            <p:cNvPr id="291" name="Rectangle 290">
              <a:extLst>
                <a:ext uri="{FF2B5EF4-FFF2-40B4-BE49-F238E27FC236}">
                  <a16:creationId xmlns:a16="http://schemas.microsoft.com/office/drawing/2014/main" id="{C668E095-2C95-447C-8F55-E22F4F8845CB}"/>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2B2C2AE9-2B8F-496F-8FF5-A2DCB156615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12C9A443-3C43-4F5C-9338-1546E6918D31}"/>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4" name="Rectangle 293">
              <a:extLst>
                <a:ext uri="{FF2B5EF4-FFF2-40B4-BE49-F238E27FC236}">
                  <a16:creationId xmlns:a16="http://schemas.microsoft.com/office/drawing/2014/main" id="{A309B45C-24FA-4C47-AA42-419E7F6CF9F6}"/>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0" name="Group 279">
            <a:extLst>
              <a:ext uri="{FF2B5EF4-FFF2-40B4-BE49-F238E27FC236}">
                <a16:creationId xmlns:a16="http://schemas.microsoft.com/office/drawing/2014/main" id="{4DC237ED-CF88-4743-91F2-BC2C9D21088B}"/>
              </a:ext>
            </a:extLst>
          </p:cNvPr>
          <p:cNvGrpSpPr/>
          <p:nvPr/>
        </p:nvGrpSpPr>
        <p:grpSpPr>
          <a:xfrm>
            <a:off x="10244919" y="3012878"/>
            <a:ext cx="521140" cy="512782"/>
            <a:chOff x="7739068" y="5194594"/>
            <a:chExt cx="1352961" cy="1353404"/>
          </a:xfrm>
          <a:effectLst>
            <a:outerShdw blurRad="50800" dist="38100" dir="2700000" algn="tl" rotWithShape="0">
              <a:prstClr val="black">
                <a:alpha val="40000"/>
              </a:prstClr>
            </a:outerShdw>
          </a:effectLst>
        </p:grpSpPr>
        <p:grpSp>
          <p:nvGrpSpPr>
            <p:cNvPr id="287" name="Group 286">
              <a:extLst>
                <a:ext uri="{FF2B5EF4-FFF2-40B4-BE49-F238E27FC236}">
                  <a16:creationId xmlns:a16="http://schemas.microsoft.com/office/drawing/2014/main" id="{F52CBCAD-10EF-43A5-BD35-472F7DC4356E}"/>
                </a:ext>
              </a:extLst>
            </p:cNvPr>
            <p:cNvGrpSpPr/>
            <p:nvPr/>
          </p:nvGrpSpPr>
          <p:grpSpPr>
            <a:xfrm>
              <a:off x="7739068" y="5194686"/>
              <a:ext cx="1352961" cy="1353312"/>
              <a:chOff x="10730062" y="3816461"/>
              <a:chExt cx="1352961" cy="1353312"/>
            </a:xfrm>
          </p:grpSpPr>
          <p:sp>
            <p:nvSpPr>
              <p:cNvPr id="289" name="Rectangle 288">
                <a:extLst>
                  <a:ext uri="{FF2B5EF4-FFF2-40B4-BE49-F238E27FC236}">
                    <a16:creationId xmlns:a16="http://schemas.microsoft.com/office/drawing/2014/main" id="{5E4A3218-3AAC-4E95-926F-0C3DDFE5EA9E}"/>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6CEE2CDB-3472-4E9B-9154-DE3DE6E989CE}"/>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8" name="Octagon 287">
              <a:extLst>
                <a:ext uri="{FF2B5EF4-FFF2-40B4-BE49-F238E27FC236}">
                  <a16:creationId xmlns:a16="http://schemas.microsoft.com/office/drawing/2014/main" id="{21D9161B-8102-4923-B1CB-450181189BA8}"/>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9B2347FC-E8B1-4E75-B3AA-FD14D0B7C66C}"/>
              </a:ext>
            </a:extLst>
          </p:cNvPr>
          <p:cNvGrpSpPr/>
          <p:nvPr/>
        </p:nvGrpSpPr>
        <p:grpSpPr>
          <a:xfrm>
            <a:off x="10069349" y="2357491"/>
            <a:ext cx="521242" cy="512748"/>
            <a:chOff x="7744151" y="3841465"/>
            <a:chExt cx="1353225" cy="1353312"/>
          </a:xfrm>
          <a:effectLst>
            <a:outerShdw blurRad="50800" dist="38100" dir="2700000" algn="tl" rotWithShape="0">
              <a:prstClr val="black">
                <a:alpha val="40000"/>
              </a:prstClr>
            </a:outerShdw>
          </a:effectLst>
        </p:grpSpPr>
        <p:grpSp>
          <p:nvGrpSpPr>
            <p:cNvPr id="282" name="Group 281">
              <a:extLst>
                <a:ext uri="{FF2B5EF4-FFF2-40B4-BE49-F238E27FC236}">
                  <a16:creationId xmlns:a16="http://schemas.microsoft.com/office/drawing/2014/main" id="{02750D6E-FA9A-46B0-AE14-F1469EAA8228}"/>
                </a:ext>
              </a:extLst>
            </p:cNvPr>
            <p:cNvGrpSpPr/>
            <p:nvPr/>
          </p:nvGrpSpPr>
          <p:grpSpPr>
            <a:xfrm>
              <a:off x="7744151" y="3841465"/>
              <a:ext cx="1353225" cy="1353312"/>
              <a:chOff x="10729798" y="2463149"/>
              <a:chExt cx="1353225" cy="1353312"/>
            </a:xfrm>
          </p:grpSpPr>
          <p:sp>
            <p:nvSpPr>
              <p:cNvPr id="284" name="Rectangle 283">
                <a:extLst>
                  <a:ext uri="{FF2B5EF4-FFF2-40B4-BE49-F238E27FC236}">
                    <a16:creationId xmlns:a16="http://schemas.microsoft.com/office/drawing/2014/main" id="{FDDDA025-7AC2-430D-9AD8-3761C565A9EC}"/>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5" name="Rectangle 284">
                <a:extLst>
                  <a:ext uri="{FF2B5EF4-FFF2-40B4-BE49-F238E27FC236}">
                    <a16:creationId xmlns:a16="http://schemas.microsoft.com/office/drawing/2014/main" id="{F387369F-CFA8-4291-B71C-CFCBED485D5F}"/>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6" name="Rectangle 285">
                <a:extLst>
                  <a:ext uri="{FF2B5EF4-FFF2-40B4-BE49-F238E27FC236}">
                    <a16:creationId xmlns:a16="http://schemas.microsoft.com/office/drawing/2014/main" id="{3548FD07-D3AE-4972-8DDD-8C0018ADFDB2}"/>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3" name="Octagon 282">
              <a:extLst>
                <a:ext uri="{FF2B5EF4-FFF2-40B4-BE49-F238E27FC236}">
                  <a16:creationId xmlns:a16="http://schemas.microsoft.com/office/drawing/2014/main" id="{B47969A6-5D84-4487-AE0E-97E461A87AE0}"/>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994813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68" name="TextBox 167"/>
          <p:cNvSpPr txBox="1"/>
          <p:nvPr/>
        </p:nvSpPr>
        <p:spPr>
          <a:xfrm>
            <a:off x="0" y="373996"/>
            <a:ext cx="12192000" cy="923330"/>
          </a:xfrm>
          <a:prstGeom prst="rect">
            <a:avLst/>
          </a:prstGeom>
          <a:noFill/>
        </p:spPr>
        <p:txBody>
          <a:bodyPr wrap="square" rtlCol="0">
            <a:spAutoFit/>
          </a:bodyPr>
          <a:lstStyle/>
          <a:p>
            <a:pPr algn="ctr"/>
            <a:r>
              <a:rPr lang="en-US" sz="3600" dirty="0">
                <a:solidFill>
                  <a:schemeClr val="bg1"/>
                </a:solidFill>
              </a:rPr>
              <a:t>Negative Glues</a:t>
            </a:r>
          </a:p>
          <a:p>
            <a:pPr algn="ctr"/>
            <a:r>
              <a:rPr lang="en-US" dirty="0">
                <a:solidFill>
                  <a:schemeClr val="bg1"/>
                </a:solidFill>
              </a:rPr>
              <a:t>(Patitz, Schweller, Summers. 2011)</a:t>
            </a:r>
          </a:p>
        </p:txBody>
      </p:sp>
      <p:sp>
        <p:nvSpPr>
          <p:cNvPr id="92" name="Rectangle 91">
            <a:extLst>
              <a:ext uri="{FF2B5EF4-FFF2-40B4-BE49-F238E27FC236}">
                <a16:creationId xmlns:a16="http://schemas.microsoft.com/office/drawing/2014/main" id="{F510063D-2903-4D60-9A93-5342D95E55C4}"/>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93" name="Group 92">
            <a:extLst>
              <a:ext uri="{FF2B5EF4-FFF2-40B4-BE49-F238E27FC236}">
                <a16:creationId xmlns:a16="http://schemas.microsoft.com/office/drawing/2014/main" id="{3305609F-7217-4226-9A68-9A35B620D26D}"/>
              </a:ext>
            </a:extLst>
          </p:cNvPr>
          <p:cNvGrpSpPr/>
          <p:nvPr/>
        </p:nvGrpSpPr>
        <p:grpSpPr>
          <a:xfrm>
            <a:off x="1227432" y="2316367"/>
            <a:ext cx="1931863" cy="1802005"/>
            <a:chOff x="1227432" y="2316367"/>
            <a:chExt cx="1259033" cy="1221553"/>
          </a:xfrm>
        </p:grpSpPr>
        <p:grpSp>
          <p:nvGrpSpPr>
            <p:cNvPr id="94" name="Group 93">
              <a:extLst>
                <a:ext uri="{FF2B5EF4-FFF2-40B4-BE49-F238E27FC236}">
                  <a16:creationId xmlns:a16="http://schemas.microsoft.com/office/drawing/2014/main" id="{17AD2A96-CAF2-4745-86FD-5BC5ADE8219A}"/>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108" name="Rectangle 107">
                <a:extLst>
                  <a:ext uri="{FF2B5EF4-FFF2-40B4-BE49-F238E27FC236}">
                    <a16:creationId xmlns:a16="http://schemas.microsoft.com/office/drawing/2014/main" id="{7D987DAE-1FCD-46CF-AFD7-E714DABFD1A6}"/>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DB4F787E-F521-483C-BB13-CF306FE8F4E6}"/>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32B85A55-AEB1-4661-84F1-0DDCD7647AF6}"/>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5" name="Group 94">
              <a:extLst>
                <a:ext uri="{FF2B5EF4-FFF2-40B4-BE49-F238E27FC236}">
                  <a16:creationId xmlns:a16="http://schemas.microsoft.com/office/drawing/2014/main" id="{5BE82BC6-127F-4B00-91AF-5FB8A8E4347A}"/>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105" name="Rectangle 104">
                <a:extLst>
                  <a:ext uri="{FF2B5EF4-FFF2-40B4-BE49-F238E27FC236}">
                    <a16:creationId xmlns:a16="http://schemas.microsoft.com/office/drawing/2014/main" id="{055BA680-EEEB-4393-B85E-2BA8CBA74EF5}"/>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CB90E9B5-58BB-45A7-8AEE-F6102EF66B3E}"/>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5521425B-6EE1-4B76-9660-1139CB7FCF51}"/>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6" name="Group 95">
              <a:extLst>
                <a:ext uri="{FF2B5EF4-FFF2-40B4-BE49-F238E27FC236}">
                  <a16:creationId xmlns:a16="http://schemas.microsoft.com/office/drawing/2014/main" id="{478D16E7-D5B3-433D-A744-50A792DA75C2}"/>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01" name="Group 100">
                <a:extLst>
                  <a:ext uri="{FF2B5EF4-FFF2-40B4-BE49-F238E27FC236}">
                    <a16:creationId xmlns:a16="http://schemas.microsoft.com/office/drawing/2014/main" id="{7ACE04AF-E2A3-4AD7-A598-7834E8DC4EEE}"/>
                  </a:ext>
                </a:extLst>
              </p:cNvPr>
              <p:cNvGrpSpPr/>
              <p:nvPr/>
            </p:nvGrpSpPr>
            <p:grpSpPr>
              <a:xfrm>
                <a:off x="7739068" y="5194686"/>
                <a:ext cx="1352961" cy="1353312"/>
                <a:chOff x="10730062" y="3816461"/>
                <a:chExt cx="1352961" cy="1353312"/>
              </a:xfrm>
            </p:grpSpPr>
            <p:sp>
              <p:nvSpPr>
                <p:cNvPr id="103" name="Rectangle 102">
                  <a:extLst>
                    <a:ext uri="{FF2B5EF4-FFF2-40B4-BE49-F238E27FC236}">
                      <a16:creationId xmlns:a16="http://schemas.microsoft.com/office/drawing/2014/main" id="{AFAA6369-AFCD-46CE-AE05-3872CD60C769}"/>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7251D006-8E0F-4092-8CCA-05BE9FCBE6AB}"/>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02" name="Octagon 101">
                <a:extLst>
                  <a:ext uri="{FF2B5EF4-FFF2-40B4-BE49-F238E27FC236}">
                    <a16:creationId xmlns:a16="http://schemas.microsoft.com/office/drawing/2014/main" id="{ED5B84D6-B1D8-45A0-9E44-D0919FCFF658}"/>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 96">
              <a:extLst>
                <a:ext uri="{FF2B5EF4-FFF2-40B4-BE49-F238E27FC236}">
                  <a16:creationId xmlns:a16="http://schemas.microsoft.com/office/drawing/2014/main" id="{9C8402C0-849D-4969-AC6D-A2ADE41D74AF}"/>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98" name="Rectangle 97">
                <a:extLst>
                  <a:ext uri="{FF2B5EF4-FFF2-40B4-BE49-F238E27FC236}">
                    <a16:creationId xmlns:a16="http://schemas.microsoft.com/office/drawing/2014/main" id="{A3ABEACD-D66D-436A-A4C6-4D100A747326}"/>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9" name="Octagon 98">
                <a:extLst>
                  <a:ext uri="{FF2B5EF4-FFF2-40B4-BE49-F238E27FC236}">
                    <a16:creationId xmlns:a16="http://schemas.microsoft.com/office/drawing/2014/main" id="{F3D60719-614C-4A50-A9AF-2104FAA587FD}"/>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A077F299-4CB7-4EF6-A852-7270E62EA958}"/>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19" name="TextBox 118">
            <a:extLst>
              <a:ext uri="{FF2B5EF4-FFF2-40B4-BE49-F238E27FC236}">
                <a16:creationId xmlns:a16="http://schemas.microsoft.com/office/drawing/2014/main" id="{CAB5DF9F-5FE1-4D93-AD8D-ECB29DE5C9B4}"/>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20" name="Group 119">
            <a:extLst>
              <a:ext uri="{FF2B5EF4-FFF2-40B4-BE49-F238E27FC236}">
                <a16:creationId xmlns:a16="http://schemas.microsoft.com/office/drawing/2014/main" id="{9F72EA35-9C2E-4702-8892-75181189B857}"/>
              </a:ext>
            </a:extLst>
          </p:cNvPr>
          <p:cNvGrpSpPr/>
          <p:nvPr/>
        </p:nvGrpSpPr>
        <p:grpSpPr>
          <a:xfrm>
            <a:off x="3846526" y="2292601"/>
            <a:ext cx="736657" cy="1332800"/>
            <a:chOff x="3800723" y="2591968"/>
            <a:chExt cx="736657" cy="1332800"/>
          </a:xfrm>
        </p:grpSpPr>
        <p:sp>
          <p:nvSpPr>
            <p:cNvPr id="121" name="Rectangle: Rounded Corners 120">
              <a:extLst>
                <a:ext uri="{FF2B5EF4-FFF2-40B4-BE49-F238E27FC236}">
                  <a16:creationId xmlns:a16="http://schemas.microsoft.com/office/drawing/2014/main" id="{C17392D4-D870-407F-91CC-4F843D7E6B0E}"/>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6A6299F6-2054-4283-90F7-35003A3971FA}"/>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11F48311-5EE2-44BF-A392-15DEA6BC5F88}"/>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D7B90048-1AE0-4709-B4C1-CF04F8029B43}"/>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8BF4EBA3-8A94-4ABC-8EDE-65D4D46DFC72}"/>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26" name="TextBox 125">
              <a:extLst>
                <a:ext uri="{FF2B5EF4-FFF2-40B4-BE49-F238E27FC236}">
                  <a16:creationId xmlns:a16="http://schemas.microsoft.com/office/drawing/2014/main" id="{01953850-0B07-47B3-83F2-AC89A0AECFDD}"/>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27" name="TextBox 126">
            <a:extLst>
              <a:ext uri="{FF2B5EF4-FFF2-40B4-BE49-F238E27FC236}">
                <a16:creationId xmlns:a16="http://schemas.microsoft.com/office/drawing/2014/main" id="{9FE15F87-C20E-4170-9274-C7FCE2B7E032}"/>
              </a:ext>
            </a:extLst>
          </p:cNvPr>
          <p:cNvSpPr txBox="1"/>
          <p:nvPr/>
        </p:nvSpPr>
        <p:spPr>
          <a:xfrm>
            <a:off x="1410113" y="4431371"/>
            <a:ext cx="1765227" cy="523220"/>
          </a:xfrm>
          <a:prstGeom prst="rect">
            <a:avLst/>
          </a:prstGeom>
          <a:noFill/>
        </p:spPr>
        <p:txBody>
          <a:bodyPr wrap="none" rtlCol="0">
            <a:spAutoFit/>
          </a:bodyPr>
          <a:lstStyle/>
          <a:p>
            <a:r>
              <a:rPr lang="en-US" sz="2800" dirty="0">
                <a:solidFill>
                  <a:schemeClr val="bg1"/>
                </a:solidFill>
              </a:rPr>
              <a:t>Str(</a:t>
            </a:r>
            <a:r>
              <a:rPr lang="en-US" sz="2800" dirty="0">
                <a:solidFill>
                  <a:srgbClr val="FF0000"/>
                </a:solidFill>
              </a:rPr>
              <a:t>R</a:t>
            </a:r>
            <a:r>
              <a:rPr lang="en-US" sz="2800" dirty="0">
                <a:solidFill>
                  <a:schemeClr val="bg1"/>
                </a:solidFill>
              </a:rPr>
              <a:t>) = -1</a:t>
            </a:r>
          </a:p>
        </p:txBody>
      </p:sp>
    </p:spTree>
    <p:extLst>
      <p:ext uri="{BB962C8B-B14F-4D97-AF65-F5344CB8AC3E}">
        <p14:creationId xmlns:p14="http://schemas.microsoft.com/office/powerpoint/2010/main" val="29237399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8" name="TextBox 167"/>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34" name="TextBox 33">
            <a:extLst>
              <a:ext uri="{FF2B5EF4-FFF2-40B4-BE49-F238E27FC236}">
                <a16:creationId xmlns:a16="http://schemas.microsoft.com/office/drawing/2014/main" id="{3C2B7EFD-3DD6-48C7-A2A3-81B4808074E7}"/>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35" name="Rectangle 34">
            <a:extLst>
              <a:ext uri="{FF2B5EF4-FFF2-40B4-BE49-F238E27FC236}">
                <a16:creationId xmlns:a16="http://schemas.microsoft.com/office/drawing/2014/main" id="{23944ADB-8F13-459A-8E3A-CADB6AAC6D92}"/>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36" name="Group 35">
            <a:extLst>
              <a:ext uri="{FF2B5EF4-FFF2-40B4-BE49-F238E27FC236}">
                <a16:creationId xmlns:a16="http://schemas.microsoft.com/office/drawing/2014/main" id="{45E30AF9-00B3-4B69-BD5E-BA2B25D19983}"/>
              </a:ext>
            </a:extLst>
          </p:cNvPr>
          <p:cNvGrpSpPr/>
          <p:nvPr/>
        </p:nvGrpSpPr>
        <p:grpSpPr>
          <a:xfrm>
            <a:off x="1227432" y="2316367"/>
            <a:ext cx="1931863" cy="1802005"/>
            <a:chOff x="1227432" y="2316367"/>
            <a:chExt cx="1259033" cy="1221553"/>
          </a:xfrm>
        </p:grpSpPr>
        <p:grpSp>
          <p:nvGrpSpPr>
            <p:cNvPr id="37" name="Group 36">
              <a:extLst>
                <a:ext uri="{FF2B5EF4-FFF2-40B4-BE49-F238E27FC236}">
                  <a16:creationId xmlns:a16="http://schemas.microsoft.com/office/drawing/2014/main" id="{A7B2B5D1-B36A-469D-9850-768C1AA07A2A}"/>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51" name="Rectangle 50">
                <a:extLst>
                  <a:ext uri="{FF2B5EF4-FFF2-40B4-BE49-F238E27FC236}">
                    <a16:creationId xmlns:a16="http://schemas.microsoft.com/office/drawing/2014/main" id="{06A5CE7A-1716-40B6-8893-B6AFE6094A15}"/>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2" name="Rectangle 51">
                <a:extLst>
                  <a:ext uri="{FF2B5EF4-FFF2-40B4-BE49-F238E27FC236}">
                    <a16:creationId xmlns:a16="http://schemas.microsoft.com/office/drawing/2014/main" id="{9B954415-BB8A-44B4-928C-D4616135C45F}"/>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3" name="Rectangle 52">
                <a:extLst>
                  <a:ext uri="{FF2B5EF4-FFF2-40B4-BE49-F238E27FC236}">
                    <a16:creationId xmlns:a16="http://schemas.microsoft.com/office/drawing/2014/main" id="{43BDDFAC-B4AD-450E-B541-91B4359F86FD}"/>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38" name="Group 37">
              <a:extLst>
                <a:ext uri="{FF2B5EF4-FFF2-40B4-BE49-F238E27FC236}">
                  <a16:creationId xmlns:a16="http://schemas.microsoft.com/office/drawing/2014/main" id="{497BCE98-E074-4642-9023-E15262B702A0}"/>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48" name="Rectangle 47">
                <a:extLst>
                  <a:ext uri="{FF2B5EF4-FFF2-40B4-BE49-F238E27FC236}">
                    <a16:creationId xmlns:a16="http://schemas.microsoft.com/office/drawing/2014/main" id="{52376D9D-58E3-4E27-835A-4D2B118C7BE3}"/>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9" name="Rectangle 48">
                <a:extLst>
                  <a:ext uri="{FF2B5EF4-FFF2-40B4-BE49-F238E27FC236}">
                    <a16:creationId xmlns:a16="http://schemas.microsoft.com/office/drawing/2014/main" id="{DB257580-621D-4B51-99D6-C9BFC45BA15C}"/>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0" name="Rectangle 49">
                <a:extLst>
                  <a:ext uri="{FF2B5EF4-FFF2-40B4-BE49-F238E27FC236}">
                    <a16:creationId xmlns:a16="http://schemas.microsoft.com/office/drawing/2014/main" id="{1C9F4978-17C2-42EB-A55F-4705715D0D7F}"/>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39" name="Group 38">
              <a:extLst>
                <a:ext uri="{FF2B5EF4-FFF2-40B4-BE49-F238E27FC236}">
                  <a16:creationId xmlns:a16="http://schemas.microsoft.com/office/drawing/2014/main" id="{3BEA7067-32D1-407B-9921-B9E0E763A460}"/>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44" name="Group 43">
                <a:extLst>
                  <a:ext uri="{FF2B5EF4-FFF2-40B4-BE49-F238E27FC236}">
                    <a16:creationId xmlns:a16="http://schemas.microsoft.com/office/drawing/2014/main" id="{E7A118C6-B5B6-492B-B51B-31541100AE58}"/>
                  </a:ext>
                </a:extLst>
              </p:cNvPr>
              <p:cNvGrpSpPr/>
              <p:nvPr/>
            </p:nvGrpSpPr>
            <p:grpSpPr>
              <a:xfrm>
                <a:off x="7739068" y="5194686"/>
                <a:ext cx="1352961" cy="1353312"/>
                <a:chOff x="10730062" y="3816461"/>
                <a:chExt cx="1352961" cy="1353312"/>
              </a:xfrm>
            </p:grpSpPr>
            <p:sp>
              <p:nvSpPr>
                <p:cNvPr id="46" name="Rectangle 45">
                  <a:extLst>
                    <a:ext uri="{FF2B5EF4-FFF2-40B4-BE49-F238E27FC236}">
                      <a16:creationId xmlns:a16="http://schemas.microsoft.com/office/drawing/2014/main" id="{7F923866-0D5B-408B-B860-01F63C15A401}"/>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7" name="Rectangle 46">
                  <a:extLst>
                    <a:ext uri="{FF2B5EF4-FFF2-40B4-BE49-F238E27FC236}">
                      <a16:creationId xmlns:a16="http://schemas.microsoft.com/office/drawing/2014/main" id="{21303874-583C-4986-846B-6FEA55940C77}"/>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45" name="Octagon 44">
                <a:extLst>
                  <a:ext uri="{FF2B5EF4-FFF2-40B4-BE49-F238E27FC236}">
                    <a16:creationId xmlns:a16="http://schemas.microsoft.com/office/drawing/2014/main" id="{04F758A1-C288-4082-9C7E-08DB636A4FBC}"/>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A5A390C2-E965-4D1C-A051-0CD2F787702D}"/>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41" name="Rectangle 40">
                <a:extLst>
                  <a:ext uri="{FF2B5EF4-FFF2-40B4-BE49-F238E27FC236}">
                    <a16:creationId xmlns:a16="http://schemas.microsoft.com/office/drawing/2014/main" id="{EC218CD1-E344-421D-8AB3-938C8DFDCD9D}"/>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2" name="Octagon 41">
                <a:extLst>
                  <a:ext uri="{FF2B5EF4-FFF2-40B4-BE49-F238E27FC236}">
                    <a16:creationId xmlns:a16="http://schemas.microsoft.com/office/drawing/2014/main" id="{36E16AE2-B85D-4A77-A4B3-4D0910977E0D}"/>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3CA3D13-EAD0-48B9-8589-5A86BF4665CE}"/>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54" name="TextBox 53">
            <a:extLst>
              <a:ext uri="{FF2B5EF4-FFF2-40B4-BE49-F238E27FC236}">
                <a16:creationId xmlns:a16="http://schemas.microsoft.com/office/drawing/2014/main" id="{B1C4EDFA-A93F-4752-8580-F82AC936D602}"/>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55" name="Group 54">
            <a:extLst>
              <a:ext uri="{FF2B5EF4-FFF2-40B4-BE49-F238E27FC236}">
                <a16:creationId xmlns:a16="http://schemas.microsoft.com/office/drawing/2014/main" id="{A0D396BE-EA22-4114-92F5-9E6FAF8AFA07}"/>
              </a:ext>
            </a:extLst>
          </p:cNvPr>
          <p:cNvGrpSpPr/>
          <p:nvPr/>
        </p:nvGrpSpPr>
        <p:grpSpPr>
          <a:xfrm>
            <a:off x="3846526" y="2292601"/>
            <a:ext cx="736657" cy="1332800"/>
            <a:chOff x="3800723" y="2591968"/>
            <a:chExt cx="736657" cy="1332800"/>
          </a:xfrm>
        </p:grpSpPr>
        <p:sp>
          <p:nvSpPr>
            <p:cNvPr id="56" name="Rectangle: Rounded Corners 55">
              <a:extLst>
                <a:ext uri="{FF2B5EF4-FFF2-40B4-BE49-F238E27FC236}">
                  <a16:creationId xmlns:a16="http://schemas.microsoft.com/office/drawing/2014/main" id="{CD545EEE-7A8A-4C6F-BC28-21E58EE0B7B5}"/>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59CBE0A2-D2E2-46F7-B4AA-59FCA9F5D87D}"/>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5DEADF58-C74A-42B7-828B-92426D4C07DB}"/>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81779BF-FDC6-4BBD-9A15-A6441BDF5030}"/>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45C59FF7-0E5D-4052-BAB7-DFB486576E20}"/>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62" name="TextBox 61">
              <a:extLst>
                <a:ext uri="{FF2B5EF4-FFF2-40B4-BE49-F238E27FC236}">
                  <a16:creationId xmlns:a16="http://schemas.microsoft.com/office/drawing/2014/main" id="{B1F99EBC-CC94-4F29-AAA5-9C68A7050B4A}"/>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91" name="Group 90">
            <a:extLst>
              <a:ext uri="{FF2B5EF4-FFF2-40B4-BE49-F238E27FC236}">
                <a16:creationId xmlns:a16="http://schemas.microsoft.com/office/drawing/2014/main" id="{924F6190-E5AB-44D8-8C30-34107681698E}"/>
              </a:ext>
            </a:extLst>
          </p:cNvPr>
          <p:cNvGrpSpPr/>
          <p:nvPr/>
        </p:nvGrpSpPr>
        <p:grpSpPr>
          <a:xfrm>
            <a:off x="7498041" y="2464395"/>
            <a:ext cx="809822" cy="766762"/>
            <a:chOff x="1966287" y="2321154"/>
            <a:chExt cx="520177" cy="507598"/>
          </a:xfrm>
          <a:effectLst>
            <a:outerShdw blurRad="50800" dist="38100" dir="2700000" algn="tl" rotWithShape="0">
              <a:prstClr val="black">
                <a:alpha val="40000"/>
              </a:prstClr>
            </a:outerShdw>
          </a:effectLst>
        </p:grpSpPr>
        <p:sp>
          <p:nvSpPr>
            <p:cNvPr id="92" name="Rectangle 91">
              <a:extLst>
                <a:ext uri="{FF2B5EF4-FFF2-40B4-BE49-F238E27FC236}">
                  <a16:creationId xmlns:a16="http://schemas.microsoft.com/office/drawing/2014/main" id="{10EA36F1-A237-412E-91B0-79CD144B7458}"/>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3" name="Octagon 92">
              <a:extLst>
                <a:ext uri="{FF2B5EF4-FFF2-40B4-BE49-F238E27FC236}">
                  <a16:creationId xmlns:a16="http://schemas.microsoft.com/office/drawing/2014/main" id="{2F5CE7EA-603E-4ED0-A87A-E7E02D6E197E}"/>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A1A8A75A-3570-40EC-89D0-494A870B179A}"/>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20289474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EA54A31D-C451-45B8-B582-F1DAF679FB91}"/>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39" name="TextBox 38">
            <a:extLst>
              <a:ext uri="{FF2B5EF4-FFF2-40B4-BE49-F238E27FC236}">
                <a16:creationId xmlns:a16="http://schemas.microsoft.com/office/drawing/2014/main" id="{AD5DD4A9-5087-427C-B2F1-E9B6502CB95F}"/>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40" name="Rectangle 39">
            <a:extLst>
              <a:ext uri="{FF2B5EF4-FFF2-40B4-BE49-F238E27FC236}">
                <a16:creationId xmlns:a16="http://schemas.microsoft.com/office/drawing/2014/main" id="{0E06316E-2B5A-4A0E-A6BA-266373641964}"/>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1" name="Group 40">
            <a:extLst>
              <a:ext uri="{FF2B5EF4-FFF2-40B4-BE49-F238E27FC236}">
                <a16:creationId xmlns:a16="http://schemas.microsoft.com/office/drawing/2014/main" id="{860AF263-AD6F-4E14-AF6B-0C8F645DEA8D}"/>
              </a:ext>
            </a:extLst>
          </p:cNvPr>
          <p:cNvGrpSpPr/>
          <p:nvPr/>
        </p:nvGrpSpPr>
        <p:grpSpPr>
          <a:xfrm>
            <a:off x="1227432" y="2316367"/>
            <a:ext cx="1931863" cy="1802005"/>
            <a:chOff x="1227432" y="2316367"/>
            <a:chExt cx="1259033" cy="1221553"/>
          </a:xfrm>
        </p:grpSpPr>
        <p:grpSp>
          <p:nvGrpSpPr>
            <p:cNvPr id="42" name="Group 41">
              <a:extLst>
                <a:ext uri="{FF2B5EF4-FFF2-40B4-BE49-F238E27FC236}">
                  <a16:creationId xmlns:a16="http://schemas.microsoft.com/office/drawing/2014/main" id="{FD9E1907-45C3-4017-B0F4-DA2584DEB506}"/>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56" name="Rectangle 55">
                <a:extLst>
                  <a:ext uri="{FF2B5EF4-FFF2-40B4-BE49-F238E27FC236}">
                    <a16:creationId xmlns:a16="http://schemas.microsoft.com/office/drawing/2014/main" id="{7EA1180B-B9E9-483F-AD16-26FEA0FC64E2}"/>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7" name="Rectangle 56">
                <a:extLst>
                  <a:ext uri="{FF2B5EF4-FFF2-40B4-BE49-F238E27FC236}">
                    <a16:creationId xmlns:a16="http://schemas.microsoft.com/office/drawing/2014/main" id="{4F5DFB1B-592F-4E9C-A3A7-59C085B0A71A}"/>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8" name="Rectangle 57">
                <a:extLst>
                  <a:ext uri="{FF2B5EF4-FFF2-40B4-BE49-F238E27FC236}">
                    <a16:creationId xmlns:a16="http://schemas.microsoft.com/office/drawing/2014/main" id="{97CDD732-699A-4A0A-BC80-5D73735E3F2A}"/>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43" name="Group 42">
              <a:extLst>
                <a:ext uri="{FF2B5EF4-FFF2-40B4-BE49-F238E27FC236}">
                  <a16:creationId xmlns:a16="http://schemas.microsoft.com/office/drawing/2014/main" id="{3106BBA7-A83A-4BCC-916A-399A489ACB82}"/>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53" name="Rectangle 52">
                <a:extLst>
                  <a:ext uri="{FF2B5EF4-FFF2-40B4-BE49-F238E27FC236}">
                    <a16:creationId xmlns:a16="http://schemas.microsoft.com/office/drawing/2014/main" id="{2E08A407-750B-4FC8-9C9F-731E917D59F3}"/>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4" name="Rectangle 53">
                <a:extLst>
                  <a:ext uri="{FF2B5EF4-FFF2-40B4-BE49-F238E27FC236}">
                    <a16:creationId xmlns:a16="http://schemas.microsoft.com/office/drawing/2014/main" id="{406DD1BD-F6CB-431A-81D2-CF85FB5D6D20}"/>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 name="Rectangle 54">
                <a:extLst>
                  <a:ext uri="{FF2B5EF4-FFF2-40B4-BE49-F238E27FC236}">
                    <a16:creationId xmlns:a16="http://schemas.microsoft.com/office/drawing/2014/main" id="{B14DBFD0-A6AE-4038-B7FF-981F9382C1A5}"/>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44" name="Group 43">
              <a:extLst>
                <a:ext uri="{FF2B5EF4-FFF2-40B4-BE49-F238E27FC236}">
                  <a16:creationId xmlns:a16="http://schemas.microsoft.com/office/drawing/2014/main" id="{83C3E4BD-926C-4DE3-BA08-47B280B5EB79}"/>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49" name="Group 48">
                <a:extLst>
                  <a:ext uri="{FF2B5EF4-FFF2-40B4-BE49-F238E27FC236}">
                    <a16:creationId xmlns:a16="http://schemas.microsoft.com/office/drawing/2014/main" id="{23AB0886-FE7C-4E93-BC84-B45713481CDE}"/>
                  </a:ext>
                </a:extLst>
              </p:cNvPr>
              <p:cNvGrpSpPr/>
              <p:nvPr/>
            </p:nvGrpSpPr>
            <p:grpSpPr>
              <a:xfrm>
                <a:off x="7739068" y="5194686"/>
                <a:ext cx="1352961" cy="1353312"/>
                <a:chOff x="10730062" y="3816461"/>
                <a:chExt cx="1352961" cy="1353312"/>
              </a:xfrm>
            </p:grpSpPr>
            <p:sp>
              <p:nvSpPr>
                <p:cNvPr id="51" name="Rectangle 50">
                  <a:extLst>
                    <a:ext uri="{FF2B5EF4-FFF2-40B4-BE49-F238E27FC236}">
                      <a16:creationId xmlns:a16="http://schemas.microsoft.com/office/drawing/2014/main" id="{F14CE2C8-6B5D-4DC6-9393-147EA16EEEB3}"/>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2" name="Rectangle 51">
                  <a:extLst>
                    <a:ext uri="{FF2B5EF4-FFF2-40B4-BE49-F238E27FC236}">
                      <a16:creationId xmlns:a16="http://schemas.microsoft.com/office/drawing/2014/main" id="{66600F1F-B005-47CE-8FBF-B2AEC2B236DE}"/>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50" name="Octagon 49">
                <a:extLst>
                  <a:ext uri="{FF2B5EF4-FFF2-40B4-BE49-F238E27FC236}">
                    <a16:creationId xmlns:a16="http://schemas.microsoft.com/office/drawing/2014/main" id="{6CF143A3-9601-42CC-AA6E-E02A3CF0383F}"/>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6FF507AB-07C1-4FC2-A6AD-C3AEF3BDE94C}"/>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46" name="Rectangle 45">
                <a:extLst>
                  <a:ext uri="{FF2B5EF4-FFF2-40B4-BE49-F238E27FC236}">
                    <a16:creationId xmlns:a16="http://schemas.microsoft.com/office/drawing/2014/main" id="{3C57F730-2B7D-414F-A99D-C97334DA7399}"/>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7" name="Octagon 46">
                <a:extLst>
                  <a:ext uri="{FF2B5EF4-FFF2-40B4-BE49-F238E27FC236}">
                    <a16:creationId xmlns:a16="http://schemas.microsoft.com/office/drawing/2014/main" id="{22307E6B-4BC9-49EA-9D86-5A52670CD701}"/>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7146188-1FD0-4190-9ED9-0623295FA140}"/>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59" name="TextBox 58">
            <a:extLst>
              <a:ext uri="{FF2B5EF4-FFF2-40B4-BE49-F238E27FC236}">
                <a16:creationId xmlns:a16="http://schemas.microsoft.com/office/drawing/2014/main" id="{818640B9-6115-43AF-BDBA-1799193622E2}"/>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60" name="Group 59">
            <a:extLst>
              <a:ext uri="{FF2B5EF4-FFF2-40B4-BE49-F238E27FC236}">
                <a16:creationId xmlns:a16="http://schemas.microsoft.com/office/drawing/2014/main" id="{71DFEF83-E73F-40D7-B643-6C3D8A3BD0C2}"/>
              </a:ext>
            </a:extLst>
          </p:cNvPr>
          <p:cNvGrpSpPr/>
          <p:nvPr/>
        </p:nvGrpSpPr>
        <p:grpSpPr>
          <a:xfrm>
            <a:off x="3846526" y="2292601"/>
            <a:ext cx="736657" cy="1332800"/>
            <a:chOff x="3800723" y="2591968"/>
            <a:chExt cx="736657" cy="1332800"/>
          </a:xfrm>
        </p:grpSpPr>
        <p:sp>
          <p:nvSpPr>
            <p:cNvPr id="62" name="Rectangle: Rounded Corners 61">
              <a:extLst>
                <a:ext uri="{FF2B5EF4-FFF2-40B4-BE49-F238E27FC236}">
                  <a16:creationId xmlns:a16="http://schemas.microsoft.com/office/drawing/2014/main" id="{5D100F38-C4DF-4AAE-96DB-23A371369E90}"/>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A97C0125-D8B7-42EF-95E2-85AA030A17EE}"/>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Rounded Corners 88">
              <a:extLst>
                <a:ext uri="{FF2B5EF4-FFF2-40B4-BE49-F238E27FC236}">
                  <a16:creationId xmlns:a16="http://schemas.microsoft.com/office/drawing/2014/main" id="{88FF8B70-2BE3-4923-86AF-6314A2BAC7EE}"/>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05031D6-DA36-4229-BB0E-E1DBB48963C9}"/>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0AC32BCA-09AD-4BC1-B822-A9C6DD1FDF93}"/>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92" name="TextBox 91">
              <a:extLst>
                <a:ext uri="{FF2B5EF4-FFF2-40B4-BE49-F238E27FC236}">
                  <a16:creationId xmlns:a16="http://schemas.microsoft.com/office/drawing/2014/main" id="{0084906E-FC15-4A20-BBFB-5693DEAD712B}"/>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93" name="Group 92">
            <a:extLst>
              <a:ext uri="{FF2B5EF4-FFF2-40B4-BE49-F238E27FC236}">
                <a16:creationId xmlns:a16="http://schemas.microsoft.com/office/drawing/2014/main" id="{3534E52D-5786-410D-AEEC-81455325C120}"/>
              </a:ext>
            </a:extLst>
          </p:cNvPr>
          <p:cNvGrpSpPr/>
          <p:nvPr/>
        </p:nvGrpSpPr>
        <p:grpSpPr>
          <a:xfrm>
            <a:off x="6693596" y="2463852"/>
            <a:ext cx="1614268" cy="767851"/>
            <a:chOff x="5151734" y="2316367"/>
            <a:chExt cx="1036901" cy="508319"/>
          </a:xfrm>
        </p:grpSpPr>
        <p:grpSp>
          <p:nvGrpSpPr>
            <p:cNvPr id="94" name="Group 93">
              <a:extLst>
                <a:ext uri="{FF2B5EF4-FFF2-40B4-BE49-F238E27FC236}">
                  <a16:creationId xmlns:a16="http://schemas.microsoft.com/office/drawing/2014/main" id="{1858DF05-25A1-4C74-9B74-7A1B7D69809C}"/>
                </a:ext>
              </a:extLst>
            </p:cNvPr>
            <p:cNvGrpSpPr/>
            <p:nvPr/>
          </p:nvGrpSpPr>
          <p:grpSpPr>
            <a:xfrm>
              <a:off x="5151734" y="2316367"/>
              <a:ext cx="519555" cy="508319"/>
              <a:chOff x="1227432" y="2316367"/>
              <a:chExt cx="519555" cy="508319"/>
            </a:xfrm>
            <a:effectLst>
              <a:outerShdw blurRad="50800" dist="38100" dir="2700000" algn="tl" rotWithShape="0">
                <a:prstClr val="black">
                  <a:alpha val="40000"/>
                </a:prstClr>
              </a:outerShdw>
            </a:effectLst>
          </p:grpSpPr>
          <p:sp>
            <p:nvSpPr>
              <p:cNvPr id="104" name="Rectangle 103">
                <a:extLst>
                  <a:ext uri="{FF2B5EF4-FFF2-40B4-BE49-F238E27FC236}">
                    <a16:creationId xmlns:a16="http://schemas.microsoft.com/office/drawing/2014/main" id="{1F7B1FDB-DB74-4689-886C-E4B262D1D527}"/>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9EE227AA-FD09-4118-8A74-C80A1F09C0CF}"/>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44C507F9-6922-465A-8992-D7CF91B00C91}"/>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6" name="Group 95">
              <a:extLst>
                <a:ext uri="{FF2B5EF4-FFF2-40B4-BE49-F238E27FC236}">
                  <a16:creationId xmlns:a16="http://schemas.microsoft.com/office/drawing/2014/main" id="{488923EE-F85C-49FF-9D9D-71C43B5F353A}"/>
                </a:ext>
              </a:extLst>
            </p:cNvPr>
            <p:cNvGrpSpPr/>
            <p:nvPr/>
          </p:nvGrpSpPr>
          <p:grpSpPr>
            <a:xfrm>
              <a:off x="5668458" y="2316727"/>
              <a:ext cx="520177" cy="507598"/>
              <a:chOff x="1966287" y="2321154"/>
              <a:chExt cx="520177" cy="507598"/>
            </a:xfrm>
            <a:effectLst>
              <a:outerShdw blurRad="50800" dist="38100" dir="2700000" algn="tl" rotWithShape="0">
                <a:prstClr val="black">
                  <a:alpha val="40000"/>
                </a:prstClr>
              </a:outerShdw>
            </a:effectLst>
          </p:grpSpPr>
          <p:sp>
            <p:nvSpPr>
              <p:cNvPr id="97" name="Rectangle 96">
                <a:extLst>
                  <a:ext uri="{FF2B5EF4-FFF2-40B4-BE49-F238E27FC236}">
                    <a16:creationId xmlns:a16="http://schemas.microsoft.com/office/drawing/2014/main" id="{9E778E2C-0115-4B81-A48E-3201A1B8C229}"/>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8" name="Octagon 97">
                <a:extLst>
                  <a:ext uri="{FF2B5EF4-FFF2-40B4-BE49-F238E27FC236}">
                    <a16:creationId xmlns:a16="http://schemas.microsoft.com/office/drawing/2014/main" id="{1B199129-D198-445D-9F74-FD2BA373044E}"/>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7845F9E6-5B37-4EA8-A613-69F3F207570D}"/>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338982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246068A7-37CC-496F-8635-1A33FC8BAC65}"/>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44" name="TextBox 43">
            <a:extLst>
              <a:ext uri="{FF2B5EF4-FFF2-40B4-BE49-F238E27FC236}">
                <a16:creationId xmlns:a16="http://schemas.microsoft.com/office/drawing/2014/main" id="{71140726-EE85-4A0A-844D-7680839444FB}"/>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45" name="Rectangle 44">
            <a:extLst>
              <a:ext uri="{FF2B5EF4-FFF2-40B4-BE49-F238E27FC236}">
                <a16:creationId xmlns:a16="http://schemas.microsoft.com/office/drawing/2014/main" id="{307B3455-76B9-486A-975B-8F1C76D50737}"/>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6" name="Group 45">
            <a:extLst>
              <a:ext uri="{FF2B5EF4-FFF2-40B4-BE49-F238E27FC236}">
                <a16:creationId xmlns:a16="http://schemas.microsoft.com/office/drawing/2014/main" id="{A81D4C7F-C415-4CEF-9EA8-5A71D81DDCF7}"/>
              </a:ext>
            </a:extLst>
          </p:cNvPr>
          <p:cNvGrpSpPr/>
          <p:nvPr/>
        </p:nvGrpSpPr>
        <p:grpSpPr>
          <a:xfrm>
            <a:off x="1227432" y="2316367"/>
            <a:ext cx="1931863" cy="1802005"/>
            <a:chOff x="1227432" y="2316367"/>
            <a:chExt cx="1259033" cy="1221553"/>
          </a:xfrm>
        </p:grpSpPr>
        <p:grpSp>
          <p:nvGrpSpPr>
            <p:cNvPr id="47" name="Group 46">
              <a:extLst>
                <a:ext uri="{FF2B5EF4-FFF2-40B4-BE49-F238E27FC236}">
                  <a16:creationId xmlns:a16="http://schemas.microsoft.com/office/drawing/2014/main" id="{383B7F8D-DB9C-4E63-96F0-44DFD94FE082}"/>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62" name="Rectangle 61">
                <a:extLst>
                  <a:ext uri="{FF2B5EF4-FFF2-40B4-BE49-F238E27FC236}">
                    <a16:creationId xmlns:a16="http://schemas.microsoft.com/office/drawing/2014/main" id="{E37BAF71-DFF5-442D-A72E-F7B3AC7B6909}"/>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3" name="Rectangle 62">
                <a:extLst>
                  <a:ext uri="{FF2B5EF4-FFF2-40B4-BE49-F238E27FC236}">
                    <a16:creationId xmlns:a16="http://schemas.microsoft.com/office/drawing/2014/main" id="{C355BD76-244B-433A-9E3E-C467FD742095}"/>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Rectangle 88">
                <a:extLst>
                  <a:ext uri="{FF2B5EF4-FFF2-40B4-BE49-F238E27FC236}">
                    <a16:creationId xmlns:a16="http://schemas.microsoft.com/office/drawing/2014/main" id="{8E3EFCBB-7699-4F26-AEF4-96ED5BBEA94F}"/>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48" name="Group 47">
              <a:extLst>
                <a:ext uri="{FF2B5EF4-FFF2-40B4-BE49-F238E27FC236}">
                  <a16:creationId xmlns:a16="http://schemas.microsoft.com/office/drawing/2014/main" id="{D286AA23-C6D5-424F-9B20-7C1E8FC163D0}"/>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58" name="Rectangle 57">
                <a:extLst>
                  <a:ext uri="{FF2B5EF4-FFF2-40B4-BE49-F238E27FC236}">
                    <a16:creationId xmlns:a16="http://schemas.microsoft.com/office/drawing/2014/main" id="{E43AFC76-923F-43C7-8DC5-B384BB2E7EB0}"/>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9" name="Rectangle 58">
                <a:extLst>
                  <a:ext uri="{FF2B5EF4-FFF2-40B4-BE49-F238E27FC236}">
                    <a16:creationId xmlns:a16="http://schemas.microsoft.com/office/drawing/2014/main" id="{8350647F-B6E3-458E-B13C-0AD6B2ADB5CB}"/>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0" name="Rectangle 59">
                <a:extLst>
                  <a:ext uri="{FF2B5EF4-FFF2-40B4-BE49-F238E27FC236}">
                    <a16:creationId xmlns:a16="http://schemas.microsoft.com/office/drawing/2014/main" id="{7B7D3F9B-68E6-49D5-89DB-61A9285997D6}"/>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49" name="Group 48">
              <a:extLst>
                <a:ext uri="{FF2B5EF4-FFF2-40B4-BE49-F238E27FC236}">
                  <a16:creationId xmlns:a16="http://schemas.microsoft.com/office/drawing/2014/main" id="{12DBBB57-9B5B-47F5-86F2-323EA17A28A1}"/>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54" name="Group 53">
                <a:extLst>
                  <a:ext uri="{FF2B5EF4-FFF2-40B4-BE49-F238E27FC236}">
                    <a16:creationId xmlns:a16="http://schemas.microsoft.com/office/drawing/2014/main" id="{8D2CCD47-4625-4329-83A2-631C448EFE51}"/>
                  </a:ext>
                </a:extLst>
              </p:cNvPr>
              <p:cNvGrpSpPr/>
              <p:nvPr/>
            </p:nvGrpSpPr>
            <p:grpSpPr>
              <a:xfrm>
                <a:off x="7739068" y="5194686"/>
                <a:ext cx="1352961" cy="1353312"/>
                <a:chOff x="10730062" y="3816461"/>
                <a:chExt cx="1352961" cy="1353312"/>
              </a:xfrm>
            </p:grpSpPr>
            <p:sp>
              <p:nvSpPr>
                <p:cNvPr id="56" name="Rectangle 55">
                  <a:extLst>
                    <a:ext uri="{FF2B5EF4-FFF2-40B4-BE49-F238E27FC236}">
                      <a16:creationId xmlns:a16="http://schemas.microsoft.com/office/drawing/2014/main" id="{D28BA907-959A-4FED-92EA-609361B42CF1}"/>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7" name="Rectangle 56">
                  <a:extLst>
                    <a:ext uri="{FF2B5EF4-FFF2-40B4-BE49-F238E27FC236}">
                      <a16:creationId xmlns:a16="http://schemas.microsoft.com/office/drawing/2014/main" id="{8D0CED89-6C56-4C34-8ECD-5EB1C644D92C}"/>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55" name="Octagon 54">
                <a:extLst>
                  <a:ext uri="{FF2B5EF4-FFF2-40B4-BE49-F238E27FC236}">
                    <a16:creationId xmlns:a16="http://schemas.microsoft.com/office/drawing/2014/main" id="{C4140A8E-192B-40D2-B8D1-F74E4821634A}"/>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DC3DB74C-04AB-4B9B-85BC-F0DCAED47E66}"/>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51" name="Rectangle 50">
                <a:extLst>
                  <a:ext uri="{FF2B5EF4-FFF2-40B4-BE49-F238E27FC236}">
                    <a16:creationId xmlns:a16="http://schemas.microsoft.com/office/drawing/2014/main" id="{DC2D7D66-7D62-4807-BA57-A3400AA97492}"/>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2" name="Octagon 51">
                <a:extLst>
                  <a:ext uri="{FF2B5EF4-FFF2-40B4-BE49-F238E27FC236}">
                    <a16:creationId xmlns:a16="http://schemas.microsoft.com/office/drawing/2014/main" id="{2C3E08D8-1934-4C77-9159-24606F535C3E}"/>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BD4686A-00A5-4435-8149-87604D4078AF}"/>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90" name="TextBox 89">
            <a:extLst>
              <a:ext uri="{FF2B5EF4-FFF2-40B4-BE49-F238E27FC236}">
                <a16:creationId xmlns:a16="http://schemas.microsoft.com/office/drawing/2014/main" id="{7236CF4B-23D0-4853-9A0D-0C51692981B3}"/>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91" name="Group 90">
            <a:extLst>
              <a:ext uri="{FF2B5EF4-FFF2-40B4-BE49-F238E27FC236}">
                <a16:creationId xmlns:a16="http://schemas.microsoft.com/office/drawing/2014/main" id="{29B700D5-221E-427A-AFE3-AB1F7DCFCD1D}"/>
              </a:ext>
            </a:extLst>
          </p:cNvPr>
          <p:cNvGrpSpPr/>
          <p:nvPr/>
        </p:nvGrpSpPr>
        <p:grpSpPr>
          <a:xfrm>
            <a:off x="3846526" y="2292601"/>
            <a:ext cx="736657" cy="1332800"/>
            <a:chOff x="3800723" y="2591968"/>
            <a:chExt cx="736657" cy="1332800"/>
          </a:xfrm>
        </p:grpSpPr>
        <p:sp>
          <p:nvSpPr>
            <p:cNvPr id="92" name="Rectangle: Rounded Corners 91">
              <a:extLst>
                <a:ext uri="{FF2B5EF4-FFF2-40B4-BE49-F238E27FC236}">
                  <a16:creationId xmlns:a16="http://schemas.microsoft.com/office/drawing/2014/main" id="{CC0CB51F-7233-45B2-9D14-4C5044456016}"/>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E700213F-A84A-4EB0-920F-D9EB50FAC0CC}"/>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065DB00C-7040-4C1E-A43B-739FE50D5741}"/>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3E2B993D-A079-46AA-8FBC-A76809E0B32F}"/>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0EC7A1ED-3243-418A-A1DC-8B753A92858D}"/>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97" name="TextBox 96">
              <a:extLst>
                <a:ext uri="{FF2B5EF4-FFF2-40B4-BE49-F238E27FC236}">
                  <a16:creationId xmlns:a16="http://schemas.microsoft.com/office/drawing/2014/main" id="{92662A2B-71A1-4229-891B-6B7A2A014F79}"/>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98" name="Group 97">
            <a:extLst>
              <a:ext uri="{FF2B5EF4-FFF2-40B4-BE49-F238E27FC236}">
                <a16:creationId xmlns:a16="http://schemas.microsoft.com/office/drawing/2014/main" id="{5A0F7661-109D-42B7-B3DF-279ED5D2011C}"/>
              </a:ext>
            </a:extLst>
          </p:cNvPr>
          <p:cNvGrpSpPr/>
          <p:nvPr/>
        </p:nvGrpSpPr>
        <p:grpSpPr>
          <a:xfrm>
            <a:off x="6689595" y="2463853"/>
            <a:ext cx="1618269" cy="1537136"/>
            <a:chOff x="5149164" y="2316367"/>
            <a:chExt cx="1039471" cy="1017587"/>
          </a:xfrm>
        </p:grpSpPr>
        <p:grpSp>
          <p:nvGrpSpPr>
            <p:cNvPr id="99" name="Group 98">
              <a:extLst>
                <a:ext uri="{FF2B5EF4-FFF2-40B4-BE49-F238E27FC236}">
                  <a16:creationId xmlns:a16="http://schemas.microsoft.com/office/drawing/2014/main" id="{99D46A26-FB3E-4F10-874B-DB8AD70BDA9D}"/>
                </a:ext>
              </a:extLst>
            </p:cNvPr>
            <p:cNvGrpSpPr/>
            <p:nvPr/>
          </p:nvGrpSpPr>
          <p:grpSpPr>
            <a:xfrm>
              <a:off x="5151734" y="2316367"/>
              <a:ext cx="519555" cy="508319"/>
              <a:chOff x="1227432" y="2316367"/>
              <a:chExt cx="519555" cy="508319"/>
            </a:xfrm>
            <a:effectLst>
              <a:outerShdw blurRad="50800" dist="38100" dir="2700000" algn="tl" rotWithShape="0">
                <a:prstClr val="black">
                  <a:alpha val="40000"/>
                </a:prstClr>
              </a:outerShdw>
            </a:effectLst>
          </p:grpSpPr>
          <p:sp>
            <p:nvSpPr>
              <p:cNvPr id="115" name="Rectangle 114">
                <a:extLst>
                  <a:ext uri="{FF2B5EF4-FFF2-40B4-BE49-F238E27FC236}">
                    <a16:creationId xmlns:a16="http://schemas.microsoft.com/office/drawing/2014/main" id="{E3580DC2-B45B-4239-893D-86E5F0071BA6}"/>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F329BC39-782C-426F-8634-6D1D23D1F24A}"/>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2" name="Rectangle 121">
                <a:extLst>
                  <a:ext uri="{FF2B5EF4-FFF2-40B4-BE49-F238E27FC236}">
                    <a16:creationId xmlns:a16="http://schemas.microsoft.com/office/drawing/2014/main" id="{B1F675BC-F5CA-46BE-B18E-096A92AE5735}"/>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0" name="Group 99">
              <a:extLst>
                <a:ext uri="{FF2B5EF4-FFF2-40B4-BE49-F238E27FC236}">
                  <a16:creationId xmlns:a16="http://schemas.microsoft.com/office/drawing/2014/main" id="{A384FF9D-0A41-40D7-898F-524C106CFEF1}"/>
                </a:ext>
              </a:extLst>
            </p:cNvPr>
            <p:cNvGrpSpPr/>
            <p:nvPr/>
          </p:nvGrpSpPr>
          <p:grpSpPr>
            <a:xfrm>
              <a:off x="5149164" y="2824223"/>
              <a:ext cx="516184" cy="509731"/>
              <a:chOff x="1227433" y="3025882"/>
              <a:chExt cx="516184" cy="509731"/>
            </a:xfrm>
            <a:effectLst>
              <a:outerShdw blurRad="50800" dist="38100" dir="2700000" algn="tl" rotWithShape="0">
                <a:prstClr val="black">
                  <a:alpha val="40000"/>
                </a:prstClr>
              </a:outerShdw>
            </a:effectLst>
          </p:grpSpPr>
          <p:sp>
            <p:nvSpPr>
              <p:cNvPr id="107" name="Rectangle 106">
                <a:extLst>
                  <a:ext uri="{FF2B5EF4-FFF2-40B4-BE49-F238E27FC236}">
                    <a16:creationId xmlns:a16="http://schemas.microsoft.com/office/drawing/2014/main" id="{08E31DB3-BF66-4A19-9732-C70200F967E7}"/>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3" name="Rectangle 112">
                <a:extLst>
                  <a:ext uri="{FF2B5EF4-FFF2-40B4-BE49-F238E27FC236}">
                    <a16:creationId xmlns:a16="http://schemas.microsoft.com/office/drawing/2014/main" id="{B8F75DD2-C6C5-4A9C-B724-DE784E57BD9B}"/>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6F601B7F-1DF4-4EF3-8322-DC3041463574}"/>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B07E43D2-7EC6-4342-AC69-5365949096EF}"/>
                </a:ext>
              </a:extLst>
            </p:cNvPr>
            <p:cNvGrpSpPr/>
            <p:nvPr/>
          </p:nvGrpSpPr>
          <p:grpSpPr>
            <a:xfrm>
              <a:off x="5668458" y="2316727"/>
              <a:ext cx="520177" cy="507598"/>
              <a:chOff x="1966287" y="2321154"/>
              <a:chExt cx="520177" cy="507598"/>
            </a:xfrm>
            <a:effectLst>
              <a:outerShdw blurRad="50800" dist="38100" dir="2700000" algn="tl" rotWithShape="0">
                <a:prstClr val="black">
                  <a:alpha val="40000"/>
                </a:prstClr>
              </a:outerShdw>
            </a:effectLst>
          </p:grpSpPr>
          <p:sp>
            <p:nvSpPr>
              <p:cNvPr id="103" name="Rectangle 102">
                <a:extLst>
                  <a:ext uri="{FF2B5EF4-FFF2-40B4-BE49-F238E27FC236}">
                    <a16:creationId xmlns:a16="http://schemas.microsoft.com/office/drawing/2014/main" id="{D379E9D5-219F-40DA-91D7-1FDCB5EC2EC6}"/>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Octagon 103">
                <a:extLst>
                  <a:ext uri="{FF2B5EF4-FFF2-40B4-BE49-F238E27FC236}">
                    <a16:creationId xmlns:a16="http://schemas.microsoft.com/office/drawing/2014/main" id="{189D546B-5CF0-45D9-8159-9982CB0DFB0C}"/>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9EC137D1-69DC-4356-9FD9-93D5C25E5098}"/>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8606735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DA60561-61BE-4609-BAAE-6A86B099F4E2}"/>
              </a:ext>
            </a:extLst>
          </p:cNvPr>
          <p:cNvCxnSpPr>
            <a:cxnSpLocks/>
          </p:cNvCxnSpPr>
          <p:nvPr/>
        </p:nvCxnSpPr>
        <p:spPr>
          <a:xfrm>
            <a:off x="7563342" y="3681717"/>
            <a:ext cx="448868" cy="389504"/>
          </a:xfrm>
          <a:prstGeom prst="line">
            <a:avLst/>
          </a:prstGeom>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2C0F7E56-1247-4695-805A-4D468FAA4886}"/>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50" name="TextBox 49">
            <a:extLst>
              <a:ext uri="{FF2B5EF4-FFF2-40B4-BE49-F238E27FC236}">
                <a16:creationId xmlns:a16="http://schemas.microsoft.com/office/drawing/2014/main" id="{D8E48234-CCE0-492D-A7C0-E70D965E73C5}"/>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51" name="Rectangle 50">
            <a:extLst>
              <a:ext uri="{FF2B5EF4-FFF2-40B4-BE49-F238E27FC236}">
                <a16:creationId xmlns:a16="http://schemas.microsoft.com/office/drawing/2014/main" id="{E4B8910A-5693-4F48-9B24-F8717C0F3FE3}"/>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2" name="Group 51">
            <a:extLst>
              <a:ext uri="{FF2B5EF4-FFF2-40B4-BE49-F238E27FC236}">
                <a16:creationId xmlns:a16="http://schemas.microsoft.com/office/drawing/2014/main" id="{385BADCD-2BBF-4DA8-9A16-977229A0B711}"/>
              </a:ext>
            </a:extLst>
          </p:cNvPr>
          <p:cNvGrpSpPr/>
          <p:nvPr/>
        </p:nvGrpSpPr>
        <p:grpSpPr>
          <a:xfrm>
            <a:off x="1227432" y="2316367"/>
            <a:ext cx="1931863" cy="1802005"/>
            <a:chOff x="1227432" y="2316367"/>
            <a:chExt cx="1259033" cy="1221553"/>
          </a:xfrm>
        </p:grpSpPr>
        <p:grpSp>
          <p:nvGrpSpPr>
            <p:cNvPr id="53" name="Group 52">
              <a:extLst>
                <a:ext uri="{FF2B5EF4-FFF2-40B4-BE49-F238E27FC236}">
                  <a16:creationId xmlns:a16="http://schemas.microsoft.com/office/drawing/2014/main" id="{DBBF39CC-F85F-42DB-8C79-8EAB71DFF079}"/>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93" name="Rectangle 92">
                <a:extLst>
                  <a:ext uri="{FF2B5EF4-FFF2-40B4-BE49-F238E27FC236}">
                    <a16:creationId xmlns:a16="http://schemas.microsoft.com/office/drawing/2014/main" id="{0848C818-07CC-4A29-B8E8-17D4429DE53F}"/>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4" name="Rectangle 93">
                <a:extLst>
                  <a:ext uri="{FF2B5EF4-FFF2-40B4-BE49-F238E27FC236}">
                    <a16:creationId xmlns:a16="http://schemas.microsoft.com/office/drawing/2014/main" id="{9CEDD525-7C67-46C8-9C14-F4798A207C19}"/>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5" name="Rectangle 94">
                <a:extLst>
                  <a:ext uri="{FF2B5EF4-FFF2-40B4-BE49-F238E27FC236}">
                    <a16:creationId xmlns:a16="http://schemas.microsoft.com/office/drawing/2014/main" id="{D8B08778-EDA5-4D1D-B17E-9A7767757D24}"/>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54" name="Group 53">
              <a:extLst>
                <a:ext uri="{FF2B5EF4-FFF2-40B4-BE49-F238E27FC236}">
                  <a16:creationId xmlns:a16="http://schemas.microsoft.com/office/drawing/2014/main" id="{EACCC865-7528-421F-AD14-5DFFF512A4EA}"/>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90" name="Rectangle 89">
                <a:extLst>
                  <a:ext uri="{FF2B5EF4-FFF2-40B4-BE49-F238E27FC236}">
                    <a16:creationId xmlns:a16="http://schemas.microsoft.com/office/drawing/2014/main" id="{8200CE18-A357-4F2B-B01C-5421BAFDFADB}"/>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1" name="Rectangle 90">
                <a:extLst>
                  <a:ext uri="{FF2B5EF4-FFF2-40B4-BE49-F238E27FC236}">
                    <a16:creationId xmlns:a16="http://schemas.microsoft.com/office/drawing/2014/main" id="{A5C5E1A3-B3C6-4B74-AC0D-5AAECBB8D9FB}"/>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2" name="Rectangle 91">
                <a:extLst>
                  <a:ext uri="{FF2B5EF4-FFF2-40B4-BE49-F238E27FC236}">
                    <a16:creationId xmlns:a16="http://schemas.microsoft.com/office/drawing/2014/main" id="{4B88BB98-D5B0-4A5B-9AB3-8077C7A1105D}"/>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55" name="Group 54">
              <a:extLst>
                <a:ext uri="{FF2B5EF4-FFF2-40B4-BE49-F238E27FC236}">
                  <a16:creationId xmlns:a16="http://schemas.microsoft.com/office/drawing/2014/main" id="{AC86A0A3-CAAF-4379-A982-B4C723843F38}"/>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60" name="Group 59">
                <a:extLst>
                  <a:ext uri="{FF2B5EF4-FFF2-40B4-BE49-F238E27FC236}">
                    <a16:creationId xmlns:a16="http://schemas.microsoft.com/office/drawing/2014/main" id="{47B25DC6-2F1A-4DA2-8927-A9A4F702F596}"/>
                  </a:ext>
                </a:extLst>
              </p:cNvPr>
              <p:cNvGrpSpPr/>
              <p:nvPr/>
            </p:nvGrpSpPr>
            <p:grpSpPr>
              <a:xfrm>
                <a:off x="7739068" y="5194686"/>
                <a:ext cx="1352961" cy="1353312"/>
                <a:chOff x="10730062" y="3816461"/>
                <a:chExt cx="1352961" cy="1353312"/>
              </a:xfrm>
            </p:grpSpPr>
            <p:sp>
              <p:nvSpPr>
                <p:cNvPr id="63" name="Rectangle 62">
                  <a:extLst>
                    <a:ext uri="{FF2B5EF4-FFF2-40B4-BE49-F238E27FC236}">
                      <a16:creationId xmlns:a16="http://schemas.microsoft.com/office/drawing/2014/main" id="{9BB0EAAB-7EB5-4190-BB27-CD7666A4F7C3}"/>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Rectangle 88">
                  <a:extLst>
                    <a:ext uri="{FF2B5EF4-FFF2-40B4-BE49-F238E27FC236}">
                      <a16:creationId xmlns:a16="http://schemas.microsoft.com/office/drawing/2014/main" id="{1A6BA48D-91B9-414D-928D-CD60BAA7A71F}"/>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62" name="Octagon 61">
                <a:extLst>
                  <a:ext uri="{FF2B5EF4-FFF2-40B4-BE49-F238E27FC236}">
                    <a16:creationId xmlns:a16="http://schemas.microsoft.com/office/drawing/2014/main" id="{D24E0F08-BFC6-4D40-8D8F-4C59E341A936}"/>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E86D6CB6-D044-40CC-B8EC-510DA6C5D202}"/>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57" name="Rectangle 56">
                <a:extLst>
                  <a:ext uri="{FF2B5EF4-FFF2-40B4-BE49-F238E27FC236}">
                    <a16:creationId xmlns:a16="http://schemas.microsoft.com/office/drawing/2014/main" id="{54D3CAC9-0097-4ECA-B29E-077BC1E0A4A9}"/>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8" name="Octagon 57">
                <a:extLst>
                  <a:ext uri="{FF2B5EF4-FFF2-40B4-BE49-F238E27FC236}">
                    <a16:creationId xmlns:a16="http://schemas.microsoft.com/office/drawing/2014/main" id="{57603831-0A49-4CFC-90A3-37F62DBF23E9}"/>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C2C840D-C32F-4F2F-BE2A-FABD64EA8D8B}"/>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96" name="TextBox 95">
            <a:extLst>
              <a:ext uri="{FF2B5EF4-FFF2-40B4-BE49-F238E27FC236}">
                <a16:creationId xmlns:a16="http://schemas.microsoft.com/office/drawing/2014/main" id="{891B3F75-1279-4610-96D1-1FBAB89BA395}"/>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97" name="Group 96">
            <a:extLst>
              <a:ext uri="{FF2B5EF4-FFF2-40B4-BE49-F238E27FC236}">
                <a16:creationId xmlns:a16="http://schemas.microsoft.com/office/drawing/2014/main" id="{718C8B4D-BF25-49AD-B4EE-6F627514E8A0}"/>
              </a:ext>
            </a:extLst>
          </p:cNvPr>
          <p:cNvGrpSpPr/>
          <p:nvPr/>
        </p:nvGrpSpPr>
        <p:grpSpPr>
          <a:xfrm>
            <a:off x="3846526" y="2292601"/>
            <a:ext cx="736657" cy="1332800"/>
            <a:chOff x="3800723" y="2591968"/>
            <a:chExt cx="736657" cy="1332800"/>
          </a:xfrm>
        </p:grpSpPr>
        <p:sp>
          <p:nvSpPr>
            <p:cNvPr id="98" name="Rectangle: Rounded Corners 97">
              <a:extLst>
                <a:ext uri="{FF2B5EF4-FFF2-40B4-BE49-F238E27FC236}">
                  <a16:creationId xmlns:a16="http://schemas.microsoft.com/office/drawing/2014/main" id="{DBFD3D50-8D10-4AAE-829E-0812A8BD617B}"/>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249BF083-31EB-4AD2-8261-E845C331C46A}"/>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A097D298-4A5A-4868-989D-533FE67C6F45}"/>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E71B2895-20B2-446C-B01D-EAF9D404FDE5}"/>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ED3BA2EE-D584-49A5-9AF3-21258E4C118E}"/>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04" name="TextBox 103">
              <a:extLst>
                <a:ext uri="{FF2B5EF4-FFF2-40B4-BE49-F238E27FC236}">
                  <a16:creationId xmlns:a16="http://schemas.microsoft.com/office/drawing/2014/main" id="{71A1261C-8198-4CE3-9A20-F168BA96A163}"/>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105" name="Group 104">
            <a:extLst>
              <a:ext uri="{FF2B5EF4-FFF2-40B4-BE49-F238E27FC236}">
                <a16:creationId xmlns:a16="http://schemas.microsoft.com/office/drawing/2014/main" id="{7A36929C-E63A-4523-8929-E68B76CD6927}"/>
              </a:ext>
            </a:extLst>
          </p:cNvPr>
          <p:cNvGrpSpPr/>
          <p:nvPr/>
        </p:nvGrpSpPr>
        <p:grpSpPr>
          <a:xfrm>
            <a:off x="6689595" y="2463853"/>
            <a:ext cx="1618269" cy="1537136"/>
            <a:chOff x="5149164" y="2316367"/>
            <a:chExt cx="1039471" cy="1017587"/>
          </a:xfrm>
        </p:grpSpPr>
        <p:grpSp>
          <p:nvGrpSpPr>
            <p:cNvPr id="107" name="Group 106">
              <a:extLst>
                <a:ext uri="{FF2B5EF4-FFF2-40B4-BE49-F238E27FC236}">
                  <a16:creationId xmlns:a16="http://schemas.microsoft.com/office/drawing/2014/main" id="{E553AA04-E6B4-4125-83EF-9BC781D0466F}"/>
                </a:ext>
              </a:extLst>
            </p:cNvPr>
            <p:cNvGrpSpPr/>
            <p:nvPr/>
          </p:nvGrpSpPr>
          <p:grpSpPr>
            <a:xfrm>
              <a:off x="5151734" y="2316367"/>
              <a:ext cx="519555" cy="508319"/>
              <a:chOff x="1227432" y="2316367"/>
              <a:chExt cx="519555" cy="508319"/>
            </a:xfrm>
            <a:effectLst>
              <a:outerShdw blurRad="50800" dist="38100" dir="2700000" algn="tl" rotWithShape="0">
                <a:prstClr val="black">
                  <a:alpha val="40000"/>
                </a:prstClr>
              </a:outerShdw>
            </a:effectLst>
          </p:grpSpPr>
          <p:sp>
            <p:nvSpPr>
              <p:cNvPr id="126" name="Rectangle 125">
                <a:extLst>
                  <a:ext uri="{FF2B5EF4-FFF2-40B4-BE49-F238E27FC236}">
                    <a16:creationId xmlns:a16="http://schemas.microsoft.com/office/drawing/2014/main" id="{8B092D4C-5713-4A45-8E4A-E5B4F8B5D996}"/>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7" name="Rectangle 126">
                <a:extLst>
                  <a:ext uri="{FF2B5EF4-FFF2-40B4-BE49-F238E27FC236}">
                    <a16:creationId xmlns:a16="http://schemas.microsoft.com/office/drawing/2014/main" id="{E382891D-BE67-4B94-913D-02F0EAE23928}"/>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8" name="Rectangle 127">
                <a:extLst>
                  <a:ext uri="{FF2B5EF4-FFF2-40B4-BE49-F238E27FC236}">
                    <a16:creationId xmlns:a16="http://schemas.microsoft.com/office/drawing/2014/main" id="{BEAC0F1D-6896-4FB1-BD35-FE098F2EA40E}"/>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3" name="Group 112">
              <a:extLst>
                <a:ext uri="{FF2B5EF4-FFF2-40B4-BE49-F238E27FC236}">
                  <a16:creationId xmlns:a16="http://schemas.microsoft.com/office/drawing/2014/main" id="{AA3ADA52-2A41-4FEA-8438-B2ABDEEE5137}"/>
                </a:ext>
              </a:extLst>
            </p:cNvPr>
            <p:cNvGrpSpPr/>
            <p:nvPr/>
          </p:nvGrpSpPr>
          <p:grpSpPr>
            <a:xfrm>
              <a:off x="5149164" y="2824223"/>
              <a:ext cx="516184" cy="509731"/>
              <a:chOff x="1227433" y="3025882"/>
              <a:chExt cx="516184" cy="509731"/>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F68C2C2C-8338-4EC8-8769-236A0317CC42}"/>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80281404-BC16-4985-A0F8-D6CA9410CFDC}"/>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EFAF787B-2962-44BF-83A1-1F10D8FA350C}"/>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4" name="Group 113">
              <a:extLst>
                <a:ext uri="{FF2B5EF4-FFF2-40B4-BE49-F238E27FC236}">
                  <a16:creationId xmlns:a16="http://schemas.microsoft.com/office/drawing/2014/main" id="{5F9D88EB-3579-4FC4-8E3A-8F862F56202B}"/>
                </a:ext>
              </a:extLst>
            </p:cNvPr>
            <p:cNvGrpSpPr/>
            <p:nvPr/>
          </p:nvGrpSpPr>
          <p:grpSpPr>
            <a:xfrm>
              <a:off x="5668458" y="2316727"/>
              <a:ext cx="520177" cy="507598"/>
              <a:chOff x="1966287" y="2321154"/>
              <a:chExt cx="520177" cy="507598"/>
            </a:xfrm>
            <a:effectLst>
              <a:outerShdw blurRad="50800" dist="38100" dir="2700000" algn="tl" rotWithShape="0">
                <a:prstClr val="black">
                  <a:alpha val="40000"/>
                </a:prstClr>
              </a:outerShdw>
            </a:effectLst>
          </p:grpSpPr>
          <p:sp>
            <p:nvSpPr>
              <p:cNvPr id="115" name="Rectangle 114">
                <a:extLst>
                  <a:ext uri="{FF2B5EF4-FFF2-40B4-BE49-F238E27FC236}">
                    <a16:creationId xmlns:a16="http://schemas.microsoft.com/office/drawing/2014/main" id="{8E0AF7EA-8037-47CE-B9DE-01868EBEBAA0}"/>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Octagon 115">
                <a:extLst>
                  <a:ext uri="{FF2B5EF4-FFF2-40B4-BE49-F238E27FC236}">
                    <a16:creationId xmlns:a16="http://schemas.microsoft.com/office/drawing/2014/main" id="{49D33E29-A055-4096-8399-A13016E39B54}"/>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A13EEEE4-7B2F-4B4A-BCE8-8D97B155912D}"/>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29" name="Group 128">
            <a:extLst>
              <a:ext uri="{FF2B5EF4-FFF2-40B4-BE49-F238E27FC236}">
                <a16:creationId xmlns:a16="http://schemas.microsoft.com/office/drawing/2014/main" id="{684DA0F0-AD02-4A17-A5CE-BC74BDDA527F}"/>
              </a:ext>
            </a:extLst>
          </p:cNvPr>
          <p:cNvGrpSpPr/>
          <p:nvPr/>
        </p:nvGrpSpPr>
        <p:grpSpPr>
          <a:xfrm>
            <a:off x="8046499" y="3718901"/>
            <a:ext cx="803604" cy="774777"/>
            <a:chOff x="7739068" y="5194594"/>
            <a:chExt cx="1352961" cy="1353404"/>
          </a:xfrm>
          <a:effectLst>
            <a:outerShdw blurRad="50800" dist="38100" dir="2700000" algn="tl" rotWithShape="0">
              <a:prstClr val="black">
                <a:alpha val="40000"/>
              </a:prstClr>
            </a:outerShdw>
          </a:effectLst>
        </p:grpSpPr>
        <p:grpSp>
          <p:nvGrpSpPr>
            <p:cNvPr id="130" name="Group 129">
              <a:extLst>
                <a:ext uri="{FF2B5EF4-FFF2-40B4-BE49-F238E27FC236}">
                  <a16:creationId xmlns:a16="http://schemas.microsoft.com/office/drawing/2014/main" id="{9366BA89-A797-4D00-9AE8-302B113C9ED2}"/>
                </a:ext>
              </a:extLst>
            </p:cNvPr>
            <p:cNvGrpSpPr/>
            <p:nvPr/>
          </p:nvGrpSpPr>
          <p:grpSpPr>
            <a:xfrm>
              <a:off x="7739068" y="5194686"/>
              <a:ext cx="1352961" cy="1353312"/>
              <a:chOff x="10730062" y="3816461"/>
              <a:chExt cx="1352961" cy="1353312"/>
            </a:xfrm>
          </p:grpSpPr>
          <p:sp>
            <p:nvSpPr>
              <p:cNvPr id="132" name="Rectangle 131">
                <a:extLst>
                  <a:ext uri="{FF2B5EF4-FFF2-40B4-BE49-F238E27FC236}">
                    <a16:creationId xmlns:a16="http://schemas.microsoft.com/office/drawing/2014/main" id="{DEB339AD-45F4-4901-8507-ACA97275CC48}"/>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F9D68B47-F718-4678-8398-6514E9B68C6B}"/>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31" name="Octagon 130">
              <a:extLst>
                <a:ext uri="{FF2B5EF4-FFF2-40B4-BE49-F238E27FC236}">
                  <a16:creationId xmlns:a16="http://schemas.microsoft.com/office/drawing/2014/main" id="{7D4C4969-FD1A-4814-8608-96AD31B46E3F}"/>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19540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Multiplication Sign 4">
            <a:extLst>
              <a:ext uri="{FF2B5EF4-FFF2-40B4-BE49-F238E27FC236}">
                <a16:creationId xmlns:a16="http://schemas.microsoft.com/office/drawing/2014/main" id="{A0A77584-4ECD-46F8-9C35-5E0E7EEED336}"/>
              </a:ext>
            </a:extLst>
          </p:cNvPr>
          <p:cNvSpPr/>
          <p:nvPr/>
        </p:nvSpPr>
        <p:spPr>
          <a:xfrm>
            <a:off x="7946702" y="3238955"/>
            <a:ext cx="448867" cy="457209"/>
          </a:xfrm>
          <a:prstGeom prst="mathMultiply">
            <a:avLst/>
          </a:prstGeom>
          <a:solidFill>
            <a:srgbClr val="FF0000">
              <a:alpha val="65000"/>
            </a:srgb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4CD4767E-E2AE-4E86-8669-7CC11551DE33}"/>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52" name="TextBox 51">
            <a:extLst>
              <a:ext uri="{FF2B5EF4-FFF2-40B4-BE49-F238E27FC236}">
                <a16:creationId xmlns:a16="http://schemas.microsoft.com/office/drawing/2014/main" id="{1EB8CB9A-85F0-4064-B36E-1AB7430FAD81}"/>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53" name="Rectangle 52">
            <a:extLst>
              <a:ext uri="{FF2B5EF4-FFF2-40B4-BE49-F238E27FC236}">
                <a16:creationId xmlns:a16="http://schemas.microsoft.com/office/drawing/2014/main" id="{C84DACCD-635A-4DAE-B75D-46D8EB4181BD}"/>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4" name="Group 53">
            <a:extLst>
              <a:ext uri="{FF2B5EF4-FFF2-40B4-BE49-F238E27FC236}">
                <a16:creationId xmlns:a16="http://schemas.microsoft.com/office/drawing/2014/main" id="{4178653C-C909-4C3F-A73D-70769414B284}"/>
              </a:ext>
            </a:extLst>
          </p:cNvPr>
          <p:cNvGrpSpPr/>
          <p:nvPr/>
        </p:nvGrpSpPr>
        <p:grpSpPr>
          <a:xfrm>
            <a:off x="1227432" y="2316367"/>
            <a:ext cx="1931863" cy="1802005"/>
            <a:chOff x="1227432" y="2316367"/>
            <a:chExt cx="1259033" cy="1221553"/>
          </a:xfrm>
        </p:grpSpPr>
        <p:grpSp>
          <p:nvGrpSpPr>
            <p:cNvPr id="55" name="Group 54">
              <a:extLst>
                <a:ext uri="{FF2B5EF4-FFF2-40B4-BE49-F238E27FC236}">
                  <a16:creationId xmlns:a16="http://schemas.microsoft.com/office/drawing/2014/main" id="{CADF560B-3FF3-4750-8D8A-D36660DA3195}"/>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95" name="Rectangle 94">
                <a:extLst>
                  <a:ext uri="{FF2B5EF4-FFF2-40B4-BE49-F238E27FC236}">
                    <a16:creationId xmlns:a16="http://schemas.microsoft.com/office/drawing/2014/main" id="{A0C44C85-85FD-4191-9B83-553019741F62}"/>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6" name="Rectangle 95">
                <a:extLst>
                  <a:ext uri="{FF2B5EF4-FFF2-40B4-BE49-F238E27FC236}">
                    <a16:creationId xmlns:a16="http://schemas.microsoft.com/office/drawing/2014/main" id="{B43AF46F-1ECB-454F-8D6F-0E85D4C913F2}"/>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7" name="Rectangle 96">
                <a:extLst>
                  <a:ext uri="{FF2B5EF4-FFF2-40B4-BE49-F238E27FC236}">
                    <a16:creationId xmlns:a16="http://schemas.microsoft.com/office/drawing/2014/main" id="{55A77C84-0536-4260-AEC5-82D649916CB6}"/>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56" name="Group 55">
              <a:extLst>
                <a:ext uri="{FF2B5EF4-FFF2-40B4-BE49-F238E27FC236}">
                  <a16:creationId xmlns:a16="http://schemas.microsoft.com/office/drawing/2014/main" id="{4744D779-2646-4709-B291-BE4483DD66C1}"/>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92" name="Rectangle 91">
                <a:extLst>
                  <a:ext uri="{FF2B5EF4-FFF2-40B4-BE49-F238E27FC236}">
                    <a16:creationId xmlns:a16="http://schemas.microsoft.com/office/drawing/2014/main" id="{CEA189E7-04A6-4313-808A-513C4B40AD12}"/>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3" name="Rectangle 92">
                <a:extLst>
                  <a:ext uri="{FF2B5EF4-FFF2-40B4-BE49-F238E27FC236}">
                    <a16:creationId xmlns:a16="http://schemas.microsoft.com/office/drawing/2014/main" id="{8BBAFBB8-4A7F-49BF-9632-307A7CABB12F}"/>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4" name="Rectangle 93">
                <a:extLst>
                  <a:ext uri="{FF2B5EF4-FFF2-40B4-BE49-F238E27FC236}">
                    <a16:creationId xmlns:a16="http://schemas.microsoft.com/office/drawing/2014/main" id="{7E9C5A18-24EB-40C7-8D62-C09CD88A4A50}"/>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57" name="Group 56">
              <a:extLst>
                <a:ext uri="{FF2B5EF4-FFF2-40B4-BE49-F238E27FC236}">
                  <a16:creationId xmlns:a16="http://schemas.microsoft.com/office/drawing/2014/main" id="{C5120904-BC4D-4C1F-917B-CFCAF2C2B658}"/>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63" name="Group 62">
                <a:extLst>
                  <a:ext uri="{FF2B5EF4-FFF2-40B4-BE49-F238E27FC236}">
                    <a16:creationId xmlns:a16="http://schemas.microsoft.com/office/drawing/2014/main" id="{F9747BE1-C5D6-4E6D-83E7-945D5C423B07}"/>
                  </a:ext>
                </a:extLst>
              </p:cNvPr>
              <p:cNvGrpSpPr/>
              <p:nvPr/>
            </p:nvGrpSpPr>
            <p:grpSpPr>
              <a:xfrm>
                <a:off x="7739068" y="5194686"/>
                <a:ext cx="1352961" cy="1353312"/>
                <a:chOff x="10730062" y="3816461"/>
                <a:chExt cx="1352961" cy="1353312"/>
              </a:xfrm>
            </p:grpSpPr>
            <p:sp>
              <p:nvSpPr>
                <p:cNvPr id="90" name="Rectangle 89">
                  <a:extLst>
                    <a:ext uri="{FF2B5EF4-FFF2-40B4-BE49-F238E27FC236}">
                      <a16:creationId xmlns:a16="http://schemas.microsoft.com/office/drawing/2014/main" id="{F6AE53C8-28DE-42C0-9EC5-B801D9A34689}"/>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1" name="Rectangle 90">
                  <a:extLst>
                    <a:ext uri="{FF2B5EF4-FFF2-40B4-BE49-F238E27FC236}">
                      <a16:creationId xmlns:a16="http://schemas.microsoft.com/office/drawing/2014/main" id="{EAFF6E62-2D12-4BD5-893A-90928227176B}"/>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89" name="Octagon 88">
                <a:extLst>
                  <a:ext uri="{FF2B5EF4-FFF2-40B4-BE49-F238E27FC236}">
                    <a16:creationId xmlns:a16="http://schemas.microsoft.com/office/drawing/2014/main" id="{60898335-542D-4CF9-8237-BF8EC61D0966}"/>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0BF9EC35-3BD5-4181-8CD8-2993B79E6D06}"/>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59" name="Rectangle 58">
                <a:extLst>
                  <a:ext uri="{FF2B5EF4-FFF2-40B4-BE49-F238E27FC236}">
                    <a16:creationId xmlns:a16="http://schemas.microsoft.com/office/drawing/2014/main" id="{2EA582A8-1424-44A9-8569-8735DD638E3F}"/>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0" name="Octagon 59">
                <a:extLst>
                  <a:ext uri="{FF2B5EF4-FFF2-40B4-BE49-F238E27FC236}">
                    <a16:creationId xmlns:a16="http://schemas.microsoft.com/office/drawing/2014/main" id="{AE4DBCE4-3FB3-404A-94C2-75224E0C2927}"/>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45CDB61-5639-4549-9EBA-805C90838803}"/>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98" name="TextBox 97">
            <a:extLst>
              <a:ext uri="{FF2B5EF4-FFF2-40B4-BE49-F238E27FC236}">
                <a16:creationId xmlns:a16="http://schemas.microsoft.com/office/drawing/2014/main" id="{240CA627-5024-4AB9-9889-737CB5DB5E0D}"/>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99" name="Group 98">
            <a:extLst>
              <a:ext uri="{FF2B5EF4-FFF2-40B4-BE49-F238E27FC236}">
                <a16:creationId xmlns:a16="http://schemas.microsoft.com/office/drawing/2014/main" id="{BCC47F3E-09E3-49A9-873D-D5B02909F11E}"/>
              </a:ext>
            </a:extLst>
          </p:cNvPr>
          <p:cNvGrpSpPr/>
          <p:nvPr/>
        </p:nvGrpSpPr>
        <p:grpSpPr>
          <a:xfrm>
            <a:off x="3846526" y="2292601"/>
            <a:ext cx="736657" cy="1332800"/>
            <a:chOff x="3800723" y="2591968"/>
            <a:chExt cx="736657" cy="1332800"/>
          </a:xfrm>
        </p:grpSpPr>
        <p:sp>
          <p:nvSpPr>
            <p:cNvPr id="100" name="Rectangle: Rounded Corners 99">
              <a:extLst>
                <a:ext uri="{FF2B5EF4-FFF2-40B4-BE49-F238E27FC236}">
                  <a16:creationId xmlns:a16="http://schemas.microsoft.com/office/drawing/2014/main" id="{0892FA0B-C5BD-4EDA-A355-3671780C8152}"/>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7FB0EFA4-6CC6-4084-8250-65DDF69E9F2C}"/>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Rounded Corners 102">
              <a:extLst>
                <a:ext uri="{FF2B5EF4-FFF2-40B4-BE49-F238E27FC236}">
                  <a16:creationId xmlns:a16="http://schemas.microsoft.com/office/drawing/2014/main" id="{65FED861-5C54-4A10-83B4-B7C11564B636}"/>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06D7C260-CEC4-433C-A530-BC42FF201098}"/>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85D09831-3DE3-47CC-8C31-B76E29AB811C}"/>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07" name="TextBox 106">
              <a:extLst>
                <a:ext uri="{FF2B5EF4-FFF2-40B4-BE49-F238E27FC236}">
                  <a16:creationId xmlns:a16="http://schemas.microsoft.com/office/drawing/2014/main" id="{6623240E-63E7-4463-BE21-9824C36E18E8}"/>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131" name="Group 130">
            <a:extLst>
              <a:ext uri="{FF2B5EF4-FFF2-40B4-BE49-F238E27FC236}">
                <a16:creationId xmlns:a16="http://schemas.microsoft.com/office/drawing/2014/main" id="{05B3D1E4-9AA4-404D-AC7E-7E36C41E2ECD}"/>
              </a:ext>
            </a:extLst>
          </p:cNvPr>
          <p:cNvGrpSpPr/>
          <p:nvPr/>
        </p:nvGrpSpPr>
        <p:grpSpPr>
          <a:xfrm>
            <a:off x="6689595" y="2463853"/>
            <a:ext cx="1618269" cy="1537136"/>
            <a:chOff x="5149164" y="2316367"/>
            <a:chExt cx="1039471" cy="1017587"/>
          </a:xfrm>
        </p:grpSpPr>
        <p:grpSp>
          <p:nvGrpSpPr>
            <p:cNvPr id="132" name="Group 131">
              <a:extLst>
                <a:ext uri="{FF2B5EF4-FFF2-40B4-BE49-F238E27FC236}">
                  <a16:creationId xmlns:a16="http://schemas.microsoft.com/office/drawing/2014/main" id="{33DAF0CB-0327-4E04-A0BF-82B59890AC56}"/>
                </a:ext>
              </a:extLst>
            </p:cNvPr>
            <p:cNvGrpSpPr/>
            <p:nvPr/>
          </p:nvGrpSpPr>
          <p:grpSpPr>
            <a:xfrm>
              <a:off x="5151734" y="2316367"/>
              <a:ext cx="519555" cy="508319"/>
              <a:chOff x="1227432" y="2316367"/>
              <a:chExt cx="519555" cy="508319"/>
            </a:xfrm>
            <a:effectLst>
              <a:outerShdw blurRad="50800" dist="38100" dir="2700000" algn="tl" rotWithShape="0">
                <a:prstClr val="black">
                  <a:alpha val="40000"/>
                </a:prstClr>
              </a:outerShdw>
            </a:effectLst>
          </p:grpSpPr>
          <p:sp>
            <p:nvSpPr>
              <p:cNvPr id="141" name="Rectangle 140">
                <a:extLst>
                  <a:ext uri="{FF2B5EF4-FFF2-40B4-BE49-F238E27FC236}">
                    <a16:creationId xmlns:a16="http://schemas.microsoft.com/office/drawing/2014/main" id="{14EDA716-90AE-4FCA-B5D5-568449E24661}"/>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2" name="Rectangle 141">
                <a:extLst>
                  <a:ext uri="{FF2B5EF4-FFF2-40B4-BE49-F238E27FC236}">
                    <a16:creationId xmlns:a16="http://schemas.microsoft.com/office/drawing/2014/main" id="{50E631F9-5C01-4CE9-BA8F-D090F479F8E7}"/>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3" name="Rectangle 142">
                <a:extLst>
                  <a:ext uri="{FF2B5EF4-FFF2-40B4-BE49-F238E27FC236}">
                    <a16:creationId xmlns:a16="http://schemas.microsoft.com/office/drawing/2014/main" id="{57C1E14F-F683-4A3D-B90C-082671D75BBB}"/>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3" name="Group 132">
              <a:extLst>
                <a:ext uri="{FF2B5EF4-FFF2-40B4-BE49-F238E27FC236}">
                  <a16:creationId xmlns:a16="http://schemas.microsoft.com/office/drawing/2014/main" id="{AF74F85D-D8E6-4925-AF09-074B7391819A}"/>
                </a:ext>
              </a:extLst>
            </p:cNvPr>
            <p:cNvGrpSpPr/>
            <p:nvPr/>
          </p:nvGrpSpPr>
          <p:grpSpPr>
            <a:xfrm>
              <a:off x="5149164" y="2824223"/>
              <a:ext cx="516184" cy="509731"/>
              <a:chOff x="1227433" y="3025882"/>
              <a:chExt cx="516184" cy="509731"/>
            </a:xfrm>
            <a:effectLst>
              <a:outerShdw blurRad="50800" dist="38100" dir="2700000" algn="tl" rotWithShape="0">
                <a:prstClr val="black">
                  <a:alpha val="40000"/>
                </a:prstClr>
              </a:outerShdw>
            </a:effectLst>
          </p:grpSpPr>
          <p:sp>
            <p:nvSpPr>
              <p:cNvPr id="138" name="Rectangle 137">
                <a:extLst>
                  <a:ext uri="{FF2B5EF4-FFF2-40B4-BE49-F238E27FC236}">
                    <a16:creationId xmlns:a16="http://schemas.microsoft.com/office/drawing/2014/main" id="{AA513235-9B46-49C5-9389-80DFF21D1AE8}"/>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20818BA0-2616-42D4-BC1E-54BEF0866843}"/>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0" name="Rectangle 139">
                <a:extLst>
                  <a:ext uri="{FF2B5EF4-FFF2-40B4-BE49-F238E27FC236}">
                    <a16:creationId xmlns:a16="http://schemas.microsoft.com/office/drawing/2014/main" id="{AFB07B37-D882-4BB2-949A-9A5B364F755E}"/>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4" name="Group 133">
              <a:extLst>
                <a:ext uri="{FF2B5EF4-FFF2-40B4-BE49-F238E27FC236}">
                  <a16:creationId xmlns:a16="http://schemas.microsoft.com/office/drawing/2014/main" id="{C6A3E0EA-71B2-4521-9C04-0A90146FF2C9}"/>
                </a:ext>
              </a:extLst>
            </p:cNvPr>
            <p:cNvGrpSpPr/>
            <p:nvPr/>
          </p:nvGrpSpPr>
          <p:grpSpPr>
            <a:xfrm>
              <a:off x="5668458" y="2316727"/>
              <a:ext cx="520177" cy="507598"/>
              <a:chOff x="1966287" y="2321154"/>
              <a:chExt cx="520177" cy="507598"/>
            </a:xfrm>
            <a:effectLst>
              <a:outerShdw blurRad="50800" dist="38100" dir="2700000" algn="tl" rotWithShape="0">
                <a:prstClr val="black">
                  <a:alpha val="40000"/>
                </a:prstClr>
              </a:outerShdw>
            </a:effectLst>
          </p:grpSpPr>
          <p:sp>
            <p:nvSpPr>
              <p:cNvPr id="135" name="Rectangle 134">
                <a:extLst>
                  <a:ext uri="{FF2B5EF4-FFF2-40B4-BE49-F238E27FC236}">
                    <a16:creationId xmlns:a16="http://schemas.microsoft.com/office/drawing/2014/main" id="{3AB4151C-881B-4619-9708-0F499425C290}"/>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6" name="Octagon 135">
                <a:extLst>
                  <a:ext uri="{FF2B5EF4-FFF2-40B4-BE49-F238E27FC236}">
                    <a16:creationId xmlns:a16="http://schemas.microsoft.com/office/drawing/2014/main" id="{1028FD55-4C05-4AED-AE8F-4BA266B3EDC8}"/>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6CB68A99-BD34-4227-8105-FBBB7854DA72}"/>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cxnSp>
        <p:nvCxnSpPr>
          <p:cNvPr id="149" name="Straight Connector 148">
            <a:extLst>
              <a:ext uri="{FF2B5EF4-FFF2-40B4-BE49-F238E27FC236}">
                <a16:creationId xmlns:a16="http://schemas.microsoft.com/office/drawing/2014/main" id="{0936D070-2C1F-4000-92B6-EB85622FB277}"/>
              </a:ext>
            </a:extLst>
          </p:cNvPr>
          <p:cNvCxnSpPr>
            <a:cxnSpLocks/>
          </p:cNvCxnSpPr>
          <p:nvPr/>
        </p:nvCxnSpPr>
        <p:spPr>
          <a:xfrm>
            <a:off x="7563342" y="3681717"/>
            <a:ext cx="448868" cy="389504"/>
          </a:xfrm>
          <a:prstGeom prst="line">
            <a:avLst/>
          </a:prstGeom>
        </p:spPr>
        <p:style>
          <a:lnRef idx="1">
            <a:schemeClr val="dk1"/>
          </a:lnRef>
          <a:fillRef idx="0">
            <a:schemeClr val="dk1"/>
          </a:fillRef>
          <a:effectRef idx="0">
            <a:schemeClr val="dk1"/>
          </a:effectRef>
          <a:fontRef idx="minor">
            <a:schemeClr val="tx1"/>
          </a:fontRef>
        </p:style>
      </p:cxnSp>
      <p:grpSp>
        <p:nvGrpSpPr>
          <p:cNvPr id="150" name="Group 149">
            <a:extLst>
              <a:ext uri="{FF2B5EF4-FFF2-40B4-BE49-F238E27FC236}">
                <a16:creationId xmlns:a16="http://schemas.microsoft.com/office/drawing/2014/main" id="{4D0C5C45-D25C-4249-A6D3-B66283A4B70D}"/>
              </a:ext>
            </a:extLst>
          </p:cNvPr>
          <p:cNvGrpSpPr/>
          <p:nvPr/>
        </p:nvGrpSpPr>
        <p:grpSpPr>
          <a:xfrm>
            <a:off x="8046499" y="3718901"/>
            <a:ext cx="803604" cy="774777"/>
            <a:chOff x="7739068" y="5194594"/>
            <a:chExt cx="1352961" cy="1353404"/>
          </a:xfrm>
          <a:effectLst>
            <a:outerShdw blurRad="50800" dist="38100" dir="2700000" algn="tl" rotWithShape="0">
              <a:prstClr val="black">
                <a:alpha val="40000"/>
              </a:prstClr>
            </a:outerShdw>
          </a:effectLst>
        </p:grpSpPr>
        <p:grpSp>
          <p:nvGrpSpPr>
            <p:cNvPr id="151" name="Group 150">
              <a:extLst>
                <a:ext uri="{FF2B5EF4-FFF2-40B4-BE49-F238E27FC236}">
                  <a16:creationId xmlns:a16="http://schemas.microsoft.com/office/drawing/2014/main" id="{DD824143-B18E-4F0E-81F9-C7FE8803CDD8}"/>
                </a:ext>
              </a:extLst>
            </p:cNvPr>
            <p:cNvGrpSpPr/>
            <p:nvPr/>
          </p:nvGrpSpPr>
          <p:grpSpPr>
            <a:xfrm>
              <a:off x="7739068" y="5194686"/>
              <a:ext cx="1352961" cy="1353312"/>
              <a:chOff x="10730062" y="3816461"/>
              <a:chExt cx="1352961" cy="1353312"/>
            </a:xfrm>
          </p:grpSpPr>
          <p:sp>
            <p:nvSpPr>
              <p:cNvPr id="153" name="Rectangle 152">
                <a:extLst>
                  <a:ext uri="{FF2B5EF4-FFF2-40B4-BE49-F238E27FC236}">
                    <a16:creationId xmlns:a16="http://schemas.microsoft.com/office/drawing/2014/main" id="{71F7CE43-500D-45F5-A4A1-04B559B4D65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4" name="Rectangle 153">
                <a:extLst>
                  <a:ext uri="{FF2B5EF4-FFF2-40B4-BE49-F238E27FC236}">
                    <a16:creationId xmlns:a16="http://schemas.microsoft.com/office/drawing/2014/main" id="{434A5E82-3311-4A71-BCA1-49366453F9F5}"/>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52" name="Octagon 151">
              <a:extLst>
                <a:ext uri="{FF2B5EF4-FFF2-40B4-BE49-F238E27FC236}">
                  <a16:creationId xmlns:a16="http://schemas.microsoft.com/office/drawing/2014/main" id="{12B44A6B-CFFA-4E34-8C1C-BF83D3650404}"/>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826818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 name="TextBox 124">
            <a:extLst>
              <a:ext uri="{FF2B5EF4-FFF2-40B4-BE49-F238E27FC236}">
                <a16:creationId xmlns:a16="http://schemas.microsoft.com/office/drawing/2014/main" id="{F61333B8-D078-43D9-895E-89B691762202}"/>
              </a:ext>
            </a:extLst>
          </p:cNvPr>
          <p:cNvSpPr txBox="1"/>
          <p:nvPr/>
        </p:nvSpPr>
        <p:spPr>
          <a:xfrm>
            <a:off x="7145883" y="1636741"/>
            <a:ext cx="2480166" cy="646331"/>
          </a:xfrm>
          <a:prstGeom prst="rect">
            <a:avLst/>
          </a:prstGeom>
          <a:noFill/>
        </p:spPr>
        <p:txBody>
          <a:bodyPr wrap="none" rtlCol="0">
            <a:spAutoFit/>
          </a:bodyPr>
          <a:lstStyle/>
          <a:p>
            <a:r>
              <a:rPr lang="en-US" dirty="0">
                <a:solidFill>
                  <a:schemeClr val="bg1"/>
                </a:solidFill>
              </a:rPr>
              <a:t>This system produces</a:t>
            </a:r>
            <a:br>
              <a:rPr lang="en-US" dirty="0">
                <a:solidFill>
                  <a:schemeClr val="bg1"/>
                </a:solidFill>
              </a:rPr>
            </a:br>
            <a:r>
              <a:rPr lang="en-US" dirty="0">
                <a:solidFill>
                  <a:schemeClr val="bg1"/>
                </a:solidFill>
              </a:rPr>
              <a:t>two terminal assemblies:</a:t>
            </a:r>
          </a:p>
        </p:txBody>
      </p:sp>
      <p:sp>
        <p:nvSpPr>
          <p:cNvPr id="177" name="TextBox 176">
            <a:extLst>
              <a:ext uri="{FF2B5EF4-FFF2-40B4-BE49-F238E27FC236}">
                <a16:creationId xmlns:a16="http://schemas.microsoft.com/office/drawing/2014/main" id="{CE921260-D3BA-4DB1-9F05-4537858E92CE}"/>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90" name="TextBox 89">
            <a:extLst>
              <a:ext uri="{FF2B5EF4-FFF2-40B4-BE49-F238E27FC236}">
                <a16:creationId xmlns:a16="http://schemas.microsoft.com/office/drawing/2014/main" id="{03AA5402-670A-410D-A107-8D8C3DE53900}"/>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91" name="Rectangle 90">
            <a:extLst>
              <a:ext uri="{FF2B5EF4-FFF2-40B4-BE49-F238E27FC236}">
                <a16:creationId xmlns:a16="http://schemas.microsoft.com/office/drawing/2014/main" id="{9E073895-8D05-4929-85DB-CA1458BCC069}"/>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92" name="Group 91">
            <a:extLst>
              <a:ext uri="{FF2B5EF4-FFF2-40B4-BE49-F238E27FC236}">
                <a16:creationId xmlns:a16="http://schemas.microsoft.com/office/drawing/2014/main" id="{A75ED876-9127-454A-8D17-B1AA5911C557}"/>
              </a:ext>
            </a:extLst>
          </p:cNvPr>
          <p:cNvGrpSpPr/>
          <p:nvPr/>
        </p:nvGrpSpPr>
        <p:grpSpPr>
          <a:xfrm>
            <a:off x="1227432" y="2316367"/>
            <a:ext cx="1931863" cy="1802005"/>
            <a:chOff x="1227432" y="2316367"/>
            <a:chExt cx="1259033" cy="1221553"/>
          </a:xfrm>
        </p:grpSpPr>
        <p:grpSp>
          <p:nvGrpSpPr>
            <p:cNvPr id="93" name="Group 92">
              <a:extLst>
                <a:ext uri="{FF2B5EF4-FFF2-40B4-BE49-F238E27FC236}">
                  <a16:creationId xmlns:a16="http://schemas.microsoft.com/office/drawing/2014/main" id="{8DA05D09-95B1-4A7C-BCBE-C1EBFD62CAA7}"/>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117" name="Rectangle 116">
                <a:extLst>
                  <a:ext uri="{FF2B5EF4-FFF2-40B4-BE49-F238E27FC236}">
                    <a16:creationId xmlns:a16="http://schemas.microsoft.com/office/drawing/2014/main" id="{66036395-9D5C-4081-9F65-994A2CB4269C}"/>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A7CE589A-2675-403D-9B57-6572591E1D94}"/>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9" name="Rectangle 118">
                <a:extLst>
                  <a:ext uri="{FF2B5EF4-FFF2-40B4-BE49-F238E27FC236}">
                    <a16:creationId xmlns:a16="http://schemas.microsoft.com/office/drawing/2014/main" id="{1E807CA3-4C67-4786-88DD-1FF58583115B}"/>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4" name="Group 93">
              <a:extLst>
                <a:ext uri="{FF2B5EF4-FFF2-40B4-BE49-F238E27FC236}">
                  <a16:creationId xmlns:a16="http://schemas.microsoft.com/office/drawing/2014/main" id="{633A605F-404C-465B-B05D-B15862C2931E}"/>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110" name="Rectangle 109">
                <a:extLst>
                  <a:ext uri="{FF2B5EF4-FFF2-40B4-BE49-F238E27FC236}">
                    <a16:creationId xmlns:a16="http://schemas.microsoft.com/office/drawing/2014/main" id="{9A55C94E-0830-47CC-A382-D79F551E5FA8}"/>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Rectangle 110">
                <a:extLst>
                  <a:ext uri="{FF2B5EF4-FFF2-40B4-BE49-F238E27FC236}">
                    <a16:creationId xmlns:a16="http://schemas.microsoft.com/office/drawing/2014/main" id="{68CFE739-F426-49CA-87CB-BAC48482C07B}"/>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 name="Rectangle 111">
                <a:extLst>
                  <a:ext uri="{FF2B5EF4-FFF2-40B4-BE49-F238E27FC236}">
                    <a16:creationId xmlns:a16="http://schemas.microsoft.com/office/drawing/2014/main" id="{695F422B-3B6B-4E21-854E-668A45F66773}"/>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5" name="Group 94">
              <a:extLst>
                <a:ext uri="{FF2B5EF4-FFF2-40B4-BE49-F238E27FC236}">
                  <a16:creationId xmlns:a16="http://schemas.microsoft.com/office/drawing/2014/main" id="{0EACFB58-7266-4D52-A4DE-439A742D42BF}"/>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02" name="Group 101">
                <a:extLst>
                  <a:ext uri="{FF2B5EF4-FFF2-40B4-BE49-F238E27FC236}">
                    <a16:creationId xmlns:a16="http://schemas.microsoft.com/office/drawing/2014/main" id="{D43DF4EE-B395-448B-BBCD-E7FD7390E841}"/>
                  </a:ext>
                </a:extLst>
              </p:cNvPr>
              <p:cNvGrpSpPr/>
              <p:nvPr/>
            </p:nvGrpSpPr>
            <p:grpSpPr>
              <a:xfrm>
                <a:off x="7739068" y="5194686"/>
                <a:ext cx="1352961" cy="1353312"/>
                <a:chOff x="10730062" y="3816461"/>
                <a:chExt cx="1352961" cy="1353312"/>
              </a:xfrm>
            </p:grpSpPr>
            <p:sp>
              <p:nvSpPr>
                <p:cNvPr id="108" name="Rectangle 107">
                  <a:extLst>
                    <a:ext uri="{FF2B5EF4-FFF2-40B4-BE49-F238E27FC236}">
                      <a16:creationId xmlns:a16="http://schemas.microsoft.com/office/drawing/2014/main" id="{8EFFBCD4-2FDC-4170-9D3E-3239224285CE}"/>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65973B87-E7AD-40BF-8406-1C7CEA35511A}"/>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06" name="Octagon 105">
                <a:extLst>
                  <a:ext uri="{FF2B5EF4-FFF2-40B4-BE49-F238E27FC236}">
                    <a16:creationId xmlns:a16="http://schemas.microsoft.com/office/drawing/2014/main" id="{43DC5942-2914-4565-9532-3AA607848712}"/>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69A327F7-8036-4DD5-B5E2-441572A941F0}"/>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97" name="Rectangle 96">
                <a:extLst>
                  <a:ext uri="{FF2B5EF4-FFF2-40B4-BE49-F238E27FC236}">
                    <a16:creationId xmlns:a16="http://schemas.microsoft.com/office/drawing/2014/main" id="{B3977596-91BD-41A8-A867-9B7F40C1AACE}"/>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8" name="Octagon 97">
                <a:extLst>
                  <a:ext uri="{FF2B5EF4-FFF2-40B4-BE49-F238E27FC236}">
                    <a16:creationId xmlns:a16="http://schemas.microsoft.com/office/drawing/2014/main" id="{20750B39-D2CA-4F49-8B6E-60F13BA3299C}"/>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AE3580B7-4449-4F9F-916C-8768846995E9}"/>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20" name="TextBox 119">
            <a:extLst>
              <a:ext uri="{FF2B5EF4-FFF2-40B4-BE49-F238E27FC236}">
                <a16:creationId xmlns:a16="http://schemas.microsoft.com/office/drawing/2014/main" id="{43AF6271-1FBF-402D-A77A-D7A09D2A01A0}"/>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21" name="Group 120">
            <a:extLst>
              <a:ext uri="{FF2B5EF4-FFF2-40B4-BE49-F238E27FC236}">
                <a16:creationId xmlns:a16="http://schemas.microsoft.com/office/drawing/2014/main" id="{1C675D3F-497B-458B-8C54-9651F33D44BB}"/>
              </a:ext>
            </a:extLst>
          </p:cNvPr>
          <p:cNvGrpSpPr/>
          <p:nvPr/>
        </p:nvGrpSpPr>
        <p:grpSpPr>
          <a:xfrm>
            <a:off x="3846526" y="2292601"/>
            <a:ext cx="736657" cy="1332800"/>
            <a:chOff x="3800723" y="2591968"/>
            <a:chExt cx="736657" cy="1332800"/>
          </a:xfrm>
        </p:grpSpPr>
        <p:sp>
          <p:nvSpPr>
            <p:cNvPr id="126" name="Rectangle: Rounded Corners 125">
              <a:extLst>
                <a:ext uri="{FF2B5EF4-FFF2-40B4-BE49-F238E27FC236}">
                  <a16:creationId xmlns:a16="http://schemas.microsoft.com/office/drawing/2014/main" id="{BF1F0E82-37C4-4191-AA3F-F7D5FEF57D2D}"/>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D90E0B55-0104-43A1-9057-32C5EB2D54D4}"/>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Rounded Corners 127">
              <a:extLst>
                <a:ext uri="{FF2B5EF4-FFF2-40B4-BE49-F238E27FC236}">
                  <a16:creationId xmlns:a16="http://schemas.microsoft.com/office/drawing/2014/main" id="{D9544644-92C7-4B84-9445-CA93153E1152}"/>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87D975AA-3F17-444A-B5BE-0F630A437CB6}"/>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TextBox 129">
              <a:extLst>
                <a:ext uri="{FF2B5EF4-FFF2-40B4-BE49-F238E27FC236}">
                  <a16:creationId xmlns:a16="http://schemas.microsoft.com/office/drawing/2014/main" id="{65834D70-10B4-49D9-B752-076CEF824FCF}"/>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31" name="TextBox 130">
              <a:extLst>
                <a:ext uri="{FF2B5EF4-FFF2-40B4-BE49-F238E27FC236}">
                  <a16:creationId xmlns:a16="http://schemas.microsoft.com/office/drawing/2014/main" id="{A25E8D5F-4AD4-48AD-BD86-AF70F5168B04}"/>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132" name="Group 131">
            <a:extLst>
              <a:ext uri="{FF2B5EF4-FFF2-40B4-BE49-F238E27FC236}">
                <a16:creationId xmlns:a16="http://schemas.microsoft.com/office/drawing/2014/main" id="{FD2E1329-8DAC-45D2-BDAB-BB9C360FB2EB}"/>
              </a:ext>
            </a:extLst>
          </p:cNvPr>
          <p:cNvGrpSpPr/>
          <p:nvPr/>
        </p:nvGrpSpPr>
        <p:grpSpPr>
          <a:xfrm>
            <a:off x="6689595" y="2463853"/>
            <a:ext cx="1618269" cy="1537136"/>
            <a:chOff x="5149164" y="2316367"/>
            <a:chExt cx="1039471" cy="1017587"/>
          </a:xfrm>
        </p:grpSpPr>
        <p:grpSp>
          <p:nvGrpSpPr>
            <p:cNvPr id="133" name="Group 132">
              <a:extLst>
                <a:ext uri="{FF2B5EF4-FFF2-40B4-BE49-F238E27FC236}">
                  <a16:creationId xmlns:a16="http://schemas.microsoft.com/office/drawing/2014/main" id="{4415DAB0-72C5-411C-B3C6-39552DA09851}"/>
                </a:ext>
              </a:extLst>
            </p:cNvPr>
            <p:cNvGrpSpPr/>
            <p:nvPr/>
          </p:nvGrpSpPr>
          <p:grpSpPr>
            <a:xfrm>
              <a:off x="5151734" y="2316367"/>
              <a:ext cx="519555" cy="508319"/>
              <a:chOff x="1227432" y="2316367"/>
              <a:chExt cx="519555" cy="508319"/>
            </a:xfrm>
            <a:effectLst>
              <a:outerShdw blurRad="50800" dist="38100" dir="2700000" algn="tl" rotWithShape="0">
                <a:prstClr val="black">
                  <a:alpha val="40000"/>
                </a:prstClr>
              </a:outerShdw>
            </a:effectLst>
          </p:grpSpPr>
          <p:sp>
            <p:nvSpPr>
              <p:cNvPr id="142" name="Rectangle 141">
                <a:extLst>
                  <a:ext uri="{FF2B5EF4-FFF2-40B4-BE49-F238E27FC236}">
                    <a16:creationId xmlns:a16="http://schemas.microsoft.com/office/drawing/2014/main" id="{12825729-F010-4063-8892-B5DF35679FF3}"/>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3" name="Rectangle 142">
                <a:extLst>
                  <a:ext uri="{FF2B5EF4-FFF2-40B4-BE49-F238E27FC236}">
                    <a16:creationId xmlns:a16="http://schemas.microsoft.com/office/drawing/2014/main" id="{9365ED18-D7F5-4B36-A9C4-8687E01F25D4}"/>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5141BE93-A044-46E4-A23E-19A2E4248014}"/>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4" name="Group 133">
              <a:extLst>
                <a:ext uri="{FF2B5EF4-FFF2-40B4-BE49-F238E27FC236}">
                  <a16:creationId xmlns:a16="http://schemas.microsoft.com/office/drawing/2014/main" id="{8B02B19C-4BD9-401B-9179-06453A37DD0B}"/>
                </a:ext>
              </a:extLst>
            </p:cNvPr>
            <p:cNvGrpSpPr/>
            <p:nvPr/>
          </p:nvGrpSpPr>
          <p:grpSpPr>
            <a:xfrm>
              <a:off x="5149164" y="2824223"/>
              <a:ext cx="516184" cy="509731"/>
              <a:chOff x="1227433" y="3025882"/>
              <a:chExt cx="516184" cy="509731"/>
            </a:xfrm>
            <a:effectLst>
              <a:outerShdw blurRad="50800" dist="38100" dir="2700000" algn="tl" rotWithShape="0">
                <a:prstClr val="black">
                  <a:alpha val="40000"/>
                </a:prstClr>
              </a:outerShdw>
            </a:effectLst>
          </p:grpSpPr>
          <p:sp>
            <p:nvSpPr>
              <p:cNvPr id="139" name="Rectangle 138">
                <a:extLst>
                  <a:ext uri="{FF2B5EF4-FFF2-40B4-BE49-F238E27FC236}">
                    <a16:creationId xmlns:a16="http://schemas.microsoft.com/office/drawing/2014/main" id="{B98AC801-D564-45BB-970B-81976C0CCEA9}"/>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0" name="Rectangle 139">
                <a:extLst>
                  <a:ext uri="{FF2B5EF4-FFF2-40B4-BE49-F238E27FC236}">
                    <a16:creationId xmlns:a16="http://schemas.microsoft.com/office/drawing/2014/main" id="{5646FC62-E330-47C0-9E81-FE1894FA9ACE}"/>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1" name="Rectangle 140">
                <a:extLst>
                  <a:ext uri="{FF2B5EF4-FFF2-40B4-BE49-F238E27FC236}">
                    <a16:creationId xmlns:a16="http://schemas.microsoft.com/office/drawing/2014/main" id="{49E9BB0F-C4F8-419F-B9A7-46D08C95C67A}"/>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5" name="Group 134">
              <a:extLst>
                <a:ext uri="{FF2B5EF4-FFF2-40B4-BE49-F238E27FC236}">
                  <a16:creationId xmlns:a16="http://schemas.microsoft.com/office/drawing/2014/main" id="{7833DDD9-4B24-4AAB-BF0B-C2EC8F762B0B}"/>
                </a:ext>
              </a:extLst>
            </p:cNvPr>
            <p:cNvGrpSpPr/>
            <p:nvPr/>
          </p:nvGrpSpPr>
          <p:grpSpPr>
            <a:xfrm>
              <a:off x="5668458" y="2316727"/>
              <a:ext cx="520177" cy="507598"/>
              <a:chOff x="1966287" y="2321154"/>
              <a:chExt cx="520177" cy="507598"/>
            </a:xfrm>
            <a:effectLst>
              <a:outerShdw blurRad="50800" dist="38100" dir="2700000" algn="tl" rotWithShape="0">
                <a:prstClr val="black">
                  <a:alpha val="40000"/>
                </a:prstClr>
              </a:outerShdw>
            </a:effectLst>
          </p:grpSpPr>
          <p:sp>
            <p:nvSpPr>
              <p:cNvPr id="136" name="Rectangle 135">
                <a:extLst>
                  <a:ext uri="{FF2B5EF4-FFF2-40B4-BE49-F238E27FC236}">
                    <a16:creationId xmlns:a16="http://schemas.microsoft.com/office/drawing/2014/main" id="{EE623581-56AA-4080-8E44-B72A5D8DF267}"/>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7" name="Octagon 136">
                <a:extLst>
                  <a:ext uri="{FF2B5EF4-FFF2-40B4-BE49-F238E27FC236}">
                    <a16:creationId xmlns:a16="http://schemas.microsoft.com/office/drawing/2014/main" id="{D40D2ADA-3C5C-4F67-A864-BBE7132B2148}"/>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50C4A96F-8580-4C31-9A68-7424734415D4}"/>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45" name="Group 144">
            <a:extLst>
              <a:ext uri="{FF2B5EF4-FFF2-40B4-BE49-F238E27FC236}">
                <a16:creationId xmlns:a16="http://schemas.microsoft.com/office/drawing/2014/main" id="{9460A609-6C96-4BC0-BEEC-B064A1A90E82}"/>
              </a:ext>
            </a:extLst>
          </p:cNvPr>
          <p:cNvGrpSpPr/>
          <p:nvPr/>
        </p:nvGrpSpPr>
        <p:grpSpPr>
          <a:xfrm>
            <a:off x="8724287" y="2473378"/>
            <a:ext cx="1698840" cy="1554157"/>
            <a:chOff x="7924516" y="2318992"/>
            <a:chExt cx="1032908" cy="1015335"/>
          </a:xfrm>
        </p:grpSpPr>
        <p:grpSp>
          <p:nvGrpSpPr>
            <p:cNvPr id="146" name="Group 145">
              <a:extLst>
                <a:ext uri="{FF2B5EF4-FFF2-40B4-BE49-F238E27FC236}">
                  <a16:creationId xmlns:a16="http://schemas.microsoft.com/office/drawing/2014/main" id="{7D9EE932-782C-486C-B45A-75ECA31F1AF7}"/>
                </a:ext>
              </a:extLst>
            </p:cNvPr>
            <p:cNvGrpSpPr/>
            <p:nvPr/>
          </p:nvGrpSpPr>
          <p:grpSpPr>
            <a:xfrm>
              <a:off x="7924516" y="2318992"/>
              <a:ext cx="519555" cy="508319"/>
              <a:chOff x="1227432" y="2316367"/>
              <a:chExt cx="519555" cy="508319"/>
            </a:xfrm>
            <a:effectLst>
              <a:outerShdw blurRad="50800" dist="38100" dir="2700000" algn="tl" rotWithShape="0">
                <a:prstClr val="black">
                  <a:alpha val="40000"/>
                </a:prstClr>
              </a:outerShdw>
            </a:effectLst>
          </p:grpSpPr>
          <p:sp>
            <p:nvSpPr>
              <p:cNvPr id="156" name="Rectangle 155">
                <a:extLst>
                  <a:ext uri="{FF2B5EF4-FFF2-40B4-BE49-F238E27FC236}">
                    <a16:creationId xmlns:a16="http://schemas.microsoft.com/office/drawing/2014/main" id="{F0EA15A0-F46F-4E80-AC12-539AA4563DE9}"/>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B40C2760-6A8A-401E-8AB8-C73848A711BE}"/>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8" name="Rectangle 157">
                <a:extLst>
                  <a:ext uri="{FF2B5EF4-FFF2-40B4-BE49-F238E27FC236}">
                    <a16:creationId xmlns:a16="http://schemas.microsoft.com/office/drawing/2014/main" id="{02C01348-A915-4CBD-AE2C-9D283CCEB2F6}"/>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7" name="Group 146">
              <a:extLst>
                <a:ext uri="{FF2B5EF4-FFF2-40B4-BE49-F238E27FC236}">
                  <a16:creationId xmlns:a16="http://schemas.microsoft.com/office/drawing/2014/main" id="{402DD5B8-0169-4491-84C8-A0777F56E523}"/>
                </a:ext>
              </a:extLst>
            </p:cNvPr>
            <p:cNvGrpSpPr/>
            <p:nvPr/>
          </p:nvGrpSpPr>
          <p:grpSpPr>
            <a:xfrm>
              <a:off x="7926201" y="2824239"/>
              <a:ext cx="516184" cy="509731"/>
              <a:chOff x="1227433" y="3025882"/>
              <a:chExt cx="516184" cy="509731"/>
            </a:xfrm>
            <a:effectLst>
              <a:outerShdw blurRad="50800" dist="38100" dir="2700000" algn="tl" rotWithShape="0">
                <a:prstClr val="black">
                  <a:alpha val="40000"/>
                </a:prstClr>
              </a:outerShdw>
            </a:effectLst>
          </p:grpSpPr>
          <p:sp>
            <p:nvSpPr>
              <p:cNvPr id="153" name="Rectangle 152">
                <a:extLst>
                  <a:ext uri="{FF2B5EF4-FFF2-40B4-BE49-F238E27FC236}">
                    <a16:creationId xmlns:a16="http://schemas.microsoft.com/office/drawing/2014/main" id="{C3379916-49CE-476D-8E6B-D215836D441D}"/>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4" name="Rectangle 153">
                <a:extLst>
                  <a:ext uri="{FF2B5EF4-FFF2-40B4-BE49-F238E27FC236}">
                    <a16:creationId xmlns:a16="http://schemas.microsoft.com/office/drawing/2014/main" id="{0E310384-AB85-489F-BA17-1FD25DCD1DFE}"/>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5" name="Rectangle 154">
                <a:extLst>
                  <a:ext uri="{FF2B5EF4-FFF2-40B4-BE49-F238E27FC236}">
                    <a16:creationId xmlns:a16="http://schemas.microsoft.com/office/drawing/2014/main" id="{12EB0CA8-6F91-4A28-BEE4-323AAFC73E60}"/>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8" name="Group 147">
              <a:extLst>
                <a:ext uri="{FF2B5EF4-FFF2-40B4-BE49-F238E27FC236}">
                  <a16:creationId xmlns:a16="http://schemas.microsoft.com/office/drawing/2014/main" id="{A0BE52B2-5391-4CCD-A3F1-E41A9E52B5D6}"/>
                </a:ext>
              </a:extLst>
            </p:cNvPr>
            <p:cNvGrpSpPr/>
            <p:nvPr/>
          </p:nvGrpSpPr>
          <p:grpSpPr>
            <a:xfrm>
              <a:off x="8441240" y="2824223"/>
              <a:ext cx="516184" cy="510104"/>
              <a:chOff x="7739068" y="5194594"/>
              <a:chExt cx="1352961" cy="1353404"/>
            </a:xfrm>
            <a:effectLst>
              <a:outerShdw blurRad="50800" dist="38100" dir="2700000" algn="tl" rotWithShape="0">
                <a:prstClr val="black">
                  <a:alpha val="40000"/>
                </a:prstClr>
              </a:outerShdw>
            </a:effectLst>
          </p:grpSpPr>
          <p:grpSp>
            <p:nvGrpSpPr>
              <p:cNvPr id="149" name="Group 148">
                <a:extLst>
                  <a:ext uri="{FF2B5EF4-FFF2-40B4-BE49-F238E27FC236}">
                    <a16:creationId xmlns:a16="http://schemas.microsoft.com/office/drawing/2014/main" id="{E20941A2-1D8F-470C-9F5B-0E23E4C1228B}"/>
                  </a:ext>
                </a:extLst>
              </p:cNvPr>
              <p:cNvGrpSpPr/>
              <p:nvPr/>
            </p:nvGrpSpPr>
            <p:grpSpPr>
              <a:xfrm>
                <a:off x="7739068" y="5194686"/>
                <a:ext cx="1352961" cy="1353312"/>
                <a:chOff x="10730062" y="3816461"/>
                <a:chExt cx="1352961" cy="1353312"/>
              </a:xfrm>
            </p:grpSpPr>
            <p:sp>
              <p:nvSpPr>
                <p:cNvPr id="151" name="Rectangle 150">
                  <a:extLst>
                    <a:ext uri="{FF2B5EF4-FFF2-40B4-BE49-F238E27FC236}">
                      <a16:creationId xmlns:a16="http://schemas.microsoft.com/office/drawing/2014/main" id="{AFA6ED54-E53D-49CF-8FA8-3E1D1FA4DDF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360AFA61-BF16-4CD3-9217-F4676B8AEBF6}"/>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50" name="Octagon 149">
                <a:extLst>
                  <a:ext uri="{FF2B5EF4-FFF2-40B4-BE49-F238E27FC236}">
                    <a16:creationId xmlns:a16="http://schemas.microsoft.com/office/drawing/2014/main" id="{EE486775-50CA-42C1-936A-830E9414BE73}"/>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7363738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 name="TextBox 124">
            <a:extLst>
              <a:ext uri="{FF2B5EF4-FFF2-40B4-BE49-F238E27FC236}">
                <a16:creationId xmlns:a16="http://schemas.microsoft.com/office/drawing/2014/main" id="{F61333B8-D078-43D9-895E-89B691762202}"/>
              </a:ext>
            </a:extLst>
          </p:cNvPr>
          <p:cNvSpPr txBox="1"/>
          <p:nvPr/>
        </p:nvSpPr>
        <p:spPr>
          <a:xfrm>
            <a:off x="7145883" y="1636741"/>
            <a:ext cx="2480166" cy="646331"/>
          </a:xfrm>
          <a:prstGeom prst="rect">
            <a:avLst/>
          </a:prstGeom>
          <a:noFill/>
        </p:spPr>
        <p:txBody>
          <a:bodyPr wrap="none" rtlCol="0">
            <a:spAutoFit/>
          </a:bodyPr>
          <a:lstStyle/>
          <a:p>
            <a:r>
              <a:rPr lang="en-US" dirty="0">
                <a:solidFill>
                  <a:schemeClr val="bg1"/>
                </a:solidFill>
              </a:rPr>
              <a:t>This system produces</a:t>
            </a:r>
            <a:br>
              <a:rPr lang="en-US" dirty="0">
                <a:solidFill>
                  <a:schemeClr val="bg1"/>
                </a:solidFill>
              </a:rPr>
            </a:br>
            <a:r>
              <a:rPr lang="en-US" dirty="0">
                <a:solidFill>
                  <a:schemeClr val="bg1"/>
                </a:solidFill>
              </a:rPr>
              <a:t>two terminal assemblies:</a:t>
            </a:r>
          </a:p>
        </p:txBody>
      </p:sp>
      <p:sp>
        <p:nvSpPr>
          <p:cNvPr id="177" name="TextBox 176">
            <a:extLst>
              <a:ext uri="{FF2B5EF4-FFF2-40B4-BE49-F238E27FC236}">
                <a16:creationId xmlns:a16="http://schemas.microsoft.com/office/drawing/2014/main" id="{E4AF1CB1-E9F6-4DFE-9A26-879F90F243FF}"/>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168" name="TextBox 167">
            <a:extLst>
              <a:ext uri="{FF2B5EF4-FFF2-40B4-BE49-F238E27FC236}">
                <a16:creationId xmlns:a16="http://schemas.microsoft.com/office/drawing/2014/main" id="{074901FD-CCA3-4B2A-8714-DD9B0063F11B}"/>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78" name="Rectangle 177">
            <a:extLst>
              <a:ext uri="{FF2B5EF4-FFF2-40B4-BE49-F238E27FC236}">
                <a16:creationId xmlns:a16="http://schemas.microsoft.com/office/drawing/2014/main" id="{DC32198C-0A47-4F34-82DA-80DBD33485C5}"/>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79" name="Group 178">
            <a:extLst>
              <a:ext uri="{FF2B5EF4-FFF2-40B4-BE49-F238E27FC236}">
                <a16:creationId xmlns:a16="http://schemas.microsoft.com/office/drawing/2014/main" id="{F82D9801-5959-4A60-BE4D-6B25E7334490}"/>
              </a:ext>
            </a:extLst>
          </p:cNvPr>
          <p:cNvGrpSpPr/>
          <p:nvPr/>
        </p:nvGrpSpPr>
        <p:grpSpPr>
          <a:xfrm>
            <a:off x="1227432" y="2316367"/>
            <a:ext cx="1931863" cy="1802005"/>
            <a:chOff x="1227432" y="2316367"/>
            <a:chExt cx="1259033" cy="1221553"/>
          </a:xfrm>
        </p:grpSpPr>
        <p:grpSp>
          <p:nvGrpSpPr>
            <p:cNvPr id="180" name="Group 179">
              <a:extLst>
                <a:ext uri="{FF2B5EF4-FFF2-40B4-BE49-F238E27FC236}">
                  <a16:creationId xmlns:a16="http://schemas.microsoft.com/office/drawing/2014/main" id="{C26B5412-5946-484F-9FEB-0D9AC0253112}"/>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194" name="Rectangle 193">
                <a:extLst>
                  <a:ext uri="{FF2B5EF4-FFF2-40B4-BE49-F238E27FC236}">
                    <a16:creationId xmlns:a16="http://schemas.microsoft.com/office/drawing/2014/main" id="{5B87959F-EC97-40C5-8EAA-FE43DFBF41B4}"/>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5" name="Rectangle 194">
                <a:extLst>
                  <a:ext uri="{FF2B5EF4-FFF2-40B4-BE49-F238E27FC236}">
                    <a16:creationId xmlns:a16="http://schemas.microsoft.com/office/drawing/2014/main" id="{1B6CAE51-9760-4039-841E-F64DEE6202EA}"/>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6" name="Rectangle 195">
                <a:extLst>
                  <a:ext uri="{FF2B5EF4-FFF2-40B4-BE49-F238E27FC236}">
                    <a16:creationId xmlns:a16="http://schemas.microsoft.com/office/drawing/2014/main" id="{3D64BEBF-7F20-4954-9109-F8C4D3A4584E}"/>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1" name="Group 180">
              <a:extLst>
                <a:ext uri="{FF2B5EF4-FFF2-40B4-BE49-F238E27FC236}">
                  <a16:creationId xmlns:a16="http://schemas.microsoft.com/office/drawing/2014/main" id="{D311505B-0034-4ED7-9C58-DCB900BF978E}"/>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191" name="Rectangle 190">
                <a:extLst>
                  <a:ext uri="{FF2B5EF4-FFF2-40B4-BE49-F238E27FC236}">
                    <a16:creationId xmlns:a16="http://schemas.microsoft.com/office/drawing/2014/main" id="{200E7B4C-C824-4D70-8C3F-052D5E5B4867}"/>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B8EC5441-BB28-4080-87D2-A2417538F62B}"/>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3" name="Rectangle 192">
                <a:extLst>
                  <a:ext uri="{FF2B5EF4-FFF2-40B4-BE49-F238E27FC236}">
                    <a16:creationId xmlns:a16="http://schemas.microsoft.com/office/drawing/2014/main" id="{8D4EC1E1-7C06-4035-A07E-DA1AAF7F714D}"/>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2" name="Group 181">
              <a:extLst>
                <a:ext uri="{FF2B5EF4-FFF2-40B4-BE49-F238E27FC236}">
                  <a16:creationId xmlns:a16="http://schemas.microsoft.com/office/drawing/2014/main" id="{AC5EACFF-3F99-4A4C-8956-28F51B80E6E1}"/>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87" name="Group 186">
                <a:extLst>
                  <a:ext uri="{FF2B5EF4-FFF2-40B4-BE49-F238E27FC236}">
                    <a16:creationId xmlns:a16="http://schemas.microsoft.com/office/drawing/2014/main" id="{76BFEED1-06C3-4A7C-B98F-B4F9FE857974}"/>
                  </a:ext>
                </a:extLst>
              </p:cNvPr>
              <p:cNvGrpSpPr/>
              <p:nvPr/>
            </p:nvGrpSpPr>
            <p:grpSpPr>
              <a:xfrm>
                <a:off x="7739068" y="5194686"/>
                <a:ext cx="1352961" cy="1353312"/>
                <a:chOff x="10730062" y="3816461"/>
                <a:chExt cx="1352961" cy="1353312"/>
              </a:xfrm>
            </p:grpSpPr>
            <p:sp>
              <p:nvSpPr>
                <p:cNvPr id="189" name="Rectangle 188">
                  <a:extLst>
                    <a:ext uri="{FF2B5EF4-FFF2-40B4-BE49-F238E27FC236}">
                      <a16:creationId xmlns:a16="http://schemas.microsoft.com/office/drawing/2014/main" id="{D6879006-538C-4C2D-8B7F-E56EF3688867}"/>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7F3C9ABD-D855-4F31-AD90-7BDA69AA89BF}"/>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88" name="Octagon 187">
                <a:extLst>
                  <a:ext uri="{FF2B5EF4-FFF2-40B4-BE49-F238E27FC236}">
                    <a16:creationId xmlns:a16="http://schemas.microsoft.com/office/drawing/2014/main" id="{1D991ECE-DC38-4F89-9301-5434274CA9B3}"/>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3" name="Group 182">
              <a:extLst>
                <a:ext uri="{FF2B5EF4-FFF2-40B4-BE49-F238E27FC236}">
                  <a16:creationId xmlns:a16="http://schemas.microsoft.com/office/drawing/2014/main" id="{75AF24DE-AA2A-4234-9B3D-EA26FE0531E9}"/>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184" name="Rectangle 183">
                <a:extLst>
                  <a:ext uri="{FF2B5EF4-FFF2-40B4-BE49-F238E27FC236}">
                    <a16:creationId xmlns:a16="http://schemas.microsoft.com/office/drawing/2014/main" id="{2039DBFF-A053-4C74-9EE3-F5B517B97B7F}"/>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Octagon 184">
                <a:extLst>
                  <a:ext uri="{FF2B5EF4-FFF2-40B4-BE49-F238E27FC236}">
                    <a16:creationId xmlns:a16="http://schemas.microsoft.com/office/drawing/2014/main" id="{09577075-DD49-4AEF-B798-77FA1599774E}"/>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8AF3EB7B-E27B-4876-9918-0C3F633FD64A}"/>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97" name="TextBox 196">
            <a:extLst>
              <a:ext uri="{FF2B5EF4-FFF2-40B4-BE49-F238E27FC236}">
                <a16:creationId xmlns:a16="http://schemas.microsoft.com/office/drawing/2014/main" id="{BCB5B8FD-AF98-491D-AB07-16F8A8141493}"/>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98" name="Group 197">
            <a:extLst>
              <a:ext uri="{FF2B5EF4-FFF2-40B4-BE49-F238E27FC236}">
                <a16:creationId xmlns:a16="http://schemas.microsoft.com/office/drawing/2014/main" id="{DB8132F4-38CC-420A-AB71-E52818AB4E86}"/>
              </a:ext>
            </a:extLst>
          </p:cNvPr>
          <p:cNvGrpSpPr/>
          <p:nvPr/>
        </p:nvGrpSpPr>
        <p:grpSpPr>
          <a:xfrm>
            <a:off x="3846526" y="2292601"/>
            <a:ext cx="736657" cy="1332800"/>
            <a:chOff x="3800723" y="2591968"/>
            <a:chExt cx="736657" cy="1332800"/>
          </a:xfrm>
        </p:grpSpPr>
        <p:sp>
          <p:nvSpPr>
            <p:cNvPr id="199" name="Rectangle: Rounded Corners 198">
              <a:extLst>
                <a:ext uri="{FF2B5EF4-FFF2-40B4-BE49-F238E27FC236}">
                  <a16:creationId xmlns:a16="http://schemas.microsoft.com/office/drawing/2014/main" id="{5CAA798A-170D-44ED-AF6B-4410C70C7921}"/>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46F53F68-2614-4E98-905D-77E4E15FF2E1}"/>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Rounded Corners 200">
              <a:extLst>
                <a:ext uri="{FF2B5EF4-FFF2-40B4-BE49-F238E27FC236}">
                  <a16:creationId xmlns:a16="http://schemas.microsoft.com/office/drawing/2014/main" id="{ED1DD82E-6F8B-446A-8F83-CC10A571EDF3}"/>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D8AEA3FD-B98D-4FD8-BFD3-42AA845FC96E}"/>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extBox 202">
              <a:extLst>
                <a:ext uri="{FF2B5EF4-FFF2-40B4-BE49-F238E27FC236}">
                  <a16:creationId xmlns:a16="http://schemas.microsoft.com/office/drawing/2014/main" id="{42E63073-98B4-4368-85EB-97366913781B}"/>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204" name="TextBox 203">
              <a:extLst>
                <a:ext uri="{FF2B5EF4-FFF2-40B4-BE49-F238E27FC236}">
                  <a16:creationId xmlns:a16="http://schemas.microsoft.com/office/drawing/2014/main" id="{1ED92FE1-7657-4F94-9832-8D53F4AA4C4B}"/>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205" name="Group 204">
            <a:extLst>
              <a:ext uri="{FF2B5EF4-FFF2-40B4-BE49-F238E27FC236}">
                <a16:creationId xmlns:a16="http://schemas.microsoft.com/office/drawing/2014/main" id="{E134F569-AAE8-4712-A5D5-9E4B330F0617}"/>
              </a:ext>
            </a:extLst>
          </p:cNvPr>
          <p:cNvGrpSpPr/>
          <p:nvPr/>
        </p:nvGrpSpPr>
        <p:grpSpPr>
          <a:xfrm>
            <a:off x="6689595" y="2463853"/>
            <a:ext cx="1618269" cy="1537136"/>
            <a:chOff x="5149164" y="2316367"/>
            <a:chExt cx="1039471" cy="1017587"/>
          </a:xfrm>
        </p:grpSpPr>
        <p:grpSp>
          <p:nvGrpSpPr>
            <p:cNvPr id="206" name="Group 205">
              <a:extLst>
                <a:ext uri="{FF2B5EF4-FFF2-40B4-BE49-F238E27FC236}">
                  <a16:creationId xmlns:a16="http://schemas.microsoft.com/office/drawing/2014/main" id="{275A171F-F00F-47E9-9605-5F94F9E87B5B}"/>
                </a:ext>
              </a:extLst>
            </p:cNvPr>
            <p:cNvGrpSpPr/>
            <p:nvPr/>
          </p:nvGrpSpPr>
          <p:grpSpPr>
            <a:xfrm>
              <a:off x="5151734" y="2316367"/>
              <a:ext cx="519555" cy="508319"/>
              <a:chOff x="1227432" y="2316367"/>
              <a:chExt cx="519555" cy="508319"/>
            </a:xfrm>
            <a:effectLst>
              <a:outerShdw blurRad="50800" dist="38100" dir="2700000" algn="tl" rotWithShape="0">
                <a:prstClr val="black">
                  <a:alpha val="40000"/>
                </a:prstClr>
              </a:outerShdw>
            </a:effectLst>
          </p:grpSpPr>
          <p:sp>
            <p:nvSpPr>
              <p:cNvPr id="215" name="Rectangle 214">
                <a:extLst>
                  <a:ext uri="{FF2B5EF4-FFF2-40B4-BE49-F238E27FC236}">
                    <a16:creationId xmlns:a16="http://schemas.microsoft.com/office/drawing/2014/main" id="{FD080BFA-D380-4226-8909-CECDEC278398}"/>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4DE011E9-BC3C-47A1-9302-058EB7D5393E}"/>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7" name="Rectangle 216">
                <a:extLst>
                  <a:ext uri="{FF2B5EF4-FFF2-40B4-BE49-F238E27FC236}">
                    <a16:creationId xmlns:a16="http://schemas.microsoft.com/office/drawing/2014/main" id="{E48590B7-1942-41A2-B74B-C0F632C0DB5B}"/>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7" name="Group 206">
              <a:extLst>
                <a:ext uri="{FF2B5EF4-FFF2-40B4-BE49-F238E27FC236}">
                  <a16:creationId xmlns:a16="http://schemas.microsoft.com/office/drawing/2014/main" id="{B2BACB9D-64A8-4A6E-B24E-3B9C0AF711F5}"/>
                </a:ext>
              </a:extLst>
            </p:cNvPr>
            <p:cNvGrpSpPr/>
            <p:nvPr/>
          </p:nvGrpSpPr>
          <p:grpSpPr>
            <a:xfrm>
              <a:off x="5149164" y="2824223"/>
              <a:ext cx="516184" cy="509731"/>
              <a:chOff x="1227433" y="3025882"/>
              <a:chExt cx="516184" cy="509731"/>
            </a:xfrm>
            <a:effectLst>
              <a:outerShdw blurRad="50800" dist="38100" dir="2700000" algn="tl" rotWithShape="0">
                <a:prstClr val="black">
                  <a:alpha val="40000"/>
                </a:prstClr>
              </a:outerShdw>
            </a:effectLst>
          </p:grpSpPr>
          <p:sp>
            <p:nvSpPr>
              <p:cNvPr id="212" name="Rectangle 211">
                <a:extLst>
                  <a:ext uri="{FF2B5EF4-FFF2-40B4-BE49-F238E27FC236}">
                    <a16:creationId xmlns:a16="http://schemas.microsoft.com/office/drawing/2014/main" id="{6E7DFBB4-EA8B-4ABC-BDE2-56BCF224FCE7}"/>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3" name="Rectangle 212">
                <a:extLst>
                  <a:ext uri="{FF2B5EF4-FFF2-40B4-BE49-F238E27FC236}">
                    <a16:creationId xmlns:a16="http://schemas.microsoft.com/office/drawing/2014/main" id="{BB26FA35-DF82-4F1C-80F3-1F2530B3258C}"/>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16D8157A-3CFE-4E0E-8B1B-80E344F12BB6}"/>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12C4E51F-54F8-4980-984F-31AC1F63D23B}"/>
                </a:ext>
              </a:extLst>
            </p:cNvPr>
            <p:cNvGrpSpPr/>
            <p:nvPr/>
          </p:nvGrpSpPr>
          <p:grpSpPr>
            <a:xfrm>
              <a:off x="5668458" y="2316727"/>
              <a:ext cx="520177" cy="507598"/>
              <a:chOff x="1966287" y="2321154"/>
              <a:chExt cx="520177" cy="507598"/>
            </a:xfrm>
            <a:effectLst>
              <a:outerShdw blurRad="50800" dist="38100" dir="2700000" algn="tl" rotWithShape="0">
                <a:prstClr val="black">
                  <a:alpha val="40000"/>
                </a:prstClr>
              </a:outerShdw>
            </a:effectLst>
          </p:grpSpPr>
          <p:sp>
            <p:nvSpPr>
              <p:cNvPr id="209" name="Rectangle 208">
                <a:extLst>
                  <a:ext uri="{FF2B5EF4-FFF2-40B4-BE49-F238E27FC236}">
                    <a16:creationId xmlns:a16="http://schemas.microsoft.com/office/drawing/2014/main" id="{8309359D-DAB7-4418-915E-04C5E9274DE4}"/>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0" name="Octagon 209">
                <a:extLst>
                  <a:ext uri="{FF2B5EF4-FFF2-40B4-BE49-F238E27FC236}">
                    <a16:creationId xmlns:a16="http://schemas.microsoft.com/office/drawing/2014/main" id="{27816798-3E81-42DD-8FB2-C7EBA60EEF02}"/>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27A59052-E3AC-4BA2-B1EF-DBE43AE7069A}"/>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18" name="Group 217">
            <a:extLst>
              <a:ext uri="{FF2B5EF4-FFF2-40B4-BE49-F238E27FC236}">
                <a16:creationId xmlns:a16="http://schemas.microsoft.com/office/drawing/2014/main" id="{BE9DD9B4-29EF-4622-82F9-29D2CD59B1DF}"/>
              </a:ext>
            </a:extLst>
          </p:cNvPr>
          <p:cNvGrpSpPr/>
          <p:nvPr/>
        </p:nvGrpSpPr>
        <p:grpSpPr>
          <a:xfrm>
            <a:off x="8724287" y="2473378"/>
            <a:ext cx="1698840" cy="1554157"/>
            <a:chOff x="7924516" y="2318992"/>
            <a:chExt cx="1032908" cy="1015335"/>
          </a:xfrm>
        </p:grpSpPr>
        <p:grpSp>
          <p:nvGrpSpPr>
            <p:cNvPr id="219" name="Group 218">
              <a:extLst>
                <a:ext uri="{FF2B5EF4-FFF2-40B4-BE49-F238E27FC236}">
                  <a16:creationId xmlns:a16="http://schemas.microsoft.com/office/drawing/2014/main" id="{80B553A6-A62E-4E17-B0A8-F04DDD476888}"/>
                </a:ext>
              </a:extLst>
            </p:cNvPr>
            <p:cNvGrpSpPr/>
            <p:nvPr/>
          </p:nvGrpSpPr>
          <p:grpSpPr>
            <a:xfrm>
              <a:off x="7924516" y="2318992"/>
              <a:ext cx="519555" cy="508319"/>
              <a:chOff x="1227432" y="2316367"/>
              <a:chExt cx="519555" cy="508319"/>
            </a:xfrm>
            <a:effectLst>
              <a:outerShdw blurRad="50800" dist="38100" dir="2700000" algn="tl" rotWithShape="0">
                <a:prstClr val="black">
                  <a:alpha val="40000"/>
                </a:prstClr>
              </a:outerShdw>
            </a:effectLst>
          </p:grpSpPr>
          <p:sp>
            <p:nvSpPr>
              <p:cNvPr id="229" name="Rectangle 228">
                <a:extLst>
                  <a:ext uri="{FF2B5EF4-FFF2-40B4-BE49-F238E27FC236}">
                    <a16:creationId xmlns:a16="http://schemas.microsoft.com/office/drawing/2014/main" id="{0E09AD33-3E9F-455F-8069-ECB7EE8C2F99}"/>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0F606DA1-B252-4C57-B5F9-C5AC8B41D1EB}"/>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07C5F037-245B-4C69-8049-C6A7E206821C}"/>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0" name="Group 219">
              <a:extLst>
                <a:ext uri="{FF2B5EF4-FFF2-40B4-BE49-F238E27FC236}">
                  <a16:creationId xmlns:a16="http://schemas.microsoft.com/office/drawing/2014/main" id="{6E90F667-C39F-4DF2-A0EB-572207D5DA8E}"/>
                </a:ext>
              </a:extLst>
            </p:cNvPr>
            <p:cNvGrpSpPr/>
            <p:nvPr/>
          </p:nvGrpSpPr>
          <p:grpSpPr>
            <a:xfrm>
              <a:off x="7926201" y="2824239"/>
              <a:ext cx="516184" cy="509731"/>
              <a:chOff x="1227433" y="3025882"/>
              <a:chExt cx="516184" cy="509731"/>
            </a:xfrm>
            <a:effectLst>
              <a:outerShdw blurRad="50800" dist="38100" dir="2700000" algn="tl" rotWithShape="0">
                <a:prstClr val="black">
                  <a:alpha val="40000"/>
                </a:prstClr>
              </a:outerShdw>
            </a:effectLst>
          </p:grpSpPr>
          <p:sp>
            <p:nvSpPr>
              <p:cNvPr id="226" name="Rectangle 225">
                <a:extLst>
                  <a:ext uri="{FF2B5EF4-FFF2-40B4-BE49-F238E27FC236}">
                    <a16:creationId xmlns:a16="http://schemas.microsoft.com/office/drawing/2014/main" id="{AA1B0AAF-B0AB-4F6A-9851-C15742EEEE0E}"/>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45974783-7E4C-498D-B73B-18461B28D911}"/>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25A359B2-653E-446C-87BC-C17A0C365A04}"/>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1" name="Group 220">
              <a:extLst>
                <a:ext uri="{FF2B5EF4-FFF2-40B4-BE49-F238E27FC236}">
                  <a16:creationId xmlns:a16="http://schemas.microsoft.com/office/drawing/2014/main" id="{008A7B8F-0046-4064-9C5A-A72A5BB3D746}"/>
                </a:ext>
              </a:extLst>
            </p:cNvPr>
            <p:cNvGrpSpPr/>
            <p:nvPr/>
          </p:nvGrpSpPr>
          <p:grpSpPr>
            <a:xfrm>
              <a:off x="8441240" y="2824223"/>
              <a:ext cx="516184" cy="510104"/>
              <a:chOff x="7739068" y="5194594"/>
              <a:chExt cx="1352961" cy="1353404"/>
            </a:xfrm>
            <a:effectLst>
              <a:outerShdw blurRad="50800" dist="38100" dir="2700000" algn="tl" rotWithShape="0">
                <a:prstClr val="black">
                  <a:alpha val="40000"/>
                </a:prstClr>
              </a:outerShdw>
            </a:effectLst>
          </p:grpSpPr>
          <p:grpSp>
            <p:nvGrpSpPr>
              <p:cNvPr id="222" name="Group 221">
                <a:extLst>
                  <a:ext uri="{FF2B5EF4-FFF2-40B4-BE49-F238E27FC236}">
                    <a16:creationId xmlns:a16="http://schemas.microsoft.com/office/drawing/2014/main" id="{A05DA71D-BCEC-4B08-8A28-763FE119BFB6}"/>
                  </a:ext>
                </a:extLst>
              </p:cNvPr>
              <p:cNvGrpSpPr/>
              <p:nvPr/>
            </p:nvGrpSpPr>
            <p:grpSpPr>
              <a:xfrm>
                <a:off x="7739068" y="5194686"/>
                <a:ext cx="1352961" cy="1353312"/>
                <a:chOff x="10730062" y="3816461"/>
                <a:chExt cx="1352961" cy="1353312"/>
              </a:xfrm>
            </p:grpSpPr>
            <p:sp>
              <p:nvSpPr>
                <p:cNvPr id="224" name="Rectangle 223">
                  <a:extLst>
                    <a:ext uri="{FF2B5EF4-FFF2-40B4-BE49-F238E27FC236}">
                      <a16:creationId xmlns:a16="http://schemas.microsoft.com/office/drawing/2014/main" id="{28A24BAD-4381-488E-8D62-6FA4CD05D12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4293CAC4-7397-4349-BCDC-BDBAC8CD09EB}"/>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23" name="Octagon 222">
                <a:extLst>
                  <a:ext uri="{FF2B5EF4-FFF2-40B4-BE49-F238E27FC236}">
                    <a16:creationId xmlns:a16="http://schemas.microsoft.com/office/drawing/2014/main" id="{6A758ECC-5850-46F9-89EB-960193E20100}"/>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 name="Rectangle 4">
            <a:extLst>
              <a:ext uri="{FF2B5EF4-FFF2-40B4-BE49-F238E27FC236}">
                <a16:creationId xmlns:a16="http://schemas.microsoft.com/office/drawing/2014/main" id="{E70A78D2-C1ED-4531-9FB0-9BF0C93AAA37}"/>
              </a:ext>
            </a:extLst>
          </p:cNvPr>
          <p:cNvSpPr/>
          <p:nvPr/>
        </p:nvSpPr>
        <p:spPr>
          <a:xfrm>
            <a:off x="904854" y="1398476"/>
            <a:ext cx="9779971" cy="3020832"/>
          </a:xfrm>
          <a:prstGeom prst="rect">
            <a:avLst/>
          </a:prstGeom>
          <a:solidFill>
            <a:schemeClr val="tx1">
              <a:lumMod val="8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oup 231">
            <a:extLst>
              <a:ext uri="{FF2B5EF4-FFF2-40B4-BE49-F238E27FC236}">
                <a16:creationId xmlns:a16="http://schemas.microsoft.com/office/drawing/2014/main" id="{128E623B-146A-42DF-9C5A-722963C4A50A}"/>
              </a:ext>
            </a:extLst>
          </p:cNvPr>
          <p:cNvGrpSpPr/>
          <p:nvPr/>
        </p:nvGrpSpPr>
        <p:grpSpPr>
          <a:xfrm>
            <a:off x="3376586" y="3776331"/>
            <a:ext cx="5225604" cy="2829526"/>
            <a:chOff x="5156626" y="2201139"/>
            <a:chExt cx="5609433" cy="2881111"/>
          </a:xfrm>
        </p:grpSpPr>
        <p:cxnSp>
          <p:nvCxnSpPr>
            <p:cNvPr id="233" name="Straight Arrow Connector 232">
              <a:extLst>
                <a:ext uri="{FF2B5EF4-FFF2-40B4-BE49-F238E27FC236}">
                  <a16:creationId xmlns:a16="http://schemas.microsoft.com/office/drawing/2014/main" id="{8922EBD4-2D66-49B1-9B6C-54829402E9D9}"/>
                </a:ext>
              </a:extLst>
            </p:cNvPr>
            <p:cNvCxnSpPr/>
            <p:nvPr/>
          </p:nvCxnSpPr>
          <p:spPr>
            <a:xfrm>
              <a:off x="6516061"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B6461A35-CC02-475A-BFFD-ECFCFCAC27B6}"/>
                </a:ext>
              </a:extLst>
            </p:cNvPr>
            <p:cNvCxnSpPr>
              <a:cxnSpLocks/>
            </p:cNvCxnSpPr>
            <p:nvPr/>
          </p:nvCxnSpPr>
          <p:spPr>
            <a:xfrm flipV="1">
              <a:off x="8718235"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nvGrpSpPr>
            <p:cNvPr id="235" name="Group 234">
              <a:extLst>
                <a:ext uri="{FF2B5EF4-FFF2-40B4-BE49-F238E27FC236}">
                  <a16:creationId xmlns:a16="http://schemas.microsoft.com/office/drawing/2014/main" id="{356F274B-07AB-49A1-93D6-79E2F77BA93D}"/>
                </a:ext>
              </a:extLst>
            </p:cNvPr>
            <p:cNvGrpSpPr/>
            <p:nvPr/>
          </p:nvGrpSpPr>
          <p:grpSpPr>
            <a:xfrm>
              <a:off x="7306694" y="3927663"/>
              <a:ext cx="1043949" cy="1025495"/>
              <a:chOff x="963443" y="2470416"/>
              <a:chExt cx="2710254" cy="2706624"/>
            </a:xfrm>
            <a:effectLst>
              <a:outerShdw blurRad="50800" dist="38100" dir="2700000" algn="tl" rotWithShape="0">
                <a:prstClr val="black">
                  <a:alpha val="40000"/>
                </a:prstClr>
              </a:outerShdw>
            </a:effectLst>
          </p:grpSpPr>
          <p:grpSp>
            <p:nvGrpSpPr>
              <p:cNvPr id="283" name="Group 282">
                <a:extLst>
                  <a:ext uri="{FF2B5EF4-FFF2-40B4-BE49-F238E27FC236}">
                    <a16:creationId xmlns:a16="http://schemas.microsoft.com/office/drawing/2014/main" id="{6EC49D34-8573-42E2-AB9C-A6BC5525C1ED}"/>
                  </a:ext>
                </a:extLst>
              </p:cNvPr>
              <p:cNvGrpSpPr/>
              <p:nvPr/>
            </p:nvGrpSpPr>
            <p:grpSpPr>
              <a:xfrm>
                <a:off x="964309" y="2470506"/>
                <a:ext cx="1352961" cy="1353312"/>
                <a:chOff x="7617284" y="4008730"/>
                <a:chExt cx="1352961" cy="1353312"/>
              </a:xfrm>
            </p:grpSpPr>
            <p:sp>
              <p:nvSpPr>
                <p:cNvPr id="300" name="Rectangle 299">
                  <a:extLst>
                    <a:ext uri="{FF2B5EF4-FFF2-40B4-BE49-F238E27FC236}">
                      <a16:creationId xmlns:a16="http://schemas.microsoft.com/office/drawing/2014/main" id="{55101726-1D03-4CD2-9748-A64D4C1C400B}"/>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7EDBFC86-2383-4338-BDE1-D5E38915C1F6}"/>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574FE877-5877-409D-A021-D6D0969F004F}"/>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5FD28792-22D3-45FD-88B3-0B315C98FC82}"/>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4" name="Rectangle 303">
                  <a:extLst>
                    <a:ext uri="{FF2B5EF4-FFF2-40B4-BE49-F238E27FC236}">
                      <a16:creationId xmlns:a16="http://schemas.microsoft.com/office/drawing/2014/main" id="{6D5DC0DB-4760-46B0-846B-84E46C08B734}"/>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4" name="Group 283">
                <a:extLst>
                  <a:ext uri="{FF2B5EF4-FFF2-40B4-BE49-F238E27FC236}">
                    <a16:creationId xmlns:a16="http://schemas.microsoft.com/office/drawing/2014/main" id="{E695EB57-9B43-4D77-B9FA-FE0968DD9EFA}"/>
                  </a:ext>
                </a:extLst>
              </p:cNvPr>
              <p:cNvGrpSpPr/>
              <p:nvPr/>
            </p:nvGrpSpPr>
            <p:grpSpPr>
              <a:xfrm>
                <a:off x="963443" y="3823728"/>
                <a:ext cx="1352962" cy="1353312"/>
                <a:chOff x="5887832" y="987580"/>
                <a:chExt cx="1352962" cy="1353312"/>
              </a:xfrm>
            </p:grpSpPr>
            <p:sp>
              <p:nvSpPr>
                <p:cNvPr id="296" name="Rectangle 295">
                  <a:extLst>
                    <a:ext uri="{FF2B5EF4-FFF2-40B4-BE49-F238E27FC236}">
                      <a16:creationId xmlns:a16="http://schemas.microsoft.com/office/drawing/2014/main" id="{257E1BC5-DF6D-4B1E-9EC0-4A326DDF9AF3}"/>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9AC86410-BA7A-480A-9F57-35024AB4691C}"/>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8" name="Rectangle 297">
                  <a:extLst>
                    <a:ext uri="{FF2B5EF4-FFF2-40B4-BE49-F238E27FC236}">
                      <a16:creationId xmlns:a16="http://schemas.microsoft.com/office/drawing/2014/main" id="{CF45DAD6-9375-4C77-AEC3-5F263F8AC728}"/>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0F03F9B5-2E71-475D-A150-18B2BDFC7D96}"/>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5" name="Group 284">
                <a:extLst>
                  <a:ext uri="{FF2B5EF4-FFF2-40B4-BE49-F238E27FC236}">
                    <a16:creationId xmlns:a16="http://schemas.microsoft.com/office/drawing/2014/main" id="{11B33535-712A-4048-99A1-65EF7960A0C7}"/>
                  </a:ext>
                </a:extLst>
              </p:cNvPr>
              <p:cNvGrpSpPr/>
              <p:nvPr/>
            </p:nvGrpSpPr>
            <p:grpSpPr>
              <a:xfrm>
                <a:off x="2315389" y="3823545"/>
                <a:ext cx="1352961" cy="1353404"/>
                <a:chOff x="7739068" y="5194594"/>
                <a:chExt cx="1352961" cy="1353404"/>
              </a:xfrm>
            </p:grpSpPr>
            <p:grpSp>
              <p:nvGrpSpPr>
                <p:cNvPr id="292" name="Group 291">
                  <a:extLst>
                    <a:ext uri="{FF2B5EF4-FFF2-40B4-BE49-F238E27FC236}">
                      <a16:creationId xmlns:a16="http://schemas.microsoft.com/office/drawing/2014/main" id="{F1CFDAA5-1398-48CF-ADE0-77C7D29CF8AB}"/>
                    </a:ext>
                  </a:extLst>
                </p:cNvPr>
                <p:cNvGrpSpPr/>
                <p:nvPr/>
              </p:nvGrpSpPr>
              <p:grpSpPr>
                <a:xfrm>
                  <a:off x="7739068" y="5194686"/>
                  <a:ext cx="1352961" cy="1353312"/>
                  <a:chOff x="10730062" y="3816461"/>
                  <a:chExt cx="1352961" cy="1353312"/>
                </a:xfrm>
              </p:grpSpPr>
              <p:sp>
                <p:nvSpPr>
                  <p:cNvPr id="294" name="Rectangle 293">
                    <a:extLst>
                      <a:ext uri="{FF2B5EF4-FFF2-40B4-BE49-F238E27FC236}">
                        <a16:creationId xmlns:a16="http://schemas.microsoft.com/office/drawing/2014/main" id="{8E9CC6AB-EBEC-499C-880D-888292001280}"/>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4FF3AA80-28C7-4B1F-891F-C7BED25CDE64}"/>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93" name="Octagon 292">
                  <a:extLst>
                    <a:ext uri="{FF2B5EF4-FFF2-40B4-BE49-F238E27FC236}">
                      <a16:creationId xmlns:a16="http://schemas.microsoft.com/office/drawing/2014/main" id="{A054C861-700F-4EE3-BE44-BB74076C5767}"/>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6" name="Group 285">
                <a:extLst>
                  <a:ext uri="{FF2B5EF4-FFF2-40B4-BE49-F238E27FC236}">
                    <a16:creationId xmlns:a16="http://schemas.microsoft.com/office/drawing/2014/main" id="{E5DB8B37-8B09-47B8-9045-5191FE6647EE}"/>
                  </a:ext>
                </a:extLst>
              </p:cNvPr>
              <p:cNvGrpSpPr/>
              <p:nvPr/>
            </p:nvGrpSpPr>
            <p:grpSpPr>
              <a:xfrm>
                <a:off x="2320472" y="2470416"/>
                <a:ext cx="1353225" cy="1353312"/>
                <a:chOff x="7744151" y="3841465"/>
                <a:chExt cx="1353225" cy="1353312"/>
              </a:xfrm>
            </p:grpSpPr>
            <p:grpSp>
              <p:nvGrpSpPr>
                <p:cNvPr id="287" name="Group 286">
                  <a:extLst>
                    <a:ext uri="{FF2B5EF4-FFF2-40B4-BE49-F238E27FC236}">
                      <a16:creationId xmlns:a16="http://schemas.microsoft.com/office/drawing/2014/main" id="{9B6EDF0C-A72E-4026-9B90-70CE7EFF730B}"/>
                    </a:ext>
                  </a:extLst>
                </p:cNvPr>
                <p:cNvGrpSpPr/>
                <p:nvPr/>
              </p:nvGrpSpPr>
              <p:grpSpPr>
                <a:xfrm>
                  <a:off x="7744151" y="3841465"/>
                  <a:ext cx="1353225" cy="1353312"/>
                  <a:chOff x="10729798" y="2463149"/>
                  <a:chExt cx="1353225" cy="1353312"/>
                </a:xfrm>
              </p:grpSpPr>
              <p:sp>
                <p:nvSpPr>
                  <p:cNvPr id="289" name="Rectangle 288">
                    <a:extLst>
                      <a:ext uri="{FF2B5EF4-FFF2-40B4-BE49-F238E27FC236}">
                        <a16:creationId xmlns:a16="http://schemas.microsoft.com/office/drawing/2014/main" id="{855244ED-DB4E-45D7-876E-02357D0D2618}"/>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7C8D133E-CBB5-4364-B9A9-A414B936400D}"/>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A8BA3792-D932-493F-BAE7-2FF397E3510C}"/>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8" name="Octagon 287">
                  <a:extLst>
                    <a:ext uri="{FF2B5EF4-FFF2-40B4-BE49-F238E27FC236}">
                      <a16:creationId xmlns:a16="http://schemas.microsoft.com/office/drawing/2014/main" id="{3993EC53-CF98-4B22-B892-132EC1FF809E}"/>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6" name="Group 235">
              <a:extLst>
                <a:ext uri="{FF2B5EF4-FFF2-40B4-BE49-F238E27FC236}">
                  <a16:creationId xmlns:a16="http://schemas.microsoft.com/office/drawing/2014/main" id="{AE1CC553-0505-480E-8EB3-FA39B8ECD902}"/>
                </a:ext>
              </a:extLst>
            </p:cNvPr>
            <p:cNvGrpSpPr/>
            <p:nvPr/>
          </p:nvGrpSpPr>
          <p:grpSpPr>
            <a:xfrm>
              <a:off x="7827753" y="4437857"/>
              <a:ext cx="641841" cy="644393"/>
              <a:chOff x="7827753" y="4437857"/>
              <a:chExt cx="641841" cy="644393"/>
            </a:xfrm>
          </p:grpSpPr>
          <p:cxnSp>
            <p:nvCxnSpPr>
              <p:cNvPr id="281" name="Straight Connector 280">
                <a:extLst>
                  <a:ext uri="{FF2B5EF4-FFF2-40B4-BE49-F238E27FC236}">
                    <a16:creationId xmlns:a16="http://schemas.microsoft.com/office/drawing/2014/main" id="{FC0E051E-0A56-4464-9021-48192C5B11DF}"/>
                  </a:ext>
                </a:extLst>
              </p:cNvPr>
              <p:cNvCxnSpPr>
                <a:cxnSpLocks/>
              </p:cNvCxnSpPr>
              <p:nvPr/>
            </p:nvCxnSpPr>
            <p:spPr>
              <a:xfrm flipV="1">
                <a:off x="7827753" y="4440409"/>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9FED629D-D3C2-4673-BE5E-DE22C01C26FE}"/>
                  </a:ext>
                </a:extLst>
              </p:cNvPr>
              <p:cNvCxnSpPr>
                <a:cxnSpLocks/>
              </p:cNvCxnSpPr>
              <p:nvPr/>
            </p:nvCxnSpPr>
            <p:spPr>
              <a:xfrm rot="5400000" flipV="1">
                <a:off x="8148674" y="4116936"/>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a:extLst>
                <a:ext uri="{FF2B5EF4-FFF2-40B4-BE49-F238E27FC236}">
                  <a16:creationId xmlns:a16="http://schemas.microsoft.com/office/drawing/2014/main" id="{C12E9600-C19E-4EB4-8B80-487BEAAFCC15}"/>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276" name="Rectangle 275">
                <a:extLst>
                  <a:ext uri="{FF2B5EF4-FFF2-40B4-BE49-F238E27FC236}">
                    <a16:creationId xmlns:a16="http://schemas.microsoft.com/office/drawing/2014/main" id="{7B215129-EBC0-402E-BBB0-2212089F05EC}"/>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7" name="Rectangle 276">
                <a:extLst>
                  <a:ext uri="{FF2B5EF4-FFF2-40B4-BE49-F238E27FC236}">
                    <a16:creationId xmlns:a16="http://schemas.microsoft.com/office/drawing/2014/main" id="{B043C871-D725-4F33-81E0-736EABEAC1A0}"/>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8" name="Rectangle 277">
                <a:extLst>
                  <a:ext uri="{FF2B5EF4-FFF2-40B4-BE49-F238E27FC236}">
                    <a16:creationId xmlns:a16="http://schemas.microsoft.com/office/drawing/2014/main" id="{44A84586-1EB2-4EF6-B7AD-84AFA7DB24D3}"/>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9" name="Rectangle 278">
                <a:extLst>
                  <a:ext uri="{FF2B5EF4-FFF2-40B4-BE49-F238E27FC236}">
                    <a16:creationId xmlns:a16="http://schemas.microsoft.com/office/drawing/2014/main" id="{646D2B43-31F5-448C-850B-3A1F730C35FA}"/>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0" name="Rectangle 279">
                <a:extLst>
                  <a:ext uri="{FF2B5EF4-FFF2-40B4-BE49-F238E27FC236}">
                    <a16:creationId xmlns:a16="http://schemas.microsoft.com/office/drawing/2014/main" id="{CE7339AA-D431-43EA-AC74-415854B1C50A}"/>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8" name="Group 237">
              <a:extLst>
                <a:ext uri="{FF2B5EF4-FFF2-40B4-BE49-F238E27FC236}">
                  <a16:creationId xmlns:a16="http://schemas.microsoft.com/office/drawing/2014/main" id="{423A9716-88FD-471C-B7F4-9F199A2BF4CD}"/>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272" name="Rectangle 271">
                <a:extLst>
                  <a:ext uri="{FF2B5EF4-FFF2-40B4-BE49-F238E27FC236}">
                    <a16:creationId xmlns:a16="http://schemas.microsoft.com/office/drawing/2014/main" id="{9CEA65C6-E3C5-4892-8675-E1B2CE207B6D}"/>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3" name="Rectangle 272">
                <a:extLst>
                  <a:ext uri="{FF2B5EF4-FFF2-40B4-BE49-F238E27FC236}">
                    <a16:creationId xmlns:a16="http://schemas.microsoft.com/office/drawing/2014/main" id="{A76349EB-9F0D-448A-ACA0-F54649188FD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4" name="Rectangle 273">
                <a:extLst>
                  <a:ext uri="{FF2B5EF4-FFF2-40B4-BE49-F238E27FC236}">
                    <a16:creationId xmlns:a16="http://schemas.microsoft.com/office/drawing/2014/main" id="{3DAD00DF-C065-4851-8851-E4F73A5D61E7}"/>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5" name="Rectangle 274">
                <a:extLst>
                  <a:ext uri="{FF2B5EF4-FFF2-40B4-BE49-F238E27FC236}">
                    <a16:creationId xmlns:a16="http://schemas.microsoft.com/office/drawing/2014/main" id="{EE80624D-6BED-40A5-9390-C1357E8C3C7F}"/>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9" name="Group 238">
              <a:extLst>
                <a:ext uri="{FF2B5EF4-FFF2-40B4-BE49-F238E27FC236}">
                  <a16:creationId xmlns:a16="http://schemas.microsoft.com/office/drawing/2014/main" id="{584F886B-A032-41CB-91E3-38A9DCFB652D}"/>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268" name="Group 267">
                <a:extLst>
                  <a:ext uri="{FF2B5EF4-FFF2-40B4-BE49-F238E27FC236}">
                    <a16:creationId xmlns:a16="http://schemas.microsoft.com/office/drawing/2014/main" id="{FEFD7124-4BAC-4473-95D4-F682DBF0AF5C}"/>
                  </a:ext>
                </a:extLst>
              </p:cNvPr>
              <p:cNvGrpSpPr/>
              <p:nvPr/>
            </p:nvGrpSpPr>
            <p:grpSpPr>
              <a:xfrm>
                <a:off x="7739068" y="5194686"/>
                <a:ext cx="1352961" cy="1353312"/>
                <a:chOff x="10730062" y="3816461"/>
                <a:chExt cx="1352961" cy="1353312"/>
              </a:xfrm>
            </p:grpSpPr>
            <p:sp>
              <p:nvSpPr>
                <p:cNvPr id="270" name="Rectangle 269">
                  <a:extLst>
                    <a:ext uri="{FF2B5EF4-FFF2-40B4-BE49-F238E27FC236}">
                      <a16:creationId xmlns:a16="http://schemas.microsoft.com/office/drawing/2014/main" id="{6B7AD39D-EF72-4555-B3D7-C96A6FE654E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1" name="Rectangle 270">
                  <a:extLst>
                    <a:ext uri="{FF2B5EF4-FFF2-40B4-BE49-F238E27FC236}">
                      <a16:creationId xmlns:a16="http://schemas.microsoft.com/office/drawing/2014/main" id="{004800DA-A1BA-4961-8E89-E2FFDFCF734E}"/>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9" name="Octagon 268">
                <a:extLst>
                  <a:ext uri="{FF2B5EF4-FFF2-40B4-BE49-F238E27FC236}">
                    <a16:creationId xmlns:a16="http://schemas.microsoft.com/office/drawing/2014/main" id="{B0E4FEA3-BB31-4518-B7F3-EEBD013E71E8}"/>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0" name="Group 239">
              <a:extLst>
                <a:ext uri="{FF2B5EF4-FFF2-40B4-BE49-F238E27FC236}">
                  <a16:creationId xmlns:a16="http://schemas.microsoft.com/office/drawing/2014/main" id="{AB916452-62A6-4984-BF91-8A3D1E5DABC1}"/>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263" name="Group 262">
                <a:extLst>
                  <a:ext uri="{FF2B5EF4-FFF2-40B4-BE49-F238E27FC236}">
                    <a16:creationId xmlns:a16="http://schemas.microsoft.com/office/drawing/2014/main" id="{F89CF26C-3EC2-46D9-81A4-6A0C73518E12}"/>
                  </a:ext>
                </a:extLst>
              </p:cNvPr>
              <p:cNvGrpSpPr/>
              <p:nvPr/>
            </p:nvGrpSpPr>
            <p:grpSpPr>
              <a:xfrm>
                <a:off x="7744151" y="3841465"/>
                <a:ext cx="1353225" cy="1353312"/>
                <a:chOff x="10729798" y="2463149"/>
                <a:chExt cx="1353225" cy="1353312"/>
              </a:xfrm>
            </p:grpSpPr>
            <p:sp>
              <p:nvSpPr>
                <p:cNvPr id="265" name="Rectangle 264">
                  <a:extLst>
                    <a:ext uri="{FF2B5EF4-FFF2-40B4-BE49-F238E27FC236}">
                      <a16:creationId xmlns:a16="http://schemas.microsoft.com/office/drawing/2014/main" id="{E01822E1-D540-4CAD-911B-17A9EFC72BCB}"/>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6" name="Rectangle 265">
                  <a:extLst>
                    <a:ext uri="{FF2B5EF4-FFF2-40B4-BE49-F238E27FC236}">
                      <a16:creationId xmlns:a16="http://schemas.microsoft.com/office/drawing/2014/main" id="{CD70A960-A419-407F-A890-8C9087A56073}"/>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7" name="Rectangle 266">
                  <a:extLst>
                    <a:ext uri="{FF2B5EF4-FFF2-40B4-BE49-F238E27FC236}">
                      <a16:creationId xmlns:a16="http://schemas.microsoft.com/office/drawing/2014/main" id="{E623DEE5-FD57-425C-8F1C-C111BDF02CB9}"/>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4" name="Octagon 263">
                <a:extLst>
                  <a:ext uri="{FF2B5EF4-FFF2-40B4-BE49-F238E27FC236}">
                    <a16:creationId xmlns:a16="http://schemas.microsoft.com/office/drawing/2014/main" id="{C12937BA-5106-4BA5-8E67-B5116F2DA5AB}"/>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1" name="Group 240">
              <a:extLst>
                <a:ext uri="{FF2B5EF4-FFF2-40B4-BE49-F238E27FC236}">
                  <a16:creationId xmlns:a16="http://schemas.microsoft.com/office/drawing/2014/main" id="{E022733D-AF2B-4C4A-9425-BF4A455E3CDE}"/>
                </a:ext>
              </a:extLst>
            </p:cNvPr>
            <p:cNvGrpSpPr/>
            <p:nvPr/>
          </p:nvGrpSpPr>
          <p:grpSpPr>
            <a:xfrm>
              <a:off x="9546976" y="2357525"/>
              <a:ext cx="521140" cy="512748"/>
              <a:chOff x="7617284" y="4008730"/>
              <a:chExt cx="1352961" cy="1353312"/>
            </a:xfrm>
            <a:effectLst>
              <a:outerShdw blurRad="50800" dist="38100" dir="2700000" algn="tl" rotWithShape="0">
                <a:prstClr val="black">
                  <a:alpha val="40000"/>
                </a:prstClr>
              </a:outerShdw>
            </a:effectLst>
          </p:grpSpPr>
          <p:sp>
            <p:nvSpPr>
              <p:cNvPr id="258" name="Rectangle 257">
                <a:extLst>
                  <a:ext uri="{FF2B5EF4-FFF2-40B4-BE49-F238E27FC236}">
                    <a16:creationId xmlns:a16="http://schemas.microsoft.com/office/drawing/2014/main" id="{FAC6E5A0-A050-492E-AA52-3C048156EFB7}"/>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EE3CF18F-5F42-4CC2-8650-060E5D5EAA12}"/>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7DEED433-A763-485B-A586-1A4187AA4542}"/>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59484910-91CF-4011-B654-BC9BE7EBC0CF}"/>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2" name="Rectangle 261">
                <a:extLst>
                  <a:ext uri="{FF2B5EF4-FFF2-40B4-BE49-F238E27FC236}">
                    <a16:creationId xmlns:a16="http://schemas.microsoft.com/office/drawing/2014/main" id="{51720005-C325-4D57-86FB-B2EACF063729}"/>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2" name="Group 241">
              <a:extLst>
                <a:ext uri="{FF2B5EF4-FFF2-40B4-BE49-F238E27FC236}">
                  <a16:creationId xmlns:a16="http://schemas.microsoft.com/office/drawing/2014/main" id="{9F40AA2A-ABFA-4A0E-8B43-D184DD9B0B48}"/>
                </a:ext>
              </a:extLst>
            </p:cNvPr>
            <p:cNvGrpSpPr/>
            <p:nvPr/>
          </p:nvGrpSpPr>
          <p:grpSpPr>
            <a:xfrm>
              <a:off x="9546642" y="2870239"/>
              <a:ext cx="521141" cy="512748"/>
              <a:chOff x="5887832" y="987580"/>
              <a:chExt cx="1352962" cy="1353312"/>
            </a:xfrm>
            <a:effectLst>
              <a:outerShdw blurRad="50800" dist="38100" dir="2700000" algn="tl" rotWithShape="0">
                <a:prstClr val="black">
                  <a:alpha val="40000"/>
                </a:prstClr>
              </a:outerShdw>
            </a:effectLst>
          </p:grpSpPr>
          <p:sp>
            <p:nvSpPr>
              <p:cNvPr id="254" name="Rectangle 253">
                <a:extLst>
                  <a:ext uri="{FF2B5EF4-FFF2-40B4-BE49-F238E27FC236}">
                    <a16:creationId xmlns:a16="http://schemas.microsoft.com/office/drawing/2014/main" id="{3CAB56F6-4E59-45A4-9801-1A0A5B476682}"/>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51F57A4E-0490-4D37-8C0A-D378DD4D2785}"/>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4F01D2B0-F81E-4F3C-8FA3-BAE44F5F9255}"/>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7" name="Rectangle 256">
                <a:extLst>
                  <a:ext uri="{FF2B5EF4-FFF2-40B4-BE49-F238E27FC236}">
                    <a16:creationId xmlns:a16="http://schemas.microsoft.com/office/drawing/2014/main" id="{1FA51577-6A11-451F-B4E0-21D031C8B1D3}"/>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3" name="Group 242">
              <a:extLst>
                <a:ext uri="{FF2B5EF4-FFF2-40B4-BE49-F238E27FC236}">
                  <a16:creationId xmlns:a16="http://schemas.microsoft.com/office/drawing/2014/main" id="{FE75A082-1168-4549-B548-552F7CF4FBF3}"/>
                </a:ext>
              </a:extLst>
            </p:cNvPr>
            <p:cNvGrpSpPr/>
            <p:nvPr/>
          </p:nvGrpSpPr>
          <p:grpSpPr>
            <a:xfrm>
              <a:off x="10244919" y="3012878"/>
              <a:ext cx="521140" cy="512782"/>
              <a:chOff x="7739068" y="5194594"/>
              <a:chExt cx="1352961" cy="1353404"/>
            </a:xfrm>
            <a:effectLst>
              <a:outerShdw blurRad="50800" dist="38100" dir="2700000" algn="tl" rotWithShape="0">
                <a:prstClr val="black">
                  <a:alpha val="40000"/>
                </a:prstClr>
              </a:outerShdw>
            </a:effectLst>
          </p:grpSpPr>
          <p:grpSp>
            <p:nvGrpSpPr>
              <p:cNvPr id="250" name="Group 249">
                <a:extLst>
                  <a:ext uri="{FF2B5EF4-FFF2-40B4-BE49-F238E27FC236}">
                    <a16:creationId xmlns:a16="http://schemas.microsoft.com/office/drawing/2014/main" id="{4F1735A4-5AA3-4ED0-B669-69783FDDADEF}"/>
                  </a:ext>
                </a:extLst>
              </p:cNvPr>
              <p:cNvGrpSpPr/>
              <p:nvPr/>
            </p:nvGrpSpPr>
            <p:grpSpPr>
              <a:xfrm>
                <a:off x="7739068" y="5194686"/>
                <a:ext cx="1352961" cy="1353312"/>
                <a:chOff x="10730062" y="3816461"/>
                <a:chExt cx="1352961" cy="1353312"/>
              </a:xfrm>
            </p:grpSpPr>
            <p:sp>
              <p:nvSpPr>
                <p:cNvPr id="252" name="Rectangle 251">
                  <a:extLst>
                    <a:ext uri="{FF2B5EF4-FFF2-40B4-BE49-F238E27FC236}">
                      <a16:creationId xmlns:a16="http://schemas.microsoft.com/office/drawing/2014/main" id="{CBDC9509-7D76-4329-8715-2F43A929D09D}"/>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3" name="Rectangle 252">
                  <a:extLst>
                    <a:ext uri="{FF2B5EF4-FFF2-40B4-BE49-F238E27FC236}">
                      <a16:creationId xmlns:a16="http://schemas.microsoft.com/office/drawing/2014/main" id="{ACB9C2C5-8EB2-4438-B736-BF35C71F342C}"/>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51" name="Octagon 250">
                <a:extLst>
                  <a:ext uri="{FF2B5EF4-FFF2-40B4-BE49-F238E27FC236}">
                    <a16:creationId xmlns:a16="http://schemas.microsoft.com/office/drawing/2014/main" id="{1411F317-07D6-4FF0-A248-903C9A570CBD}"/>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4" name="Group 243">
              <a:extLst>
                <a:ext uri="{FF2B5EF4-FFF2-40B4-BE49-F238E27FC236}">
                  <a16:creationId xmlns:a16="http://schemas.microsoft.com/office/drawing/2014/main" id="{8DA195AF-21BA-4E7A-8C5E-C56841F6B126}"/>
                </a:ext>
              </a:extLst>
            </p:cNvPr>
            <p:cNvGrpSpPr/>
            <p:nvPr/>
          </p:nvGrpSpPr>
          <p:grpSpPr>
            <a:xfrm>
              <a:off x="10069349" y="2357491"/>
              <a:ext cx="521242" cy="512748"/>
              <a:chOff x="7744151" y="3841465"/>
              <a:chExt cx="1353225" cy="1353312"/>
            </a:xfrm>
            <a:effectLst>
              <a:outerShdw blurRad="50800" dist="38100" dir="2700000" algn="tl" rotWithShape="0">
                <a:prstClr val="black">
                  <a:alpha val="40000"/>
                </a:prstClr>
              </a:outerShdw>
            </a:effectLst>
          </p:grpSpPr>
          <p:grpSp>
            <p:nvGrpSpPr>
              <p:cNvPr id="245" name="Group 244">
                <a:extLst>
                  <a:ext uri="{FF2B5EF4-FFF2-40B4-BE49-F238E27FC236}">
                    <a16:creationId xmlns:a16="http://schemas.microsoft.com/office/drawing/2014/main" id="{C0FEA2BE-318E-45C9-AE21-C1CAA9F2AC2C}"/>
                  </a:ext>
                </a:extLst>
              </p:cNvPr>
              <p:cNvGrpSpPr/>
              <p:nvPr/>
            </p:nvGrpSpPr>
            <p:grpSpPr>
              <a:xfrm>
                <a:off x="7744151" y="3841465"/>
                <a:ext cx="1353225" cy="1353312"/>
                <a:chOff x="10729798" y="2463149"/>
                <a:chExt cx="1353225" cy="1353312"/>
              </a:xfrm>
            </p:grpSpPr>
            <p:sp>
              <p:nvSpPr>
                <p:cNvPr id="247" name="Rectangle 246">
                  <a:extLst>
                    <a:ext uri="{FF2B5EF4-FFF2-40B4-BE49-F238E27FC236}">
                      <a16:creationId xmlns:a16="http://schemas.microsoft.com/office/drawing/2014/main" id="{7FCEEEFD-4BA1-4FF4-A429-D9A6949876C0}"/>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8B764A9C-D643-4A31-9FE2-8589FFCE12EE}"/>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9" name="Rectangle 248">
                  <a:extLst>
                    <a:ext uri="{FF2B5EF4-FFF2-40B4-BE49-F238E27FC236}">
                      <a16:creationId xmlns:a16="http://schemas.microsoft.com/office/drawing/2014/main" id="{D71FD458-0ED9-4AD9-A156-51EAAF513D27}"/>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46" name="Octagon 245">
                <a:extLst>
                  <a:ext uri="{FF2B5EF4-FFF2-40B4-BE49-F238E27FC236}">
                    <a16:creationId xmlns:a16="http://schemas.microsoft.com/office/drawing/2014/main" id="{2F0B8BC8-7914-4D98-AEF5-0C14505720B3}"/>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7519998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94840"/>
            <a:ext cx="12192000" cy="369332"/>
          </a:xfrm>
          <a:prstGeom prst="rect">
            <a:avLst/>
          </a:prstGeom>
          <a:noFill/>
        </p:spPr>
        <p:txBody>
          <a:bodyPr wrap="square" rtlCol="0">
            <a:spAutoFit/>
          </a:bodyPr>
          <a:lstStyle/>
          <a:p>
            <a:pPr algn="ctr"/>
            <a:r>
              <a:rPr lang="en-US" dirty="0">
                <a:solidFill>
                  <a:schemeClr val="bg1"/>
                </a:solidFill>
              </a:rPr>
              <a:t>What if you wanted to assemble an arbitrary shape (S)?</a:t>
            </a:r>
          </a:p>
        </p:txBody>
      </p:sp>
      <p:sp>
        <p:nvSpPr>
          <p:cNvPr id="4" name="TextBox 3"/>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pSp>
        <p:nvGrpSpPr>
          <p:cNvPr id="3" name="Group 2">
            <a:extLst>
              <a:ext uri="{FF2B5EF4-FFF2-40B4-BE49-F238E27FC236}">
                <a16:creationId xmlns:a16="http://schemas.microsoft.com/office/drawing/2014/main" id="{5A54D951-7855-4DED-9A7D-64CF2D13C62F}"/>
              </a:ext>
            </a:extLst>
          </p:cNvPr>
          <p:cNvGrpSpPr/>
          <p:nvPr/>
        </p:nvGrpSpPr>
        <p:grpSpPr>
          <a:xfrm>
            <a:off x="1807919" y="3461555"/>
            <a:ext cx="3119060" cy="2316480"/>
            <a:chOff x="4250868" y="3495675"/>
            <a:chExt cx="3119060" cy="231648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3448" y="3495675"/>
              <a:ext cx="2316480" cy="2316480"/>
            </a:xfrm>
            <a:prstGeom prst="rect">
              <a:avLst/>
            </a:prstGeom>
            <a:solidFill>
              <a:schemeClr val="tx1">
                <a:lumMod val="85000"/>
              </a:schemeClr>
            </a:solidFill>
          </p:spPr>
        </p:pic>
        <p:sp>
          <p:nvSpPr>
            <p:cNvPr id="7" name="TextBox 6"/>
            <p:cNvSpPr txBox="1"/>
            <p:nvPr/>
          </p:nvSpPr>
          <p:spPr>
            <a:xfrm>
              <a:off x="4250868" y="4469249"/>
              <a:ext cx="558166" cy="369332"/>
            </a:xfrm>
            <a:prstGeom prst="rect">
              <a:avLst/>
            </a:prstGeom>
            <a:noFill/>
          </p:spPr>
          <p:txBody>
            <a:bodyPr wrap="none" rtlCol="0">
              <a:spAutoFit/>
            </a:bodyPr>
            <a:lstStyle/>
            <a:p>
              <a:r>
                <a:rPr lang="en-US" dirty="0">
                  <a:solidFill>
                    <a:schemeClr val="bg1"/>
                  </a:solidFill>
                </a:rPr>
                <a:t>S  =</a:t>
              </a:r>
            </a:p>
          </p:txBody>
        </p:sp>
      </p:grpSp>
    </p:spTree>
    <p:extLst>
      <p:ext uri="{BB962C8B-B14F-4D97-AF65-F5344CB8AC3E}">
        <p14:creationId xmlns:p14="http://schemas.microsoft.com/office/powerpoint/2010/main" val="11295651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pSp>
        <p:nvGrpSpPr>
          <p:cNvPr id="3" name="Group 2">
            <a:extLst>
              <a:ext uri="{FF2B5EF4-FFF2-40B4-BE49-F238E27FC236}">
                <a16:creationId xmlns:a16="http://schemas.microsoft.com/office/drawing/2014/main" id="{5A54D951-7855-4DED-9A7D-64CF2D13C62F}"/>
              </a:ext>
            </a:extLst>
          </p:cNvPr>
          <p:cNvGrpSpPr/>
          <p:nvPr/>
        </p:nvGrpSpPr>
        <p:grpSpPr>
          <a:xfrm>
            <a:off x="1807919" y="3461555"/>
            <a:ext cx="3119060" cy="2316480"/>
            <a:chOff x="4250868" y="3495675"/>
            <a:chExt cx="3119060" cy="231648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3448" y="3495675"/>
              <a:ext cx="2316480" cy="2316480"/>
            </a:xfrm>
            <a:prstGeom prst="rect">
              <a:avLst/>
            </a:prstGeom>
          </p:spPr>
        </p:pic>
        <p:sp>
          <p:nvSpPr>
            <p:cNvPr id="7" name="TextBox 6"/>
            <p:cNvSpPr txBox="1"/>
            <p:nvPr/>
          </p:nvSpPr>
          <p:spPr>
            <a:xfrm>
              <a:off x="4250868" y="4469249"/>
              <a:ext cx="558166" cy="369332"/>
            </a:xfrm>
            <a:prstGeom prst="rect">
              <a:avLst/>
            </a:prstGeom>
            <a:noFill/>
          </p:spPr>
          <p:txBody>
            <a:bodyPr wrap="none" rtlCol="0">
              <a:spAutoFit/>
            </a:bodyPr>
            <a:lstStyle/>
            <a:p>
              <a:r>
                <a:rPr lang="en-US" dirty="0">
                  <a:solidFill>
                    <a:schemeClr val="bg1"/>
                  </a:solidFill>
                </a:rPr>
                <a:t>S  =</a:t>
              </a:r>
            </a:p>
          </p:txBody>
        </p:sp>
      </p:grpSp>
      <p:sp>
        <p:nvSpPr>
          <p:cNvPr id="8" name="Rectangle: Rounded Corners 7">
            <a:extLst>
              <a:ext uri="{FF2B5EF4-FFF2-40B4-BE49-F238E27FC236}">
                <a16:creationId xmlns:a16="http://schemas.microsoft.com/office/drawing/2014/main" id="{F91F0ED2-75B4-4213-98A3-9D68895887A7}"/>
              </a:ext>
            </a:extLst>
          </p:cNvPr>
          <p:cNvSpPr/>
          <p:nvPr/>
        </p:nvSpPr>
        <p:spPr>
          <a:xfrm>
            <a:off x="6584175" y="3883939"/>
            <a:ext cx="4591451" cy="1267698"/>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r>
              <a:rPr lang="en-US" sz="2400" u="sng" dirty="0">
                <a:solidFill>
                  <a:srgbClr val="FF0000"/>
                </a:solidFill>
              </a:rPr>
              <a:t>Goal</a:t>
            </a:r>
            <a:r>
              <a:rPr lang="en-US" sz="2400" dirty="0">
                <a:solidFill>
                  <a:srgbClr val="FF0000"/>
                </a:solidFill>
              </a:rPr>
              <a:t>: What is the minimum tile complexity for assembling arbitrary shapes?</a:t>
            </a:r>
          </a:p>
        </p:txBody>
      </p:sp>
      <p:sp>
        <p:nvSpPr>
          <p:cNvPr id="10" name="TextBox 9">
            <a:extLst>
              <a:ext uri="{FF2B5EF4-FFF2-40B4-BE49-F238E27FC236}">
                <a16:creationId xmlns:a16="http://schemas.microsoft.com/office/drawing/2014/main" id="{8469399A-57B8-438B-95D0-136B1F3DE7CE}"/>
              </a:ext>
            </a:extLst>
          </p:cNvPr>
          <p:cNvSpPr txBox="1"/>
          <p:nvPr/>
        </p:nvSpPr>
        <p:spPr>
          <a:xfrm>
            <a:off x="0" y="2294840"/>
            <a:ext cx="12192000" cy="369332"/>
          </a:xfrm>
          <a:prstGeom prst="rect">
            <a:avLst/>
          </a:prstGeom>
          <a:noFill/>
        </p:spPr>
        <p:txBody>
          <a:bodyPr wrap="square" rtlCol="0">
            <a:spAutoFit/>
          </a:bodyPr>
          <a:lstStyle/>
          <a:p>
            <a:pPr algn="ctr"/>
            <a:r>
              <a:rPr lang="en-US" dirty="0">
                <a:solidFill>
                  <a:schemeClr val="bg1"/>
                </a:solidFill>
              </a:rPr>
              <a:t>What if you wanted to assemble an arbitrary shape (S)?</a:t>
            </a:r>
          </a:p>
        </p:txBody>
      </p:sp>
    </p:spTree>
    <p:extLst>
      <p:ext uri="{BB962C8B-B14F-4D97-AF65-F5344CB8AC3E}">
        <p14:creationId xmlns:p14="http://schemas.microsoft.com/office/powerpoint/2010/main" val="765304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pSp>
        <p:nvGrpSpPr>
          <p:cNvPr id="3" name="Group 2">
            <a:extLst>
              <a:ext uri="{FF2B5EF4-FFF2-40B4-BE49-F238E27FC236}">
                <a16:creationId xmlns:a16="http://schemas.microsoft.com/office/drawing/2014/main" id="{5A54D951-7855-4DED-9A7D-64CF2D13C62F}"/>
              </a:ext>
            </a:extLst>
          </p:cNvPr>
          <p:cNvGrpSpPr/>
          <p:nvPr/>
        </p:nvGrpSpPr>
        <p:grpSpPr>
          <a:xfrm>
            <a:off x="1807919" y="3461555"/>
            <a:ext cx="3119060" cy="2316480"/>
            <a:chOff x="4250868" y="3495675"/>
            <a:chExt cx="3119060" cy="231648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3448" y="3495675"/>
              <a:ext cx="2316480" cy="2316480"/>
            </a:xfrm>
            <a:prstGeom prst="rect">
              <a:avLst/>
            </a:prstGeom>
          </p:spPr>
        </p:pic>
        <p:sp>
          <p:nvSpPr>
            <p:cNvPr id="7" name="TextBox 6"/>
            <p:cNvSpPr txBox="1"/>
            <p:nvPr/>
          </p:nvSpPr>
          <p:spPr>
            <a:xfrm>
              <a:off x="4250868" y="4469249"/>
              <a:ext cx="558166" cy="369332"/>
            </a:xfrm>
            <a:prstGeom prst="rect">
              <a:avLst/>
            </a:prstGeom>
            <a:noFill/>
          </p:spPr>
          <p:txBody>
            <a:bodyPr wrap="none" rtlCol="0">
              <a:spAutoFit/>
            </a:bodyPr>
            <a:lstStyle/>
            <a:p>
              <a:r>
                <a:rPr lang="en-US" dirty="0">
                  <a:solidFill>
                    <a:schemeClr val="bg1"/>
                  </a:solidFill>
                </a:rPr>
                <a:t>S  =</a:t>
              </a:r>
            </a:p>
          </p:txBody>
        </p:sp>
      </p:grpSp>
      <p:sp>
        <p:nvSpPr>
          <p:cNvPr id="8" name="Rectangle: Rounded Corners 7">
            <a:extLst>
              <a:ext uri="{FF2B5EF4-FFF2-40B4-BE49-F238E27FC236}">
                <a16:creationId xmlns:a16="http://schemas.microsoft.com/office/drawing/2014/main" id="{F91F0ED2-75B4-4213-98A3-9D68895887A7}"/>
              </a:ext>
            </a:extLst>
          </p:cNvPr>
          <p:cNvSpPr/>
          <p:nvPr/>
        </p:nvSpPr>
        <p:spPr>
          <a:xfrm>
            <a:off x="6584175" y="3883939"/>
            <a:ext cx="4591451" cy="1267698"/>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endParaRPr lang="en-US" sz="2400" dirty="0">
              <a:solidFill>
                <a:srgbClr val="FF0000"/>
              </a:solidFill>
            </a:endParaRPr>
          </a:p>
        </p:txBody>
      </p:sp>
      <p:grpSp>
        <p:nvGrpSpPr>
          <p:cNvPr id="10" name="Group 9">
            <a:extLst>
              <a:ext uri="{FF2B5EF4-FFF2-40B4-BE49-F238E27FC236}">
                <a16:creationId xmlns:a16="http://schemas.microsoft.com/office/drawing/2014/main" id="{88BC0AA7-8F69-4C27-B625-6BC549336D42}"/>
              </a:ext>
            </a:extLst>
          </p:cNvPr>
          <p:cNvGrpSpPr/>
          <p:nvPr/>
        </p:nvGrpSpPr>
        <p:grpSpPr>
          <a:xfrm>
            <a:off x="7763933" y="4083903"/>
            <a:ext cx="2414811" cy="867770"/>
            <a:chOff x="4543200" y="4407239"/>
            <a:chExt cx="2414811" cy="867770"/>
          </a:xfrm>
        </p:grpSpPr>
        <p:grpSp>
          <p:nvGrpSpPr>
            <p:cNvPr id="11" name="Group 10">
              <a:extLst>
                <a:ext uri="{FF2B5EF4-FFF2-40B4-BE49-F238E27FC236}">
                  <a16:creationId xmlns:a16="http://schemas.microsoft.com/office/drawing/2014/main" id="{202E7D83-6BB0-47DE-BBE2-56D0ADD5820D}"/>
                </a:ext>
              </a:extLst>
            </p:cNvPr>
            <p:cNvGrpSpPr/>
            <p:nvPr/>
          </p:nvGrpSpPr>
          <p:grpSpPr>
            <a:xfrm>
              <a:off x="5321099" y="4474789"/>
              <a:ext cx="1636912" cy="800220"/>
              <a:chOff x="5678286" y="3403227"/>
              <a:chExt cx="1636912" cy="800220"/>
            </a:xfrm>
          </p:grpSpPr>
          <p:sp>
            <p:nvSpPr>
              <p:cNvPr id="13" name="TextBox 12">
                <a:extLst>
                  <a:ext uri="{FF2B5EF4-FFF2-40B4-BE49-F238E27FC236}">
                    <a16:creationId xmlns:a16="http://schemas.microsoft.com/office/drawing/2014/main" id="{044C2218-0439-4AE7-906A-7A35968E0713}"/>
                  </a:ext>
                </a:extLst>
              </p:cNvPr>
              <p:cNvSpPr txBox="1"/>
              <p:nvPr/>
            </p:nvSpPr>
            <p:spPr>
              <a:xfrm>
                <a:off x="5678286" y="3803337"/>
                <a:ext cx="1636912" cy="400110"/>
              </a:xfrm>
              <a:prstGeom prst="rect">
                <a:avLst/>
              </a:prstGeom>
              <a:noFill/>
            </p:spPr>
            <p:txBody>
              <a:bodyPr wrap="square" rtlCol="0">
                <a:spAutoFit/>
              </a:bodyPr>
              <a:lstStyle/>
              <a:p>
                <a:r>
                  <a:rPr lang="en-US" sz="2000" dirty="0">
                    <a:solidFill>
                      <a:srgbClr val="FF0000"/>
                    </a:solidFill>
                  </a:rPr>
                  <a:t>log(K(S))</a:t>
                </a:r>
              </a:p>
            </p:txBody>
          </p:sp>
          <p:cxnSp>
            <p:nvCxnSpPr>
              <p:cNvPr id="14" name="Straight Connector 13">
                <a:extLst>
                  <a:ext uri="{FF2B5EF4-FFF2-40B4-BE49-F238E27FC236}">
                    <a16:creationId xmlns:a16="http://schemas.microsoft.com/office/drawing/2014/main" id="{2D35E506-85C6-4D70-8D51-5AF09A556C81}"/>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B8109141-BCFB-4E3B-9335-C413D8F2EE01}"/>
                  </a:ext>
                </a:extLst>
              </p:cNvPr>
              <p:cNvSpPr txBox="1"/>
              <p:nvPr/>
            </p:nvSpPr>
            <p:spPr>
              <a:xfrm>
                <a:off x="5878726" y="3403227"/>
                <a:ext cx="1117476" cy="400110"/>
              </a:xfrm>
              <a:prstGeom prst="rect">
                <a:avLst/>
              </a:prstGeom>
              <a:noFill/>
            </p:spPr>
            <p:txBody>
              <a:bodyPr wrap="square" rtlCol="0">
                <a:spAutoFit/>
              </a:bodyPr>
              <a:lstStyle/>
              <a:p>
                <a:r>
                  <a:rPr lang="en-US" sz="2000" dirty="0">
                    <a:solidFill>
                      <a:srgbClr val="FF0000"/>
                    </a:solidFill>
                  </a:rPr>
                  <a:t>K(S)</a:t>
                </a:r>
              </a:p>
            </p:txBody>
          </p:sp>
        </p:grpSp>
        <p:sp>
          <p:nvSpPr>
            <p:cNvPr id="12" name="TextBox 11">
              <a:extLst>
                <a:ext uri="{FF2B5EF4-FFF2-40B4-BE49-F238E27FC236}">
                  <a16:creationId xmlns:a16="http://schemas.microsoft.com/office/drawing/2014/main" id="{172BF45E-8909-48DA-9B33-F5CF76508F3B}"/>
                </a:ext>
              </a:extLst>
            </p:cNvPr>
            <p:cNvSpPr txBox="1"/>
            <p:nvPr/>
          </p:nvSpPr>
          <p:spPr>
            <a:xfrm>
              <a:off x="4543200" y="4407239"/>
              <a:ext cx="2270173" cy="830997"/>
            </a:xfrm>
            <a:prstGeom prst="rect">
              <a:avLst/>
            </a:prstGeom>
            <a:noFill/>
          </p:spPr>
          <p:txBody>
            <a:bodyPr wrap="none" rtlCol="0">
              <a:spAutoFit/>
            </a:bodyPr>
            <a:lstStyle/>
            <a:p>
              <a:r>
                <a:rPr lang="el-GR" sz="4800" dirty="0">
                  <a:solidFill>
                    <a:srgbClr val="FF0000"/>
                  </a:solidFill>
                </a:rPr>
                <a:t>Ω</a:t>
              </a:r>
              <a:r>
                <a:rPr lang="en-US" sz="4800" dirty="0">
                  <a:solidFill>
                    <a:srgbClr val="FF0000"/>
                  </a:solidFill>
                </a:rPr>
                <a:t>(        )</a:t>
              </a:r>
            </a:p>
          </p:txBody>
        </p:sp>
      </p:grpSp>
      <p:sp>
        <p:nvSpPr>
          <p:cNvPr id="16" name="TextBox 15">
            <a:extLst>
              <a:ext uri="{FF2B5EF4-FFF2-40B4-BE49-F238E27FC236}">
                <a16:creationId xmlns:a16="http://schemas.microsoft.com/office/drawing/2014/main" id="{233E9CD2-37C9-4C7A-AD1C-6204A0EF9503}"/>
              </a:ext>
            </a:extLst>
          </p:cNvPr>
          <p:cNvSpPr txBox="1"/>
          <p:nvPr/>
        </p:nvSpPr>
        <p:spPr>
          <a:xfrm>
            <a:off x="0" y="2294840"/>
            <a:ext cx="12192000" cy="369332"/>
          </a:xfrm>
          <a:prstGeom prst="rect">
            <a:avLst/>
          </a:prstGeom>
          <a:noFill/>
        </p:spPr>
        <p:txBody>
          <a:bodyPr wrap="square" rtlCol="0">
            <a:spAutoFit/>
          </a:bodyPr>
          <a:lstStyle/>
          <a:p>
            <a:pPr algn="ctr"/>
            <a:r>
              <a:rPr lang="en-US" dirty="0">
                <a:solidFill>
                  <a:schemeClr val="bg1"/>
                </a:solidFill>
              </a:rPr>
              <a:t>What if you wanted to assemble an arbitrary shape (S)?</a:t>
            </a:r>
          </a:p>
        </p:txBody>
      </p:sp>
      <p:sp>
        <p:nvSpPr>
          <p:cNvPr id="17" name="TextBox 16">
            <a:extLst>
              <a:ext uri="{FF2B5EF4-FFF2-40B4-BE49-F238E27FC236}">
                <a16:creationId xmlns:a16="http://schemas.microsoft.com/office/drawing/2014/main" id="{2B4F8A66-A30A-4FAA-9C06-93303216379A}"/>
              </a:ext>
            </a:extLst>
          </p:cNvPr>
          <p:cNvSpPr txBox="1"/>
          <p:nvPr/>
        </p:nvSpPr>
        <p:spPr>
          <a:xfrm>
            <a:off x="6536690" y="5166935"/>
            <a:ext cx="2877134" cy="369332"/>
          </a:xfrm>
          <a:prstGeom prst="rect">
            <a:avLst/>
          </a:prstGeom>
          <a:noFill/>
        </p:spPr>
        <p:txBody>
          <a:bodyPr wrap="none" rtlCol="0">
            <a:spAutoFit/>
          </a:bodyPr>
          <a:lstStyle/>
          <a:p>
            <a:r>
              <a:rPr lang="en-US" dirty="0">
                <a:solidFill>
                  <a:srgbClr val="FF0000"/>
                </a:solidFill>
              </a:rPr>
              <a:t>(</a:t>
            </a:r>
            <a:r>
              <a:rPr lang="en-US" dirty="0" err="1">
                <a:solidFill>
                  <a:srgbClr val="FF0000"/>
                </a:solidFill>
              </a:rPr>
              <a:t>Soloveichik</a:t>
            </a:r>
            <a:r>
              <a:rPr lang="en-US" dirty="0">
                <a:solidFill>
                  <a:srgbClr val="FF0000"/>
                </a:solidFill>
              </a:rPr>
              <a:t>, </a:t>
            </a:r>
            <a:r>
              <a:rPr lang="en-US" dirty="0" err="1">
                <a:solidFill>
                  <a:srgbClr val="FF0000"/>
                </a:solidFill>
              </a:rPr>
              <a:t>Winfree</a:t>
            </a:r>
            <a:r>
              <a:rPr lang="en-US" dirty="0">
                <a:solidFill>
                  <a:srgbClr val="FF0000"/>
                </a:solidFill>
              </a:rPr>
              <a:t>, 2007)</a:t>
            </a:r>
            <a:endParaRPr lang="en-US" i="1" dirty="0">
              <a:solidFill>
                <a:srgbClr val="FF0000"/>
              </a:solidFill>
            </a:endParaRPr>
          </a:p>
        </p:txBody>
      </p:sp>
    </p:spTree>
    <p:extLst>
      <p:ext uri="{BB962C8B-B14F-4D97-AF65-F5344CB8AC3E}">
        <p14:creationId xmlns:p14="http://schemas.microsoft.com/office/powerpoint/2010/main" val="8090179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1874102" y="1801949"/>
          <a:ext cx="8127999" cy="3114040"/>
        </p:xfrm>
        <a:graphic>
          <a:graphicData uri="http://schemas.openxmlformats.org/drawingml/2006/table">
            <a:tbl>
              <a:tblPr firstRow="1" bandRow="1">
                <a:tableStyleId>{D27102A9-8310-4765-A935-A1911B00CA55}</a:tableStyleId>
              </a:tblPr>
              <a:tblGrid>
                <a:gridCol w="2709333">
                  <a:extLst>
                    <a:ext uri="{9D8B030D-6E8A-4147-A177-3AD203B41FA5}">
                      <a16:colId xmlns:a16="http://schemas.microsoft.com/office/drawing/2014/main" val="2592576974"/>
                    </a:ext>
                  </a:extLst>
                </a:gridCol>
                <a:gridCol w="2709333">
                  <a:extLst>
                    <a:ext uri="{9D8B030D-6E8A-4147-A177-3AD203B41FA5}">
                      <a16:colId xmlns:a16="http://schemas.microsoft.com/office/drawing/2014/main" val="2222684993"/>
                    </a:ext>
                  </a:extLst>
                </a:gridCol>
                <a:gridCol w="2709333">
                  <a:extLst>
                    <a:ext uri="{9D8B030D-6E8A-4147-A177-3AD203B41FA5}">
                      <a16:colId xmlns:a16="http://schemas.microsoft.com/office/drawing/2014/main" val="3233655410"/>
                    </a:ext>
                  </a:extLst>
                </a:gridCol>
              </a:tblGrid>
              <a:tr h="370840">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Tile Complexity</a:t>
                      </a:r>
                    </a:p>
                  </a:txBody>
                  <a:tcPr anchor="ctr"/>
                </a:tc>
                <a:tc>
                  <a:txBody>
                    <a:bodyPr/>
                    <a:lstStyle/>
                    <a:p>
                      <a:pPr algn="ctr"/>
                      <a:r>
                        <a:rPr lang="en-US" dirty="0">
                          <a:solidFill>
                            <a:sysClr val="windowText" lastClr="000000"/>
                          </a:solidFill>
                        </a:rPr>
                        <a:t>Scale Factor</a:t>
                      </a:r>
                    </a:p>
                  </a:txBody>
                  <a:tcPr anchor="ctr"/>
                </a:tc>
                <a:extLst>
                  <a:ext uri="{0D108BD9-81ED-4DB2-BD59-A6C34878D82A}">
                    <a16:rowId xmlns:a16="http://schemas.microsoft.com/office/drawing/2014/main" val="1662199568"/>
                  </a:ext>
                </a:extLst>
              </a:tr>
              <a:tr h="370840">
                <a:tc>
                  <a:txBody>
                    <a:bodyPr/>
                    <a:lstStyle/>
                    <a:p>
                      <a:pPr algn="ctr"/>
                      <a:r>
                        <a:rPr lang="en-US" sz="2000" dirty="0" err="1">
                          <a:solidFill>
                            <a:sysClr val="windowText" lastClr="000000"/>
                          </a:solidFill>
                        </a:rPr>
                        <a:t>aTAM</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Soloveichik</a:t>
                      </a:r>
                      <a:r>
                        <a:rPr lang="en-US" sz="1600" dirty="0">
                          <a:solidFill>
                            <a:schemeClr val="bg1"/>
                          </a:solidFill>
                        </a:rPr>
                        <a:t>, </a:t>
                      </a:r>
                      <a:r>
                        <a:rPr lang="en-US" sz="1600" dirty="0" err="1">
                          <a:solidFill>
                            <a:schemeClr val="bg1"/>
                          </a:solidFill>
                        </a:rPr>
                        <a:t>Winfree</a:t>
                      </a:r>
                      <a:r>
                        <a:rPr lang="en-US" sz="1600" dirty="0">
                          <a:solidFill>
                            <a:schemeClr val="bg1"/>
                          </a:solidFill>
                        </a:rPr>
                        <a:t>, 2007</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370840">
                <a:tc>
                  <a:txBody>
                    <a:bodyPr/>
                    <a:lstStyle/>
                    <a:p>
                      <a:pPr algn="ctr"/>
                      <a:r>
                        <a:rPr lang="en-US" sz="2000" dirty="0">
                          <a:solidFill>
                            <a:sysClr val="windowText" lastClr="000000"/>
                          </a:solidFill>
                        </a:rPr>
                        <a:t>Staged </a:t>
                      </a:r>
                      <a:r>
                        <a:rPr lang="en-US" sz="2000" dirty="0" err="1">
                          <a:solidFill>
                            <a:sysClr val="windowText" lastClr="000000"/>
                          </a:solidFill>
                        </a:rPr>
                        <a:t>RNAse</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Demaine</a:t>
                      </a:r>
                      <a:r>
                        <a:rPr lang="en-US" sz="1600" dirty="0">
                          <a:solidFill>
                            <a:schemeClr val="bg1"/>
                          </a:solidFill>
                        </a:rPr>
                        <a:t>, </a:t>
                      </a:r>
                      <a:r>
                        <a:rPr lang="en-US" sz="1600" dirty="0" err="1">
                          <a:solidFill>
                            <a:schemeClr val="bg1"/>
                          </a:solidFill>
                        </a:rPr>
                        <a:t>Patitz</a:t>
                      </a:r>
                      <a:r>
                        <a:rPr lang="en-US" sz="1600" dirty="0">
                          <a:solidFill>
                            <a:schemeClr val="bg1"/>
                          </a:solidFill>
                        </a:rPr>
                        <a:t>, </a:t>
                      </a:r>
                      <a:r>
                        <a:rPr lang="en-US" sz="1600" dirty="0" err="1">
                          <a:solidFill>
                            <a:schemeClr val="bg1"/>
                          </a:solidFill>
                        </a:rPr>
                        <a:t>Schweller</a:t>
                      </a:r>
                      <a:r>
                        <a:rPr lang="en-US" sz="1600" dirty="0">
                          <a:solidFill>
                            <a:schemeClr val="bg1"/>
                          </a:solidFill>
                        </a:rPr>
                        <a:t>, and Summers, 2010</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1979431764"/>
                  </a:ext>
                </a:extLst>
              </a:tr>
              <a:tr h="370840">
                <a:tc>
                  <a:txBody>
                    <a:bodyPr/>
                    <a:lstStyle/>
                    <a:p>
                      <a:pPr algn="ctr"/>
                      <a:r>
                        <a:rPr lang="en-US" sz="2000" dirty="0">
                          <a:solidFill>
                            <a:sysClr val="windowText" lastClr="000000"/>
                          </a:solidFill>
                        </a:rPr>
                        <a:t>Negative Glue 2HAM</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26" name="Group 25">
            <a:extLst>
              <a:ext uri="{FF2B5EF4-FFF2-40B4-BE49-F238E27FC236}">
                <a16:creationId xmlns:a16="http://schemas.microsoft.com/office/drawing/2014/main" id="{4C0E9DED-153D-4879-B969-154B54345376}"/>
              </a:ext>
            </a:extLst>
          </p:cNvPr>
          <p:cNvGrpSpPr/>
          <p:nvPr/>
        </p:nvGrpSpPr>
        <p:grpSpPr>
          <a:xfrm>
            <a:off x="4803017" y="2154294"/>
            <a:ext cx="2414811" cy="867770"/>
            <a:chOff x="4543200" y="4407239"/>
            <a:chExt cx="2414811" cy="867770"/>
          </a:xfrm>
        </p:grpSpPr>
        <p:grpSp>
          <p:nvGrpSpPr>
            <p:cNvPr id="27" name="Group 26">
              <a:extLst>
                <a:ext uri="{FF2B5EF4-FFF2-40B4-BE49-F238E27FC236}">
                  <a16:creationId xmlns:a16="http://schemas.microsoft.com/office/drawing/2014/main" id="{F6B5E656-DF8B-4DD7-A1AE-6003B723F67B}"/>
                </a:ext>
              </a:extLst>
            </p:cNvPr>
            <p:cNvGrpSpPr/>
            <p:nvPr/>
          </p:nvGrpSpPr>
          <p:grpSpPr>
            <a:xfrm>
              <a:off x="5321099" y="4474789"/>
              <a:ext cx="1636912" cy="800220"/>
              <a:chOff x="5678286" y="3403227"/>
              <a:chExt cx="1636912" cy="800220"/>
            </a:xfrm>
          </p:grpSpPr>
          <p:sp>
            <p:nvSpPr>
              <p:cNvPr id="29" name="TextBox 28">
                <a:extLst>
                  <a:ext uri="{FF2B5EF4-FFF2-40B4-BE49-F238E27FC236}">
                    <a16:creationId xmlns:a16="http://schemas.microsoft.com/office/drawing/2014/main" id="{03CC1786-500B-4C8B-9FE7-55E17918C04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0" name="Straight Connector 29">
                <a:extLst>
                  <a:ext uri="{FF2B5EF4-FFF2-40B4-BE49-F238E27FC236}">
                    <a16:creationId xmlns:a16="http://schemas.microsoft.com/office/drawing/2014/main" id="{C98B2380-1241-4E53-812F-D66E9B58E1BA}"/>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FD79B5C4-6FB9-422A-8C81-761D62F2641B}"/>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28" name="TextBox 27">
              <a:extLst>
                <a:ext uri="{FF2B5EF4-FFF2-40B4-BE49-F238E27FC236}">
                  <a16:creationId xmlns:a16="http://schemas.microsoft.com/office/drawing/2014/main" id="{9E95B950-4135-4BDF-979E-DDD874BCC880}"/>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32" name="TextBox 31">
            <a:extLst>
              <a:ext uri="{FF2B5EF4-FFF2-40B4-BE49-F238E27FC236}">
                <a16:creationId xmlns:a16="http://schemas.microsoft.com/office/drawing/2014/main" id="{A31E452F-C9CF-4A68-B842-A6C629F2A94F}"/>
              </a:ext>
            </a:extLst>
          </p:cNvPr>
          <p:cNvSpPr txBox="1"/>
          <p:nvPr/>
        </p:nvSpPr>
        <p:spPr>
          <a:xfrm>
            <a:off x="7899673" y="2328976"/>
            <a:ext cx="1420582" cy="523220"/>
          </a:xfrm>
          <a:prstGeom prst="rect">
            <a:avLst/>
          </a:prstGeom>
          <a:noFill/>
        </p:spPr>
        <p:txBody>
          <a:bodyPr wrap="none" rtlCol="0">
            <a:spAutoFit/>
          </a:bodyPr>
          <a:lstStyle/>
          <a:p>
            <a:r>
              <a:rPr lang="en-US" sz="2800" dirty="0">
                <a:solidFill>
                  <a:schemeClr val="bg1"/>
                </a:solidFill>
              </a:rPr>
              <a:t>arbitrary</a:t>
            </a:r>
          </a:p>
        </p:txBody>
      </p:sp>
    </p:spTree>
    <p:extLst>
      <p:ext uri="{BB962C8B-B14F-4D97-AF65-F5344CB8AC3E}">
        <p14:creationId xmlns:p14="http://schemas.microsoft.com/office/powerpoint/2010/main" val="35757768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1874102" y="1801949"/>
          <a:ext cx="8127999" cy="3114040"/>
        </p:xfrm>
        <a:graphic>
          <a:graphicData uri="http://schemas.openxmlformats.org/drawingml/2006/table">
            <a:tbl>
              <a:tblPr firstRow="1" bandRow="1">
                <a:tableStyleId>{D27102A9-8310-4765-A935-A1911B00CA55}</a:tableStyleId>
              </a:tblPr>
              <a:tblGrid>
                <a:gridCol w="2709333">
                  <a:extLst>
                    <a:ext uri="{9D8B030D-6E8A-4147-A177-3AD203B41FA5}">
                      <a16:colId xmlns:a16="http://schemas.microsoft.com/office/drawing/2014/main" val="2592576974"/>
                    </a:ext>
                  </a:extLst>
                </a:gridCol>
                <a:gridCol w="2709333">
                  <a:extLst>
                    <a:ext uri="{9D8B030D-6E8A-4147-A177-3AD203B41FA5}">
                      <a16:colId xmlns:a16="http://schemas.microsoft.com/office/drawing/2014/main" val="2222684993"/>
                    </a:ext>
                  </a:extLst>
                </a:gridCol>
                <a:gridCol w="2709333">
                  <a:extLst>
                    <a:ext uri="{9D8B030D-6E8A-4147-A177-3AD203B41FA5}">
                      <a16:colId xmlns:a16="http://schemas.microsoft.com/office/drawing/2014/main" val="3233655410"/>
                    </a:ext>
                  </a:extLst>
                </a:gridCol>
              </a:tblGrid>
              <a:tr h="370840">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Tile Complexity</a:t>
                      </a:r>
                    </a:p>
                  </a:txBody>
                  <a:tcPr anchor="ctr"/>
                </a:tc>
                <a:tc>
                  <a:txBody>
                    <a:bodyPr/>
                    <a:lstStyle/>
                    <a:p>
                      <a:pPr algn="ctr"/>
                      <a:r>
                        <a:rPr lang="en-US" dirty="0">
                          <a:solidFill>
                            <a:sysClr val="windowText" lastClr="000000"/>
                          </a:solidFill>
                        </a:rPr>
                        <a:t>Scale Factor</a:t>
                      </a:r>
                    </a:p>
                  </a:txBody>
                  <a:tcPr anchor="ctr"/>
                </a:tc>
                <a:extLst>
                  <a:ext uri="{0D108BD9-81ED-4DB2-BD59-A6C34878D82A}">
                    <a16:rowId xmlns:a16="http://schemas.microsoft.com/office/drawing/2014/main" val="1662199568"/>
                  </a:ext>
                </a:extLst>
              </a:tr>
              <a:tr h="370840">
                <a:tc>
                  <a:txBody>
                    <a:bodyPr/>
                    <a:lstStyle/>
                    <a:p>
                      <a:pPr algn="ctr"/>
                      <a:r>
                        <a:rPr lang="en-US" sz="2000" dirty="0" err="1">
                          <a:solidFill>
                            <a:sysClr val="windowText" lastClr="000000"/>
                          </a:solidFill>
                        </a:rPr>
                        <a:t>aTAM</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Soloveichik</a:t>
                      </a:r>
                      <a:r>
                        <a:rPr lang="en-US" sz="1600" dirty="0">
                          <a:solidFill>
                            <a:schemeClr val="bg1"/>
                          </a:solidFill>
                        </a:rPr>
                        <a:t>, </a:t>
                      </a:r>
                      <a:r>
                        <a:rPr lang="en-US" sz="1600" dirty="0" err="1">
                          <a:solidFill>
                            <a:schemeClr val="bg1"/>
                          </a:solidFill>
                        </a:rPr>
                        <a:t>Winfree</a:t>
                      </a:r>
                      <a:r>
                        <a:rPr lang="en-US" sz="1600" dirty="0">
                          <a:solidFill>
                            <a:schemeClr val="bg1"/>
                          </a:solidFill>
                        </a:rPr>
                        <a:t>, 2007</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370840">
                <a:tc>
                  <a:txBody>
                    <a:bodyPr/>
                    <a:lstStyle/>
                    <a:p>
                      <a:pPr algn="ctr"/>
                      <a:r>
                        <a:rPr lang="en-US" sz="2000" dirty="0">
                          <a:solidFill>
                            <a:sysClr val="windowText" lastClr="000000"/>
                          </a:solidFill>
                        </a:rPr>
                        <a:t>Staged </a:t>
                      </a:r>
                      <a:r>
                        <a:rPr lang="en-US" sz="2000" dirty="0" err="1">
                          <a:solidFill>
                            <a:sysClr val="windowText" lastClr="000000"/>
                          </a:solidFill>
                        </a:rPr>
                        <a:t>RNAse</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Demaine</a:t>
                      </a:r>
                      <a:r>
                        <a:rPr lang="en-US" sz="1600" dirty="0">
                          <a:solidFill>
                            <a:schemeClr val="bg1"/>
                          </a:solidFill>
                        </a:rPr>
                        <a:t>, </a:t>
                      </a:r>
                      <a:r>
                        <a:rPr lang="en-US" sz="1600" dirty="0" err="1">
                          <a:solidFill>
                            <a:schemeClr val="bg1"/>
                          </a:solidFill>
                        </a:rPr>
                        <a:t>Patitz</a:t>
                      </a:r>
                      <a:r>
                        <a:rPr lang="en-US" sz="1600" dirty="0">
                          <a:solidFill>
                            <a:schemeClr val="bg1"/>
                          </a:solidFill>
                        </a:rPr>
                        <a:t>, </a:t>
                      </a:r>
                      <a:r>
                        <a:rPr lang="en-US" sz="1600" dirty="0" err="1">
                          <a:solidFill>
                            <a:schemeClr val="bg1"/>
                          </a:solidFill>
                        </a:rPr>
                        <a:t>Schweller</a:t>
                      </a:r>
                      <a:r>
                        <a:rPr lang="en-US" sz="1600" dirty="0">
                          <a:solidFill>
                            <a:schemeClr val="bg1"/>
                          </a:solidFill>
                        </a:rPr>
                        <a:t>, and Summers, 2010</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1979431764"/>
                  </a:ext>
                </a:extLst>
              </a:tr>
              <a:tr h="370840">
                <a:tc>
                  <a:txBody>
                    <a:bodyPr/>
                    <a:lstStyle/>
                    <a:p>
                      <a:pPr algn="ctr"/>
                      <a:r>
                        <a:rPr lang="en-US" sz="2000" dirty="0">
                          <a:solidFill>
                            <a:sysClr val="windowText" lastClr="000000"/>
                          </a:solidFill>
                        </a:rPr>
                        <a:t>Negative Glue 2HAM</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26" name="Group 25">
            <a:extLst>
              <a:ext uri="{FF2B5EF4-FFF2-40B4-BE49-F238E27FC236}">
                <a16:creationId xmlns:a16="http://schemas.microsoft.com/office/drawing/2014/main" id="{4C0E9DED-153D-4879-B969-154B54345376}"/>
              </a:ext>
            </a:extLst>
          </p:cNvPr>
          <p:cNvGrpSpPr/>
          <p:nvPr/>
        </p:nvGrpSpPr>
        <p:grpSpPr>
          <a:xfrm>
            <a:off x="4803017" y="2154294"/>
            <a:ext cx="2414811" cy="867770"/>
            <a:chOff x="4543200" y="4407239"/>
            <a:chExt cx="2414811" cy="867770"/>
          </a:xfrm>
        </p:grpSpPr>
        <p:grpSp>
          <p:nvGrpSpPr>
            <p:cNvPr id="27" name="Group 26">
              <a:extLst>
                <a:ext uri="{FF2B5EF4-FFF2-40B4-BE49-F238E27FC236}">
                  <a16:creationId xmlns:a16="http://schemas.microsoft.com/office/drawing/2014/main" id="{F6B5E656-DF8B-4DD7-A1AE-6003B723F67B}"/>
                </a:ext>
              </a:extLst>
            </p:cNvPr>
            <p:cNvGrpSpPr/>
            <p:nvPr/>
          </p:nvGrpSpPr>
          <p:grpSpPr>
            <a:xfrm>
              <a:off x="5321099" y="4474789"/>
              <a:ext cx="1636912" cy="800220"/>
              <a:chOff x="5678286" y="3403227"/>
              <a:chExt cx="1636912" cy="800220"/>
            </a:xfrm>
          </p:grpSpPr>
          <p:sp>
            <p:nvSpPr>
              <p:cNvPr id="29" name="TextBox 28">
                <a:extLst>
                  <a:ext uri="{FF2B5EF4-FFF2-40B4-BE49-F238E27FC236}">
                    <a16:creationId xmlns:a16="http://schemas.microsoft.com/office/drawing/2014/main" id="{03CC1786-500B-4C8B-9FE7-55E17918C04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0" name="Straight Connector 29">
                <a:extLst>
                  <a:ext uri="{FF2B5EF4-FFF2-40B4-BE49-F238E27FC236}">
                    <a16:creationId xmlns:a16="http://schemas.microsoft.com/office/drawing/2014/main" id="{C98B2380-1241-4E53-812F-D66E9B58E1BA}"/>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FD79B5C4-6FB9-422A-8C81-761D62F2641B}"/>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28" name="TextBox 27">
              <a:extLst>
                <a:ext uri="{FF2B5EF4-FFF2-40B4-BE49-F238E27FC236}">
                  <a16:creationId xmlns:a16="http://schemas.microsoft.com/office/drawing/2014/main" id="{9E95B950-4135-4BDF-979E-DDD874BCC880}"/>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32" name="TextBox 31">
            <a:extLst>
              <a:ext uri="{FF2B5EF4-FFF2-40B4-BE49-F238E27FC236}">
                <a16:creationId xmlns:a16="http://schemas.microsoft.com/office/drawing/2014/main" id="{A31E452F-C9CF-4A68-B842-A6C629F2A94F}"/>
              </a:ext>
            </a:extLst>
          </p:cNvPr>
          <p:cNvSpPr txBox="1"/>
          <p:nvPr/>
        </p:nvSpPr>
        <p:spPr>
          <a:xfrm>
            <a:off x="7899673" y="2328976"/>
            <a:ext cx="1420582" cy="523220"/>
          </a:xfrm>
          <a:prstGeom prst="rect">
            <a:avLst/>
          </a:prstGeom>
          <a:noFill/>
        </p:spPr>
        <p:txBody>
          <a:bodyPr wrap="none" rtlCol="0">
            <a:spAutoFit/>
          </a:bodyPr>
          <a:lstStyle/>
          <a:p>
            <a:r>
              <a:rPr lang="en-US" sz="2800" dirty="0">
                <a:solidFill>
                  <a:schemeClr val="bg1"/>
                </a:solidFill>
              </a:rPr>
              <a:t>arbitrary</a:t>
            </a:r>
          </a:p>
        </p:txBody>
      </p:sp>
      <p:grpSp>
        <p:nvGrpSpPr>
          <p:cNvPr id="33" name="Group 32">
            <a:extLst>
              <a:ext uri="{FF2B5EF4-FFF2-40B4-BE49-F238E27FC236}">
                <a16:creationId xmlns:a16="http://schemas.microsoft.com/office/drawing/2014/main" id="{E857829E-D525-4612-A017-A2257EB93784}"/>
              </a:ext>
            </a:extLst>
          </p:cNvPr>
          <p:cNvGrpSpPr/>
          <p:nvPr/>
        </p:nvGrpSpPr>
        <p:grpSpPr>
          <a:xfrm>
            <a:off x="4803017" y="3068017"/>
            <a:ext cx="2414811" cy="867770"/>
            <a:chOff x="4543200" y="4407239"/>
            <a:chExt cx="2414811" cy="867770"/>
          </a:xfrm>
        </p:grpSpPr>
        <p:grpSp>
          <p:nvGrpSpPr>
            <p:cNvPr id="34" name="Group 33">
              <a:extLst>
                <a:ext uri="{FF2B5EF4-FFF2-40B4-BE49-F238E27FC236}">
                  <a16:creationId xmlns:a16="http://schemas.microsoft.com/office/drawing/2014/main" id="{DB99DB69-5460-4087-A30D-4498D6421853}"/>
                </a:ext>
              </a:extLst>
            </p:cNvPr>
            <p:cNvGrpSpPr/>
            <p:nvPr/>
          </p:nvGrpSpPr>
          <p:grpSpPr>
            <a:xfrm>
              <a:off x="5321099" y="4474789"/>
              <a:ext cx="1636912" cy="800220"/>
              <a:chOff x="5678286" y="3403227"/>
              <a:chExt cx="1636912" cy="800220"/>
            </a:xfrm>
          </p:grpSpPr>
          <p:sp>
            <p:nvSpPr>
              <p:cNvPr id="36" name="TextBox 35">
                <a:extLst>
                  <a:ext uri="{FF2B5EF4-FFF2-40B4-BE49-F238E27FC236}">
                    <a16:creationId xmlns:a16="http://schemas.microsoft.com/office/drawing/2014/main" id="{7DFDC99F-270D-4F5E-9CC5-7ACEC5F305DA}"/>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7" name="Straight Connector 36">
                <a:extLst>
                  <a:ext uri="{FF2B5EF4-FFF2-40B4-BE49-F238E27FC236}">
                    <a16:creationId xmlns:a16="http://schemas.microsoft.com/office/drawing/2014/main" id="{7B05D2E5-3A34-4CE0-817B-3763342BD4DD}"/>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D296BD89-9DB0-4313-8055-556A6B35FE54}"/>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35" name="TextBox 34">
              <a:extLst>
                <a:ext uri="{FF2B5EF4-FFF2-40B4-BE49-F238E27FC236}">
                  <a16:creationId xmlns:a16="http://schemas.microsoft.com/office/drawing/2014/main" id="{D80FB7D5-77B6-45CC-B776-789AACB53962}"/>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39" name="TextBox 38">
            <a:extLst>
              <a:ext uri="{FF2B5EF4-FFF2-40B4-BE49-F238E27FC236}">
                <a16:creationId xmlns:a16="http://schemas.microsoft.com/office/drawing/2014/main" id="{D623C7C2-BEFC-4AFF-A15C-80580DB6DE40}"/>
              </a:ext>
            </a:extLst>
          </p:cNvPr>
          <p:cNvSpPr txBox="1"/>
          <p:nvPr/>
        </p:nvSpPr>
        <p:spPr>
          <a:xfrm>
            <a:off x="7691283" y="3221905"/>
            <a:ext cx="1837362" cy="523220"/>
          </a:xfrm>
          <a:prstGeom prst="rect">
            <a:avLst/>
          </a:prstGeom>
          <a:noFill/>
        </p:spPr>
        <p:txBody>
          <a:bodyPr wrap="none" rtlCol="0">
            <a:spAutoFit/>
          </a:bodyPr>
          <a:lstStyle/>
          <a:p>
            <a:r>
              <a:rPr lang="en-US" sz="2800" dirty="0">
                <a:solidFill>
                  <a:schemeClr val="bg1"/>
                </a:solidFill>
              </a:rPr>
              <a:t>logarithmic</a:t>
            </a:r>
          </a:p>
        </p:txBody>
      </p:sp>
    </p:spTree>
    <p:extLst>
      <p:ext uri="{BB962C8B-B14F-4D97-AF65-F5344CB8AC3E}">
        <p14:creationId xmlns:p14="http://schemas.microsoft.com/office/powerpoint/2010/main" val="797777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1874102" y="1801949"/>
          <a:ext cx="8127999" cy="3114040"/>
        </p:xfrm>
        <a:graphic>
          <a:graphicData uri="http://schemas.openxmlformats.org/drawingml/2006/table">
            <a:tbl>
              <a:tblPr firstRow="1" bandRow="1">
                <a:tableStyleId>{D27102A9-8310-4765-A935-A1911B00CA55}</a:tableStyleId>
              </a:tblPr>
              <a:tblGrid>
                <a:gridCol w="2709333">
                  <a:extLst>
                    <a:ext uri="{9D8B030D-6E8A-4147-A177-3AD203B41FA5}">
                      <a16:colId xmlns:a16="http://schemas.microsoft.com/office/drawing/2014/main" val="2592576974"/>
                    </a:ext>
                  </a:extLst>
                </a:gridCol>
                <a:gridCol w="2709333">
                  <a:extLst>
                    <a:ext uri="{9D8B030D-6E8A-4147-A177-3AD203B41FA5}">
                      <a16:colId xmlns:a16="http://schemas.microsoft.com/office/drawing/2014/main" val="2222684993"/>
                    </a:ext>
                  </a:extLst>
                </a:gridCol>
                <a:gridCol w="2709333">
                  <a:extLst>
                    <a:ext uri="{9D8B030D-6E8A-4147-A177-3AD203B41FA5}">
                      <a16:colId xmlns:a16="http://schemas.microsoft.com/office/drawing/2014/main" val="3233655410"/>
                    </a:ext>
                  </a:extLst>
                </a:gridCol>
              </a:tblGrid>
              <a:tr h="370840">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Tile Complexity</a:t>
                      </a:r>
                    </a:p>
                  </a:txBody>
                  <a:tcPr anchor="ctr"/>
                </a:tc>
                <a:tc>
                  <a:txBody>
                    <a:bodyPr/>
                    <a:lstStyle/>
                    <a:p>
                      <a:pPr algn="ctr"/>
                      <a:r>
                        <a:rPr lang="en-US" dirty="0">
                          <a:solidFill>
                            <a:sysClr val="windowText" lastClr="000000"/>
                          </a:solidFill>
                        </a:rPr>
                        <a:t>Scale Factor</a:t>
                      </a:r>
                    </a:p>
                  </a:txBody>
                  <a:tcPr anchor="ctr"/>
                </a:tc>
                <a:extLst>
                  <a:ext uri="{0D108BD9-81ED-4DB2-BD59-A6C34878D82A}">
                    <a16:rowId xmlns:a16="http://schemas.microsoft.com/office/drawing/2014/main" val="1662199568"/>
                  </a:ext>
                </a:extLst>
              </a:tr>
              <a:tr h="370840">
                <a:tc>
                  <a:txBody>
                    <a:bodyPr/>
                    <a:lstStyle/>
                    <a:p>
                      <a:pPr algn="ctr"/>
                      <a:r>
                        <a:rPr lang="en-US" sz="2000" dirty="0" err="1">
                          <a:solidFill>
                            <a:sysClr val="windowText" lastClr="000000"/>
                          </a:solidFill>
                        </a:rPr>
                        <a:t>aTAM</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Soloveichik</a:t>
                      </a:r>
                      <a:r>
                        <a:rPr lang="en-US" sz="1600" dirty="0">
                          <a:solidFill>
                            <a:schemeClr val="bg1"/>
                          </a:solidFill>
                        </a:rPr>
                        <a:t>, </a:t>
                      </a:r>
                      <a:r>
                        <a:rPr lang="en-US" sz="1600" dirty="0" err="1">
                          <a:solidFill>
                            <a:schemeClr val="bg1"/>
                          </a:solidFill>
                        </a:rPr>
                        <a:t>Winfree</a:t>
                      </a:r>
                      <a:r>
                        <a:rPr lang="en-US" sz="1600" dirty="0">
                          <a:solidFill>
                            <a:schemeClr val="bg1"/>
                          </a:solidFill>
                        </a:rPr>
                        <a:t>, 2007</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370840">
                <a:tc>
                  <a:txBody>
                    <a:bodyPr/>
                    <a:lstStyle/>
                    <a:p>
                      <a:pPr algn="ctr"/>
                      <a:r>
                        <a:rPr lang="en-US" sz="2000" dirty="0">
                          <a:solidFill>
                            <a:sysClr val="windowText" lastClr="000000"/>
                          </a:solidFill>
                        </a:rPr>
                        <a:t>Staged </a:t>
                      </a:r>
                      <a:r>
                        <a:rPr lang="en-US" sz="2000" dirty="0" err="1">
                          <a:solidFill>
                            <a:sysClr val="windowText" lastClr="000000"/>
                          </a:solidFill>
                        </a:rPr>
                        <a:t>RNAse</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Demaine</a:t>
                      </a:r>
                      <a:r>
                        <a:rPr lang="en-US" sz="1600" dirty="0">
                          <a:solidFill>
                            <a:schemeClr val="bg1"/>
                          </a:solidFill>
                        </a:rPr>
                        <a:t>, </a:t>
                      </a:r>
                      <a:r>
                        <a:rPr lang="en-US" sz="1600" dirty="0" err="1">
                          <a:solidFill>
                            <a:schemeClr val="bg1"/>
                          </a:solidFill>
                        </a:rPr>
                        <a:t>Patitz</a:t>
                      </a:r>
                      <a:r>
                        <a:rPr lang="en-US" sz="1600" dirty="0">
                          <a:solidFill>
                            <a:schemeClr val="bg1"/>
                          </a:solidFill>
                        </a:rPr>
                        <a:t>, </a:t>
                      </a:r>
                      <a:r>
                        <a:rPr lang="en-US" sz="1600" dirty="0" err="1">
                          <a:solidFill>
                            <a:schemeClr val="bg1"/>
                          </a:solidFill>
                        </a:rPr>
                        <a:t>Schweller</a:t>
                      </a:r>
                      <a:r>
                        <a:rPr lang="en-US" sz="1600" dirty="0">
                          <a:solidFill>
                            <a:schemeClr val="bg1"/>
                          </a:solidFill>
                        </a:rPr>
                        <a:t>, and Summers, 2010</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1979431764"/>
                  </a:ext>
                </a:extLst>
              </a:tr>
              <a:tr h="370840">
                <a:tc>
                  <a:txBody>
                    <a:bodyPr/>
                    <a:lstStyle/>
                    <a:p>
                      <a:pPr algn="ctr"/>
                      <a:r>
                        <a:rPr lang="en-US" sz="2000" dirty="0">
                          <a:solidFill>
                            <a:sysClr val="windowText" lastClr="000000"/>
                          </a:solidFill>
                        </a:rPr>
                        <a:t>Negative Glue 2HAM</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20" name="Group 19">
            <a:extLst>
              <a:ext uri="{FF2B5EF4-FFF2-40B4-BE49-F238E27FC236}">
                <a16:creationId xmlns:a16="http://schemas.microsoft.com/office/drawing/2014/main" id="{9D2531B3-569F-4846-8FB3-DFA45C870390}"/>
              </a:ext>
            </a:extLst>
          </p:cNvPr>
          <p:cNvGrpSpPr/>
          <p:nvPr/>
        </p:nvGrpSpPr>
        <p:grpSpPr>
          <a:xfrm>
            <a:off x="4803017" y="3979141"/>
            <a:ext cx="2414811" cy="867770"/>
            <a:chOff x="4543200" y="4407239"/>
            <a:chExt cx="2414811" cy="867770"/>
          </a:xfrm>
        </p:grpSpPr>
        <p:grpSp>
          <p:nvGrpSpPr>
            <p:cNvPr id="21" name="Group 20">
              <a:extLst>
                <a:ext uri="{FF2B5EF4-FFF2-40B4-BE49-F238E27FC236}">
                  <a16:creationId xmlns:a16="http://schemas.microsoft.com/office/drawing/2014/main" id="{12DD30CF-8307-43DF-86E8-1D8B4E509174}"/>
                </a:ext>
              </a:extLst>
            </p:cNvPr>
            <p:cNvGrpSpPr/>
            <p:nvPr/>
          </p:nvGrpSpPr>
          <p:grpSpPr>
            <a:xfrm>
              <a:off x="5321099" y="4474789"/>
              <a:ext cx="1636912" cy="800220"/>
              <a:chOff x="5678286" y="3403227"/>
              <a:chExt cx="1636912" cy="800220"/>
            </a:xfrm>
          </p:grpSpPr>
          <p:sp>
            <p:nvSpPr>
              <p:cNvPr id="23" name="TextBox 22">
                <a:extLst>
                  <a:ext uri="{FF2B5EF4-FFF2-40B4-BE49-F238E27FC236}">
                    <a16:creationId xmlns:a16="http://schemas.microsoft.com/office/drawing/2014/main" id="{1615D78A-569C-45F5-A5B4-7A4C774211F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24" name="Straight Connector 23">
                <a:extLst>
                  <a:ext uri="{FF2B5EF4-FFF2-40B4-BE49-F238E27FC236}">
                    <a16:creationId xmlns:a16="http://schemas.microsoft.com/office/drawing/2014/main" id="{1B784186-31A4-4A83-8BD7-3BC795995574}"/>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3472E04B-4CDA-45A1-8471-13F4E046964F}"/>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22" name="TextBox 21">
              <a:extLst>
                <a:ext uri="{FF2B5EF4-FFF2-40B4-BE49-F238E27FC236}">
                  <a16:creationId xmlns:a16="http://schemas.microsoft.com/office/drawing/2014/main" id="{8DA72EB4-D60D-4039-BB14-6ACD5EFE7DBB}"/>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grpSp>
        <p:nvGrpSpPr>
          <p:cNvPr id="26" name="Group 25">
            <a:extLst>
              <a:ext uri="{FF2B5EF4-FFF2-40B4-BE49-F238E27FC236}">
                <a16:creationId xmlns:a16="http://schemas.microsoft.com/office/drawing/2014/main" id="{4C0E9DED-153D-4879-B969-154B54345376}"/>
              </a:ext>
            </a:extLst>
          </p:cNvPr>
          <p:cNvGrpSpPr/>
          <p:nvPr/>
        </p:nvGrpSpPr>
        <p:grpSpPr>
          <a:xfrm>
            <a:off x="4803017" y="2154294"/>
            <a:ext cx="2414811" cy="867770"/>
            <a:chOff x="4543200" y="4407239"/>
            <a:chExt cx="2414811" cy="867770"/>
          </a:xfrm>
        </p:grpSpPr>
        <p:grpSp>
          <p:nvGrpSpPr>
            <p:cNvPr id="27" name="Group 26">
              <a:extLst>
                <a:ext uri="{FF2B5EF4-FFF2-40B4-BE49-F238E27FC236}">
                  <a16:creationId xmlns:a16="http://schemas.microsoft.com/office/drawing/2014/main" id="{F6B5E656-DF8B-4DD7-A1AE-6003B723F67B}"/>
                </a:ext>
              </a:extLst>
            </p:cNvPr>
            <p:cNvGrpSpPr/>
            <p:nvPr/>
          </p:nvGrpSpPr>
          <p:grpSpPr>
            <a:xfrm>
              <a:off x="5321099" y="4474789"/>
              <a:ext cx="1636912" cy="800220"/>
              <a:chOff x="5678286" y="3403227"/>
              <a:chExt cx="1636912" cy="800220"/>
            </a:xfrm>
          </p:grpSpPr>
          <p:sp>
            <p:nvSpPr>
              <p:cNvPr id="29" name="TextBox 28">
                <a:extLst>
                  <a:ext uri="{FF2B5EF4-FFF2-40B4-BE49-F238E27FC236}">
                    <a16:creationId xmlns:a16="http://schemas.microsoft.com/office/drawing/2014/main" id="{03CC1786-500B-4C8B-9FE7-55E17918C04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0" name="Straight Connector 29">
                <a:extLst>
                  <a:ext uri="{FF2B5EF4-FFF2-40B4-BE49-F238E27FC236}">
                    <a16:creationId xmlns:a16="http://schemas.microsoft.com/office/drawing/2014/main" id="{C98B2380-1241-4E53-812F-D66E9B58E1BA}"/>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FD79B5C4-6FB9-422A-8C81-761D62F2641B}"/>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28" name="TextBox 27">
              <a:extLst>
                <a:ext uri="{FF2B5EF4-FFF2-40B4-BE49-F238E27FC236}">
                  <a16:creationId xmlns:a16="http://schemas.microsoft.com/office/drawing/2014/main" id="{9E95B950-4135-4BDF-979E-DDD874BCC880}"/>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32" name="TextBox 31">
            <a:extLst>
              <a:ext uri="{FF2B5EF4-FFF2-40B4-BE49-F238E27FC236}">
                <a16:creationId xmlns:a16="http://schemas.microsoft.com/office/drawing/2014/main" id="{A31E452F-C9CF-4A68-B842-A6C629F2A94F}"/>
              </a:ext>
            </a:extLst>
          </p:cNvPr>
          <p:cNvSpPr txBox="1"/>
          <p:nvPr/>
        </p:nvSpPr>
        <p:spPr>
          <a:xfrm>
            <a:off x="7899673" y="2328976"/>
            <a:ext cx="1420582" cy="523220"/>
          </a:xfrm>
          <a:prstGeom prst="rect">
            <a:avLst/>
          </a:prstGeom>
          <a:noFill/>
        </p:spPr>
        <p:txBody>
          <a:bodyPr wrap="none" rtlCol="0">
            <a:spAutoFit/>
          </a:bodyPr>
          <a:lstStyle/>
          <a:p>
            <a:r>
              <a:rPr lang="en-US" sz="2800" dirty="0">
                <a:solidFill>
                  <a:schemeClr val="bg1"/>
                </a:solidFill>
              </a:rPr>
              <a:t>arbitrary</a:t>
            </a:r>
          </a:p>
        </p:txBody>
      </p:sp>
      <p:grpSp>
        <p:nvGrpSpPr>
          <p:cNvPr id="33" name="Group 32">
            <a:extLst>
              <a:ext uri="{FF2B5EF4-FFF2-40B4-BE49-F238E27FC236}">
                <a16:creationId xmlns:a16="http://schemas.microsoft.com/office/drawing/2014/main" id="{E857829E-D525-4612-A017-A2257EB93784}"/>
              </a:ext>
            </a:extLst>
          </p:cNvPr>
          <p:cNvGrpSpPr/>
          <p:nvPr/>
        </p:nvGrpSpPr>
        <p:grpSpPr>
          <a:xfrm>
            <a:off x="4803017" y="3068017"/>
            <a:ext cx="2414811" cy="867770"/>
            <a:chOff x="4543200" y="4407239"/>
            <a:chExt cx="2414811" cy="867770"/>
          </a:xfrm>
        </p:grpSpPr>
        <p:grpSp>
          <p:nvGrpSpPr>
            <p:cNvPr id="34" name="Group 33">
              <a:extLst>
                <a:ext uri="{FF2B5EF4-FFF2-40B4-BE49-F238E27FC236}">
                  <a16:creationId xmlns:a16="http://schemas.microsoft.com/office/drawing/2014/main" id="{DB99DB69-5460-4087-A30D-4498D6421853}"/>
                </a:ext>
              </a:extLst>
            </p:cNvPr>
            <p:cNvGrpSpPr/>
            <p:nvPr/>
          </p:nvGrpSpPr>
          <p:grpSpPr>
            <a:xfrm>
              <a:off x="5321099" y="4474789"/>
              <a:ext cx="1636912" cy="800220"/>
              <a:chOff x="5678286" y="3403227"/>
              <a:chExt cx="1636912" cy="800220"/>
            </a:xfrm>
          </p:grpSpPr>
          <p:sp>
            <p:nvSpPr>
              <p:cNvPr id="36" name="TextBox 35">
                <a:extLst>
                  <a:ext uri="{FF2B5EF4-FFF2-40B4-BE49-F238E27FC236}">
                    <a16:creationId xmlns:a16="http://schemas.microsoft.com/office/drawing/2014/main" id="{7DFDC99F-270D-4F5E-9CC5-7ACEC5F305DA}"/>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7" name="Straight Connector 36">
                <a:extLst>
                  <a:ext uri="{FF2B5EF4-FFF2-40B4-BE49-F238E27FC236}">
                    <a16:creationId xmlns:a16="http://schemas.microsoft.com/office/drawing/2014/main" id="{7B05D2E5-3A34-4CE0-817B-3763342BD4DD}"/>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D296BD89-9DB0-4313-8055-556A6B35FE54}"/>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35" name="TextBox 34">
              <a:extLst>
                <a:ext uri="{FF2B5EF4-FFF2-40B4-BE49-F238E27FC236}">
                  <a16:creationId xmlns:a16="http://schemas.microsoft.com/office/drawing/2014/main" id="{D80FB7D5-77B6-45CC-B776-789AACB53962}"/>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39" name="TextBox 38">
            <a:extLst>
              <a:ext uri="{FF2B5EF4-FFF2-40B4-BE49-F238E27FC236}">
                <a16:creationId xmlns:a16="http://schemas.microsoft.com/office/drawing/2014/main" id="{D623C7C2-BEFC-4AFF-A15C-80580DB6DE40}"/>
              </a:ext>
            </a:extLst>
          </p:cNvPr>
          <p:cNvSpPr txBox="1"/>
          <p:nvPr/>
        </p:nvSpPr>
        <p:spPr>
          <a:xfrm>
            <a:off x="7691283" y="3221905"/>
            <a:ext cx="1837362" cy="523220"/>
          </a:xfrm>
          <a:prstGeom prst="rect">
            <a:avLst/>
          </a:prstGeom>
          <a:noFill/>
        </p:spPr>
        <p:txBody>
          <a:bodyPr wrap="none" rtlCol="0">
            <a:spAutoFit/>
          </a:bodyPr>
          <a:lstStyle/>
          <a:p>
            <a:r>
              <a:rPr lang="en-US" sz="2800" dirty="0">
                <a:solidFill>
                  <a:schemeClr val="bg1"/>
                </a:solidFill>
              </a:rPr>
              <a:t>logarithmic</a:t>
            </a:r>
          </a:p>
        </p:txBody>
      </p:sp>
      <p:sp>
        <p:nvSpPr>
          <p:cNvPr id="40" name="TextBox 39">
            <a:extLst>
              <a:ext uri="{FF2B5EF4-FFF2-40B4-BE49-F238E27FC236}">
                <a16:creationId xmlns:a16="http://schemas.microsoft.com/office/drawing/2014/main" id="{B2CE4078-9E0D-4FEC-806E-3DFA52433FBD}"/>
              </a:ext>
            </a:extLst>
          </p:cNvPr>
          <p:cNvSpPr txBox="1"/>
          <p:nvPr/>
        </p:nvSpPr>
        <p:spPr>
          <a:xfrm>
            <a:off x="7920512" y="4133029"/>
            <a:ext cx="1378904" cy="523220"/>
          </a:xfrm>
          <a:prstGeom prst="rect">
            <a:avLst/>
          </a:prstGeom>
          <a:noFill/>
        </p:spPr>
        <p:txBody>
          <a:bodyPr wrap="none" rtlCol="0">
            <a:spAutoFit/>
          </a:bodyPr>
          <a:lstStyle/>
          <a:p>
            <a:r>
              <a:rPr lang="en-US" sz="2800" dirty="0">
                <a:solidFill>
                  <a:schemeClr val="bg1"/>
                </a:solidFill>
              </a:rPr>
              <a:t>constant</a:t>
            </a:r>
          </a:p>
        </p:txBody>
      </p:sp>
    </p:spTree>
    <p:extLst>
      <p:ext uri="{BB962C8B-B14F-4D97-AF65-F5344CB8AC3E}">
        <p14:creationId xmlns:p14="http://schemas.microsoft.com/office/powerpoint/2010/main" val="461719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Outline</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rgbClr val="FA9930"/>
                </a:solidFill>
                <a:latin typeface="Calibri" panose="020F0502020204030204" pitchFamily="34" charset="0"/>
                <a:ea typeface="Quicksand"/>
                <a:cs typeface="Calibri" panose="020F0502020204030204" pitchFamily="34" charset="0"/>
                <a:sym typeface="Quicksand"/>
              </a:rPr>
              <a:t>     - constant scal</a:t>
            </a:r>
            <a:r>
              <a:rPr lang="en-US" sz="2800" dirty="0">
                <a:solidFill>
                  <a:srgbClr val="FA9930"/>
                </a:solidFill>
                <a:latin typeface="Calibri" panose="020F0502020204030204" pitchFamily="34" charset="0"/>
                <a:ea typeface="Quicksand"/>
                <a:cs typeface="Calibri" panose="020F0502020204030204" pitchFamily="34" charset="0"/>
                <a:sym typeface="Quicksand"/>
              </a:rPr>
              <a:t>e</a:t>
            </a:r>
            <a:endParaRPr lang="en-US" sz="2800" b="0" i="0" u="none" strike="noStrike" cap="none" dirty="0">
              <a:solidFill>
                <a:srgbClr val="FA9930"/>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constant tile types</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Guided 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a:t>
            </a:r>
            <a:r>
              <a:rPr lang="en-US" sz="2800" dirty="0">
                <a:solidFill>
                  <a:schemeClr val="dk1"/>
                </a:solidFill>
                <a:latin typeface="Calibri" panose="020F0502020204030204" pitchFamily="34" charset="0"/>
                <a:ea typeface="Quicksand"/>
                <a:cs typeface="Calibri" panose="020F0502020204030204" pitchFamily="34" charset="0"/>
                <a:sym typeface="Quicksand"/>
              </a:rPr>
              <a:t>universal constructors</a:t>
            </a:r>
            <a:endPar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31" name="Picture 30">
            <a:extLst>
              <a:ext uri="{FF2B5EF4-FFF2-40B4-BE49-F238E27FC236}">
                <a16:creationId xmlns:a16="http://schemas.microsoft.com/office/drawing/2014/main" id="{F4E7E87F-46A9-4BC0-865D-80DDA45F5483}"/>
              </a:ext>
            </a:extLst>
          </p:cNvPr>
          <p:cNvPicPr>
            <a:picLocks noChangeAspect="1"/>
          </p:cNvPicPr>
          <p:nvPr/>
        </p:nvPicPr>
        <p:blipFill>
          <a:blip r:embed="rId3"/>
          <a:stretch>
            <a:fillRect/>
          </a:stretch>
        </p:blipFill>
        <p:spPr>
          <a:xfrm>
            <a:off x="327889" y="2341930"/>
            <a:ext cx="2295871" cy="1096799"/>
          </a:xfrm>
          <a:prstGeom prst="rect">
            <a:avLst/>
          </a:prstGeom>
        </p:spPr>
      </p:pic>
      <p:sp>
        <p:nvSpPr>
          <p:cNvPr id="32" name="TextBox 31">
            <a:extLst>
              <a:ext uri="{FF2B5EF4-FFF2-40B4-BE49-F238E27FC236}">
                <a16:creationId xmlns:a16="http://schemas.microsoft.com/office/drawing/2014/main" id="{31355A90-F8C7-4D64-8210-E0C9DECA2D6D}"/>
              </a:ext>
            </a:extLst>
          </p:cNvPr>
          <p:cNvSpPr txBox="1"/>
          <p:nvPr/>
        </p:nvSpPr>
        <p:spPr>
          <a:xfrm>
            <a:off x="7641593" y="5473005"/>
            <a:ext cx="4629647" cy="954107"/>
          </a:xfrm>
          <a:prstGeom prst="rect">
            <a:avLst/>
          </a:prstGeom>
          <a:noFill/>
        </p:spPr>
        <p:txBody>
          <a:bodyPr wrap="square" rtlCol="0">
            <a:spAutoFit/>
          </a:bodyPr>
          <a:lstStyle/>
          <a:p>
            <a:r>
              <a:rPr lang="en-US" sz="1400" u="sng" dirty="0"/>
              <a:t>The following portion of this presentation was published as:</a:t>
            </a:r>
            <a:br>
              <a:rPr lang="en-US" sz="1400" u="sng" dirty="0"/>
            </a:br>
            <a:r>
              <a:rPr lang="en-US" sz="1400" dirty="0"/>
              <a:t>Luchsinger, </a:t>
            </a:r>
            <a:r>
              <a:rPr lang="en-US" sz="1400" dirty="0" err="1"/>
              <a:t>Schweller</a:t>
            </a:r>
            <a:r>
              <a:rPr lang="en-US" sz="1400" dirty="0"/>
              <a:t>, Wylie, </a:t>
            </a:r>
            <a:r>
              <a:rPr lang="en-US" sz="1400" i="1" dirty="0"/>
              <a:t>Self-Assembly of Shapes at Constant Scale Using Repulsive Forces,</a:t>
            </a:r>
            <a:r>
              <a:rPr lang="en-US" sz="1400" dirty="0"/>
              <a:t> In Natural Computing, 18(1), 93-105, 2019</a:t>
            </a:r>
            <a:endParaRPr lang="en-US" sz="1400" dirty="0">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1199608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860311" y="1717485"/>
            <a:ext cx="671979" cy="369332"/>
          </a:xfrm>
          <a:prstGeom prst="rect">
            <a:avLst/>
          </a:prstGeom>
          <a:noFill/>
        </p:spPr>
        <p:txBody>
          <a:bodyPr wrap="none" rtlCol="0">
            <a:spAutoFit/>
          </a:bodyPr>
          <a:lstStyle/>
          <a:p>
            <a:r>
              <a:rPr lang="en-US" u="sng" dirty="0">
                <a:solidFill>
                  <a:schemeClr val="bg1"/>
                </a:solidFill>
              </a:rPr>
              <a:t>Input</a:t>
            </a:r>
          </a:p>
        </p:txBody>
      </p:sp>
      <p:sp>
        <p:nvSpPr>
          <p:cNvPr id="28" name="TextBox 27"/>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pSp>
        <p:nvGrpSpPr>
          <p:cNvPr id="29" name="Group 28">
            <a:extLst>
              <a:ext uri="{FF2B5EF4-FFF2-40B4-BE49-F238E27FC236}">
                <a16:creationId xmlns:a16="http://schemas.microsoft.com/office/drawing/2014/main" id="{FB261B87-5841-4D58-973E-B4D21C621AA6}"/>
              </a:ext>
            </a:extLst>
          </p:cNvPr>
          <p:cNvGrpSpPr/>
          <p:nvPr/>
        </p:nvGrpSpPr>
        <p:grpSpPr>
          <a:xfrm>
            <a:off x="2761113" y="2485001"/>
            <a:ext cx="1281115" cy="1242017"/>
            <a:chOff x="6281735" y="3261458"/>
            <a:chExt cx="642899" cy="622851"/>
          </a:xfrm>
        </p:grpSpPr>
        <p:sp>
          <p:nvSpPr>
            <p:cNvPr id="30" name="Rectangle 29">
              <a:extLst>
                <a:ext uri="{FF2B5EF4-FFF2-40B4-BE49-F238E27FC236}">
                  <a16:creationId xmlns:a16="http://schemas.microsoft.com/office/drawing/2014/main" id="{2D742C2F-E39B-466F-BD28-F308FFEC80B6}"/>
                </a:ext>
              </a:extLst>
            </p:cNvPr>
            <p:cNvSpPr/>
            <p:nvPr/>
          </p:nvSpPr>
          <p:spPr>
            <a:xfrm>
              <a:off x="6650038"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C077B0B-8A9C-463C-A6D1-A5C58F291E8F}"/>
                </a:ext>
              </a:extLst>
            </p:cNvPr>
            <p:cNvSpPr/>
            <p:nvPr/>
          </p:nvSpPr>
          <p:spPr>
            <a:xfrm>
              <a:off x="6557963"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AD50444-5D9C-49B0-BC50-C7D166A6D91C}"/>
                </a:ext>
              </a:extLst>
            </p:cNvPr>
            <p:cNvSpPr/>
            <p:nvPr/>
          </p:nvSpPr>
          <p:spPr>
            <a:xfrm>
              <a:off x="6650038"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B7080D7-B039-4FD6-B4DA-257DDD4854EC}"/>
                </a:ext>
              </a:extLst>
            </p:cNvPr>
            <p:cNvSpPr/>
            <p:nvPr/>
          </p:nvSpPr>
          <p:spPr>
            <a:xfrm>
              <a:off x="6557963"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A0451CB-5E28-486A-97E5-B16A14DF3BF5}"/>
                </a:ext>
              </a:extLst>
            </p:cNvPr>
            <p:cNvSpPr/>
            <p:nvPr/>
          </p:nvSpPr>
          <p:spPr>
            <a:xfrm>
              <a:off x="6650038"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68B6A87F-3D83-4551-A863-307854AAC66B}"/>
                </a:ext>
              </a:extLst>
            </p:cNvPr>
            <p:cNvSpPr/>
            <p:nvPr/>
          </p:nvSpPr>
          <p:spPr>
            <a:xfrm>
              <a:off x="6742113"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77B7B9F-3300-495A-A8B3-B202354D94BD}"/>
                </a:ext>
              </a:extLst>
            </p:cNvPr>
            <p:cNvSpPr/>
            <p:nvPr/>
          </p:nvSpPr>
          <p:spPr>
            <a:xfrm>
              <a:off x="6742112"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32F41F9-CA23-4392-AA4D-310F509A4A0C}"/>
                </a:ext>
              </a:extLst>
            </p:cNvPr>
            <p:cNvSpPr/>
            <p:nvPr/>
          </p:nvSpPr>
          <p:spPr>
            <a:xfrm>
              <a:off x="6742112"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EAF25F3-A8D4-49D4-90A6-859B56C49A86}"/>
                </a:ext>
              </a:extLst>
            </p:cNvPr>
            <p:cNvSpPr/>
            <p:nvPr/>
          </p:nvSpPr>
          <p:spPr>
            <a:xfrm>
              <a:off x="6832559"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781D966-87F5-4035-B0D0-81B272B795FE}"/>
                </a:ext>
              </a:extLst>
            </p:cNvPr>
            <p:cNvSpPr/>
            <p:nvPr/>
          </p:nvSpPr>
          <p:spPr>
            <a:xfrm>
              <a:off x="6557962"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F03E2BE-8D4D-4E50-A4D3-CA4EF1809271}"/>
                </a:ext>
              </a:extLst>
            </p:cNvPr>
            <p:cNvSpPr/>
            <p:nvPr/>
          </p:nvSpPr>
          <p:spPr>
            <a:xfrm>
              <a:off x="6465887"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BE5864C-5C78-4A8F-A3C6-01C09CCAE6FF}"/>
                </a:ext>
              </a:extLst>
            </p:cNvPr>
            <p:cNvSpPr/>
            <p:nvPr/>
          </p:nvSpPr>
          <p:spPr>
            <a:xfrm>
              <a:off x="6373811"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4222F18-342E-482E-9D29-622E3C92D3D9}"/>
                </a:ext>
              </a:extLst>
            </p:cNvPr>
            <p:cNvSpPr/>
            <p:nvPr/>
          </p:nvSpPr>
          <p:spPr>
            <a:xfrm>
              <a:off x="6281735"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23B0A5F-12D9-4F34-9163-380164FB1568}"/>
                </a:ext>
              </a:extLst>
            </p:cNvPr>
            <p:cNvSpPr/>
            <p:nvPr/>
          </p:nvSpPr>
          <p:spPr>
            <a:xfrm>
              <a:off x="6373810"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20F3658-553B-4552-8CB1-483D3B6DB67C}"/>
                </a:ext>
              </a:extLst>
            </p:cNvPr>
            <p:cNvSpPr/>
            <p:nvPr/>
          </p:nvSpPr>
          <p:spPr>
            <a:xfrm>
              <a:off x="6373810"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64CFE6B-07EE-4C6A-A4F7-81B11F4A1753}"/>
                </a:ext>
              </a:extLst>
            </p:cNvPr>
            <p:cNvSpPr/>
            <p:nvPr/>
          </p:nvSpPr>
          <p:spPr>
            <a:xfrm>
              <a:off x="6465886"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6E00C81E-9A8F-48B8-9FFA-29176C24E4BC}"/>
                </a:ext>
              </a:extLst>
            </p:cNvPr>
            <p:cNvSpPr/>
            <p:nvPr/>
          </p:nvSpPr>
          <p:spPr>
            <a:xfrm>
              <a:off x="6557961"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B31C635-B9C6-46E9-A820-8B82FA52EB2D}"/>
                </a:ext>
              </a:extLst>
            </p:cNvPr>
            <p:cNvSpPr/>
            <p:nvPr/>
          </p:nvSpPr>
          <p:spPr>
            <a:xfrm>
              <a:off x="6650037"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DE0FE32-0215-4576-A21E-2FD8A8928919}"/>
                </a:ext>
              </a:extLst>
            </p:cNvPr>
            <p:cNvSpPr/>
            <p:nvPr/>
          </p:nvSpPr>
          <p:spPr>
            <a:xfrm>
              <a:off x="6465478" y="379454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FAC3B38-7F80-4A40-BAE3-AAB650FBF49A}"/>
                </a:ext>
              </a:extLst>
            </p:cNvPr>
            <p:cNvSpPr/>
            <p:nvPr/>
          </p:nvSpPr>
          <p:spPr>
            <a:xfrm>
              <a:off x="6466125"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366496C-423F-40CC-AB32-DCC0E22FDC96}"/>
                </a:ext>
              </a:extLst>
            </p:cNvPr>
            <p:cNvSpPr/>
            <p:nvPr/>
          </p:nvSpPr>
          <p:spPr>
            <a:xfrm>
              <a:off x="6557144" y="3794543"/>
              <a:ext cx="91837"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C4E0210-7282-400E-BABD-88EDBE0F0F20}"/>
                </a:ext>
              </a:extLst>
            </p:cNvPr>
            <p:cNvSpPr/>
            <p:nvPr/>
          </p:nvSpPr>
          <p:spPr>
            <a:xfrm>
              <a:off x="6556332"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a:extLst>
              <a:ext uri="{FF2B5EF4-FFF2-40B4-BE49-F238E27FC236}">
                <a16:creationId xmlns:a16="http://schemas.microsoft.com/office/drawing/2014/main" id="{45FFAEE7-49A8-45C3-B96A-B037ACF25D31}"/>
              </a:ext>
            </a:extLst>
          </p:cNvPr>
          <p:cNvSpPr txBox="1"/>
          <p:nvPr/>
        </p:nvSpPr>
        <p:spPr>
          <a:xfrm>
            <a:off x="504998" y="2782845"/>
            <a:ext cx="2619659" cy="646331"/>
          </a:xfrm>
          <a:prstGeom prst="rect">
            <a:avLst/>
          </a:prstGeom>
          <a:noFill/>
        </p:spPr>
        <p:txBody>
          <a:bodyPr wrap="square" rtlCol="0">
            <a:spAutoFit/>
          </a:bodyPr>
          <a:lstStyle/>
          <a:p>
            <a:r>
              <a:rPr lang="en-US" dirty="0">
                <a:solidFill>
                  <a:schemeClr val="bg1"/>
                </a:solidFill>
              </a:rPr>
              <a:t>Optimal description </a:t>
            </a:r>
          </a:p>
          <a:p>
            <a:r>
              <a:rPr lang="en-US" dirty="0">
                <a:solidFill>
                  <a:schemeClr val="bg1"/>
                </a:solidFill>
              </a:rPr>
              <a:t>of shape S:</a:t>
            </a:r>
          </a:p>
        </p:txBody>
      </p:sp>
    </p:spTree>
    <p:extLst>
      <p:ext uri="{BB962C8B-B14F-4D97-AF65-F5344CB8AC3E}">
        <p14:creationId xmlns:p14="http://schemas.microsoft.com/office/powerpoint/2010/main" val="4544840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860311" y="1717485"/>
            <a:ext cx="671979" cy="369332"/>
          </a:xfrm>
          <a:prstGeom prst="rect">
            <a:avLst/>
          </a:prstGeom>
          <a:noFill/>
        </p:spPr>
        <p:txBody>
          <a:bodyPr wrap="none" rtlCol="0">
            <a:spAutoFit/>
          </a:bodyPr>
          <a:lstStyle/>
          <a:p>
            <a:r>
              <a:rPr lang="en-US" u="sng" dirty="0">
                <a:solidFill>
                  <a:schemeClr val="bg1"/>
                </a:solidFill>
              </a:rPr>
              <a:t>Input</a:t>
            </a:r>
          </a:p>
        </p:txBody>
      </p:sp>
      <p:sp>
        <p:nvSpPr>
          <p:cNvPr id="5" name="TextBox 4"/>
          <p:cNvSpPr txBox="1"/>
          <p:nvPr/>
        </p:nvSpPr>
        <p:spPr>
          <a:xfrm>
            <a:off x="901413" y="4108045"/>
            <a:ext cx="738472" cy="338554"/>
          </a:xfrm>
          <a:prstGeom prst="rect">
            <a:avLst/>
          </a:prstGeom>
          <a:noFill/>
        </p:spPr>
        <p:txBody>
          <a:bodyPr wrap="none" rtlCol="0">
            <a:spAutoFit/>
          </a:bodyPr>
          <a:lstStyle/>
          <a:p>
            <a:r>
              <a:rPr lang="en-US" sz="1600" dirty="0" err="1">
                <a:solidFill>
                  <a:schemeClr val="bg1"/>
                </a:solidFill>
              </a:rPr>
              <a:t>Tileset</a:t>
            </a:r>
            <a:endParaRPr lang="en-US" sz="1600" dirty="0">
              <a:solidFill>
                <a:schemeClr val="bg1"/>
              </a:solidFill>
            </a:endParaRPr>
          </a:p>
        </p:txBody>
      </p:sp>
      <p:grpSp>
        <p:nvGrpSpPr>
          <p:cNvPr id="21" name="Group 20"/>
          <p:cNvGrpSpPr/>
          <p:nvPr/>
        </p:nvGrpSpPr>
        <p:grpSpPr>
          <a:xfrm>
            <a:off x="954719" y="4492915"/>
            <a:ext cx="905592" cy="293391"/>
            <a:chOff x="903902" y="4801770"/>
            <a:chExt cx="905592" cy="293391"/>
          </a:xfrm>
        </p:grpSpPr>
        <p:sp>
          <p:nvSpPr>
            <p:cNvPr id="22" name="Rectangle 21"/>
            <p:cNvSpPr/>
            <p:nvPr/>
          </p:nvSpPr>
          <p:spPr>
            <a:xfrm>
              <a:off x="903902" y="4813249"/>
              <a:ext cx="91440" cy="91440"/>
            </a:xfrm>
            <a:prstGeom prst="rect">
              <a:avLst/>
            </a:prstGeom>
            <a:solidFill>
              <a:schemeClr val="accent4">
                <a:lumMod val="60000"/>
                <a:lumOff val="4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p:cNvSpPr/>
            <p:nvPr/>
          </p:nvSpPr>
          <p:spPr>
            <a:xfrm>
              <a:off x="1514516" y="4808467"/>
              <a:ext cx="91440" cy="91440"/>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 name="Rectangle 23"/>
            <p:cNvSpPr/>
            <p:nvPr/>
          </p:nvSpPr>
          <p:spPr>
            <a:xfrm>
              <a:off x="1107440" y="4808467"/>
              <a:ext cx="91440" cy="91440"/>
            </a:xfrm>
            <a:prstGeom prst="rect">
              <a:avLst/>
            </a:prstGeom>
            <a:solidFill>
              <a:srgbClr val="015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Rectangle 24"/>
            <p:cNvSpPr/>
            <p:nvPr/>
          </p:nvSpPr>
          <p:spPr>
            <a:xfrm>
              <a:off x="1718054" y="4801770"/>
              <a:ext cx="91440" cy="91440"/>
            </a:xfrm>
            <a:prstGeom prst="rect">
              <a:avLst/>
            </a:prstGeom>
            <a:solidFill>
              <a:srgbClr val="9148C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 name="Rectangle 25"/>
            <p:cNvSpPr/>
            <p:nvPr/>
          </p:nvSpPr>
          <p:spPr>
            <a:xfrm>
              <a:off x="1310978" y="4808467"/>
              <a:ext cx="91440" cy="91440"/>
            </a:xfrm>
            <a:prstGeom prst="rect">
              <a:avLst/>
            </a:prstGeom>
            <a:solidFill>
              <a:srgbClr val="FC711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 name="Rectangle 26"/>
            <p:cNvSpPr/>
            <p:nvPr/>
          </p:nvSpPr>
          <p:spPr>
            <a:xfrm>
              <a:off x="903902" y="5003721"/>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 name="Rectangle 27"/>
            <p:cNvSpPr/>
            <p:nvPr/>
          </p:nvSpPr>
          <p:spPr>
            <a:xfrm>
              <a:off x="1107440" y="5003721"/>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 name="Rectangle 28"/>
            <p:cNvSpPr/>
            <p:nvPr/>
          </p:nvSpPr>
          <p:spPr>
            <a:xfrm>
              <a:off x="1310978"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 name="Rectangle 29"/>
            <p:cNvSpPr/>
            <p:nvPr/>
          </p:nvSpPr>
          <p:spPr>
            <a:xfrm>
              <a:off x="1514516"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 name="Rectangle 30"/>
            <p:cNvSpPr/>
            <p:nvPr/>
          </p:nvSpPr>
          <p:spPr>
            <a:xfrm>
              <a:off x="1718054"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36" name="TextBox 35"/>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pSp>
        <p:nvGrpSpPr>
          <p:cNvPr id="44" name="Group 43">
            <a:extLst>
              <a:ext uri="{FF2B5EF4-FFF2-40B4-BE49-F238E27FC236}">
                <a16:creationId xmlns:a16="http://schemas.microsoft.com/office/drawing/2014/main" id="{FA13E525-2E1A-47AD-B4E9-E77440B00EC9}"/>
              </a:ext>
            </a:extLst>
          </p:cNvPr>
          <p:cNvGrpSpPr/>
          <p:nvPr/>
        </p:nvGrpSpPr>
        <p:grpSpPr>
          <a:xfrm>
            <a:off x="2358750" y="4075047"/>
            <a:ext cx="1221938" cy="1305556"/>
            <a:chOff x="2358750" y="4075047"/>
            <a:chExt cx="1221938" cy="1305556"/>
          </a:xfrm>
        </p:grpSpPr>
        <p:sp>
          <p:nvSpPr>
            <p:cNvPr id="50" name="TextBox 49">
              <a:extLst>
                <a:ext uri="{FF2B5EF4-FFF2-40B4-BE49-F238E27FC236}">
                  <a16:creationId xmlns:a16="http://schemas.microsoft.com/office/drawing/2014/main" id="{103FCCD1-60F6-49C2-AA32-137ACB71E944}"/>
                </a:ext>
              </a:extLst>
            </p:cNvPr>
            <p:cNvSpPr txBox="1"/>
            <p:nvPr/>
          </p:nvSpPr>
          <p:spPr>
            <a:xfrm>
              <a:off x="2358750" y="4075047"/>
              <a:ext cx="1221938" cy="338554"/>
            </a:xfrm>
            <a:prstGeom prst="rect">
              <a:avLst/>
            </a:prstGeom>
            <a:noFill/>
          </p:spPr>
          <p:txBody>
            <a:bodyPr wrap="none" rtlCol="0">
              <a:spAutoFit/>
            </a:bodyPr>
            <a:lstStyle/>
            <a:p>
              <a:r>
                <a:rPr lang="en-US" sz="1600" dirty="0">
                  <a:solidFill>
                    <a:schemeClr val="bg1"/>
                  </a:solidFill>
                </a:rPr>
                <a:t>Temperature</a:t>
              </a:r>
            </a:p>
          </p:txBody>
        </p:sp>
        <p:sp>
          <p:nvSpPr>
            <p:cNvPr id="69" name="TextBox 68">
              <a:extLst>
                <a:ext uri="{FF2B5EF4-FFF2-40B4-BE49-F238E27FC236}">
                  <a16:creationId xmlns:a16="http://schemas.microsoft.com/office/drawing/2014/main" id="{A07C11DC-2804-43DC-8625-87B24599929D}"/>
                </a:ext>
              </a:extLst>
            </p:cNvPr>
            <p:cNvSpPr txBox="1"/>
            <p:nvPr/>
          </p:nvSpPr>
          <p:spPr>
            <a:xfrm>
              <a:off x="2934661" y="4413601"/>
              <a:ext cx="364202" cy="307777"/>
            </a:xfrm>
            <a:prstGeom prst="rect">
              <a:avLst/>
            </a:prstGeom>
            <a:noFill/>
          </p:spPr>
          <p:txBody>
            <a:bodyPr wrap="none" rtlCol="0">
              <a:spAutoFit/>
            </a:bodyPr>
            <a:lstStyle/>
            <a:p>
              <a:r>
                <a:rPr lang="en-US" sz="1400" dirty="0">
                  <a:solidFill>
                    <a:schemeClr val="bg1"/>
                  </a:solidFill>
                </a:rPr>
                <a:t>10</a:t>
              </a:r>
            </a:p>
          </p:txBody>
        </p:sp>
        <p:sp>
          <p:nvSpPr>
            <p:cNvPr id="70" name="Rectangle 69">
              <a:extLst>
                <a:ext uri="{FF2B5EF4-FFF2-40B4-BE49-F238E27FC236}">
                  <a16:creationId xmlns:a16="http://schemas.microsoft.com/office/drawing/2014/main" id="{BF44DBFF-5F12-41DB-924A-4E476AB4E00B}"/>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F920BAF3-6ED0-4165-B1EF-F9DA67032EBE}"/>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Rounded Corners 71">
              <a:extLst>
                <a:ext uri="{FF2B5EF4-FFF2-40B4-BE49-F238E27FC236}">
                  <a16:creationId xmlns:a16="http://schemas.microsoft.com/office/drawing/2014/main" id="{B029EC52-0106-414E-9BDF-97C7261FE1E0}"/>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9E238EE-757E-4304-B0F7-7CB84C17F927}"/>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1734F4A7-3F31-4A19-8DC2-6329C6F70646}"/>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3724E035-9F25-48E3-A2B2-EBE491470A42}"/>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4B12EE9F-44C8-4337-A20A-4324C32F1A29}"/>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1" name="Group 150">
            <a:extLst>
              <a:ext uri="{FF2B5EF4-FFF2-40B4-BE49-F238E27FC236}">
                <a16:creationId xmlns:a16="http://schemas.microsoft.com/office/drawing/2014/main" id="{79BD8739-E48D-4D3B-A2BB-1596135E565B}"/>
              </a:ext>
            </a:extLst>
          </p:cNvPr>
          <p:cNvGrpSpPr/>
          <p:nvPr/>
        </p:nvGrpSpPr>
        <p:grpSpPr>
          <a:xfrm>
            <a:off x="2761113" y="2485001"/>
            <a:ext cx="1281115" cy="1242017"/>
            <a:chOff x="6281735" y="3261458"/>
            <a:chExt cx="642899" cy="622851"/>
          </a:xfrm>
        </p:grpSpPr>
        <p:sp>
          <p:nvSpPr>
            <p:cNvPr id="152" name="Rectangle 151">
              <a:extLst>
                <a:ext uri="{FF2B5EF4-FFF2-40B4-BE49-F238E27FC236}">
                  <a16:creationId xmlns:a16="http://schemas.microsoft.com/office/drawing/2014/main" id="{1E798FE3-8060-4558-9007-65361867ED21}"/>
                </a:ext>
              </a:extLst>
            </p:cNvPr>
            <p:cNvSpPr/>
            <p:nvPr/>
          </p:nvSpPr>
          <p:spPr>
            <a:xfrm>
              <a:off x="6650038"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63B496D9-FCC2-419B-948D-110D77F494FE}"/>
                </a:ext>
              </a:extLst>
            </p:cNvPr>
            <p:cNvSpPr/>
            <p:nvPr/>
          </p:nvSpPr>
          <p:spPr>
            <a:xfrm>
              <a:off x="6557963"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887F5C39-E70A-4FFA-B005-C9B2DAEF558C}"/>
                </a:ext>
              </a:extLst>
            </p:cNvPr>
            <p:cNvSpPr/>
            <p:nvPr/>
          </p:nvSpPr>
          <p:spPr>
            <a:xfrm>
              <a:off x="6650038"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E594EDBF-1605-4D15-9087-EF7ED1F2C566}"/>
                </a:ext>
              </a:extLst>
            </p:cNvPr>
            <p:cNvSpPr/>
            <p:nvPr/>
          </p:nvSpPr>
          <p:spPr>
            <a:xfrm>
              <a:off x="6557963"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420893D9-3EDB-4BD4-BC3B-CCE4B63EC578}"/>
                </a:ext>
              </a:extLst>
            </p:cNvPr>
            <p:cNvSpPr/>
            <p:nvPr/>
          </p:nvSpPr>
          <p:spPr>
            <a:xfrm>
              <a:off x="6650038"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AF290186-7A7F-44AD-A7CF-613F598C0297}"/>
                </a:ext>
              </a:extLst>
            </p:cNvPr>
            <p:cNvSpPr/>
            <p:nvPr/>
          </p:nvSpPr>
          <p:spPr>
            <a:xfrm>
              <a:off x="6742113"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C1497046-FDC0-4069-B091-4D9AFA095A2D}"/>
                </a:ext>
              </a:extLst>
            </p:cNvPr>
            <p:cNvSpPr/>
            <p:nvPr/>
          </p:nvSpPr>
          <p:spPr>
            <a:xfrm>
              <a:off x="6742112"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36436FF5-3CBA-4A02-B1A1-AF988FFE7796}"/>
                </a:ext>
              </a:extLst>
            </p:cNvPr>
            <p:cNvSpPr/>
            <p:nvPr/>
          </p:nvSpPr>
          <p:spPr>
            <a:xfrm>
              <a:off x="6742112"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C3B0C4E0-97FD-490D-AD33-5240663CCC48}"/>
                </a:ext>
              </a:extLst>
            </p:cNvPr>
            <p:cNvSpPr/>
            <p:nvPr/>
          </p:nvSpPr>
          <p:spPr>
            <a:xfrm>
              <a:off x="6832559"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1608EF8F-20DE-4E1C-8A1E-4881EBB44FE9}"/>
                </a:ext>
              </a:extLst>
            </p:cNvPr>
            <p:cNvSpPr/>
            <p:nvPr/>
          </p:nvSpPr>
          <p:spPr>
            <a:xfrm>
              <a:off x="6557962"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89B5318F-A672-42DA-BBC6-79FFD68F9F2B}"/>
                </a:ext>
              </a:extLst>
            </p:cNvPr>
            <p:cNvSpPr/>
            <p:nvPr/>
          </p:nvSpPr>
          <p:spPr>
            <a:xfrm>
              <a:off x="6465887"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59E02EE2-726F-44E1-B59F-1F18F69A7DDB}"/>
                </a:ext>
              </a:extLst>
            </p:cNvPr>
            <p:cNvSpPr/>
            <p:nvPr/>
          </p:nvSpPr>
          <p:spPr>
            <a:xfrm>
              <a:off x="6373811"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706C3A17-D223-4669-A79C-96F07A55698C}"/>
                </a:ext>
              </a:extLst>
            </p:cNvPr>
            <p:cNvSpPr/>
            <p:nvPr/>
          </p:nvSpPr>
          <p:spPr>
            <a:xfrm>
              <a:off x="6281735"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F6C68EB1-7AC2-44FE-9F0B-1E00367D4819}"/>
                </a:ext>
              </a:extLst>
            </p:cNvPr>
            <p:cNvSpPr/>
            <p:nvPr/>
          </p:nvSpPr>
          <p:spPr>
            <a:xfrm>
              <a:off x="6373810"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5400FBC-102F-46E2-9506-31CAE2C27F69}"/>
                </a:ext>
              </a:extLst>
            </p:cNvPr>
            <p:cNvSpPr/>
            <p:nvPr/>
          </p:nvSpPr>
          <p:spPr>
            <a:xfrm>
              <a:off x="6373810"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DCB77AFB-DCA6-40BD-81D7-E74F0CE4BA3B}"/>
                </a:ext>
              </a:extLst>
            </p:cNvPr>
            <p:cNvSpPr/>
            <p:nvPr/>
          </p:nvSpPr>
          <p:spPr>
            <a:xfrm>
              <a:off x="6465886"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66015C1B-8252-4881-9512-DBBAFA35E426}"/>
                </a:ext>
              </a:extLst>
            </p:cNvPr>
            <p:cNvSpPr/>
            <p:nvPr/>
          </p:nvSpPr>
          <p:spPr>
            <a:xfrm>
              <a:off x="6557961"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30627E27-0D80-4C5B-8826-BED7BF7646C2}"/>
                </a:ext>
              </a:extLst>
            </p:cNvPr>
            <p:cNvSpPr/>
            <p:nvPr/>
          </p:nvSpPr>
          <p:spPr>
            <a:xfrm>
              <a:off x="6650037"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FF444D7B-3B1C-4773-9F18-F55D41D6359F}"/>
                </a:ext>
              </a:extLst>
            </p:cNvPr>
            <p:cNvSpPr/>
            <p:nvPr/>
          </p:nvSpPr>
          <p:spPr>
            <a:xfrm>
              <a:off x="6465478" y="379454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1FD74F4E-DA36-4FFB-8F34-10F3AE297D0F}"/>
                </a:ext>
              </a:extLst>
            </p:cNvPr>
            <p:cNvSpPr/>
            <p:nvPr/>
          </p:nvSpPr>
          <p:spPr>
            <a:xfrm>
              <a:off x="6466125"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A89513FB-7FE9-4C5F-8D0E-8EA55B7EDE92}"/>
                </a:ext>
              </a:extLst>
            </p:cNvPr>
            <p:cNvSpPr/>
            <p:nvPr/>
          </p:nvSpPr>
          <p:spPr>
            <a:xfrm>
              <a:off x="6557144" y="3794543"/>
              <a:ext cx="91837"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4A9141F4-2428-4B65-9B32-C939A6E9FA6C}"/>
                </a:ext>
              </a:extLst>
            </p:cNvPr>
            <p:cNvSpPr/>
            <p:nvPr/>
          </p:nvSpPr>
          <p:spPr>
            <a:xfrm>
              <a:off x="6556332"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 name="TextBox 173">
            <a:extLst>
              <a:ext uri="{FF2B5EF4-FFF2-40B4-BE49-F238E27FC236}">
                <a16:creationId xmlns:a16="http://schemas.microsoft.com/office/drawing/2014/main" id="{E46E6E67-C541-4DE7-A608-63928C823599}"/>
              </a:ext>
            </a:extLst>
          </p:cNvPr>
          <p:cNvSpPr txBox="1"/>
          <p:nvPr/>
        </p:nvSpPr>
        <p:spPr>
          <a:xfrm>
            <a:off x="504998" y="2782845"/>
            <a:ext cx="2619659" cy="646331"/>
          </a:xfrm>
          <a:prstGeom prst="rect">
            <a:avLst/>
          </a:prstGeom>
          <a:noFill/>
        </p:spPr>
        <p:txBody>
          <a:bodyPr wrap="square" rtlCol="0">
            <a:spAutoFit/>
          </a:bodyPr>
          <a:lstStyle/>
          <a:p>
            <a:r>
              <a:rPr lang="en-US" dirty="0">
                <a:solidFill>
                  <a:schemeClr val="bg1"/>
                </a:solidFill>
              </a:rPr>
              <a:t>Optimal description </a:t>
            </a:r>
          </a:p>
          <a:p>
            <a:r>
              <a:rPr lang="en-US" dirty="0">
                <a:solidFill>
                  <a:schemeClr val="bg1"/>
                </a:solidFill>
              </a:rPr>
              <a:t>of shape S:</a:t>
            </a:r>
          </a:p>
        </p:txBody>
      </p:sp>
    </p:spTree>
    <p:extLst>
      <p:ext uri="{BB962C8B-B14F-4D97-AF65-F5344CB8AC3E}">
        <p14:creationId xmlns:p14="http://schemas.microsoft.com/office/powerpoint/2010/main" val="37179209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860311" y="1717485"/>
            <a:ext cx="671979" cy="369332"/>
          </a:xfrm>
          <a:prstGeom prst="rect">
            <a:avLst/>
          </a:prstGeom>
          <a:noFill/>
        </p:spPr>
        <p:txBody>
          <a:bodyPr wrap="none" rtlCol="0">
            <a:spAutoFit/>
          </a:bodyPr>
          <a:lstStyle/>
          <a:p>
            <a:r>
              <a:rPr lang="en-US" u="sng" dirty="0">
                <a:solidFill>
                  <a:schemeClr val="bg1"/>
                </a:solidFill>
              </a:rPr>
              <a:t>Input</a:t>
            </a:r>
          </a:p>
        </p:txBody>
      </p:sp>
      <p:sp>
        <p:nvSpPr>
          <p:cNvPr id="5" name="TextBox 4"/>
          <p:cNvSpPr txBox="1"/>
          <p:nvPr/>
        </p:nvSpPr>
        <p:spPr>
          <a:xfrm>
            <a:off x="901413" y="4108045"/>
            <a:ext cx="738472" cy="338554"/>
          </a:xfrm>
          <a:prstGeom prst="rect">
            <a:avLst/>
          </a:prstGeom>
          <a:noFill/>
        </p:spPr>
        <p:txBody>
          <a:bodyPr wrap="none" rtlCol="0">
            <a:spAutoFit/>
          </a:bodyPr>
          <a:lstStyle/>
          <a:p>
            <a:r>
              <a:rPr lang="en-US" sz="1600" dirty="0" err="1">
                <a:solidFill>
                  <a:schemeClr val="bg1"/>
                </a:solidFill>
              </a:rPr>
              <a:t>Tileset</a:t>
            </a:r>
            <a:endParaRPr lang="en-US" sz="1600" dirty="0">
              <a:solidFill>
                <a:schemeClr val="bg1"/>
              </a:solidFill>
            </a:endParaRPr>
          </a:p>
        </p:txBody>
      </p:sp>
      <p:grpSp>
        <p:nvGrpSpPr>
          <p:cNvPr id="21" name="Group 20"/>
          <p:cNvGrpSpPr/>
          <p:nvPr/>
        </p:nvGrpSpPr>
        <p:grpSpPr>
          <a:xfrm>
            <a:off x="954719" y="4492915"/>
            <a:ext cx="905592" cy="293391"/>
            <a:chOff x="903902" y="4801770"/>
            <a:chExt cx="905592" cy="293391"/>
          </a:xfrm>
        </p:grpSpPr>
        <p:sp>
          <p:nvSpPr>
            <p:cNvPr id="22" name="Rectangle 21"/>
            <p:cNvSpPr/>
            <p:nvPr/>
          </p:nvSpPr>
          <p:spPr>
            <a:xfrm>
              <a:off x="903902" y="4813249"/>
              <a:ext cx="91440" cy="91440"/>
            </a:xfrm>
            <a:prstGeom prst="rect">
              <a:avLst/>
            </a:prstGeom>
            <a:solidFill>
              <a:schemeClr val="accent4">
                <a:lumMod val="60000"/>
                <a:lumOff val="4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p:cNvSpPr/>
            <p:nvPr/>
          </p:nvSpPr>
          <p:spPr>
            <a:xfrm>
              <a:off x="1514516" y="4808467"/>
              <a:ext cx="91440" cy="91440"/>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 name="Rectangle 23"/>
            <p:cNvSpPr/>
            <p:nvPr/>
          </p:nvSpPr>
          <p:spPr>
            <a:xfrm>
              <a:off x="1107440" y="4808467"/>
              <a:ext cx="91440" cy="91440"/>
            </a:xfrm>
            <a:prstGeom prst="rect">
              <a:avLst/>
            </a:prstGeom>
            <a:solidFill>
              <a:srgbClr val="015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Rectangle 24"/>
            <p:cNvSpPr/>
            <p:nvPr/>
          </p:nvSpPr>
          <p:spPr>
            <a:xfrm>
              <a:off x="1718054" y="4801770"/>
              <a:ext cx="91440" cy="91440"/>
            </a:xfrm>
            <a:prstGeom prst="rect">
              <a:avLst/>
            </a:prstGeom>
            <a:solidFill>
              <a:srgbClr val="9148C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 name="Rectangle 25"/>
            <p:cNvSpPr/>
            <p:nvPr/>
          </p:nvSpPr>
          <p:spPr>
            <a:xfrm>
              <a:off x="1310978" y="4808467"/>
              <a:ext cx="91440" cy="91440"/>
            </a:xfrm>
            <a:prstGeom prst="rect">
              <a:avLst/>
            </a:prstGeom>
            <a:solidFill>
              <a:srgbClr val="FC711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 name="Rectangle 26"/>
            <p:cNvSpPr/>
            <p:nvPr/>
          </p:nvSpPr>
          <p:spPr>
            <a:xfrm>
              <a:off x="903902" y="5003721"/>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 name="Rectangle 27"/>
            <p:cNvSpPr/>
            <p:nvPr/>
          </p:nvSpPr>
          <p:spPr>
            <a:xfrm>
              <a:off x="1107440" y="5003721"/>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 name="Rectangle 28"/>
            <p:cNvSpPr/>
            <p:nvPr/>
          </p:nvSpPr>
          <p:spPr>
            <a:xfrm>
              <a:off x="1310978"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 name="Rectangle 29"/>
            <p:cNvSpPr/>
            <p:nvPr/>
          </p:nvSpPr>
          <p:spPr>
            <a:xfrm>
              <a:off x="1514516"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 name="Rectangle 30"/>
            <p:cNvSpPr/>
            <p:nvPr/>
          </p:nvSpPr>
          <p:spPr>
            <a:xfrm>
              <a:off x="1718054"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0" name="Arrow: Right 19"/>
          <p:cNvSpPr/>
          <p:nvPr/>
        </p:nvSpPr>
        <p:spPr>
          <a:xfrm>
            <a:off x="5327045" y="3166215"/>
            <a:ext cx="905854" cy="467051"/>
          </a:xfrm>
          <a:prstGeom prst="rightArrow">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32" name="Group 31"/>
          <p:cNvGrpSpPr/>
          <p:nvPr/>
        </p:nvGrpSpPr>
        <p:grpSpPr>
          <a:xfrm>
            <a:off x="5248164" y="4368636"/>
            <a:ext cx="890385" cy="444831"/>
            <a:chOff x="5024362" y="4545332"/>
            <a:chExt cx="890385" cy="444831"/>
          </a:xfrm>
        </p:grpSpPr>
        <p:sp>
          <p:nvSpPr>
            <p:cNvPr id="33" name="Rectangle 32"/>
            <p:cNvSpPr/>
            <p:nvPr/>
          </p:nvSpPr>
          <p:spPr>
            <a:xfrm>
              <a:off x="5024362" y="4591052"/>
              <a:ext cx="91440" cy="91440"/>
            </a:xfrm>
            <a:prstGeom prst="rect">
              <a:avLst/>
            </a:prstGeom>
            <a:solidFill>
              <a:schemeClr val="accent4">
                <a:lumMod val="60000"/>
                <a:lumOff val="4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4" name="Rectangle 33"/>
            <p:cNvSpPr/>
            <p:nvPr/>
          </p:nvSpPr>
          <p:spPr>
            <a:xfrm>
              <a:off x="5120284" y="4591052"/>
              <a:ext cx="91440" cy="91440"/>
            </a:xfrm>
            <a:prstGeom prst="rect">
              <a:avLst/>
            </a:prstGeom>
            <a:solidFill>
              <a:srgbClr val="015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5" name="Rectangle 34"/>
            <p:cNvSpPr/>
            <p:nvPr/>
          </p:nvSpPr>
          <p:spPr>
            <a:xfrm>
              <a:off x="5120642" y="4808466"/>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6" name="Rectangle 35"/>
            <p:cNvSpPr/>
            <p:nvPr/>
          </p:nvSpPr>
          <p:spPr>
            <a:xfrm>
              <a:off x="5029202" y="4808466"/>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7" name="Rectangle 36"/>
            <p:cNvSpPr/>
            <p:nvPr/>
          </p:nvSpPr>
          <p:spPr>
            <a:xfrm>
              <a:off x="5029202" y="4898723"/>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8" name="Rectangle 37"/>
            <p:cNvSpPr/>
            <p:nvPr/>
          </p:nvSpPr>
          <p:spPr>
            <a:xfrm>
              <a:off x="5357484" y="4635554"/>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9" name="Rectangle 38"/>
            <p:cNvSpPr/>
            <p:nvPr/>
          </p:nvSpPr>
          <p:spPr>
            <a:xfrm>
              <a:off x="5444099" y="4635554"/>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0" name="Rectangle 39"/>
            <p:cNvSpPr/>
            <p:nvPr/>
          </p:nvSpPr>
          <p:spPr>
            <a:xfrm>
              <a:off x="5444099" y="4545332"/>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1" name="Rectangle 40"/>
            <p:cNvSpPr/>
            <p:nvPr/>
          </p:nvSpPr>
          <p:spPr>
            <a:xfrm>
              <a:off x="5359865" y="4806085"/>
              <a:ext cx="91440" cy="91440"/>
            </a:xfrm>
            <a:prstGeom prst="rect">
              <a:avLst/>
            </a:prstGeom>
            <a:solidFill>
              <a:srgbClr val="FC711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2" name="Rectangle 41"/>
            <p:cNvSpPr/>
            <p:nvPr/>
          </p:nvSpPr>
          <p:spPr>
            <a:xfrm>
              <a:off x="5358116" y="4896342"/>
              <a:ext cx="91440" cy="91440"/>
            </a:xfrm>
            <a:prstGeom prst="rect">
              <a:avLst/>
            </a:prstGeom>
            <a:solidFill>
              <a:srgbClr val="9148C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3" name="Rectangle 42"/>
            <p:cNvSpPr/>
            <p:nvPr/>
          </p:nvSpPr>
          <p:spPr>
            <a:xfrm>
              <a:off x="5631368" y="4728468"/>
              <a:ext cx="91440" cy="91440"/>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4" name="Rectangle 43"/>
            <p:cNvSpPr/>
            <p:nvPr/>
          </p:nvSpPr>
          <p:spPr>
            <a:xfrm>
              <a:off x="5727402" y="4726994"/>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5" name="Rectangle 44"/>
            <p:cNvSpPr/>
            <p:nvPr/>
          </p:nvSpPr>
          <p:spPr>
            <a:xfrm>
              <a:off x="5727402" y="4819908"/>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6" name="Rectangle 45"/>
            <p:cNvSpPr/>
            <p:nvPr/>
          </p:nvSpPr>
          <p:spPr>
            <a:xfrm>
              <a:off x="5823307" y="4728137"/>
              <a:ext cx="91440" cy="91440"/>
            </a:xfrm>
            <a:prstGeom prst="rect">
              <a:avLst/>
            </a:prstGeom>
            <a:solidFill>
              <a:srgbClr val="015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52" name="TextBox 51"/>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grpSp>
        <p:nvGrpSpPr>
          <p:cNvPr id="86" name="Group 85">
            <a:extLst>
              <a:ext uri="{FF2B5EF4-FFF2-40B4-BE49-F238E27FC236}">
                <a16:creationId xmlns:a16="http://schemas.microsoft.com/office/drawing/2014/main" id="{945D84BD-9E37-4ACB-B765-EE66272B9E2E}"/>
              </a:ext>
            </a:extLst>
          </p:cNvPr>
          <p:cNvGrpSpPr/>
          <p:nvPr/>
        </p:nvGrpSpPr>
        <p:grpSpPr>
          <a:xfrm>
            <a:off x="2358750" y="4075047"/>
            <a:ext cx="1221938" cy="1305556"/>
            <a:chOff x="2358750" y="4075047"/>
            <a:chExt cx="1221938" cy="1305556"/>
          </a:xfrm>
        </p:grpSpPr>
        <p:sp>
          <p:nvSpPr>
            <p:cNvPr id="87" name="TextBox 86">
              <a:extLst>
                <a:ext uri="{FF2B5EF4-FFF2-40B4-BE49-F238E27FC236}">
                  <a16:creationId xmlns:a16="http://schemas.microsoft.com/office/drawing/2014/main" id="{31FC858F-848D-4693-AA91-ACFD7CCA70C8}"/>
                </a:ext>
              </a:extLst>
            </p:cNvPr>
            <p:cNvSpPr txBox="1"/>
            <p:nvPr/>
          </p:nvSpPr>
          <p:spPr>
            <a:xfrm>
              <a:off x="2358750" y="4075047"/>
              <a:ext cx="1221938" cy="338554"/>
            </a:xfrm>
            <a:prstGeom prst="rect">
              <a:avLst/>
            </a:prstGeom>
            <a:noFill/>
          </p:spPr>
          <p:txBody>
            <a:bodyPr wrap="none" rtlCol="0">
              <a:spAutoFit/>
            </a:bodyPr>
            <a:lstStyle/>
            <a:p>
              <a:r>
                <a:rPr lang="en-US" sz="1600" dirty="0">
                  <a:solidFill>
                    <a:schemeClr val="bg1"/>
                  </a:solidFill>
                </a:rPr>
                <a:t>Temperature</a:t>
              </a:r>
            </a:p>
          </p:txBody>
        </p:sp>
        <p:sp>
          <p:nvSpPr>
            <p:cNvPr id="88" name="TextBox 87">
              <a:extLst>
                <a:ext uri="{FF2B5EF4-FFF2-40B4-BE49-F238E27FC236}">
                  <a16:creationId xmlns:a16="http://schemas.microsoft.com/office/drawing/2014/main" id="{4F7C2C2D-BADF-4C81-B361-4460A3435F43}"/>
                </a:ext>
              </a:extLst>
            </p:cNvPr>
            <p:cNvSpPr txBox="1"/>
            <p:nvPr/>
          </p:nvSpPr>
          <p:spPr>
            <a:xfrm>
              <a:off x="2934661" y="4413601"/>
              <a:ext cx="364202" cy="307777"/>
            </a:xfrm>
            <a:prstGeom prst="rect">
              <a:avLst/>
            </a:prstGeom>
            <a:noFill/>
          </p:spPr>
          <p:txBody>
            <a:bodyPr wrap="none" rtlCol="0">
              <a:spAutoFit/>
            </a:bodyPr>
            <a:lstStyle/>
            <a:p>
              <a:r>
                <a:rPr lang="en-US" sz="1400" dirty="0">
                  <a:solidFill>
                    <a:schemeClr val="bg1"/>
                  </a:solidFill>
                </a:rPr>
                <a:t>10</a:t>
              </a:r>
            </a:p>
          </p:txBody>
        </p:sp>
        <p:sp>
          <p:nvSpPr>
            <p:cNvPr id="89" name="Rectangle 88">
              <a:extLst>
                <a:ext uri="{FF2B5EF4-FFF2-40B4-BE49-F238E27FC236}">
                  <a16:creationId xmlns:a16="http://schemas.microsoft.com/office/drawing/2014/main" id="{C7F3CCCA-BE7B-416C-BC9D-53ADCB6A8B81}"/>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Rectangle 89">
              <a:extLst>
                <a:ext uri="{FF2B5EF4-FFF2-40B4-BE49-F238E27FC236}">
                  <a16:creationId xmlns:a16="http://schemas.microsoft.com/office/drawing/2014/main" id="{54CEEEC0-0212-4C01-BEE3-BD704B5FEA34}"/>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Rounded Corners 90">
              <a:extLst>
                <a:ext uri="{FF2B5EF4-FFF2-40B4-BE49-F238E27FC236}">
                  <a16:creationId xmlns:a16="http://schemas.microsoft.com/office/drawing/2014/main" id="{02C8AC2F-214C-41D6-A560-676A46DD671A}"/>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AA7F4D9F-F729-42D2-B291-EDCB48E047FE}"/>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92">
              <a:extLst>
                <a:ext uri="{FF2B5EF4-FFF2-40B4-BE49-F238E27FC236}">
                  <a16:creationId xmlns:a16="http://schemas.microsoft.com/office/drawing/2014/main" id="{E76AA2C1-9547-45AB-9F03-904717BA862B}"/>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5586B701-EDE6-4DE3-AB8C-C162735289CA}"/>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91DC705D-870F-48EC-AF6A-D4B2D6932FF2}"/>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2" name="Group 141">
            <a:extLst>
              <a:ext uri="{FF2B5EF4-FFF2-40B4-BE49-F238E27FC236}">
                <a16:creationId xmlns:a16="http://schemas.microsoft.com/office/drawing/2014/main" id="{7450B3FB-E252-41A3-8A44-82E1B0A4B471}"/>
              </a:ext>
            </a:extLst>
          </p:cNvPr>
          <p:cNvGrpSpPr/>
          <p:nvPr/>
        </p:nvGrpSpPr>
        <p:grpSpPr>
          <a:xfrm>
            <a:off x="2761113" y="2485001"/>
            <a:ext cx="1281115" cy="1242017"/>
            <a:chOff x="6281735" y="3261458"/>
            <a:chExt cx="642899" cy="622851"/>
          </a:xfrm>
        </p:grpSpPr>
        <p:sp>
          <p:nvSpPr>
            <p:cNvPr id="143" name="Rectangle 142">
              <a:extLst>
                <a:ext uri="{FF2B5EF4-FFF2-40B4-BE49-F238E27FC236}">
                  <a16:creationId xmlns:a16="http://schemas.microsoft.com/office/drawing/2014/main" id="{524A18C9-12D1-43E9-85D2-AEEF8709BEEC}"/>
                </a:ext>
              </a:extLst>
            </p:cNvPr>
            <p:cNvSpPr/>
            <p:nvPr/>
          </p:nvSpPr>
          <p:spPr>
            <a:xfrm>
              <a:off x="6650038"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F8E52B39-BD72-4341-85A0-72F1FBD119FE}"/>
                </a:ext>
              </a:extLst>
            </p:cNvPr>
            <p:cNvSpPr/>
            <p:nvPr/>
          </p:nvSpPr>
          <p:spPr>
            <a:xfrm>
              <a:off x="6557963"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3E82D59F-C9B3-41C5-9236-B9141049146A}"/>
                </a:ext>
              </a:extLst>
            </p:cNvPr>
            <p:cNvSpPr/>
            <p:nvPr/>
          </p:nvSpPr>
          <p:spPr>
            <a:xfrm>
              <a:off x="6650038"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338F49E7-21B7-4F12-A662-3ED3A311EAFB}"/>
                </a:ext>
              </a:extLst>
            </p:cNvPr>
            <p:cNvSpPr/>
            <p:nvPr/>
          </p:nvSpPr>
          <p:spPr>
            <a:xfrm>
              <a:off x="6557963"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86BC131F-1528-4059-B71F-C0F34C65BFDF}"/>
                </a:ext>
              </a:extLst>
            </p:cNvPr>
            <p:cNvSpPr/>
            <p:nvPr/>
          </p:nvSpPr>
          <p:spPr>
            <a:xfrm>
              <a:off x="6650038"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A642C8AD-D165-4B2B-91F0-B47482D700E2}"/>
                </a:ext>
              </a:extLst>
            </p:cNvPr>
            <p:cNvSpPr/>
            <p:nvPr/>
          </p:nvSpPr>
          <p:spPr>
            <a:xfrm>
              <a:off x="6742113"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78BA9214-6F6D-43E6-8DA1-715E8C1A2FB0}"/>
                </a:ext>
              </a:extLst>
            </p:cNvPr>
            <p:cNvSpPr/>
            <p:nvPr/>
          </p:nvSpPr>
          <p:spPr>
            <a:xfrm>
              <a:off x="6742112"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F23877E7-F251-4DEF-AC37-2F78BC0277F7}"/>
                </a:ext>
              </a:extLst>
            </p:cNvPr>
            <p:cNvSpPr/>
            <p:nvPr/>
          </p:nvSpPr>
          <p:spPr>
            <a:xfrm>
              <a:off x="6742112"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1FA0AEA2-C482-41FF-9990-98B67F2E3499}"/>
                </a:ext>
              </a:extLst>
            </p:cNvPr>
            <p:cNvSpPr/>
            <p:nvPr/>
          </p:nvSpPr>
          <p:spPr>
            <a:xfrm>
              <a:off x="6832559"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B1AEB268-A5E0-4372-8FB9-2D808C775A47}"/>
                </a:ext>
              </a:extLst>
            </p:cNvPr>
            <p:cNvSpPr/>
            <p:nvPr/>
          </p:nvSpPr>
          <p:spPr>
            <a:xfrm>
              <a:off x="6557962"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53FA7354-4F50-42E3-9C35-A41A8D5E7692}"/>
                </a:ext>
              </a:extLst>
            </p:cNvPr>
            <p:cNvSpPr/>
            <p:nvPr/>
          </p:nvSpPr>
          <p:spPr>
            <a:xfrm>
              <a:off x="6465887"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61050B53-FA9B-4A9E-939A-0722A8EB0B68}"/>
                </a:ext>
              </a:extLst>
            </p:cNvPr>
            <p:cNvSpPr/>
            <p:nvPr/>
          </p:nvSpPr>
          <p:spPr>
            <a:xfrm>
              <a:off x="6373811"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F2407865-B636-4F3B-819C-BB533B4FA88C}"/>
                </a:ext>
              </a:extLst>
            </p:cNvPr>
            <p:cNvSpPr/>
            <p:nvPr/>
          </p:nvSpPr>
          <p:spPr>
            <a:xfrm>
              <a:off x="6281735"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2786E6EA-2625-4AD5-99A4-1A1972E1F690}"/>
                </a:ext>
              </a:extLst>
            </p:cNvPr>
            <p:cNvSpPr/>
            <p:nvPr/>
          </p:nvSpPr>
          <p:spPr>
            <a:xfrm>
              <a:off x="6373810"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0F8AFD5C-A62B-4688-AFE3-E61C00C2DDE1}"/>
                </a:ext>
              </a:extLst>
            </p:cNvPr>
            <p:cNvSpPr/>
            <p:nvPr/>
          </p:nvSpPr>
          <p:spPr>
            <a:xfrm>
              <a:off x="6373810"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BA8CB8B9-515D-4628-9002-53F79A57D8CF}"/>
                </a:ext>
              </a:extLst>
            </p:cNvPr>
            <p:cNvSpPr/>
            <p:nvPr/>
          </p:nvSpPr>
          <p:spPr>
            <a:xfrm>
              <a:off x="6465886"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4137D3E3-F172-47E1-88FD-A6128D8D767E}"/>
                </a:ext>
              </a:extLst>
            </p:cNvPr>
            <p:cNvSpPr/>
            <p:nvPr/>
          </p:nvSpPr>
          <p:spPr>
            <a:xfrm>
              <a:off x="6557961"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85A10730-95CA-4D5E-9337-9B03C365B918}"/>
                </a:ext>
              </a:extLst>
            </p:cNvPr>
            <p:cNvSpPr/>
            <p:nvPr/>
          </p:nvSpPr>
          <p:spPr>
            <a:xfrm>
              <a:off x="6650037"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23ACA1AB-79D8-4456-B884-ECE2F581D412}"/>
                </a:ext>
              </a:extLst>
            </p:cNvPr>
            <p:cNvSpPr/>
            <p:nvPr/>
          </p:nvSpPr>
          <p:spPr>
            <a:xfrm>
              <a:off x="6465478" y="379454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2B3B96F7-3C1C-4189-A274-BBE47DF5C549}"/>
                </a:ext>
              </a:extLst>
            </p:cNvPr>
            <p:cNvSpPr/>
            <p:nvPr/>
          </p:nvSpPr>
          <p:spPr>
            <a:xfrm>
              <a:off x="6466125"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F7C426EB-1ADD-4956-90C7-161230225C60}"/>
                </a:ext>
              </a:extLst>
            </p:cNvPr>
            <p:cNvSpPr/>
            <p:nvPr/>
          </p:nvSpPr>
          <p:spPr>
            <a:xfrm>
              <a:off x="6557144" y="3794543"/>
              <a:ext cx="91837"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32E89512-467F-4CBC-B9C7-2DE7D007E4D7}"/>
                </a:ext>
              </a:extLst>
            </p:cNvPr>
            <p:cNvSpPr/>
            <p:nvPr/>
          </p:nvSpPr>
          <p:spPr>
            <a:xfrm>
              <a:off x="6556332"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5" name="TextBox 164">
            <a:extLst>
              <a:ext uri="{FF2B5EF4-FFF2-40B4-BE49-F238E27FC236}">
                <a16:creationId xmlns:a16="http://schemas.microsoft.com/office/drawing/2014/main" id="{DD68E4E1-5B8A-48DE-98B5-07EA19022714}"/>
              </a:ext>
            </a:extLst>
          </p:cNvPr>
          <p:cNvSpPr txBox="1"/>
          <p:nvPr/>
        </p:nvSpPr>
        <p:spPr>
          <a:xfrm>
            <a:off x="504998" y="2782845"/>
            <a:ext cx="2619659" cy="646331"/>
          </a:xfrm>
          <a:prstGeom prst="rect">
            <a:avLst/>
          </a:prstGeom>
          <a:noFill/>
        </p:spPr>
        <p:txBody>
          <a:bodyPr wrap="square" rtlCol="0">
            <a:spAutoFit/>
          </a:bodyPr>
          <a:lstStyle/>
          <a:p>
            <a:r>
              <a:rPr lang="en-US" dirty="0">
                <a:solidFill>
                  <a:schemeClr val="bg1"/>
                </a:solidFill>
              </a:rPr>
              <a:t>Optimal description </a:t>
            </a:r>
          </a:p>
          <a:p>
            <a:r>
              <a:rPr lang="en-US" dirty="0">
                <a:solidFill>
                  <a:schemeClr val="bg1"/>
                </a:solidFill>
              </a:rPr>
              <a:t>of shape S:</a:t>
            </a:r>
          </a:p>
        </p:txBody>
      </p:sp>
    </p:spTree>
    <p:extLst>
      <p:ext uri="{BB962C8B-B14F-4D97-AF65-F5344CB8AC3E}">
        <p14:creationId xmlns:p14="http://schemas.microsoft.com/office/powerpoint/2010/main" val="29637355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84118" y="373996"/>
            <a:ext cx="4852610" cy="646331"/>
          </a:xfrm>
          <a:prstGeom prst="rect">
            <a:avLst/>
          </a:prstGeom>
          <a:noFill/>
        </p:spPr>
        <p:txBody>
          <a:bodyPr wrap="none" rtlCol="0">
            <a:spAutoFit/>
          </a:bodyPr>
          <a:lstStyle/>
          <a:p>
            <a:pPr algn="ctr"/>
            <a:r>
              <a:rPr lang="en-US" sz="3600" dirty="0">
                <a:solidFill>
                  <a:schemeClr val="bg1"/>
                </a:solidFill>
              </a:rPr>
              <a:t>Self-Assembly of Shapes</a:t>
            </a:r>
          </a:p>
        </p:txBody>
      </p:sp>
      <p:sp>
        <p:nvSpPr>
          <p:cNvPr id="5" name="Arrow: Right 4"/>
          <p:cNvSpPr/>
          <p:nvPr/>
        </p:nvSpPr>
        <p:spPr>
          <a:xfrm>
            <a:off x="5327045" y="3166215"/>
            <a:ext cx="905854" cy="467051"/>
          </a:xfrm>
          <a:prstGeom prst="rightArrow">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Box 5"/>
          <p:cNvSpPr txBox="1"/>
          <p:nvPr/>
        </p:nvSpPr>
        <p:spPr>
          <a:xfrm>
            <a:off x="9108294" y="1717485"/>
            <a:ext cx="825867" cy="369332"/>
          </a:xfrm>
          <a:prstGeom prst="rect">
            <a:avLst/>
          </a:prstGeom>
          <a:noFill/>
        </p:spPr>
        <p:txBody>
          <a:bodyPr wrap="none" rtlCol="0">
            <a:spAutoFit/>
          </a:bodyPr>
          <a:lstStyle/>
          <a:p>
            <a:r>
              <a:rPr lang="en-US" u="sng" dirty="0">
                <a:solidFill>
                  <a:schemeClr val="bg1"/>
                </a:solidFill>
              </a:rPr>
              <a:t>Output</a:t>
            </a:r>
          </a:p>
        </p:txBody>
      </p:sp>
      <p:sp>
        <p:nvSpPr>
          <p:cNvPr id="7" name="TextBox 6"/>
          <p:cNvSpPr txBox="1"/>
          <p:nvPr/>
        </p:nvSpPr>
        <p:spPr>
          <a:xfrm>
            <a:off x="1860311" y="1717485"/>
            <a:ext cx="671979" cy="369332"/>
          </a:xfrm>
          <a:prstGeom prst="rect">
            <a:avLst/>
          </a:prstGeom>
          <a:noFill/>
        </p:spPr>
        <p:txBody>
          <a:bodyPr wrap="none" rtlCol="0">
            <a:spAutoFit/>
          </a:bodyPr>
          <a:lstStyle/>
          <a:p>
            <a:r>
              <a:rPr lang="en-US" u="sng" dirty="0">
                <a:solidFill>
                  <a:schemeClr val="bg1"/>
                </a:solidFill>
              </a:rPr>
              <a:t>Input</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17354" y="2245567"/>
            <a:ext cx="3207745" cy="3207745"/>
          </a:xfrm>
          <a:prstGeom prst="rect">
            <a:avLst/>
          </a:prstGeom>
        </p:spPr>
      </p:pic>
      <p:sp>
        <p:nvSpPr>
          <p:cNvPr id="11" name="TextBox 10"/>
          <p:cNvSpPr txBox="1"/>
          <p:nvPr/>
        </p:nvSpPr>
        <p:spPr>
          <a:xfrm>
            <a:off x="7534143" y="5612062"/>
            <a:ext cx="3974165" cy="369332"/>
          </a:xfrm>
          <a:prstGeom prst="rect">
            <a:avLst/>
          </a:prstGeom>
          <a:noFill/>
        </p:spPr>
        <p:txBody>
          <a:bodyPr wrap="none" rtlCol="0">
            <a:spAutoFit/>
          </a:bodyPr>
          <a:lstStyle/>
          <a:p>
            <a:r>
              <a:rPr lang="en-US" dirty="0">
                <a:solidFill>
                  <a:schemeClr val="bg1"/>
                </a:solidFill>
              </a:rPr>
              <a:t>An assembly of shape S at constant scale</a:t>
            </a:r>
          </a:p>
        </p:txBody>
      </p:sp>
      <p:grpSp>
        <p:nvGrpSpPr>
          <p:cNvPr id="22" name="Group 21"/>
          <p:cNvGrpSpPr/>
          <p:nvPr/>
        </p:nvGrpSpPr>
        <p:grpSpPr>
          <a:xfrm>
            <a:off x="954719" y="4492915"/>
            <a:ext cx="905592" cy="293391"/>
            <a:chOff x="903902" y="4801770"/>
            <a:chExt cx="905592" cy="293391"/>
          </a:xfrm>
        </p:grpSpPr>
        <p:sp>
          <p:nvSpPr>
            <p:cNvPr id="12" name="Rectangle 11"/>
            <p:cNvSpPr/>
            <p:nvPr/>
          </p:nvSpPr>
          <p:spPr>
            <a:xfrm>
              <a:off x="903902" y="4813249"/>
              <a:ext cx="91440" cy="91440"/>
            </a:xfrm>
            <a:prstGeom prst="rect">
              <a:avLst/>
            </a:prstGeom>
            <a:solidFill>
              <a:schemeClr val="accent4">
                <a:lumMod val="60000"/>
                <a:lumOff val="4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p:cNvSpPr/>
            <p:nvPr/>
          </p:nvSpPr>
          <p:spPr>
            <a:xfrm>
              <a:off x="1514516" y="4808467"/>
              <a:ext cx="91440" cy="91440"/>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p:cNvSpPr/>
            <p:nvPr/>
          </p:nvSpPr>
          <p:spPr>
            <a:xfrm>
              <a:off x="1107440" y="4808467"/>
              <a:ext cx="91440" cy="91440"/>
            </a:xfrm>
            <a:prstGeom prst="rect">
              <a:avLst/>
            </a:prstGeom>
            <a:solidFill>
              <a:srgbClr val="015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ectangle 14"/>
            <p:cNvSpPr/>
            <p:nvPr/>
          </p:nvSpPr>
          <p:spPr>
            <a:xfrm>
              <a:off x="1718054" y="4801770"/>
              <a:ext cx="91440" cy="91440"/>
            </a:xfrm>
            <a:prstGeom prst="rect">
              <a:avLst/>
            </a:prstGeom>
            <a:solidFill>
              <a:srgbClr val="9148C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ectangle 15"/>
            <p:cNvSpPr/>
            <p:nvPr/>
          </p:nvSpPr>
          <p:spPr>
            <a:xfrm>
              <a:off x="1310978" y="4808467"/>
              <a:ext cx="91440" cy="91440"/>
            </a:xfrm>
            <a:prstGeom prst="rect">
              <a:avLst/>
            </a:prstGeom>
            <a:solidFill>
              <a:srgbClr val="FC711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p:cNvSpPr/>
            <p:nvPr/>
          </p:nvSpPr>
          <p:spPr>
            <a:xfrm>
              <a:off x="903902" y="5003721"/>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Rectangle 17"/>
            <p:cNvSpPr/>
            <p:nvPr/>
          </p:nvSpPr>
          <p:spPr>
            <a:xfrm>
              <a:off x="1107440" y="5003721"/>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 name="Rectangle 18"/>
            <p:cNvSpPr/>
            <p:nvPr/>
          </p:nvSpPr>
          <p:spPr>
            <a:xfrm>
              <a:off x="1310978"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 name="Rectangle 19"/>
            <p:cNvSpPr/>
            <p:nvPr/>
          </p:nvSpPr>
          <p:spPr>
            <a:xfrm>
              <a:off x="1514516"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 name="Rectangle 20"/>
            <p:cNvSpPr/>
            <p:nvPr/>
          </p:nvSpPr>
          <p:spPr>
            <a:xfrm>
              <a:off x="1718054" y="4998939"/>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3" name="TextBox 22"/>
          <p:cNvSpPr txBox="1"/>
          <p:nvPr/>
        </p:nvSpPr>
        <p:spPr>
          <a:xfrm>
            <a:off x="901413" y="4108045"/>
            <a:ext cx="738472" cy="338554"/>
          </a:xfrm>
          <a:prstGeom prst="rect">
            <a:avLst/>
          </a:prstGeom>
          <a:noFill/>
        </p:spPr>
        <p:txBody>
          <a:bodyPr wrap="none" rtlCol="0">
            <a:spAutoFit/>
          </a:bodyPr>
          <a:lstStyle/>
          <a:p>
            <a:r>
              <a:rPr lang="en-US" sz="1600" dirty="0" err="1">
                <a:solidFill>
                  <a:schemeClr val="bg1"/>
                </a:solidFill>
              </a:rPr>
              <a:t>Tileset</a:t>
            </a:r>
            <a:endParaRPr lang="en-US" sz="1600" dirty="0">
              <a:solidFill>
                <a:schemeClr val="bg1"/>
              </a:solidFill>
            </a:endParaRPr>
          </a:p>
        </p:txBody>
      </p:sp>
      <p:grpSp>
        <p:nvGrpSpPr>
          <p:cNvPr id="40" name="Group 39"/>
          <p:cNvGrpSpPr/>
          <p:nvPr/>
        </p:nvGrpSpPr>
        <p:grpSpPr>
          <a:xfrm>
            <a:off x="5248164" y="4368636"/>
            <a:ext cx="890385" cy="444831"/>
            <a:chOff x="5024362" y="4545332"/>
            <a:chExt cx="890385" cy="444831"/>
          </a:xfrm>
        </p:grpSpPr>
        <p:sp>
          <p:nvSpPr>
            <p:cNvPr id="24" name="Rectangle 23"/>
            <p:cNvSpPr/>
            <p:nvPr/>
          </p:nvSpPr>
          <p:spPr>
            <a:xfrm>
              <a:off x="5024362" y="4591052"/>
              <a:ext cx="91440" cy="91440"/>
            </a:xfrm>
            <a:prstGeom prst="rect">
              <a:avLst/>
            </a:prstGeom>
            <a:solidFill>
              <a:schemeClr val="accent4">
                <a:lumMod val="60000"/>
                <a:lumOff val="4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Rectangle 24"/>
            <p:cNvSpPr/>
            <p:nvPr/>
          </p:nvSpPr>
          <p:spPr>
            <a:xfrm>
              <a:off x="5120284" y="4591052"/>
              <a:ext cx="91440" cy="91440"/>
            </a:xfrm>
            <a:prstGeom prst="rect">
              <a:avLst/>
            </a:prstGeom>
            <a:solidFill>
              <a:srgbClr val="015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 name="Rectangle 25"/>
            <p:cNvSpPr/>
            <p:nvPr/>
          </p:nvSpPr>
          <p:spPr>
            <a:xfrm>
              <a:off x="5120642" y="4808466"/>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 name="Rectangle 26"/>
            <p:cNvSpPr/>
            <p:nvPr/>
          </p:nvSpPr>
          <p:spPr>
            <a:xfrm>
              <a:off x="5029202" y="4808466"/>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 name="Rectangle 27"/>
            <p:cNvSpPr/>
            <p:nvPr/>
          </p:nvSpPr>
          <p:spPr>
            <a:xfrm>
              <a:off x="5029202" y="4898723"/>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 name="Rectangle 28"/>
            <p:cNvSpPr/>
            <p:nvPr/>
          </p:nvSpPr>
          <p:spPr>
            <a:xfrm>
              <a:off x="5357484" y="4635554"/>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 name="Rectangle 29"/>
            <p:cNvSpPr/>
            <p:nvPr/>
          </p:nvSpPr>
          <p:spPr>
            <a:xfrm>
              <a:off x="5444099" y="4635554"/>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 name="Rectangle 30"/>
            <p:cNvSpPr/>
            <p:nvPr/>
          </p:nvSpPr>
          <p:spPr>
            <a:xfrm>
              <a:off x="5444099" y="4545332"/>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 name="Rectangle 31"/>
            <p:cNvSpPr/>
            <p:nvPr/>
          </p:nvSpPr>
          <p:spPr>
            <a:xfrm>
              <a:off x="5359865" y="4806085"/>
              <a:ext cx="91440" cy="91440"/>
            </a:xfrm>
            <a:prstGeom prst="rect">
              <a:avLst/>
            </a:prstGeom>
            <a:solidFill>
              <a:srgbClr val="FC711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4" name="Rectangle 33"/>
            <p:cNvSpPr/>
            <p:nvPr/>
          </p:nvSpPr>
          <p:spPr>
            <a:xfrm>
              <a:off x="5358116" y="4896342"/>
              <a:ext cx="91440" cy="91440"/>
            </a:xfrm>
            <a:prstGeom prst="rect">
              <a:avLst/>
            </a:prstGeom>
            <a:solidFill>
              <a:srgbClr val="9148C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5" name="Rectangle 34"/>
            <p:cNvSpPr/>
            <p:nvPr/>
          </p:nvSpPr>
          <p:spPr>
            <a:xfrm>
              <a:off x="5631368" y="4728468"/>
              <a:ext cx="91440" cy="91440"/>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6" name="Rectangle 35"/>
            <p:cNvSpPr/>
            <p:nvPr/>
          </p:nvSpPr>
          <p:spPr>
            <a:xfrm>
              <a:off x="5727402" y="4726994"/>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8" name="Rectangle 37"/>
            <p:cNvSpPr/>
            <p:nvPr/>
          </p:nvSpPr>
          <p:spPr>
            <a:xfrm>
              <a:off x="5727402" y="4819908"/>
              <a:ext cx="91440" cy="91440"/>
            </a:xfrm>
            <a:prstGeom prst="rect">
              <a:avLst/>
            </a:prstGeom>
            <a:solidFill>
              <a:schemeClr val="tx1">
                <a:lumMod val="6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9" name="Rectangle 38"/>
            <p:cNvSpPr/>
            <p:nvPr/>
          </p:nvSpPr>
          <p:spPr>
            <a:xfrm>
              <a:off x="5823307" y="4728137"/>
              <a:ext cx="91440" cy="91440"/>
            </a:xfrm>
            <a:prstGeom prst="rect">
              <a:avLst/>
            </a:prstGeom>
            <a:solidFill>
              <a:srgbClr val="015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42" name="Group 41">
            <a:extLst>
              <a:ext uri="{FF2B5EF4-FFF2-40B4-BE49-F238E27FC236}">
                <a16:creationId xmlns:a16="http://schemas.microsoft.com/office/drawing/2014/main" id="{D34B8513-09FB-4EE4-BBAA-8CFE43F6EFD3}"/>
              </a:ext>
            </a:extLst>
          </p:cNvPr>
          <p:cNvGrpSpPr/>
          <p:nvPr/>
        </p:nvGrpSpPr>
        <p:grpSpPr>
          <a:xfrm>
            <a:off x="2358750" y="4075047"/>
            <a:ext cx="1221938" cy="1305556"/>
            <a:chOff x="2358750" y="4075047"/>
            <a:chExt cx="1221938" cy="1305556"/>
          </a:xfrm>
        </p:grpSpPr>
        <p:sp>
          <p:nvSpPr>
            <p:cNvPr id="56" name="TextBox 55"/>
            <p:cNvSpPr txBox="1"/>
            <p:nvPr/>
          </p:nvSpPr>
          <p:spPr>
            <a:xfrm>
              <a:off x="2358750" y="4075047"/>
              <a:ext cx="1221938" cy="338554"/>
            </a:xfrm>
            <a:prstGeom prst="rect">
              <a:avLst/>
            </a:prstGeom>
            <a:noFill/>
          </p:spPr>
          <p:txBody>
            <a:bodyPr wrap="none" rtlCol="0">
              <a:spAutoFit/>
            </a:bodyPr>
            <a:lstStyle/>
            <a:p>
              <a:r>
                <a:rPr lang="en-US" sz="1600" dirty="0">
                  <a:solidFill>
                    <a:schemeClr val="bg1"/>
                  </a:solidFill>
                </a:rPr>
                <a:t>Temperature</a:t>
              </a:r>
            </a:p>
          </p:txBody>
        </p:sp>
        <p:sp>
          <p:nvSpPr>
            <p:cNvPr id="58" name="TextBox 57"/>
            <p:cNvSpPr txBox="1"/>
            <p:nvPr/>
          </p:nvSpPr>
          <p:spPr>
            <a:xfrm>
              <a:off x="2934661" y="4413601"/>
              <a:ext cx="364202" cy="307777"/>
            </a:xfrm>
            <a:prstGeom prst="rect">
              <a:avLst/>
            </a:prstGeom>
            <a:noFill/>
          </p:spPr>
          <p:txBody>
            <a:bodyPr wrap="none" rtlCol="0">
              <a:spAutoFit/>
            </a:bodyPr>
            <a:lstStyle/>
            <a:p>
              <a:r>
                <a:rPr lang="en-US" sz="1400" dirty="0">
                  <a:solidFill>
                    <a:schemeClr val="bg1"/>
                  </a:solidFill>
                </a:rPr>
                <a:t>10</a:t>
              </a:r>
            </a:p>
          </p:txBody>
        </p:sp>
        <p:sp>
          <p:nvSpPr>
            <p:cNvPr id="80" name="Rectangle 79"/>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1AEAA2C8-0D1D-4846-BAF9-0630635A7502}"/>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Rounded Corners 81">
              <a:extLst>
                <a:ext uri="{FF2B5EF4-FFF2-40B4-BE49-F238E27FC236}">
                  <a16:creationId xmlns:a16="http://schemas.microsoft.com/office/drawing/2014/main" id="{44809A22-6875-4F1D-BD35-D6305723D200}"/>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DC544188-6293-45A7-9FF8-26713E2D4B8E}"/>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09BD9A15-5649-4768-B52F-ECB071604B8C}"/>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2A3241D0-3A0F-4F50-8A4E-A534576E429C}"/>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20997B33-A23E-48C6-87DE-9F98861CB4A9}"/>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5" name="Group 114">
            <a:extLst>
              <a:ext uri="{FF2B5EF4-FFF2-40B4-BE49-F238E27FC236}">
                <a16:creationId xmlns:a16="http://schemas.microsoft.com/office/drawing/2014/main" id="{9CA072D2-154D-4DCD-96B3-9019FE67191B}"/>
              </a:ext>
            </a:extLst>
          </p:cNvPr>
          <p:cNvGrpSpPr/>
          <p:nvPr/>
        </p:nvGrpSpPr>
        <p:grpSpPr>
          <a:xfrm>
            <a:off x="2761113" y="2485001"/>
            <a:ext cx="1281115" cy="1242017"/>
            <a:chOff x="6281735" y="3261458"/>
            <a:chExt cx="642899" cy="622851"/>
          </a:xfrm>
        </p:grpSpPr>
        <p:sp>
          <p:nvSpPr>
            <p:cNvPr id="116" name="Rectangle 115">
              <a:extLst>
                <a:ext uri="{FF2B5EF4-FFF2-40B4-BE49-F238E27FC236}">
                  <a16:creationId xmlns:a16="http://schemas.microsoft.com/office/drawing/2014/main" id="{D014F3ED-6924-4F58-BB29-F832B1957B98}"/>
                </a:ext>
              </a:extLst>
            </p:cNvPr>
            <p:cNvSpPr/>
            <p:nvPr/>
          </p:nvSpPr>
          <p:spPr>
            <a:xfrm>
              <a:off x="6650038"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D1492E46-6D8C-4592-B648-A5B90A725200}"/>
                </a:ext>
              </a:extLst>
            </p:cNvPr>
            <p:cNvSpPr/>
            <p:nvPr/>
          </p:nvSpPr>
          <p:spPr>
            <a:xfrm>
              <a:off x="6557963"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7D72B7DA-085F-439C-BB2D-5D32CC200066}"/>
                </a:ext>
              </a:extLst>
            </p:cNvPr>
            <p:cNvSpPr/>
            <p:nvPr/>
          </p:nvSpPr>
          <p:spPr>
            <a:xfrm>
              <a:off x="6650038"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71BE038C-7130-49A1-9120-F17DB55E3A17}"/>
                </a:ext>
              </a:extLst>
            </p:cNvPr>
            <p:cNvSpPr/>
            <p:nvPr/>
          </p:nvSpPr>
          <p:spPr>
            <a:xfrm>
              <a:off x="6557963"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27145192-36F3-42E5-962F-D49181A5F3BA}"/>
                </a:ext>
              </a:extLst>
            </p:cNvPr>
            <p:cNvSpPr/>
            <p:nvPr/>
          </p:nvSpPr>
          <p:spPr>
            <a:xfrm>
              <a:off x="6650038"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8F80F258-C2C0-48D9-B9B1-29029105DACF}"/>
                </a:ext>
              </a:extLst>
            </p:cNvPr>
            <p:cNvSpPr/>
            <p:nvPr/>
          </p:nvSpPr>
          <p:spPr>
            <a:xfrm>
              <a:off x="6742113"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56FFFDD4-7280-4D90-B7B1-BCE2836EE986}"/>
                </a:ext>
              </a:extLst>
            </p:cNvPr>
            <p:cNvSpPr/>
            <p:nvPr/>
          </p:nvSpPr>
          <p:spPr>
            <a:xfrm>
              <a:off x="6742112"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B65EC5F3-1CF2-49C5-9536-E7A64720EFCD}"/>
                </a:ext>
              </a:extLst>
            </p:cNvPr>
            <p:cNvSpPr/>
            <p:nvPr/>
          </p:nvSpPr>
          <p:spPr>
            <a:xfrm>
              <a:off x="6742112"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3739D1A4-0415-4B5D-8FA4-12E836C35DE6}"/>
                </a:ext>
              </a:extLst>
            </p:cNvPr>
            <p:cNvSpPr/>
            <p:nvPr/>
          </p:nvSpPr>
          <p:spPr>
            <a:xfrm>
              <a:off x="6832559"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41FF76BF-687B-4D5A-A52D-33B08A04C84C}"/>
                </a:ext>
              </a:extLst>
            </p:cNvPr>
            <p:cNvSpPr/>
            <p:nvPr/>
          </p:nvSpPr>
          <p:spPr>
            <a:xfrm>
              <a:off x="6557962"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1B887501-143A-48B4-A8A7-D5AC00CB02D0}"/>
                </a:ext>
              </a:extLst>
            </p:cNvPr>
            <p:cNvSpPr/>
            <p:nvPr/>
          </p:nvSpPr>
          <p:spPr>
            <a:xfrm>
              <a:off x="6465887"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5EB96E97-568B-4C6A-A5A8-D09243B5B1CF}"/>
                </a:ext>
              </a:extLst>
            </p:cNvPr>
            <p:cNvSpPr/>
            <p:nvPr/>
          </p:nvSpPr>
          <p:spPr>
            <a:xfrm>
              <a:off x="6373811"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9E9BD1DC-33C6-424D-9B79-A5FB40B41C49}"/>
                </a:ext>
              </a:extLst>
            </p:cNvPr>
            <p:cNvSpPr/>
            <p:nvPr/>
          </p:nvSpPr>
          <p:spPr>
            <a:xfrm>
              <a:off x="6281735"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4AE7C294-4AD0-45B7-A947-7F9596C294A3}"/>
                </a:ext>
              </a:extLst>
            </p:cNvPr>
            <p:cNvSpPr/>
            <p:nvPr/>
          </p:nvSpPr>
          <p:spPr>
            <a:xfrm>
              <a:off x="6373810"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54E675BA-C619-4EBA-8569-DEB58F13A097}"/>
                </a:ext>
              </a:extLst>
            </p:cNvPr>
            <p:cNvSpPr/>
            <p:nvPr/>
          </p:nvSpPr>
          <p:spPr>
            <a:xfrm>
              <a:off x="6373810"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2BFB4170-D020-48AD-B379-4D2AAB6767CD}"/>
                </a:ext>
              </a:extLst>
            </p:cNvPr>
            <p:cNvSpPr/>
            <p:nvPr/>
          </p:nvSpPr>
          <p:spPr>
            <a:xfrm>
              <a:off x="6465886"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AD9ED990-6CBC-4ECE-A487-535DA840E50A}"/>
                </a:ext>
              </a:extLst>
            </p:cNvPr>
            <p:cNvSpPr/>
            <p:nvPr/>
          </p:nvSpPr>
          <p:spPr>
            <a:xfrm>
              <a:off x="6557961"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AF6D1F0F-E9CF-40C4-B1E5-C0CE6D934920}"/>
                </a:ext>
              </a:extLst>
            </p:cNvPr>
            <p:cNvSpPr/>
            <p:nvPr/>
          </p:nvSpPr>
          <p:spPr>
            <a:xfrm>
              <a:off x="6650037"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08873A2F-CA8D-4A0D-B013-5992A3333D80}"/>
                </a:ext>
              </a:extLst>
            </p:cNvPr>
            <p:cNvSpPr/>
            <p:nvPr/>
          </p:nvSpPr>
          <p:spPr>
            <a:xfrm>
              <a:off x="6465478" y="379454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A055FAD0-A5B6-4799-BDE3-F8EEF7EA9E00}"/>
                </a:ext>
              </a:extLst>
            </p:cNvPr>
            <p:cNvSpPr/>
            <p:nvPr/>
          </p:nvSpPr>
          <p:spPr>
            <a:xfrm>
              <a:off x="6466125"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DF437755-A622-448A-A0F1-5204D492FCBB}"/>
                </a:ext>
              </a:extLst>
            </p:cNvPr>
            <p:cNvSpPr/>
            <p:nvPr/>
          </p:nvSpPr>
          <p:spPr>
            <a:xfrm>
              <a:off x="6557144" y="3794543"/>
              <a:ext cx="91837"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02EF7A67-FB51-44B4-9342-121A4EC64DFE}"/>
                </a:ext>
              </a:extLst>
            </p:cNvPr>
            <p:cNvSpPr/>
            <p:nvPr/>
          </p:nvSpPr>
          <p:spPr>
            <a:xfrm>
              <a:off x="6556332"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8" name="TextBox 137">
            <a:extLst>
              <a:ext uri="{FF2B5EF4-FFF2-40B4-BE49-F238E27FC236}">
                <a16:creationId xmlns:a16="http://schemas.microsoft.com/office/drawing/2014/main" id="{DEDBB089-77B8-4E36-8EF5-01909A218E22}"/>
              </a:ext>
            </a:extLst>
          </p:cNvPr>
          <p:cNvSpPr txBox="1"/>
          <p:nvPr/>
        </p:nvSpPr>
        <p:spPr>
          <a:xfrm>
            <a:off x="504998" y="2782845"/>
            <a:ext cx="2619659" cy="646331"/>
          </a:xfrm>
          <a:prstGeom prst="rect">
            <a:avLst/>
          </a:prstGeom>
          <a:noFill/>
        </p:spPr>
        <p:txBody>
          <a:bodyPr wrap="square" rtlCol="0">
            <a:spAutoFit/>
          </a:bodyPr>
          <a:lstStyle/>
          <a:p>
            <a:r>
              <a:rPr lang="en-US" dirty="0">
                <a:solidFill>
                  <a:schemeClr val="bg1"/>
                </a:solidFill>
              </a:rPr>
              <a:t>Optimal description </a:t>
            </a:r>
          </a:p>
          <a:p>
            <a:r>
              <a:rPr lang="en-US" dirty="0">
                <a:solidFill>
                  <a:schemeClr val="bg1"/>
                </a:solidFill>
              </a:rPr>
              <a:t>of shape S:</a:t>
            </a:r>
          </a:p>
        </p:txBody>
      </p:sp>
    </p:spTree>
    <p:extLst>
      <p:ext uri="{BB962C8B-B14F-4D97-AF65-F5344CB8AC3E}">
        <p14:creationId xmlns:p14="http://schemas.microsoft.com/office/powerpoint/2010/main" val="23370935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03628" y="373996"/>
            <a:ext cx="2813591"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Target Shape 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654" y="1554480"/>
            <a:ext cx="4114800" cy="4114800"/>
          </a:xfrm>
          <a:prstGeom prst="rect">
            <a:avLst/>
          </a:prstGeom>
        </p:spPr>
      </p:pic>
    </p:spTree>
    <p:extLst>
      <p:ext uri="{BB962C8B-B14F-4D97-AF65-F5344CB8AC3E}">
        <p14:creationId xmlns:p14="http://schemas.microsoft.com/office/powerpoint/2010/main" val="10242473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6200" y="1554480"/>
            <a:ext cx="4114800" cy="4114800"/>
          </a:xfrm>
          <a:prstGeom prst="rect">
            <a:avLst/>
          </a:prstGeom>
        </p:spPr>
      </p:pic>
      <p:sp>
        <p:nvSpPr>
          <p:cNvPr id="9" name="TextBox 8"/>
          <p:cNvSpPr txBox="1"/>
          <p:nvPr/>
        </p:nvSpPr>
        <p:spPr>
          <a:xfrm>
            <a:off x="4603626" y="373996"/>
            <a:ext cx="2813591"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Spanning Tree of S</a:t>
            </a:r>
          </a:p>
        </p:txBody>
      </p:sp>
    </p:spTree>
    <p:extLst>
      <p:ext uri="{BB962C8B-B14F-4D97-AF65-F5344CB8AC3E}">
        <p14:creationId xmlns:p14="http://schemas.microsoft.com/office/powerpoint/2010/main" val="9824219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03626" y="373996"/>
            <a:ext cx="2813591"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Shape S at scale 2</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9416" y="1528842"/>
            <a:ext cx="4114800" cy="4114800"/>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6627" y="1528842"/>
            <a:ext cx="4114800" cy="4114800"/>
          </a:xfrm>
          <a:prstGeom prst="rect">
            <a:avLst/>
          </a:prstGeom>
        </p:spPr>
      </p:pic>
      <p:sp>
        <p:nvSpPr>
          <p:cNvPr id="5" name="Arrow: Right 4"/>
          <p:cNvSpPr/>
          <p:nvPr/>
        </p:nvSpPr>
        <p:spPr>
          <a:xfrm>
            <a:off x="5521218" y="2803020"/>
            <a:ext cx="978408" cy="484632"/>
          </a:xfrm>
          <a:prstGeom prst="rightArrow">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Box 5"/>
          <p:cNvSpPr txBox="1"/>
          <p:nvPr/>
        </p:nvSpPr>
        <p:spPr>
          <a:xfrm>
            <a:off x="5738552" y="2279800"/>
            <a:ext cx="543739" cy="523220"/>
          </a:xfrm>
          <a:prstGeom prst="rect">
            <a:avLst/>
          </a:prstGeom>
          <a:noFill/>
        </p:spPr>
        <p:txBody>
          <a:bodyPr wrap="none" rtlCol="0">
            <a:spAutoFit/>
          </a:bodyPr>
          <a:lstStyle/>
          <a:p>
            <a:r>
              <a:rPr lang="en-US" sz="2800" dirty="0">
                <a:solidFill>
                  <a:schemeClr val="bg1"/>
                </a:solidFill>
              </a:rPr>
              <a:t>x2</a:t>
            </a:r>
          </a:p>
        </p:txBody>
      </p:sp>
    </p:spTree>
    <p:extLst>
      <p:ext uri="{BB962C8B-B14F-4D97-AF65-F5344CB8AC3E}">
        <p14:creationId xmlns:p14="http://schemas.microsoft.com/office/powerpoint/2010/main" val="10569469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1554480"/>
            <a:ext cx="4114800" cy="4114800"/>
          </a:xfrm>
          <a:prstGeom prst="rect">
            <a:avLst/>
          </a:prstGeom>
        </p:spPr>
      </p:pic>
      <p:sp>
        <p:nvSpPr>
          <p:cNvPr id="5" name="TextBox 4"/>
          <p:cNvSpPr txBox="1"/>
          <p:nvPr/>
        </p:nvSpPr>
        <p:spPr>
          <a:xfrm>
            <a:off x="4603626" y="373996"/>
            <a:ext cx="2813591"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Path around spanning tree of S</a:t>
            </a:r>
          </a:p>
        </p:txBody>
      </p:sp>
    </p:spTree>
    <p:extLst>
      <p:ext uri="{BB962C8B-B14F-4D97-AF65-F5344CB8AC3E}">
        <p14:creationId xmlns:p14="http://schemas.microsoft.com/office/powerpoint/2010/main" val="36531304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1554480"/>
            <a:ext cx="4114800" cy="4114800"/>
          </a:xfrm>
          <a:prstGeom prst="rect">
            <a:avLst/>
          </a:prstGeom>
        </p:spPr>
      </p:pic>
      <p:sp>
        <p:nvSpPr>
          <p:cNvPr id="4" name="TextBox 3"/>
          <p:cNvSpPr txBox="1"/>
          <p:nvPr/>
        </p:nvSpPr>
        <p:spPr>
          <a:xfrm>
            <a:off x="4603626" y="373996"/>
            <a:ext cx="2813591"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Path around spanning tree of S</a:t>
            </a:r>
          </a:p>
        </p:txBody>
      </p:sp>
    </p:spTree>
    <p:extLst>
      <p:ext uri="{BB962C8B-B14F-4D97-AF65-F5344CB8AC3E}">
        <p14:creationId xmlns:p14="http://schemas.microsoft.com/office/powerpoint/2010/main" val="24981863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03626" y="373996"/>
            <a:ext cx="2813591"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Path around spanning tree of S</a:t>
            </a:r>
          </a:p>
        </p:txBody>
      </p:sp>
      <p:pic>
        <p:nvPicPr>
          <p:cNvPr id="6" name="Picture 5">
            <a:extLst>
              <a:ext uri="{FF2B5EF4-FFF2-40B4-BE49-F238E27FC236}">
                <a16:creationId xmlns:a16="http://schemas.microsoft.com/office/drawing/2014/main" id="{CDE87C82-0213-4F5B-94C5-FCA05DF39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200" y="1554480"/>
            <a:ext cx="4114800" cy="4114800"/>
          </a:xfrm>
          <a:prstGeom prst="rect">
            <a:avLst/>
          </a:prstGeom>
        </p:spPr>
      </p:pic>
    </p:spTree>
    <p:extLst>
      <p:ext uri="{BB962C8B-B14F-4D97-AF65-F5344CB8AC3E}">
        <p14:creationId xmlns:p14="http://schemas.microsoft.com/office/powerpoint/2010/main" val="30953247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03626" y="373996"/>
            <a:ext cx="2813591"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Path around spanning tree of S</a:t>
            </a:r>
          </a:p>
        </p:txBody>
      </p:sp>
      <p:pic>
        <p:nvPicPr>
          <p:cNvPr id="6" name="Picture 5">
            <a:extLst>
              <a:ext uri="{FF2B5EF4-FFF2-40B4-BE49-F238E27FC236}">
                <a16:creationId xmlns:a16="http://schemas.microsoft.com/office/drawing/2014/main" id="{9EEED939-19C0-44B4-95FD-27D3FDA698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200" y="1554480"/>
            <a:ext cx="4114800" cy="4114800"/>
          </a:xfrm>
          <a:prstGeom prst="rect">
            <a:avLst/>
          </a:prstGeom>
        </p:spPr>
      </p:pic>
    </p:spTree>
    <p:extLst>
      <p:ext uri="{BB962C8B-B14F-4D97-AF65-F5344CB8AC3E}">
        <p14:creationId xmlns:p14="http://schemas.microsoft.com/office/powerpoint/2010/main" val="11777071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Right 4"/>
          <p:cNvSpPr/>
          <p:nvPr/>
        </p:nvSpPr>
        <p:spPr>
          <a:xfrm>
            <a:off x="5521218" y="2803020"/>
            <a:ext cx="978408" cy="484632"/>
          </a:xfrm>
          <a:prstGeom prst="rightArrow">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Box 5"/>
          <p:cNvSpPr txBox="1"/>
          <p:nvPr/>
        </p:nvSpPr>
        <p:spPr>
          <a:xfrm>
            <a:off x="5738552" y="2279800"/>
            <a:ext cx="543739" cy="523220"/>
          </a:xfrm>
          <a:prstGeom prst="rect">
            <a:avLst/>
          </a:prstGeom>
          <a:noFill/>
        </p:spPr>
        <p:txBody>
          <a:bodyPr wrap="none" rtlCol="0">
            <a:spAutoFit/>
          </a:bodyPr>
          <a:lstStyle/>
          <a:p>
            <a:r>
              <a:rPr lang="en-US" sz="2800" dirty="0">
                <a:solidFill>
                  <a:schemeClr val="bg1"/>
                </a:solidFill>
              </a:rPr>
              <a:t>x3</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9416" y="1528842"/>
            <a:ext cx="4114800" cy="41148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6627" y="1528842"/>
            <a:ext cx="4114800" cy="4114800"/>
          </a:xfrm>
          <a:prstGeom prst="rect">
            <a:avLst/>
          </a:prstGeom>
        </p:spPr>
      </p:pic>
      <p:sp>
        <p:nvSpPr>
          <p:cNvPr id="9" name="TextBox 8"/>
          <p:cNvSpPr txBox="1"/>
          <p:nvPr/>
        </p:nvSpPr>
        <p:spPr>
          <a:xfrm>
            <a:off x="4603626" y="373996"/>
            <a:ext cx="2813591"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Shape S at scale 6</a:t>
            </a:r>
          </a:p>
        </p:txBody>
      </p:sp>
    </p:spTree>
    <p:extLst>
      <p:ext uri="{BB962C8B-B14F-4D97-AF65-F5344CB8AC3E}">
        <p14:creationId xmlns:p14="http://schemas.microsoft.com/office/powerpoint/2010/main" val="26957556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1554480"/>
            <a:ext cx="4114800" cy="4114800"/>
          </a:xfrm>
          <a:prstGeom prst="rect">
            <a:avLst/>
          </a:prstGeom>
        </p:spPr>
      </p:pic>
      <p:sp>
        <p:nvSpPr>
          <p:cNvPr id="5" name="TextBox 4"/>
          <p:cNvSpPr txBox="1"/>
          <p:nvPr/>
        </p:nvSpPr>
        <p:spPr>
          <a:xfrm>
            <a:off x="4082105" y="373996"/>
            <a:ext cx="3856633"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Path around spanning tree of S with “buffer”</a:t>
            </a:r>
          </a:p>
        </p:txBody>
      </p:sp>
    </p:spTree>
    <p:extLst>
      <p:ext uri="{BB962C8B-B14F-4D97-AF65-F5344CB8AC3E}">
        <p14:creationId xmlns:p14="http://schemas.microsoft.com/office/powerpoint/2010/main" val="24117453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82105" y="373996"/>
            <a:ext cx="3856633" cy="892552"/>
          </a:xfrm>
          <a:prstGeom prst="rect">
            <a:avLst/>
          </a:prstGeom>
          <a:noFill/>
        </p:spPr>
        <p:txBody>
          <a:bodyPr wrap="none" rtlCol="0">
            <a:spAutoFit/>
          </a:bodyPr>
          <a:lstStyle/>
          <a:p>
            <a:pPr algn="ctr"/>
            <a:r>
              <a:rPr lang="en-US" sz="3600" dirty="0">
                <a:solidFill>
                  <a:schemeClr val="bg1"/>
                </a:solidFill>
              </a:rPr>
              <a:t>Shape Scaling</a:t>
            </a:r>
          </a:p>
          <a:p>
            <a:pPr algn="ctr"/>
            <a:r>
              <a:rPr lang="en-US" sz="1600" dirty="0">
                <a:solidFill>
                  <a:schemeClr val="bg1"/>
                </a:solidFill>
              </a:rPr>
              <a:t>Path around spanning tree of S with “buffer”</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1554480"/>
            <a:ext cx="4114800" cy="4114800"/>
          </a:xfrm>
          <a:prstGeom prst="rect">
            <a:avLst/>
          </a:prstGeom>
        </p:spPr>
      </p:pic>
    </p:spTree>
    <p:extLst>
      <p:ext uri="{BB962C8B-B14F-4D97-AF65-F5344CB8AC3E}">
        <p14:creationId xmlns:p14="http://schemas.microsoft.com/office/powerpoint/2010/main" val="32603654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86387D8-2CEE-409F-B305-E3DD4010F8A0}"/>
              </a:ext>
            </a:extLst>
          </p:cNvPr>
          <p:cNvGrpSpPr/>
          <p:nvPr/>
        </p:nvGrpSpPr>
        <p:grpSpPr>
          <a:xfrm>
            <a:off x="401057" y="1331258"/>
            <a:ext cx="1116685" cy="905871"/>
            <a:chOff x="820157" y="1458258"/>
            <a:chExt cx="1116685" cy="905871"/>
          </a:xfrm>
        </p:grpSpPr>
        <p:grpSp>
          <p:nvGrpSpPr>
            <p:cNvPr id="113" name="Group 112">
              <a:extLst>
                <a:ext uri="{FF2B5EF4-FFF2-40B4-BE49-F238E27FC236}">
                  <a16:creationId xmlns:a16="http://schemas.microsoft.com/office/drawing/2014/main" id="{A109DD6B-581E-4A98-9B66-E18A3DF24D88}"/>
                </a:ext>
              </a:extLst>
            </p:cNvPr>
            <p:cNvGrpSpPr/>
            <p:nvPr/>
          </p:nvGrpSpPr>
          <p:grpSpPr>
            <a:xfrm>
              <a:off x="1762596" y="1698281"/>
              <a:ext cx="174246" cy="165734"/>
              <a:chOff x="3374524" y="3961948"/>
              <a:chExt cx="521293" cy="512749"/>
            </a:xfrm>
            <a:effectLst>
              <a:outerShdw blurRad="50800" dist="38100" dir="2700000" algn="tl" rotWithShape="0">
                <a:prstClr val="black">
                  <a:alpha val="40000"/>
                </a:prstClr>
              </a:outerShdw>
            </a:effectLst>
          </p:grpSpPr>
          <p:sp>
            <p:nvSpPr>
              <p:cNvPr id="114" name="Rectangle 113">
                <a:extLst>
                  <a:ext uri="{FF2B5EF4-FFF2-40B4-BE49-F238E27FC236}">
                    <a16:creationId xmlns:a16="http://schemas.microsoft.com/office/drawing/2014/main" id="{DD8E06A4-1420-4987-A1E6-757F29DC4EA2}"/>
                  </a:ext>
                </a:extLst>
              </p:cNvPr>
              <p:cNvSpPr/>
              <p:nvPr/>
            </p:nvSpPr>
            <p:spPr>
              <a:xfrm>
                <a:off x="3374524" y="396194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00255F68-D61D-48EA-BC23-FA439E3A986B}"/>
                  </a:ext>
                </a:extLst>
              </p:cNvPr>
              <p:cNvSpPr/>
              <p:nvPr/>
            </p:nvSpPr>
            <p:spPr>
              <a:xfrm rot="5400000">
                <a:off x="3594070" y="386204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6122C6E2-E643-4B9C-86B3-2914D8C74D12}"/>
                  </a:ext>
                </a:extLst>
              </p:cNvPr>
              <p:cNvSpPr/>
              <p:nvPr/>
            </p:nvSpPr>
            <p:spPr>
              <a:xfrm rot="5400000">
                <a:off x="3594070" y="429259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F16AAB8A-82A5-428C-A814-6F0A8616C33A}"/>
                  </a:ext>
                </a:extLst>
              </p:cNvPr>
              <p:cNvSpPr/>
              <p:nvPr/>
            </p:nvSpPr>
            <p:spPr>
              <a:xfrm>
                <a:off x="3374524"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724418E0-A7AE-46D4-9A6C-CA6FF1F13EAD}"/>
                  </a:ext>
                </a:extLst>
              </p:cNvPr>
              <p:cNvSpPr/>
              <p:nvPr/>
            </p:nvSpPr>
            <p:spPr>
              <a:xfrm>
                <a:off x="3813618"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3AC056D9-CB4A-4C81-B0B8-A1F9EC6A3A33}"/>
                </a:ext>
              </a:extLst>
            </p:cNvPr>
            <p:cNvGrpSpPr/>
            <p:nvPr/>
          </p:nvGrpSpPr>
          <p:grpSpPr>
            <a:xfrm>
              <a:off x="1337149" y="1458258"/>
              <a:ext cx="174246" cy="165734"/>
              <a:chOff x="1960978" y="2290824"/>
              <a:chExt cx="521293" cy="512748"/>
            </a:xfrm>
          </p:grpSpPr>
          <p:grpSp>
            <p:nvGrpSpPr>
              <p:cNvPr id="120" name="Group 119">
                <a:extLst>
                  <a:ext uri="{FF2B5EF4-FFF2-40B4-BE49-F238E27FC236}">
                    <a16:creationId xmlns:a16="http://schemas.microsoft.com/office/drawing/2014/main" id="{E39300E9-1385-4A7A-9BD0-F6E863F32A0F}"/>
                  </a:ext>
                </a:extLst>
              </p:cNvPr>
              <p:cNvGrpSpPr/>
              <p:nvPr/>
            </p:nvGrpSpPr>
            <p:grpSpPr>
              <a:xfrm>
                <a:off x="1960978" y="2290824"/>
                <a:ext cx="521293" cy="512748"/>
                <a:chOff x="1378086" y="2546788"/>
                <a:chExt cx="521293" cy="512748"/>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BA8FB9D5-5866-4757-BFB2-03518C0EFE9C}"/>
                    </a:ext>
                  </a:extLst>
                </p:cNvPr>
                <p:cNvSpPr/>
                <p:nvPr/>
              </p:nvSpPr>
              <p:spPr>
                <a:xfrm>
                  <a:off x="1378086" y="2546788"/>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097F1BF0-4022-4D05-BBB8-97E13AFAF26E}"/>
                    </a:ext>
                  </a:extLst>
                </p:cNvPr>
                <p:cNvSpPr/>
                <p:nvPr/>
              </p:nvSpPr>
              <p:spPr>
                <a:xfrm rot="5400000">
                  <a:off x="1597632" y="2446882"/>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A41DD89E-A0F1-414E-9E1D-E630DD6203CA}"/>
                    </a:ext>
                  </a:extLst>
                </p:cNvPr>
                <p:cNvSpPr/>
                <p:nvPr/>
              </p:nvSpPr>
              <p:spPr>
                <a:xfrm>
                  <a:off x="1817180" y="2662156"/>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1F6A5AC6-08BC-4DED-B689-D8D28BB595CE}"/>
                    </a:ext>
                  </a:extLst>
                </p:cNvPr>
                <p:cNvSpPr/>
                <p:nvPr/>
              </p:nvSpPr>
              <p:spPr>
                <a:xfrm rot="5400000">
                  <a:off x="1597632" y="2877431"/>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1" name="Straight Connector 120">
                <a:extLst>
                  <a:ext uri="{FF2B5EF4-FFF2-40B4-BE49-F238E27FC236}">
                    <a16:creationId xmlns:a16="http://schemas.microsoft.com/office/drawing/2014/main" id="{6D42D8E1-4400-442D-A62C-A97E8EF82485}"/>
                  </a:ext>
                </a:extLst>
              </p:cNvPr>
              <p:cNvCxnSpPr/>
              <p:nvPr/>
            </p:nvCxnSpPr>
            <p:spPr>
              <a:xfrm>
                <a:off x="2224880" y="2290824"/>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22" name="Straight Connector 121">
                <a:extLst>
                  <a:ext uri="{FF2B5EF4-FFF2-40B4-BE49-F238E27FC236}">
                    <a16:creationId xmlns:a16="http://schemas.microsoft.com/office/drawing/2014/main" id="{5746C54A-A166-4ED9-99AF-373A9BA8AD46}"/>
                  </a:ext>
                </a:extLst>
              </p:cNvPr>
              <p:cNvCxnSpPr/>
              <p:nvPr/>
            </p:nvCxnSpPr>
            <p:spPr>
              <a:xfrm>
                <a:off x="2224880" y="2721373"/>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27" name="Group 126">
              <a:extLst>
                <a:ext uri="{FF2B5EF4-FFF2-40B4-BE49-F238E27FC236}">
                  <a16:creationId xmlns:a16="http://schemas.microsoft.com/office/drawing/2014/main" id="{C511A070-A94F-44F4-903E-3CBD0E616B6F}"/>
                </a:ext>
              </a:extLst>
            </p:cNvPr>
            <p:cNvGrpSpPr/>
            <p:nvPr/>
          </p:nvGrpSpPr>
          <p:grpSpPr>
            <a:xfrm>
              <a:off x="1326550" y="1901632"/>
              <a:ext cx="174246" cy="165734"/>
              <a:chOff x="1960976" y="2992945"/>
              <a:chExt cx="521293" cy="512748"/>
            </a:xfrm>
          </p:grpSpPr>
          <p:grpSp>
            <p:nvGrpSpPr>
              <p:cNvPr id="128" name="Group 127">
                <a:extLst>
                  <a:ext uri="{FF2B5EF4-FFF2-40B4-BE49-F238E27FC236}">
                    <a16:creationId xmlns:a16="http://schemas.microsoft.com/office/drawing/2014/main" id="{99BA9C1C-627F-4D09-BBE9-93987F96AB70}"/>
                  </a:ext>
                </a:extLst>
              </p:cNvPr>
              <p:cNvGrpSpPr/>
              <p:nvPr/>
            </p:nvGrpSpPr>
            <p:grpSpPr>
              <a:xfrm>
                <a:off x="1960976" y="2992945"/>
                <a:ext cx="521293" cy="512748"/>
                <a:chOff x="3603126" y="3395374"/>
                <a:chExt cx="521293" cy="512748"/>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349F4D78-9BCD-46F0-9C58-7096A8D81D15}"/>
                    </a:ext>
                  </a:extLst>
                </p:cNvPr>
                <p:cNvSpPr/>
                <p:nvPr/>
              </p:nvSpPr>
              <p:spPr>
                <a:xfrm>
                  <a:off x="3603126" y="3395374"/>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63C53454-E589-47F4-ADCA-A1390BD178BF}"/>
                    </a:ext>
                  </a:extLst>
                </p:cNvPr>
                <p:cNvSpPr/>
                <p:nvPr/>
              </p:nvSpPr>
              <p:spPr>
                <a:xfrm rot="5400000">
                  <a:off x="3822672" y="3726017"/>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80B85179-02A1-4139-85A5-99FBF0E5C9F3}"/>
                    </a:ext>
                  </a:extLst>
                </p:cNvPr>
                <p:cNvSpPr/>
                <p:nvPr/>
              </p:nvSpPr>
              <p:spPr>
                <a:xfrm>
                  <a:off x="4042220" y="3510742"/>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9" name="Straight Connector 128">
                <a:extLst>
                  <a:ext uri="{FF2B5EF4-FFF2-40B4-BE49-F238E27FC236}">
                    <a16:creationId xmlns:a16="http://schemas.microsoft.com/office/drawing/2014/main" id="{180525FF-5183-4D56-96F6-7A04A0806286}"/>
                  </a:ext>
                </a:extLst>
              </p:cNvPr>
              <p:cNvCxnSpPr/>
              <p:nvPr/>
            </p:nvCxnSpPr>
            <p:spPr>
              <a:xfrm>
                <a:off x="2224880" y="342349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33" name="Group 132">
              <a:extLst>
                <a:ext uri="{FF2B5EF4-FFF2-40B4-BE49-F238E27FC236}">
                  <a16:creationId xmlns:a16="http://schemas.microsoft.com/office/drawing/2014/main" id="{641B49C4-BB46-45AB-B54C-6EE21B2F4A39}"/>
                </a:ext>
              </a:extLst>
            </p:cNvPr>
            <p:cNvGrpSpPr/>
            <p:nvPr/>
          </p:nvGrpSpPr>
          <p:grpSpPr>
            <a:xfrm>
              <a:off x="820157" y="1617725"/>
              <a:ext cx="174246" cy="165734"/>
              <a:chOff x="1205410" y="2290825"/>
              <a:chExt cx="521293" cy="512748"/>
            </a:xfrm>
          </p:grpSpPr>
          <p:grpSp>
            <p:nvGrpSpPr>
              <p:cNvPr id="134" name="Group 133">
                <a:extLst>
                  <a:ext uri="{FF2B5EF4-FFF2-40B4-BE49-F238E27FC236}">
                    <a16:creationId xmlns:a16="http://schemas.microsoft.com/office/drawing/2014/main" id="{1F69E409-8EE2-4ED3-806F-2F70709AC009}"/>
                  </a:ext>
                </a:extLst>
              </p:cNvPr>
              <p:cNvGrpSpPr/>
              <p:nvPr/>
            </p:nvGrpSpPr>
            <p:grpSpPr>
              <a:xfrm>
                <a:off x="1205410" y="2290825"/>
                <a:ext cx="521293" cy="512748"/>
                <a:chOff x="3737574" y="3110669"/>
                <a:chExt cx="521293" cy="512748"/>
              </a:xfrm>
              <a:effectLst>
                <a:outerShdw blurRad="50800" dist="38100" dir="2700000" algn="tl" rotWithShape="0">
                  <a:prstClr val="black">
                    <a:alpha val="40000"/>
                  </a:prstClr>
                </a:outerShdw>
              </a:effectLst>
            </p:grpSpPr>
            <p:sp>
              <p:nvSpPr>
                <p:cNvPr id="137" name="Rectangle 136">
                  <a:extLst>
                    <a:ext uri="{FF2B5EF4-FFF2-40B4-BE49-F238E27FC236}">
                      <a16:creationId xmlns:a16="http://schemas.microsoft.com/office/drawing/2014/main" id="{55A6CC15-FBC9-4184-949F-5620FAE319E1}"/>
                    </a:ext>
                  </a:extLst>
                </p:cNvPr>
                <p:cNvSpPr/>
                <p:nvPr/>
              </p:nvSpPr>
              <p:spPr>
                <a:xfrm>
                  <a:off x="3737574" y="311066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Rectangle 137">
                  <a:extLst>
                    <a:ext uri="{FF2B5EF4-FFF2-40B4-BE49-F238E27FC236}">
                      <a16:creationId xmlns:a16="http://schemas.microsoft.com/office/drawing/2014/main" id="{CE734CE5-A136-4B05-AC58-CD52303105E8}"/>
                    </a:ext>
                  </a:extLst>
                </p:cNvPr>
                <p:cNvSpPr/>
                <p:nvPr/>
              </p:nvSpPr>
              <p:spPr>
                <a:xfrm rot="5400000">
                  <a:off x="3957120" y="3010763"/>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968CD6D9-01ED-4E4A-90BF-85E2E03D738B}"/>
                    </a:ext>
                  </a:extLst>
                </p:cNvPr>
                <p:cNvSpPr/>
                <p:nvPr/>
              </p:nvSpPr>
              <p:spPr>
                <a:xfrm>
                  <a:off x="4171308" y="3226037"/>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35" name="Straight Connector 134">
                <a:extLst>
                  <a:ext uri="{FF2B5EF4-FFF2-40B4-BE49-F238E27FC236}">
                    <a16:creationId xmlns:a16="http://schemas.microsoft.com/office/drawing/2014/main" id="{A0E08BA6-D804-4FA9-BD7B-747088627E28}"/>
                  </a:ext>
                </a:extLst>
              </p:cNvPr>
              <p:cNvCxnSpPr>
                <a:stCxn id="138" idx="1"/>
                <a:endCxn id="138" idx="3"/>
              </p:cNvCxnSpPr>
              <p:nvPr/>
            </p:nvCxnSpPr>
            <p:spPr>
              <a:xfrm>
                <a:off x="1466055" y="2290825"/>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D453FEB8-CD4A-4D9A-A20E-A52BEDF44DB8}"/>
                  </a:ext>
                </a:extLst>
              </p:cNvPr>
              <p:cNvCxnSpPr>
                <a:cxnSpLocks/>
              </p:cNvCxnSpPr>
              <p:nvPr/>
            </p:nvCxnSpPr>
            <p:spPr>
              <a:xfrm rot="5400000">
                <a:off x="1680241" y="2498948"/>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0" name="Group 139">
              <a:extLst>
                <a:ext uri="{FF2B5EF4-FFF2-40B4-BE49-F238E27FC236}">
                  <a16:creationId xmlns:a16="http://schemas.microsoft.com/office/drawing/2014/main" id="{2415FA2B-FB53-40FF-8F90-FCFB0BD7896A}"/>
                </a:ext>
              </a:extLst>
            </p:cNvPr>
            <p:cNvGrpSpPr/>
            <p:nvPr/>
          </p:nvGrpSpPr>
          <p:grpSpPr>
            <a:xfrm>
              <a:off x="957605" y="2084005"/>
              <a:ext cx="174247" cy="165734"/>
              <a:chOff x="1200047" y="2998405"/>
              <a:chExt cx="521296" cy="512748"/>
            </a:xfrm>
          </p:grpSpPr>
          <p:grpSp>
            <p:nvGrpSpPr>
              <p:cNvPr id="141" name="Group 140">
                <a:extLst>
                  <a:ext uri="{FF2B5EF4-FFF2-40B4-BE49-F238E27FC236}">
                    <a16:creationId xmlns:a16="http://schemas.microsoft.com/office/drawing/2014/main" id="{09AF3B16-B491-4D01-BC26-E65F0D4665F1}"/>
                  </a:ext>
                </a:extLst>
              </p:cNvPr>
              <p:cNvGrpSpPr/>
              <p:nvPr/>
            </p:nvGrpSpPr>
            <p:grpSpPr>
              <a:xfrm>
                <a:off x="1200050" y="2998405"/>
                <a:ext cx="521293" cy="512748"/>
                <a:chOff x="3515961" y="3443740"/>
                <a:chExt cx="521293" cy="512748"/>
              </a:xfrm>
              <a:effectLst>
                <a:outerShdw blurRad="50800" dist="38100" dir="2700000" algn="tl" rotWithShape="0">
                  <a:prstClr val="black">
                    <a:alpha val="40000"/>
                  </a:prstClr>
                </a:outerShdw>
              </a:effectLst>
            </p:grpSpPr>
            <p:sp>
              <p:nvSpPr>
                <p:cNvPr id="143" name="Rectangle 142">
                  <a:extLst>
                    <a:ext uri="{FF2B5EF4-FFF2-40B4-BE49-F238E27FC236}">
                      <a16:creationId xmlns:a16="http://schemas.microsoft.com/office/drawing/2014/main" id="{E80C9F32-CCCC-42FC-BC9F-25467F425BAE}"/>
                    </a:ext>
                  </a:extLst>
                </p:cNvPr>
                <p:cNvSpPr/>
                <p:nvPr/>
              </p:nvSpPr>
              <p:spPr>
                <a:xfrm>
                  <a:off x="3515961" y="344374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8BEA8A7E-46B6-4E0C-AC33-74510027E689}"/>
                    </a:ext>
                  </a:extLst>
                </p:cNvPr>
                <p:cNvSpPr/>
                <p:nvPr/>
              </p:nvSpPr>
              <p:spPr>
                <a:xfrm>
                  <a:off x="3515961" y="355910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94579CC8-273C-459C-A085-CCF3375C38AD}"/>
                    </a:ext>
                  </a:extLst>
                </p:cNvPr>
                <p:cNvSpPr/>
                <p:nvPr/>
              </p:nvSpPr>
              <p:spPr>
                <a:xfrm rot="5400000">
                  <a:off x="3735507" y="3343834"/>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2" name="Straight Connector 141">
                <a:extLst>
                  <a:ext uri="{FF2B5EF4-FFF2-40B4-BE49-F238E27FC236}">
                    <a16:creationId xmlns:a16="http://schemas.microsoft.com/office/drawing/2014/main" id="{A69F8EB1-DBEC-4493-BDCE-4FC0FDA55256}"/>
                  </a:ext>
                </a:extLst>
              </p:cNvPr>
              <p:cNvCxnSpPr>
                <a:cxnSpLocks/>
              </p:cNvCxnSpPr>
              <p:nvPr/>
            </p:nvCxnSpPr>
            <p:spPr>
              <a:xfrm rot="5400000">
                <a:off x="1241147" y="320697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6" name="Group 145">
              <a:extLst>
                <a:ext uri="{FF2B5EF4-FFF2-40B4-BE49-F238E27FC236}">
                  <a16:creationId xmlns:a16="http://schemas.microsoft.com/office/drawing/2014/main" id="{70EA6372-A80D-422B-87A1-5D1458D6042C}"/>
                </a:ext>
              </a:extLst>
            </p:cNvPr>
            <p:cNvGrpSpPr/>
            <p:nvPr/>
          </p:nvGrpSpPr>
          <p:grpSpPr>
            <a:xfrm>
              <a:off x="1602087" y="2197680"/>
              <a:ext cx="174247" cy="166449"/>
              <a:chOff x="1200046" y="3705985"/>
              <a:chExt cx="521295" cy="514960"/>
            </a:xfrm>
          </p:grpSpPr>
          <p:grpSp>
            <p:nvGrpSpPr>
              <p:cNvPr id="147" name="Group 146">
                <a:extLst>
                  <a:ext uri="{FF2B5EF4-FFF2-40B4-BE49-F238E27FC236}">
                    <a16:creationId xmlns:a16="http://schemas.microsoft.com/office/drawing/2014/main" id="{F1F3E3AD-B570-4384-9A9D-AA43B7A94F06}"/>
                  </a:ext>
                </a:extLst>
              </p:cNvPr>
              <p:cNvGrpSpPr/>
              <p:nvPr/>
            </p:nvGrpSpPr>
            <p:grpSpPr>
              <a:xfrm>
                <a:off x="1200048" y="3705985"/>
                <a:ext cx="521293" cy="514960"/>
                <a:chOff x="3519304" y="3703188"/>
                <a:chExt cx="521293" cy="514960"/>
              </a:xfrm>
              <a:effectLst>
                <a:outerShdw blurRad="50800" dist="38100" dir="2700000" algn="tl" rotWithShape="0">
                  <a:prstClr val="black">
                    <a:alpha val="40000"/>
                  </a:prstClr>
                </a:outerShdw>
              </a:effectLst>
            </p:grpSpPr>
            <p:sp>
              <p:nvSpPr>
                <p:cNvPr id="150" name="Rectangle 149">
                  <a:extLst>
                    <a:ext uri="{FF2B5EF4-FFF2-40B4-BE49-F238E27FC236}">
                      <a16:creationId xmlns:a16="http://schemas.microsoft.com/office/drawing/2014/main" id="{65F66145-1618-498B-990B-02CBC060762E}"/>
                    </a:ext>
                  </a:extLst>
                </p:cNvPr>
                <p:cNvSpPr/>
                <p:nvPr/>
              </p:nvSpPr>
              <p:spPr>
                <a:xfrm>
                  <a:off x="3519304" y="370540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1E8C4CB1-D737-45BA-8411-3476ACB6B0E6}"/>
                    </a:ext>
                  </a:extLst>
                </p:cNvPr>
                <p:cNvSpPr/>
                <p:nvPr/>
              </p:nvSpPr>
              <p:spPr>
                <a:xfrm rot="5400000">
                  <a:off x="3734549" y="360328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6A89A705-7632-43F1-B999-336546FF2111}"/>
                    </a:ext>
                  </a:extLst>
                </p:cNvPr>
                <p:cNvSpPr/>
                <p:nvPr/>
              </p:nvSpPr>
              <p:spPr>
                <a:xfrm>
                  <a:off x="3519304" y="3820768"/>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CA862F90-4332-4EBA-BF0C-58508E0C9E60}"/>
                    </a:ext>
                  </a:extLst>
                </p:cNvPr>
                <p:cNvSpPr/>
                <p:nvPr/>
              </p:nvSpPr>
              <p:spPr>
                <a:xfrm>
                  <a:off x="3958398" y="382076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8" name="Straight Connector 147">
                <a:extLst>
                  <a:ext uri="{FF2B5EF4-FFF2-40B4-BE49-F238E27FC236}">
                    <a16:creationId xmlns:a16="http://schemas.microsoft.com/office/drawing/2014/main" id="{748F962E-B66F-40D6-A5E5-150D79FB1DC2}"/>
                  </a:ext>
                </a:extLst>
              </p:cNvPr>
              <p:cNvCxnSpPr>
                <a:cxnSpLocks/>
              </p:cNvCxnSpPr>
              <p:nvPr/>
            </p:nvCxnSpPr>
            <p:spPr>
              <a:xfrm rot="5400000">
                <a:off x="1680240" y="3921349"/>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49" name="Straight Connector 148">
                <a:extLst>
                  <a:ext uri="{FF2B5EF4-FFF2-40B4-BE49-F238E27FC236}">
                    <a16:creationId xmlns:a16="http://schemas.microsoft.com/office/drawing/2014/main" id="{56211C4C-E289-4A13-B0E4-91AAFF162DDC}"/>
                  </a:ext>
                </a:extLst>
              </p:cNvPr>
              <p:cNvCxnSpPr>
                <a:cxnSpLocks/>
              </p:cNvCxnSpPr>
              <p:nvPr/>
            </p:nvCxnSpPr>
            <p:spPr>
              <a:xfrm rot="5400000">
                <a:off x="1241146" y="3924572"/>
                <a:ext cx="0" cy="82199"/>
              </a:xfrm>
              <a:prstGeom prst="line">
                <a:avLst/>
              </a:prstGeom>
            </p:spPr>
            <p:style>
              <a:lnRef idx="3">
                <a:schemeClr val="dk1"/>
              </a:lnRef>
              <a:fillRef idx="0">
                <a:schemeClr val="dk1"/>
              </a:fillRef>
              <a:effectRef idx="2">
                <a:schemeClr val="dk1"/>
              </a:effectRef>
              <a:fontRef idx="minor">
                <a:schemeClr val="tx1"/>
              </a:fontRef>
            </p:style>
          </p:cxnSp>
        </p:grpSp>
      </p:grpSp>
      <p:sp>
        <p:nvSpPr>
          <p:cNvPr id="164" name="TextBox 163">
            <a:extLst>
              <a:ext uri="{FF2B5EF4-FFF2-40B4-BE49-F238E27FC236}">
                <a16:creationId xmlns:a16="http://schemas.microsoft.com/office/drawing/2014/main" id="{EA43C72D-B94D-4B68-B282-E4AB47C3EAF8}"/>
              </a:ext>
            </a:extLst>
          </p:cNvPr>
          <p:cNvSpPr txBox="1"/>
          <p:nvPr/>
        </p:nvSpPr>
        <p:spPr>
          <a:xfrm>
            <a:off x="1677472" y="788798"/>
            <a:ext cx="1762021" cy="369332"/>
          </a:xfrm>
          <a:prstGeom prst="rect">
            <a:avLst/>
          </a:prstGeom>
          <a:noFill/>
        </p:spPr>
        <p:txBody>
          <a:bodyPr wrap="none" rtlCol="0">
            <a:spAutoFit/>
          </a:bodyPr>
          <a:lstStyle/>
          <a:p>
            <a:r>
              <a:rPr lang="en-US" dirty="0">
                <a:solidFill>
                  <a:schemeClr val="bg1"/>
                </a:solidFill>
              </a:rPr>
              <a:t>distinct tile types</a:t>
            </a:r>
          </a:p>
        </p:txBody>
      </p:sp>
      <p:grpSp>
        <p:nvGrpSpPr>
          <p:cNvPr id="20" name="Group 19">
            <a:extLst>
              <a:ext uri="{FF2B5EF4-FFF2-40B4-BE49-F238E27FC236}">
                <a16:creationId xmlns:a16="http://schemas.microsoft.com/office/drawing/2014/main" id="{948FC53F-9B66-496A-AF45-965340E29953}"/>
              </a:ext>
            </a:extLst>
          </p:cNvPr>
          <p:cNvGrpSpPr/>
          <p:nvPr/>
        </p:nvGrpSpPr>
        <p:grpSpPr>
          <a:xfrm>
            <a:off x="203174" y="647383"/>
            <a:ext cx="1677062" cy="584775"/>
            <a:chOff x="2877923" y="1258626"/>
            <a:chExt cx="1677062" cy="584775"/>
          </a:xfrm>
        </p:grpSpPr>
        <p:grpSp>
          <p:nvGrpSpPr>
            <p:cNvPr id="174" name="Group 173">
              <a:extLst>
                <a:ext uri="{FF2B5EF4-FFF2-40B4-BE49-F238E27FC236}">
                  <a16:creationId xmlns:a16="http://schemas.microsoft.com/office/drawing/2014/main" id="{0485483A-602F-42A9-A60E-BBF1EE8A6B7D}"/>
                </a:ext>
              </a:extLst>
            </p:cNvPr>
            <p:cNvGrpSpPr/>
            <p:nvPr/>
          </p:nvGrpSpPr>
          <p:grpSpPr>
            <a:xfrm>
              <a:off x="3351599" y="1301863"/>
              <a:ext cx="920445" cy="529053"/>
              <a:chOff x="1041705" y="3992508"/>
              <a:chExt cx="920445" cy="529053"/>
            </a:xfrm>
          </p:grpSpPr>
          <p:sp>
            <p:nvSpPr>
              <p:cNvPr id="175" name="TextBox 174">
                <a:extLst>
                  <a:ext uri="{FF2B5EF4-FFF2-40B4-BE49-F238E27FC236}">
                    <a16:creationId xmlns:a16="http://schemas.microsoft.com/office/drawing/2014/main" id="{5F9F15ED-962B-4FC6-ABF2-DE9CD711123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76" name="Straight Connector 175">
                <a:extLst>
                  <a:ext uri="{FF2B5EF4-FFF2-40B4-BE49-F238E27FC236}">
                    <a16:creationId xmlns:a16="http://schemas.microsoft.com/office/drawing/2014/main" id="{BEB28611-EC70-40B6-8997-241985D0D2B2}"/>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28A34A84-BF9D-412F-B91D-C7C8324F6DB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6" name="TextBox 185">
              <a:extLst>
                <a:ext uri="{FF2B5EF4-FFF2-40B4-BE49-F238E27FC236}">
                  <a16:creationId xmlns:a16="http://schemas.microsoft.com/office/drawing/2014/main" id="{3349DA4E-0CE9-4C02-8622-DA089EF7EF20}"/>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cxnSp>
        <p:nvCxnSpPr>
          <p:cNvPr id="193" name="Straight Connector 192">
            <a:extLst>
              <a:ext uri="{FF2B5EF4-FFF2-40B4-BE49-F238E27FC236}">
                <a16:creationId xmlns:a16="http://schemas.microsoft.com/office/drawing/2014/main" id="{F23FF927-B29C-4426-8D5F-29C37E4F5A5B}"/>
              </a:ext>
            </a:extLst>
          </p:cNvPr>
          <p:cNvCxnSpPr/>
          <p:nvPr/>
        </p:nvCxnSpPr>
        <p:spPr>
          <a:xfrm>
            <a:off x="282639" y="1197104"/>
            <a:ext cx="3099614" cy="0"/>
          </a:xfrm>
          <a:prstGeom prst="line">
            <a:avLst/>
          </a:prstGeom>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7688D7A4-3F2E-4861-BF49-16A687B6AAF9}"/>
              </a:ext>
            </a:extLst>
          </p:cNvPr>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1589131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67FB474-A242-485E-94C3-9C8210029313}"/>
              </a:ext>
            </a:extLst>
          </p:cNvPr>
          <p:cNvGrpSpPr/>
          <p:nvPr/>
        </p:nvGrpSpPr>
        <p:grpSpPr>
          <a:xfrm>
            <a:off x="1821016" y="2678806"/>
            <a:ext cx="1405399" cy="191743"/>
            <a:chOff x="1751166" y="2678806"/>
            <a:chExt cx="1405399" cy="191743"/>
          </a:xfrm>
        </p:grpSpPr>
        <p:sp>
          <p:nvSpPr>
            <p:cNvPr id="22" name="Rectangle 21">
              <a:extLst>
                <a:ext uri="{FF2B5EF4-FFF2-40B4-BE49-F238E27FC236}">
                  <a16:creationId xmlns:a16="http://schemas.microsoft.com/office/drawing/2014/main" id="{6A39304D-2C79-412C-AF0E-DF5E7E4CCEF8}"/>
                </a:ext>
              </a:extLst>
            </p:cNvPr>
            <p:cNvSpPr/>
            <p:nvPr/>
          </p:nvSpPr>
          <p:spPr>
            <a:xfrm>
              <a:off x="176259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23" name="Rectangle 22">
              <a:extLst>
                <a:ext uri="{FF2B5EF4-FFF2-40B4-BE49-F238E27FC236}">
                  <a16:creationId xmlns:a16="http://schemas.microsoft.com/office/drawing/2014/main" id="{65ABD3F8-1B92-4A59-9674-2C87DD8622E8}"/>
                </a:ext>
              </a:extLst>
            </p:cNvPr>
            <p:cNvSpPr/>
            <p:nvPr/>
          </p:nvSpPr>
          <p:spPr>
            <a:xfrm>
              <a:off x="193684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24" name="Rectangle 23">
              <a:extLst>
                <a:ext uri="{FF2B5EF4-FFF2-40B4-BE49-F238E27FC236}">
                  <a16:creationId xmlns:a16="http://schemas.microsoft.com/office/drawing/2014/main" id="{A695E45C-3673-49B5-91D0-48D95D70E04F}"/>
                </a:ext>
              </a:extLst>
            </p:cNvPr>
            <p:cNvSpPr/>
            <p:nvPr/>
          </p:nvSpPr>
          <p:spPr>
            <a:xfrm>
              <a:off x="211108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25" name="Rectangle 24">
              <a:extLst>
                <a:ext uri="{FF2B5EF4-FFF2-40B4-BE49-F238E27FC236}">
                  <a16:creationId xmlns:a16="http://schemas.microsoft.com/office/drawing/2014/main" id="{DCB76EB5-02B7-4275-B625-A8A76866CA7E}"/>
                </a:ext>
              </a:extLst>
            </p:cNvPr>
            <p:cNvSpPr/>
            <p:nvPr/>
          </p:nvSpPr>
          <p:spPr>
            <a:xfrm>
              <a:off x="228533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26" name="Rectangle 25">
              <a:extLst>
                <a:ext uri="{FF2B5EF4-FFF2-40B4-BE49-F238E27FC236}">
                  <a16:creationId xmlns:a16="http://schemas.microsoft.com/office/drawing/2014/main" id="{53C424E9-654B-4BBE-A411-F37A64728457}"/>
                </a:ext>
              </a:extLst>
            </p:cNvPr>
            <p:cNvSpPr/>
            <p:nvPr/>
          </p:nvSpPr>
          <p:spPr>
            <a:xfrm>
              <a:off x="245958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27" name="Rectangle 26">
              <a:extLst>
                <a:ext uri="{FF2B5EF4-FFF2-40B4-BE49-F238E27FC236}">
                  <a16:creationId xmlns:a16="http://schemas.microsoft.com/office/drawing/2014/main" id="{4AF93879-7E1E-4330-A9FD-C223333FD215}"/>
                </a:ext>
              </a:extLst>
            </p:cNvPr>
            <p:cNvSpPr/>
            <p:nvPr/>
          </p:nvSpPr>
          <p:spPr>
            <a:xfrm>
              <a:off x="263382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28" name="Rectangle 27">
              <a:extLst>
                <a:ext uri="{FF2B5EF4-FFF2-40B4-BE49-F238E27FC236}">
                  <a16:creationId xmlns:a16="http://schemas.microsoft.com/office/drawing/2014/main" id="{16B1D2D0-A1B2-40B7-AF7A-8330D5DFDF76}"/>
                </a:ext>
              </a:extLst>
            </p:cNvPr>
            <p:cNvSpPr/>
            <p:nvPr/>
          </p:nvSpPr>
          <p:spPr>
            <a:xfrm>
              <a:off x="280807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29" name="Rectangle 28">
              <a:extLst>
                <a:ext uri="{FF2B5EF4-FFF2-40B4-BE49-F238E27FC236}">
                  <a16:creationId xmlns:a16="http://schemas.microsoft.com/office/drawing/2014/main" id="{22D5B89A-BB9C-4098-AECB-64E45C4659DF}"/>
                </a:ext>
              </a:extLst>
            </p:cNvPr>
            <p:cNvSpPr/>
            <p:nvPr/>
          </p:nvSpPr>
          <p:spPr>
            <a:xfrm>
              <a:off x="298231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5" name="Rectangle 74">
              <a:extLst>
                <a:ext uri="{FF2B5EF4-FFF2-40B4-BE49-F238E27FC236}">
                  <a16:creationId xmlns:a16="http://schemas.microsoft.com/office/drawing/2014/main" id="{BE611F69-AC64-4F48-8231-179B604CF7AF}"/>
                </a:ext>
              </a:extLst>
            </p:cNvPr>
            <p:cNvSpPr/>
            <p:nvPr/>
          </p:nvSpPr>
          <p:spPr>
            <a:xfrm>
              <a:off x="175116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76" name="Rectangle 75">
              <a:extLst>
                <a:ext uri="{FF2B5EF4-FFF2-40B4-BE49-F238E27FC236}">
                  <a16:creationId xmlns:a16="http://schemas.microsoft.com/office/drawing/2014/main" id="{12081729-137B-444D-AF41-F99295DCCDA9}"/>
                </a:ext>
              </a:extLst>
            </p:cNvPr>
            <p:cNvSpPr/>
            <p:nvPr/>
          </p:nvSpPr>
          <p:spPr>
            <a:xfrm>
              <a:off x="192541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94" name="Rectangle 93">
              <a:extLst>
                <a:ext uri="{FF2B5EF4-FFF2-40B4-BE49-F238E27FC236}">
                  <a16:creationId xmlns:a16="http://schemas.microsoft.com/office/drawing/2014/main" id="{D0FD16AC-3DA8-467D-AE04-4427FAF55691}"/>
                </a:ext>
              </a:extLst>
            </p:cNvPr>
            <p:cNvSpPr/>
            <p:nvPr/>
          </p:nvSpPr>
          <p:spPr>
            <a:xfrm>
              <a:off x="209965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95" name="Rectangle 94">
              <a:extLst>
                <a:ext uri="{FF2B5EF4-FFF2-40B4-BE49-F238E27FC236}">
                  <a16:creationId xmlns:a16="http://schemas.microsoft.com/office/drawing/2014/main" id="{2FC90D57-1F44-42DE-BFFF-79BFB251FD79}"/>
                </a:ext>
              </a:extLst>
            </p:cNvPr>
            <p:cNvSpPr/>
            <p:nvPr/>
          </p:nvSpPr>
          <p:spPr>
            <a:xfrm>
              <a:off x="227390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96" name="Rectangle 95">
              <a:extLst>
                <a:ext uri="{FF2B5EF4-FFF2-40B4-BE49-F238E27FC236}">
                  <a16:creationId xmlns:a16="http://schemas.microsoft.com/office/drawing/2014/main" id="{6C328A41-2E3D-491C-9343-23B321CA68C2}"/>
                </a:ext>
              </a:extLst>
            </p:cNvPr>
            <p:cNvSpPr/>
            <p:nvPr/>
          </p:nvSpPr>
          <p:spPr>
            <a:xfrm>
              <a:off x="244815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97" name="Rectangle 96">
              <a:extLst>
                <a:ext uri="{FF2B5EF4-FFF2-40B4-BE49-F238E27FC236}">
                  <a16:creationId xmlns:a16="http://schemas.microsoft.com/office/drawing/2014/main" id="{85F09A19-3A08-4C3C-9CFA-6C4B5BAD1A89}"/>
                </a:ext>
              </a:extLst>
            </p:cNvPr>
            <p:cNvSpPr/>
            <p:nvPr/>
          </p:nvSpPr>
          <p:spPr>
            <a:xfrm>
              <a:off x="262239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98" name="Rectangle 97">
              <a:extLst>
                <a:ext uri="{FF2B5EF4-FFF2-40B4-BE49-F238E27FC236}">
                  <a16:creationId xmlns:a16="http://schemas.microsoft.com/office/drawing/2014/main" id="{297658C4-68D2-4F74-BD2C-85BA9E3FD7D0}"/>
                </a:ext>
              </a:extLst>
            </p:cNvPr>
            <p:cNvSpPr/>
            <p:nvPr/>
          </p:nvSpPr>
          <p:spPr>
            <a:xfrm>
              <a:off x="279664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99" name="Rectangle 98">
              <a:extLst>
                <a:ext uri="{FF2B5EF4-FFF2-40B4-BE49-F238E27FC236}">
                  <a16:creationId xmlns:a16="http://schemas.microsoft.com/office/drawing/2014/main" id="{61AFD046-01C5-4F4E-956B-F2D336EBFD35}"/>
                </a:ext>
              </a:extLst>
            </p:cNvPr>
            <p:cNvSpPr/>
            <p:nvPr/>
          </p:nvSpPr>
          <p:spPr>
            <a:xfrm>
              <a:off x="297088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grpSp>
      <p:grpSp>
        <p:nvGrpSpPr>
          <p:cNvPr id="5" name="Group 4">
            <a:extLst>
              <a:ext uri="{FF2B5EF4-FFF2-40B4-BE49-F238E27FC236}">
                <a16:creationId xmlns:a16="http://schemas.microsoft.com/office/drawing/2014/main" id="{F86387D8-2CEE-409F-B305-E3DD4010F8A0}"/>
              </a:ext>
            </a:extLst>
          </p:cNvPr>
          <p:cNvGrpSpPr/>
          <p:nvPr/>
        </p:nvGrpSpPr>
        <p:grpSpPr>
          <a:xfrm>
            <a:off x="401057" y="1331258"/>
            <a:ext cx="1116685" cy="905871"/>
            <a:chOff x="820157" y="1458258"/>
            <a:chExt cx="1116685" cy="905871"/>
          </a:xfrm>
        </p:grpSpPr>
        <p:grpSp>
          <p:nvGrpSpPr>
            <p:cNvPr id="113" name="Group 112">
              <a:extLst>
                <a:ext uri="{FF2B5EF4-FFF2-40B4-BE49-F238E27FC236}">
                  <a16:creationId xmlns:a16="http://schemas.microsoft.com/office/drawing/2014/main" id="{A109DD6B-581E-4A98-9B66-E18A3DF24D88}"/>
                </a:ext>
              </a:extLst>
            </p:cNvPr>
            <p:cNvGrpSpPr/>
            <p:nvPr/>
          </p:nvGrpSpPr>
          <p:grpSpPr>
            <a:xfrm>
              <a:off x="1762596" y="1698281"/>
              <a:ext cx="174246" cy="165734"/>
              <a:chOff x="3374524" y="3961948"/>
              <a:chExt cx="521293" cy="512749"/>
            </a:xfrm>
            <a:effectLst>
              <a:outerShdw blurRad="50800" dist="38100" dir="2700000" algn="tl" rotWithShape="0">
                <a:prstClr val="black">
                  <a:alpha val="40000"/>
                </a:prstClr>
              </a:outerShdw>
            </a:effectLst>
          </p:grpSpPr>
          <p:sp>
            <p:nvSpPr>
              <p:cNvPr id="114" name="Rectangle 113">
                <a:extLst>
                  <a:ext uri="{FF2B5EF4-FFF2-40B4-BE49-F238E27FC236}">
                    <a16:creationId xmlns:a16="http://schemas.microsoft.com/office/drawing/2014/main" id="{DD8E06A4-1420-4987-A1E6-757F29DC4EA2}"/>
                  </a:ext>
                </a:extLst>
              </p:cNvPr>
              <p:cNvSpPr/>
              <p:nvPr/>
            </p:nvSpPr>
            <p:spPr>
              <a:xfrm>
                <a:off x="3374524" y="396194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00255F68-D61D-48EA-BC23-FA439E3A986B}"/>
                  </a:ext>
                </a:extLst>
              </p:cNvPr>
              <p:cNvSpPr/>
              <p:nvPr/>
            </p:nvSpPr>
            <p:spPr>
              <a:xfrm rot="5400000">
                <a:off x="3594070" y="386204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6122C6E2-E643-4B9C-86B3-2914D8C74D12}"/>
                  </a:ext>
                </a:extLst>
              </p:cNvPr>
              <p:cNvSpPr/>
              <p:nvPr/>
            </p:nvSpPr>
            <p:spPr>
              <a:xfrm rot="5400000">
                <a:off x="3594070" y="429259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F16AAB8A-82A5-428C-A814-6F0A8616C33A}"/>
                  </a:ext>
                </a:extLst>
              </p:cNvPr>
              <p:cNvSpPr/>
              <p:nvPr/>
            </p:nvSpPr>
            <p:spPr>
              <a:xfrm>
                <a:off x="3374524"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724418E0-A7AE-46D4-9A6C-CA6FF1F13EAD}"/>
                  </a:ext>
                </a:extLst>
              </p:cNvPr>
              <p:cNvSpPr/>
              <p:nvPr/>
            </p:nvSpPr>
            <p:spPr>
              <a:xfrm>
                <a:off x="3813618"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3AC056D9-CB4A-4C81-B0B8-A1F9EC6A3A33}"/>
                </a:ext>
              </a:extLst>
            </p:cNvPr>
            <p:cNvGrpSpPr/>
            <p:nvPr/>
          </p:nvGrpSpPr>
          <p:grpSpPr>
            <a:xfrm>
              <a:off x="1337149" y="1458258"/>
              <a:ext cx="174246" cy="165734"/>
              <a:chOff x="1960978" y="2290824"/>
              <a:chExt cx="521293" cy="512748"/>
            </a:xfrm>
          </p:grpSpPr>
          <p:grpSp>
            <p:nvGrpSpPr>
              <p:cNvPr id="120" name="Group 119">
                <a:extLst>
                  <a:ext uri="{FF2B5EF4-FFF2-40B4-BE49-F238E27FC236}">
                    <a16:creationId xmlns:a16="http://schemas.microsoft.com/office/drawing/2014/main" id="{E39300E9-1385-4A7A-9BD0-F6E863F32A0F}"/>
                  </a:ext>
                </a:extLst>
              </p:cNvPr>
              <p:cNvGrpSpPr/>
              <p:nvPr/>
            </p:nvGrpSpPr>
            <p:grpSpPr>
              <a:xfrm>
                <a:off x="1960978" y="2290824"/>
                <a:ext cx="521293" cy="512748"/>
                <a:chOff x="1378086" y="2546788"/>
                <a:chExt cx="521293" cy="512748"/>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BA8FB9D5-5866-4757-BFB2-03518C0EFE9C}"/>
                    </a:ext>
                  </a:extLst>
                </p:cNvPr>
                <p:cNvSpPr/>
                <p:nvPr/>
              </p:nvSpPr>
              <p:spPr>
                <a:xfrm>
                  <a:off x="1378086" y="2546788"/>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097F1BF0-4022-4D05-BBB8-97E13AFAF26E}"/>
                    </a:ext>
                  </a:extLst>
                </p:cNvPr>
                <p:cNvSpPr/>
                <p:nvPr/>
              </p:nvSpPr>
              <p:spPr>
                <a:xfrm rot="5400000">
                  <a:off x="1597632" y="2446882"/>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A41DD89E-A0F1-414E-9E1D-E630DD6203CA}"/>
                    </a:ext>
                  </a:extLst>
                </p:cNvPr>
                <p:cNvSpPr/>
                <p:nvPr/>
              </p:nvSpPr>
              <p:spPr>
                <a:xfrm>
                  <a:off x="1817180" y="2662156"/>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1F6A5AC6-08BC-4DED-B689-D8D28BB595CE}"/>
                    </a:ext>
                  </a:extLst>
                </p:cNvPr>
                <p:cNvSpPr/>
                <p:nvPr/>
              </p:nvSpPr>
              <p:spPr>
                <a:xfrm rot="5400000">
                  <a:off x="1597632" y="2877431"/>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1" name="Straight Connector 120">
                <a:extLst>
                  <a:ext uri="{FF2B5EF4-FFF2-40B4-BE49-F238E27FC236}">
                    <a16:creationId xmlns:a16="http://schemas.microsoft.com/office/drawing/2014/main" id="{6D42D8E1-4400-442D-A62C-A97E8EF82485}"/>
                  </a:ext>
                </a:extLst>
              </p:cNvPr>
              <p:cNvCxnSpPr/>
              <p:nvPr/>
            </p:nvCxnSpPr>
            <p:spPr>
              <a:xfrm>
                <a:off x="2224880" y="2290824"/>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22" name="Straight Connector 121">
                <a:extLst>
                  <a:ext uri="{FF2B5EF4-FFF2-40B4-BE49-F238E27FC236}">
                    <a16:creationId xmlns:a16="http://schemas.microsoft.com/office/drawing/2014/main" id="{5746C54A-A166-4ED9-99AF-373A9BA8AD46}"/>
                  </a:ext>
                </a:extLst>
              </p:cNvPr>
              <p:cNvCxnSpPr/>
              <p:nvPr/>
            </p:nvCxnSpPr>
            <p:spPr>
              <a:xfrm>
                <a:off x="2224880" y="2721373"/>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27" name="Group 126">
              <a:extLst>
                <a:ext uri="{FF2B5EF4-FFF2-40B4-BE49-F238E27FC236}">
                  <a16:creationId xmlns:a16="http://schemas.microsoft.com/office/drawing/2014/main" id="{C511A070-A94F-44F4-903E-3CBD0E616B6F}"/>
                </a:ext>
              </a:extLst>
            </p:cNvPr>
            <p:cNvGrpSpPr/>
            <p:nvPr/>
          </p:nvGrpSpPr>
          <p:grpSpPr>
            <a:xfrm>
              <a:off x="1326550" y="1901632"/>
              <a:ext cx="174246" cy="165734"/>
              <a:chOff x="1960976" y="2992945"/>
              <a:chExt cx="521293" cy="512748"/>
            </a:xfrm>
          </p:grpSpPr>
          <p:grpSp>
            <p:nvGrpSpPr>
              <p:cNvPr id="128" name="Group 127">
                <a:extLst>
                  <a:ext uri="{FF2B5EF4-FFF2-40B4-BE49-F238E27FC236}">
                    <a16:creationId xmlns:a16="http://schemas.microsoft.com/office/drawing/2014/main" id="{99BA9C1C-627F-4D09-BBE9-93987F96AB70}"/>
                  </a:ext>
                </a:extLst>
              </p:cNvPr>
              <p:cNvGrpSpPr/>
              <p:nvPr/>
            </p:nvGrpSpPr>
            <p:grpSpPr>
              <a:xfrm>
                <a:off x="1960976" y="2992945"/>
                <a:ext cx="521293" cy="512748"/>
                <a:chOff x="3603126" y="3395374"/>
                <a:chExt cx="521293" cy="512748"/>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349F4D78-9BCD-46F0-9C58-7096A8D81D15}"/>
                    </a:ext>
                  </a:extLst>
                </p:cNvPr>
                <p:cNvSpPr/>
                <p:nvPr/>
              </p:nvSpPr>
              <p:spPr>
                <a:xfrm>
                  <a:off x="3603126" y="3395374"/>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63C53454-E589-47F4-ADCA-A1390BD178BF}"/>
                    </a:ext>
                  </a:extLst>
                </p:cNvPr>
                <p:cNvSpPr/>
                <p:nvPr/>
              </p:nvSpPr>
              <p:spPr>
                <a:xfrm rot="5400000">
                  <a:off x="3822672" y="3726017"/>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80B85179-02A1-4139-85A5-99FBF0E5C9F3}"/>
                    </a:ext>
                  </a:extLst>
                </p:cNvPr>
                <p:cNvSpPr/>
                <p:nvPr/>
              </p:nvSpPr>
              <p:spPr>
                <a:xfrm>
                  <a:off x="4042220" y="3510742"/>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9" name="Straight Connector 128">
                <a:extLst>
                  <a:ext uri="{FF2B5EF4-FFF2-40B4-BE49-F238E27FC236}">
                    <a16:creationId xmlns:a16="http://schemas.microsoft.com/office/drawing/2014/main" id="{180525FF-5183-4D56-96F6-7A04A0806286}"/>
                  </a:ext>
                </a:extLst>
              </p:cNvPr>
              <p:cNvCxnSpPr/>
              <p:nvPr/>
            </p:nvCxnSpPr>
            <p:spPr>
              <a:xfrm>
                <a:off x="2224880" y="342349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33" name="Group 132">
              <a:extLst>
                <a:ext uri="{FF2B5EF4-FFF2-40B4-BE49-F238E27FC236}">
                  <a16:creationId xmlns:a16="http://schemas.microsoft.com/office/drawing/2014/main" id="{641B49C4-BB46-45AB-B54C-6EE21B2F4A39}"/>
                </a:ext>
              </a:extLst>
            </p:cNvPr>
            <p:cNvGrpSpPr/>
            <p:nvPr/>
          </p:nvGrpSpPr>
          <p:grpSpPr>
            <a:xfrm>
              <a:off x="820157" y="1617725"/>
              <a:ext cx="174246" cy="165734"/>
              <a:chOff x="1205410" y="2290825"/>
              <a:chExt cx="521293" cy="512748"/>
            </a:xfrm>
          </p:grpSpPr>
          <p:grpSp>
            <p:nvGrpSpPr>
              <p:cNvPr id="134" name="Group 133">
                <a:extLst>
                  <a:ext uri="{FF2B5EF4-FFF2-40B4-BE49-F238E27FC236}">
                    <a16:creationId xmlns:a16="http://schemas.microsoft.com/office/drawing/2014/main" id="{1F69E409-8EE2-4ED3-806F-2F70709AC009}"/>
                  </a:ext>
                </a:extLst>
              </p:cNvPr>
              <p:cNvGrpSpPr/>
              <p:nvPr/>
            </p:nvGrpSpPr>
            <p:grpSpPr>
              <a:xfrm>
                <a:off x="1205410" y="2290825"/>
                <a:ext cx="521293" cy="512748"/>
                <a:chOff x="3737574" y="3110669"/>
                <a:chExt cx="521293" cy="512748"/>
              </a:xfrm>
              <a:effectLst>
                <a:outerShdw blurRad="50800" dist="38100" dir="2700000" algn="tl" rotWithShape="0">
                  <a:prstClr val="black">
                    <a:alpha val="40000"/>
                  </a:prstClr>
                </a:outerShdw>
              </a:effectLst>
            </p:grpSpPr>
            <p:sp>
              <p:nvSpPr>
                <p:cNvPr id="137" name="Rectangle 136">
                  <a:extLst>
                    <a:ext uri="{FF2B5EF4-FFF2-40B4-BE49-F238E27FC236}">
                      <a16:creationId xmlns:a16="http://schemas.microsoft.com/office/drawing/2014/main" id="{55A6CC15-FBC9-4184-949F-5620FAE319E1}"/>
                    </a:ext>
                  </a:extLst>
                </p:cNvPr>
                <p:cNvSpPr/>
                <p:nvPr/>
              </p:nvSpPr>
              <p:spPr>
                <a:xfrm>
                  <a:off x="3737574" y="311066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Rectangle 137">
                  <a:extLst>
                    <a:ext uri="{FF2B5EF4-FFF2-40B4-BE49-F238E27FC236}">
                      <a16:creationId xmlns:a16="http://schemas.microsoft.com/office/drawing/2014/main" id="{CE734CE5-A136-4B05-AC58-CD52303105E8}"/>
                    </a:ext>
                  </a:extLst>
                </p:cNvPr>
                <p:cNvSpPr/>
                <p:nvPr/>
              </p:nvSpPr>
              <p:spPr>
                <a:xfrm rot="5400000">
                  <a:off x="3957120" y="3010763"/>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968CD6D9-01ED-4E4A-90BF-85E2E03D738B}"/>
                    </a:ext>
                  </a:extLst>
                </p:cNvPr>
                <p:cNvSpPr/>
                <p:nvPr/>
              </p:nvSpPr>
              <p:spPr>
                <a:xfrm>
                  <a:off x="4171308" y="3226037"/>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35" name="Straight Connector 134">
                <a:extLst>
                  <a:ext uri="{FF2B5EF4-FFF2-40B4-BE49-F238E27FC236}">
                    <a16:creationId xmlns:a16="http://schemas.microsoft.com/office/drawing/2014/main" id="{A0E08BA6-D804-4FA9-BD7B-747088627E28}"/>
                  </a:ext>
                </a:extLst>
              </p:cNvPr>
              <p:cNvCxnSpPr>
                <a:stCxn id="138" idx="1"/>
                <a:endCxn id="138" idx="3"/>
              </p:cNvCxnSpPr>
              <p:nvPr/>
            </p:nvCxnSpPr>
            <p:spPr>
              <a:xfrm>
                <a:off x="1466055" y="2290825"/>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D453FEB8-CD4A-4D9A-A20E-A52BEDF44DB8}"/>
                  </a:ext>
                </a:extLst>
              </p:cNvPr>
              <p:cNvCxnSpPr>
                <a:cxnSpLocks/>
              </p:cNvCxnSpPr>
              <p:nvPr/>
            </p:nvCxnSpPr>
            <p:spPr>
              <a:xfrm rot="5400000">
                <a:off x="1680241" y="2498948"/>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0" name="Group 139">
              <a:extLst>
                <a:ext uri="{FF2B5EF4-FFF2-40B4-BE49-F238E27FC236}">
                  <a16:creationId xmlns:a16="http://schemas.microsoft.com/office/drawing/2014/main" id="{2415FA2B-FB53-40FF-8F90-FCFB0BD7896A}"/>
                </a:ext>
              </a:extLst>
            </p:cNvPr>
            <p:cNvGrpSpPr/>
            <p:nvPr/>
          </p:nvGrpSpPr>
          <p:grpSpPr>
            <a:xfrm>
              <a:off x="957605" y="2084005"/>
              <a:ext cx="174247" cy="165734"/>
              <a:chOff x="1200047" y="2998405"/>
              <a:chExt cx="521296" cy="512748"/>
            </a:xfrm>
          </p:grpSpPr>
          <p:grpSp>
            <p:nvGrpSpPr>
              <p:cNvPr id="141" name="Group 140">
                <a:extLst>
                  <a:ext uri="{FF2B5EF4-FFF2-40B4-BE49-F238E27FC236}">
                    <a16:creationId xmlns:a16="http://schemas.microsoft.com/office/drawing/2014/main" id="{09AF3B16-B491-4D01-BC26-E65F0D4665F1}"/>
                  </a:ext>
                </a:extLst>
              </p:cNvPr>
              <p:cNvGrpSpPr/>
              <p:nvPr/>
            </p:nvGrpSpPr>
            <p:grpSpPr>
              <a:xfrm>
                <a:off x="1200050" y="2998405"/>
                <a:ext cx="521293" cy="512748"/>
                <a:chOff x="3515961" y="3443740"/>
                <a:chExt cx="521293" cy="512748"/>
              </a:xfrm>
              <a:effectLst>
                <a:outerShdw blurRad="50800" dist="38100" dir="2700000" algn="tl" rotWithShape="0">
                  <a:prstClr val="black">
                    <a:alpha val="40000"/>
                  </a:prstClr>
                </a:outerShdw>
              </a:effectLst>
            </p:grpSpPr>
            <p:sp>
              <p:nvSpPr>
                <p:cNvPr id="143" name="Rectangle 142">
                  <a:extLst>
                    <a:ext uri="{FF2B5EF4-FFF2-40B4-BE49-F238E27FC236}">
                      <a16:creationId xmlns:a16="http://schemas.microsoft.com/office/drawing/2014/main" id="{E80C9F32-CCCC-42FC-BC9F-25467F425BAE}"/>
                    </a:ext>
                  </a:extLst>
                </p:cNvPr>
                <p:cNvSpPr/>
                <p:nvPr/>
              </p:nvSpPr>
              <p:spPr>
                <a:xfrm>
                  <a:off x="3515961" y="344374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8BEA8A7E-46B6-4E0C-AC33-74510027E689}"/>
                    </a:ext>
                  </a:extLst>
                </p:cNvPr>
                <p:cNvSpPr/>
                <p:nvPr/>
              </p:nvSpPr>
              <p:spPr>
                <a:xfrm>
                  <a:off x="3515961" y="355910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94579CC8-273C-459C-A085-CCF3375C38AD}"/>
                    </a:ext>
                  </a:extLst>
                </p:cNvPr>
                <p:cNvSpPr/>
                <p:nvPr/>
              </p:nvSpPr>
              <p:spPr>
                <a:xfrm rot="5400000">
                  <a:off x="3735507" y="3343834"/>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2" name="Straight Connector 141">
                <a:extLst>
                  <a:ext uri="{FF2B5EF4-FFF2-40B4-BE49-F238E27FC236}">
                    <a16:creationId xmlns:a16="http://schemas.microsoft.com/office/drawing/2014/main" id="{A69F8EB1-DBEC-4493-BDCE-4FC0FDA55256}"/>
                  </a:ext>
                </a:extLst>
              </p:cNvPr>
              <p:cNvCxnSpPr>
                <a:cxnSpLocks/>
              </p:cNvCxnSpPr>
              <p:nvPr/>
            </p:nvCxnSpPr>
            <p:spPr>
              <a:xfrm rot="5400000">
                <a:off x="1241147" y="320697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6" name="Group 145">
              <a:extLst>
                <a:ext uri="{FF2B5EF4-FFF2-40B4-BE49-F238E27FC236}">
                  <a16:creationId xmlns:a16="http://schemas.microsoft.com/office/drawing/2014/main" id="{70EA6372-A80D-422B-87A1-5D1458D6042C}"/>
                </a:ext>
              </a:extLst>
            </p:cNvPr>
            <p:cNvGrpSpPr/>
            <p:nvPr/>
          </p:nvGrpSpPr>
          <p:grpSpPr>
            <a:xfrm>
              <a:off x="1602087" y="2197680"/>
              <a:ext cx="174247" cy="166449"/>
              <a:chOff x="1200046" y="3705985"/>
              <a:chExt cx="521295" cy="514960"/>
            </a:xfrm>
          </p:grpSpPr>
          <p:grpSp>
            <p:nvGrpSpPr>
              <p:cNvPr id="147" name="Group 146">
                <a:extLst>
                  <a:ext uri="{FF2B5EF4-FFF2-40B4-BE49-F238E27FC236}">
                    <a16:creationId xmlns:a16="http://schemas.microsoft.com/office/drawing/2014/main" id="{F1F3E3AD-B570-4384-9A9D-AA43B7A94F06}"/>
                  </a:ext>
                </a:extLst>
              </p:cNvPr>
              <p:cNvGrpSpPr/>
              <p:nvPr/>
            </p:nvGrpSpPr>
            <p:grpSpPr>
              <a:xfrm>
                <a:off x="1200048" y="3705985"/>
                <a:ext cx="521293" cy="514960"/>
                <a:chOff x="3519304" y="3703188"/>
                <a:chExt cx="521293" cy="514960"/>
              </a:xfrm>
              <a:effectLst>
                <a:outerShdw blurRad="50800" dist="38100" dir="2700000" algn="tl" rotWithShape="0">
                  <a:prstClr val="black">
                    <a:alpha val="40000"/>
                  </a:prstClr>
                </a:outerShdw>
              </a:effectLst>
            </p:grpSpPr>
            <p:sp>
              <p:nvSpPr>
                <p:cNvPr id="150" name="Rectangle 149">
                  <a:extLst>
                    <a:ext uri="{FF2B5EF4-FFF2-40B4-BE49-F238E27FC236}">
                      <a16:creationId xmlns:a16="http://schemas.microsoft.com/office/drawing/2014/main" id="{65F66145-1618-498B-990B-02CBC060762E}"/>
                    </a:ext>
                  </a:extLst>
                </p:cNvPr>
                <p:cNvSpPr/>
                <p:nvPr/>
              </p:nvSpPr>
              <p:spPr>
                <a:xfrm>
                  <a:off x="3519304" y="370540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1E8C4CB1-D737-45BA-8411-3476ACB6B0E6}"/>
                    </a:ext>
                  </a:extLst>
                </p:cNvPr>
                <p:cNvSpPr/>
                <p:nvPr/>
              </p:nvSpPr>
              <p:spPr>
                <a:xfrm rot="5400000">
                  <a:off x="3734549" y="360328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6A89A705-7632-43F1-B999-336546FF2111}"/>
                    </a:ext>
                  </a:extLst>
                </p:cNvPr>
                <p:cNvSpPr/>
                <p:nvPr/>
              </p:nvSpPr>
              <p:spPr>
                <a:xfrm>
                  <a:off x="3519304" y="3820768"/>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CA862F90-4332-4EBA-BF0C-58508E0C9E60}"/>
                    </a:ext>
                  </a:extLst>
                </p:cNvPr>
                <p:cNvSpPr/>
                <p:nvPr/>
              </p:nvSpPr>
              <p:spPr>
                <a:xfrm>
                  <a:off x="3958398" y="382076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8" name="Straight Connector 147">
                <a:extLst>
                  <a:ext uri="{FF2B5EF4-FFF2-40B4-BE49-F238E27FC236}">
                    <a16:creationId xmlns:a16="http://schemas.microsoft.com/office/drawing/2014/main" id="{748F962E-B66F-40D6-A5E5-150D79FB1DC2}"/>
                  </a:ext>
                </a:extLst>
              </p:cNvPr>
              <p:cNvCxnSpPr>
                <a:cxnSpLocks/>
              </p:cNvCxnSpPr>
              <p:nvPr/>
            </p:nvCxnSpPr>
            <p:spPr>
              <a:xfrm rot="5400000">
                <a:off x="1680240" y="3921349"/>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49" name="Straight Connector 148">
                <a:extLst>
                  <a:ext uri="{FF2B5EF4-FFF2-40B4-BE49-F238E27FC236}">
                    <a16:creationId xmlns:a16="http://schemas.microsoft.com/office/drawing/2014/main" id="{56211C4C-E289-4A13-B0E4-91AAFF162DDC}"/>
                  </a:ext>
                </a:extLst>
              </p:cNvPr>
              <p:cNvCxnSpPr>
                <a:cxnSpLocks/>
              </p:cNvCxnSpPr>
              <p:nvPr/>
            </p:nvCxnSpPr>
            <p:spPr>
              <a:xfrm rot="5400000">
                <a:off x="1241146" y="3924572"/>
                <a:ext cx="0" cy="82199"/>
              </a:xfrm>
              <a:prstGeom prst="line">
                <a:avLst/>
              </a:prstGeom>
            </p:spPr>
            <p:style>
              <a:lnRef idx="3">
                <a:schemeClr val="dk1"/>
              </a:lnRef>
              <a:fillRef idx="0">
                <a:schemeClr val="dk1"/>
              </a:fillRef>
              <a:effectRef idx="2">
                <a:schemeClr val="dk1"/>
              </a:effectRef>
              <a:fontRef idx="minor">
                <a:schemeClr val="tx1"/>
              </a:fontRef>
            </p:style>
          </p:cxnSp>
        </p:grpSp>
      </p:grpSp>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64" name="TextBox 163">
            <a:extLst>
              <a:ext uri="{FF2B5EF4-FFF2-40B4-BE49-F238E27FC236}">
                <a16:creationId xmlns:a16="http://schemas.microsoft.com/office/drawing/2014/main" id="{EA43C72D-B94D-4B68-B282-E4AB47C3EAF8}"/>
              </a:ext>
            </a:extLst>
          </p:cNvPr>
          <p:cNvSpPr txBox="1"/>
          <p:nvPr/>
        </p:nvSpPr>
        <p:spPr>
          <a:xfrm>
            <a:off x="1677472" y="788798"/>
            <a:ext cx="1762021" cy="369332"/>
          </a:xfrm>
          <a:prstGeom prst="rect">
            <a:avLst/>
          </a:prstGeom>
          <a:noFill/>
        </p:spPr>
        <p:txBody>
          <a:bodyPr wrap="none" rtlCol="0">
            <a:spAutoFit/>
          </a:bodyPr>
          <a:lstStyle/>
          <a:p>
            <a:r>
              <a:rPr lang="en-US" dirty="0">
                <a:solidFill>
                  <a:schemeClr val="bg1"/>
                </a:solidFill>
              </a:rPr>
              <a:t>distinct tile types</a:t>
            </a:r>
          </a:p>
        </p:txBody>
      </p:sp>
      <p:sp>
        <p:nvSpPr>
          <p:cNvPr id="165" name="TextBox 164">
            <a:extLst>
              <a:ext uri="{FF2B5EF4-FFF2-40B4-BE49-F238E27FC236}">
                <a16:creationId xmlns:a16="http://schemas.microsoft.com/office/drawing/2014/main" id="{2F8C397B-5E63-46A7-BF50-0E3D70B6CDFD}"/>
              </a:ext>
            </a:extLst>
          </p:cNvPr>
          <p:cNvSpPr txBox="1"/>
          <p:nvPr/>
        </p:nvSpPr>
        <p:spPr>
          <a:xfrm>
            <a:off x="1731992" y="2153576"/>
            <a:ext cx="2789738" cy="369332"/>
          </a:xfrm>
          <a:prstGeom prst="rect">
            <a:avLst/>
          </a:prstGeom>
          <a:noFill/>
        </p:spPr>
        <p:txBody>
          <a:bodyPr wrap="none" rtlCol="0">
            <a:spAutoFit/>
          </a:bodyPr>
          <a:lstStyle/>
          <a:p>
            <a:r>
              <a:rPr lang="en-US" u="sng" dirty="0">
                <a:solidFill>
                  <a:schemeClr val="bg1"/>
                </a:solidFill>
              </a:rPr>
              <a:t>Higher-Base Representation</a:t>
            </a:r>
          </a:p>
        </p:txBody>
      </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447704" cy="338554"/>
          </a:xfrm>
          <a:prstGeom prst="rect">
            <a:avLst/>
          </a:prstGeom>
          <a:noFill/>
        </p:spPr>
        <p:txBody>
          <a:bodyPr wrap="none" rtlCol="0">
            <a:spAutoFit/>
          </a:bodyPr>
          <a:lstStyle/>
          <a:p>
            <a:r>
              <a:rPr lang="en-US" sz="1600" dirty="0">
                <a:solidFill>
                  <a:schemeClr val="bg1"/>
                </a:solidFill>
              </a:rPr>
              <a:t>Self Assembles</a:t>
            </a:r>
          </a:p>
        </p:txBody>
      </p:sp>
      <p:grpSp>
        <p:nvGrpSpPr>
          <p:cNvPr id="20" name="Group 19">
            <a:extLst>
              <a:ext uri="{FF2B5EF4-FFF2-40B4-BE49-F238E27FC236}">
                <a16:creationId xmlns:a16="http://schemas.microsoft.com/office/drawing/2014/main" id="{948FC53F-9B66-496A-AF45-965340E29953}"/>
              </a:ext>
            </a:extLst>
          </p:cNvPr>
          <p:cNvGrpSpPr/>
          <p:nvPr/>
        </p:nvGrpSpPr>
        <p:grpSpPr>
          <a:xfrm>
            <a:off x="203174" y="647383"/>
            <a:ext cx="1677062" cy="584775"/>
            <a:chOff x="2877923" y="1258626"/>
            <a:chExt cx="1677062" cy="584775"/>
          </a:xfrm>
        </p:grpSpPr>
        <p:grpSp>
          <p:nvGrpSpPr>
            <p:cNvPr id="174" name="Group 173">
              <a:extLst>
                <a:ext uri="{FF2B5EF4-FFF2-40B4-BE49-F238E27FC236}">
                  <a16:creationId xmlns:a16="http://schemas.microsoft.com/office/drawing/2014/main" id="{0485483A-602F-42A9-A60E-BBF1EE8A6B7D}"/>
                </a:ext>
              </a:extLst>
            </p:cNvPr>
            <p:cNvGrpSpPr/>
            <p:nvPr/>
          </p:nvGrpSpPr>
          <p:grpSpPr>
            <a:xfrm>
              <a:off x="3351599" y="1301863"/>
              <a:ext cx="920445" cy="529053"/>
              <a:chOff x="1041705" y="3992508"/>
              <a:chExt cx="920445" cy="529053"/>
            </a:xfrm>
          </p:grpSpPr>
          <p:sp>
            <p:nvSpPr>
              <p:cNvPr id="175" name="TextBox 174">
                <a:extLst>
                  <a:ext uri="{FF2B5EF4-FFF2-40B4-BE49-F238E27FC236}">
                    <a16:creationId xmlns:a16="http://schemas.microsoft.com/office/drawing/2014/main" id="{5F9F15ED-962B-4FC6-ABF2-DE9CD711123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76" name="Straight Connector 175">
                <a:extLst>
                  <a:ext uri="{FF2B5EF4-FFF2-40B4-BE49-F238E27FC236}">
                    <a16:creationId xmlns:a16="http://schemas.microsoft.com/office/drawing/2014/main" id="{BEB28611-EC70-40B6-8997-241985D0D2B2}"/>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28A34A84-BF9D-412F-B91D-C7C8324F6DB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6" name="TextBox 185">
              <a:extLst>
                <a:ext uri="{FF2B5EF4-FFF2-40B4-BE49-F238E27FC236}">
                  <a16:creationId xmlns:a16="http://schemas.microsoft.com/office/drawing/2014/main" id="{3349DA4E-0CE9-4C02-8622-DA089EF7EF20}"/>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cxnSp>
        <p:nvCxnSpPr>
          <p:cNvPr id="193" name="Straight Connector 192">
            <a:extLst>
              <a:ext uri="{FF2B5EF4-FFF2-40B4-BE49-F238E27FC236}">
                <a16:creationId xmlns:a16="http://schemas.microsoft.com/office/drawing/2014/main" id="{F23FF927-B29C-4426-8D5F-29C37E4F5A5B}"/>
              </a:ext>
            </a:extLst>
          </p:cNvPr>
          <p:cNvCxnSpPr/>
          <p:nvPr/>
        </p:nvCxnSpPr>
        <p:spPr>
          <a:xfrm>
            <a:off x="282639" y="1197104"/>
            <a:ext cx="3099614" cy="0"/>
          </a:xfrm>
          <a:prstGeom prst="line">
            <a:avLst/>
          </a:prstGeom>
        </p:spPr>
        <p:style>
          <a:lnRef idx="2">
            <a:schemeClr val="dk1"/>
          </a:lnRef>
          <a:fillRef idx="0">
            <a:schemeClr val="dk1"/>
          </a:fillRef>
          <a:effectRef idx="1">
            <a:schemeClr val="dk1"/>
          </a:effectRef>
          <a:fontRef idx="minor">
            <a:schemeClr val="tx1"/>
          </a:fontRef>
        </p:style>
      </p:cxn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sp>
        <p:nvSpPr>
          <p:cNvPr id="157" name="TextBox 156">
            <a:extLst>
              <a:ext uri="{FF2B5EF4-FFF2-40B4-BE49-F238E27FC236}">
                <a16:creationId xmlns:a16="http://schemas.microsoft.com/office/drawing/2014/main" id="{3B7CAB70-B5D9-4067-893D-00280A51B467}"/>
              </a:ext>
            </a:extLst>
          </p:cNvPr>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31255707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75A332BE-B896-4DF5-B342-EB5C07002CAF}"/>
              </a:ext>
            </a:extLst>
          </p:cNvPr>
          <p:cNvGrpSpPr/>
          <p:nvPr/>
        </p:nvGrpSpPr>
        <p:grpSpPr>
          <a:xfrm>
            <a:off x="3396744" y="3404519"/>
            <a:ext cx="2787939" cy="191744"/>
            <a:chOff x="4778080" y="3211702"/>
            <a:chExt cx="2737760" cy="152528"/>
          </a:xfrm>
        </p:grpSpPr>
        <p:sp>
          <p:nvSpPr>
            <p:cNvPr id="57" name="Rectangle 56">
              <a:extLst>
                <a:ext uri="{FF2B5EF4-FFF2-40B4-BE49-F238E27FC236}">
                  <a16:creationId xmlns:a16="http://schemas.microsoft.com/office/drawing/2014/main" id="{BABDA122-3983-4F62-A634-73A574AD3FEB}"/>
                </a:ext>
              </a:extLst>
            </p:cNvPr>
            <p:cNvSpPr/>
            <p:nvPr/>
          </p:nvSpPr>
          <p:spPr>
            <a:xfrm>
              <a:off x="47780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58" name="Rectangle 57">
              <a:extLst>
                <a:ext uri="{FF2B5EF4-FFF2-40B4-BE49-F238E27FC236}">
                  <a16:creationId xmlns:a16="http://schemas.microsoft.com/office/drawing/2014/main" id="{734EC096-B51D-4F8A-A821-1537D6FF5FB8}"/>
                </a:ext>
              </a:extLst>
            </p:cNvPr>
            <p:cNvSpPr/>
            <p:nvPr/>
          </p:nvSpPr>
          <p:spPr>
            <a:xfrm>
              <a:off x="49491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59" name="Rectangle 58">
              <a:extLst>
                <a:ext uri="{FF2B5EF4-FFF2-40B4-BE49-F238E27FC236}">
                  <a16:creationId xmlns:a16="http://schemas.microsoft.com/office/drawing/2014/main" id="{FCFC2CD6-D0E1-4C8F-AC33-2E17F07781C2}"/>
                </a:ext>
              </a:extLst>
            </p:cNvPr>
            <p:cNvSpPr/>
            <p:nvPr/>
          </p:nvSpPr>
          <p:spPr>
            <a:xfrm>
              <a:off x="51203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0" name="Rectangle 59">
              <a:extLst>
                <a:ext uri="{FF2B5EF4-FFF2-40B4-BE49-F238E27FC236}">
                  <a16:creationId xmlns:a16="http://schemas.microsoft.com/office/drawing/2014/main" id="{8915AEFC-EC3D-41B3-8FE9-84D77D0AEB92}"/>
                </a:ext>
              </a:extLst>
            </p:cNvPr>
            <p:cNvSpPr/>
            <p:nvPr/>
          </p:nvSpPr>
          <p:spPr>
            <a:xfrm>
              <a:off x="52914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1" name="Rectangle 60">
              <a:extLst>
                <a:ext uri="{FF2B5EF4-FFF2-40B4-BE49-F238E27FC236}">
                  <a16:creationId xmlns:a16="http://schemas.microsoft.com/office/drawing/2014/main" id="{54DA306B-92FD-474B-BDBB-3EC8875B2915}"/>
                </a:ext>
              </a:extLst>
            </p:cNvPr>
            <p:cNvSpPr/>
            <p:nvPr/>
          </p:nvSpPr>
          <p:spPr>
            <a:xfrm>
              <a:off x="546252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2" name="Rectangle 61">
              <a:extLst>
                <a:ext uri="{FF2B5EF4-FFF2-40B4-BE49-F238E27FC236}">
                  <a16:creationId xmlns:a16="http://schemas.microsoft.com/office/drawing/2014/main" id="{F4EA9A5B-FEED-4DFE-97E8-61A19140B9EB}"/>
                </a:ext>
              </a:extLst>
            </p:cNvPr>
            <p:cNvSpPr/>
            <p:nvPr/>
          </p:nvSpPr>
          <p:spPr>
            <a:xfrm>
              <a:off x="563363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3" name="Rectangle 62">
              <a:extLst>
                <a:ext uri="{FF2B5EF4-FFF2-40B4-BE49-F238E27FC236}">
                  <a16:creationId xmlns:a16="http://schemas.microsoft.com/office/drawing/2014/main" id="{8E3A2702-318E-4688-B0E5-099E0E85F4DF}"/>
                </a:ext>
              </a:extLst>
            </p:cNvPr>
            <p:cNvSpPr/>
            <p:nvPr/>
          </p:nvSpPr>
          <p:spPr>
            <a:xfrm>
              <a:off x="580474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4" name="Rectangle 63">
              <a:extLst>
                <a:ext uri="{FF2B5EF4-FFF2-40B4-BE49-F238E27FC236}">
                  <a16:creationId xmlns:a16="http://schemas.microsoft.com/office/drawing/2014/main" id="{FEBEA5DF-FE8D-456F-BAE1-45690676742F}"/>
                </a:ext>
              </a:extLst>
            </p:cNvPr>
            <p:cNvSpPr/>
            <p:nvPr/>
          </p:nvSpPr>
          <p:spPr>
            <a:xfrm>
              <a:off x="597585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5" name="Rectangle 64">
              <a:extLst>
                <a:ext uri="{FF2B5EF4-FFF2-40B4-BE49-F238E27FC236}">
                  <a16:creationId xmlns:a16="http://schemas.microsoft.com/office/drawing/2014/main" id="{2347D485-4CA5-4FA3-82D7-7C3FBA2DA717}"/>
                </a:ext>
              </a:extLst>
            </p:cNvPr>
            <p:cNvSpPr/>
            <p:nvPr/>
          </p:nvSpPr>
          <p:spPr>
            <a:xfrm>
              <a:off x="614696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6" name="Rectangle 65">
              <a:extLst>
                <a:ext uri="{FF2B5EF4-FFF2-40B4-BE49-F238E27FC236}">
                  <a16:creationId xmlns:a16="http://schemas.microsoft.com/office/drawing/2014/main" id="{F4817032-DBF8-413D-8D3F-DBEDBE055971}"/>
                </a:ext>
              </a:extLst>
            </p:cNvPr>
            <p:cNvSpPr/>
            <p:nvPr/>
          </p:nvSpPr>
          <p:spPr>
            <a:xfrm>
              <a:off x="631807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7" name="Rectangle 66">
              <a:extLst>
                <a:ext uri="{FF2B5EF4-FFF2-40B4-BE49-F238E27FC236}">
                  <a16:creationId xmlns:a16="http://schemas.microsoft.com/office/drawing/2014/main" id="{8E2DBEC3-3275-48A4-9789-C673792CD0FC}"/>
                </a:ext>
              </a:extLst>
            </p:cNvPr>
            <p:cNvSpPr/>
            <p:nvPr/>
          </p:nvSpPr>
          <p:spPr>
            <a:xfrm>
              <a:off x="64891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8" name="Rectangle 67">
              <a:extLst>
                <a:ext uri="{FF2B5EF4-FFF2-40B4-BE49-F238E27FC236}">
                  <a16:creationId xmlns:a16="http://schemas.microsoft.com/office/drawing/2014/main" id="{B2D37657-4EBE-4A8F-B4DF-D1A28CF1A613}"/>
                </a:ext>
              </a:extLst>
            </p:cNvPr>
            <p:cNvSpPr/>
            <p:nvPr/>
          </p:nvSpPr>
          <p:spPr>
            <a:xfrm>
              <a:off x="66602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9" name="Rectangle 68">
              <a:extLst>
                <a:ext uri="{FF2B5EF4-FFF2-40B4-BE49-F238E27FC236}">
                  <a16:creationId xmlns:a16="http://schemas.microsoft.com/office/drawing/2014/main" id="{907E84E1-7947-4409-8F2F-0A9887474A69}"/>
                </a:ext>
              </a:extLst>
            </p:cNvPr>
            <p:cNvSpPr/>
            <p:nvPr/>
          </p:nvSpPr>
          <p:spPr>
            <a:xfrm>
              <a:off x="68314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70" name="Rectangle 69">
              <a:extLst>
                <a:ext uri="{FF2B5EF4-FFF2-40B4-BE49-F238E27FC236}">
                  <a16:creationId xmlns:a16="http://schemas.microsoft.com/office/drawing/2014/main" id="{B96DE43C-387F-4A92-AD61-BD2D4F8E1801}"/>
                </a:ext>
              </a:extLst>
            </p:cNvPr>
            <p:cNvSpPr/>
            <p:nvPr/>
          </p:nvSpPr>
          <p:spPr>
            <a:xfrm>
              <a:off x="70025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1" name="Rectangle 70">
              <a:extLst>
                <a:ext uri="{FF2B5EF4-FFF2-40B4-BE49-F238E27FC236}">
                  <a16:creationId xmlns:a16="http://schemas.microsoft.com/office/drawing/2014/main" id="{D3244D9B-70B9-4F99-B3FF-7E16229610C0}"/>
                </a:ext>
              </a:extLst>
            </p:cNvPr>
            <p:cNvSpPr/>
            <p:nvPr/>
          </p:nvSpPr>
          <p:spPr>
            <a:xfrm>
              <a:off x="717362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2" name="Rectangle 71">
              <a:extLst>
                <a:ext uri="{FF2B5EF4-FFF2-40B4-BE49-F238E27FC236}">
                  <a16:creationId xmlns:a16="http://schemas.microsoft.com/office/drawing/2014/main" id="{37222178-D448-42CB-AC1E-0A4BCF038603}"/>
                </a:ext>
              </a:extLst>
            </p:cNvPr>
            <p:cNvSpPr/>
            <p:nvPr/>
          </p:nvSpPr>
          <p:spPr>
            <a:xfrm>
              <a:off x="734473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grpSp>
      <p:grpSp>
        <p:nvGrpSpPr>
          <p:cNvPr id="4" name="Group 3">
            <a:extLst>
              <a:ext uri="{FF2B5EF4-FFF2-40B4-BE49-F238E27FC236}">
                <a16:creationId xmlns:a16="http://schemas.microsoft.com/office/drawing/2014/main" id="{D67FB474-A242-485E-94C3-9C8210029313}"/>
              </a:ext>
            </a:extLst>
          </p:cNvPr>
          <p:cNvGrpSpPr/>
          <p:nvPr/>
        </p:nvGrpSpPr>
        <p:grpSpPr>
          <a:xfrm>
            <a:off x="1821016" y="2678806"/>
            <a:ext cx="1405399" cy="191743"/>
            <a:chOff x="1751166" y="2678806"/>
            <a:chExt cx="1405399" cy="191743"/>
          </a:xfrm>
        </p:grpSpPr>
        <p:sp>
          <p:nvSpPr>
            <p:cNvPr id="22" name="Rectangle 21">
              <a:extLst>
                <a:ext uri="{FF2B5EF4-FFF2-40B4-BE49-F238E27FC236}">
                  <a16:creationId xmlns:a16="http://schemas.microsoft.com/office/drawing/2014/main" id="{6A39304D-2C79-412C-AF0E-DF5E7E4CCEF8}"/>
                </a:ext>
              </a:extLst>
            </p:cNvPr>
            <p:cNvSpPr/>
            <p:nvPr/>
          </p:nvSpPr>
          <p:spPr>
            <a:xfrm>
              <a:off x="176259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23" name="Rectangle 22">
              <a:extLst>
                <a:ext uri="{FF2B5EF4-FFF2-40B4-BE49-F238E27FC236}">
                  <a16:creationId xmlns:a16="http://schemas.microsoft.com/office/drawing/2014/main" id="{65ABD3F8-1B92-4A59-9674-2C87DD8622E8}"/>
                </a:ext>
              </a:extLst>
            </p:cNvPr>
            <p:cNvSpPr/>
            <p:nvPr/>
          </p:nvSpPr>
          <p:spPr>
            <a:xfrm>
              <a:off x="193684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24" name="Rectangle 23">
              <a:extLst>
                <a:ext uri="{FF2B5EF4-FFF2-40B4-BE49-F238E27FC236}">
                  <a16:creationId xmlns:a16="http://schemas.microsoft.com/office/drawing/2014/main" id="{A695E45C-3673-49B5-91D0-48D95D70E04F}"/>
                </a:ext>
              </a:extLst>
            </p:cNvPr>
            <p:cNvSpPr/>
            <p:nvPr/>
          </p:nvSpPr>
          <p:spPr>
            <a:xfrm>
              <a:off x="211108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25" name="Rectangle 24">
              <a:extLst>
                <a:ext uri="{FF2B5EF4-FFF2-40B4-BE49-F238E27FC236}">
                  <a16:creationId xmlns:a16="http://schemas.microsoft.com/office/drawing/2014/main" id="{DCB76EB5-02B7-4275-B625-A8A76866CA7E}"/>
                </a:ext>
              </a:extLst>
            </p:cNvPr>
            <p:cNvSpPr/>
            <p:nvPr/>
          </p:nvSpPr>
          <p:spPr>
            <a:xfrm>
              <a:off x="228533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26" name="Rectangle 25">
              <a:extLst>
                <a:ext uri="{FF2B5EF4-FFF2-40B4-BE49-F238E27FC236}">
                  <a16:creationId xmlns:a16="http://schemas.microsoft.com/office/drawing/2014/main" id="{53C424E9-654B-4BBE-A411-F37A64728457}"/>
                </a:ext>
              </a:extLst>
            </p:cNvPr>
            <p:cNvSpPr/>
            <p:nvPr/>
          </p:nvSpPr>
          <p:spPr>
            <a:xfrm>
              <a:off x="245958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27" name="Rectangle 26">
              <a:extLst>
                <a:ext uri="{FF2B5EF4-FFF2-40B4-BE49-F238E27FC236}">
                  <a16:creationId xmlns:a16="http://schemas.microsoft.com/office/drawing/2014/main" id="{4AF93879-7E1E-4330-A9FD-C223333FD215}"/>
                </a:ext>
              </a:extLst>
            </p:cNvPr>
            <p:cNvSpPr/>
            <p:nvPr/>
          </p:nvSpPr>
          <p:spPr>
            <a:xfrm>
              <a:off x="263382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28" name="Rectangle 27">
              <a:extLst>
                <a:ext uri="{FF2B5EF4-FFF2-40B4-BE49-F238E27FC236}">
                  <a16:creationId xmlns:a16="http://schemas.microsoft.com/office/drawing/2014/main" id="{16B1D2D0-A1B2-40B7-AF7A-8330D5DFDF76}"/>
                </a:ext>
              </a:extLst>
            </p:cNvPr>
            <p:cNvSpPr/>
            <p:nvPr/>
          </p:nvSpPr>
          <p:spPr>
            <a:xfrm>
              <a:off x="280807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29" name="Rectangle 28">
              <a:extLst>
                <a:ext uri="{FF2B5EF4-FFF2-40B4-BE49-F238E27FC236}">
                  <a16:creationId xmlns:a16="http://schemas.microsoft.com/office/drawing/2014/main" id="{22D5B89A-BB9C-4098-AECB-64E45C4659DF}"/>
                </a:ext>
              </a:extLst>
            </p:cNvPr>
            <p:cNvSpPr/>
            <p:nvPr/>
          </p:nvSpPr>
          <p:spPr>
            <a:xfrm>
              <a:off x="298231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5" name="Rectangle 74">
              <a:extLst>
                <a:ext uri="{FF2B5EF4-FFF2-40B4-BE49-F238E27FC236}">
                  <a16:creationId xmlns:a16="http://schemas.microsoft.com/office/drawing/2014/main" id="{BE611F69-AC64-4F48-8231-179B604CF7AF}"/>
                </a:ext>
              </a:extLst>
            </p:cNvPr>
            <p:cNvSpPr/>
            <p:nvPr/>
          </p:nvSpPr>
          <p:spPr>
            <a:xfrm>
              <a:off x="175116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76" name="Rectangle 75">
              <a:extLst>
                <a:ext uri="{FF2B5EF4-FFF2-40B4-BE49-F238E27FC236}">
                  <a16:creationId xmlns:a16="http://schemas.microsoft.com/office/drawing/2014/main" id="{12081729-137B-444D-AF41-F99295DCCDA9}"/>
                </a:ext>
              </a:extLst>
            </p:cNvPr>
            <p:cNvSpPr/>
            <p:nvPr/>
          </p:nvSpPr>
          <p:spPr>
            <a:xfrm>
              <a:off x="192541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94" name="Rectangle 93">
              <a:extLst>
                <a:ext uri="{FF2B5EF4-FFF2-40B4-BE49-F238E27FC236}">
                  <a16:creationId xmlns:a16="http://schemas.microsoft.com/office/drawing/2014/main" id="{D0FD16AC-3DA8-467D-AE04-4427FAF55691}"/>
                </a:ext>
              </a:extLst>
            </p:cNvPr>
            <p:cNvSpPr/>
            <p:nvPr/>
          </p:nvSpPr>
          <p:spPr>
            <a:xfrm>
              <a:off x="209965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95" name="Rectangle 94">
              <a:extLst>
                <a:ext uri="{FF2B5EF4-FFF2-40B4-BE49-F238E27FC236}">
                  <a16:creationId xmlns:a16="http://schemas.microsoft.com/office/drawing/2014/main" id="{2FC90D57-1F44-42DE-BFFF-79BFB251FD79}"/>
                </a:ext>
              </a:extLst>
            </p:cNvPr>
            <p:cNvSpPr/>
            <p:nvPr/>
          </p:nvSpPr>
          <p:spPr>
            <a:xfrm>
              <a:off x="227390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96" name="Rectangle 95">
              <a:extLst>
                <a:ext uri="{FF2B5EF4-FFF2-40B4-BE49-F238E27FC236}">
                  <a16:creationId xmlns:a16="http://schemas.microsoft.com/office/drawing/2014/main" id="{6C328A41-2E3D-491C-9343-23B321CA68C2}"/>
                </a:ext>
              </a:extLst>
            </p:cNvPr>
            <p:cNvSpPr/>
            <p:nvPr/>
          </p:nvSpPr>
          <p:spPr>
            <a:xfrm>
              <a:off x="244815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97" name="Rectangle 96">
              <a:extLst>
                <a:ext uri="{FF2B5EF4-FFF2-40B4-BE49-F238E27FC236}">
                  <a16:creationId xmlns:a16="http://schemas.microsoft.com/office/drawing/2014/main" id="{85F09A19-3A08-4C3C-9CFA-6C4B5BAD1A89}"/>
                </a:ext>
              </a:extLst>
            </p:cNvPr>
            <p:cNvSpPr/>
            <p:nvPr/>
          </p:nvSpPr>
          <p:spPr>
            <a:xfrm>
              <a:off x="262239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98" name="Rectangle 97">
              <a:extLst>
                <a:ext uri="{FF2B5EF4-FFF2-40B4-BE49-F238E27FC236}">
                  <a16:creationId xmlns:a16="http://schemas.microsoft.com/office/drawing/2014/main" id="{297658C4-68D2-4F74-BD2C-85BA9E3FD7D0}"/>
                </a:ext>
              </a:extLst>
            </p:cNvPr>
            <p:cNvSpPr/>
            <p:nvPr/>
          </p:nvSpPr>
          <p:spPr>
            <a:xfrm>
              <a:off x="279664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99" name="Rectangle 98">
              <a:extLst>
                <a:ext uri="{FF2B5EF4-FFF2-40B4-BE49-F238E27FC236}">
                  <a16:creationId xmlns:a16="http://schemas.microsoft.com/office/drawing/2014/main" id="{61AFD046-01C5-4F4E-956B-F2D336EBFD35}"/>
                </a:ext>
              </a:extLst>
            </p:cNvPr>
            <p:cNvSpPr/>
            <p:nvPr/>
          </p:nvSpPr>
          <p:spPr>
            <a:xfrm>
              <a:off x="297088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grpSp>
      <p:grpSp>
        <p:nvGrpSpPr>
          <p:cNvPr id="5" name="Group 4">
            <a:extLst>
              <a:ext uri="{FF2B5EF4-FFF2-40B4-BE49-F238E27FC236}">
                <a16:creationId xmlns:a16="http://schemas.microsoft.com/office/drawing/2014/main" id="{F86387D8-2CEE-409F-B305-E3DD4010F8A0}"/>
              </a:ext>
            </a:extLst>
          </p:cNvPr>
          <p:cNvGrpSpPr/>
          <p:nvPr/>
        </p:nvGrpSpPr>
        <p:grpSpPr>
          <a:xfrm>
            <a:off x="401057" y="1331258"/>
            <a:ext cx="1116685" cy="905871"/>
            <a:chOff x="820157" y="1458258"/>
            <a:chExt cx="1116685" cy="905871"/>
          </a:xfrm>
        </p:grpSpPr>
        <p:grpSp>
          <p:nvGrpSpPr>
            <p:cNvPr id="113" name="Group 112">
              <a:extLst>
                <a:ext uri="{FF2B5EF4-FFF2-40B4-BE49-F238E27FC236}">
                  <a16:creationId xmlns:a16="http://schemas.microsoft.com/office/drawing/2014/main" id="{A109DD6B-581E-4A98-9B66-E18A3DF24D88}"/>
                </a:ext>
              </a:extLst>
            </p:cNvPr>
            <p:cNvGrpSpPr/>
            <p:nvPr/>
          </p:nvGrpSpPr>
          <p:grpSpPr>
            <a:xfrm>
              <a:off x="1762596" y="1698281"/>
              <a:ext cx="174246" cy="165734"/>
              <a:chOff x="3374524" y="3961948"/>
              <a:chExt cx="521293" cy="512749"/>
            </a:xfrm>
            <a:effectLst>
              <a:outerShdw blurRad="50800" dist="38100" dir="2700000" algn="tl" rotWithShape="0">
                <a:prstClr val="black">
                  <a:alpha val="40000"/>
                </a:prstClr>
              </a:outerShdw>
            </a:effectLst>
          </p:grpSpPr>
          <p:sp>
            <p:nvSpPr>
              <p:cNvPr id="114" name="Rectangle 113">
                <a:extLst>
                  <a:ext uri="{FF2B5EF4-FFF2-40B4-BE49-F238E27FC236}">
                    <a16:creationId xmlns:a16="http://schemas.microsoft.com/office/drawing/2014/main" id="{DD8E06A4-1420-4987-A1E6-757F29DC4EA2}"/>
                  </a:ext>
                </a:extLst>
              </p:cNvPr>
              <p:cNvSpPr/>
              <p:nvPr/>
            </p:nvSpPr>
            <p:spPr>
              <a:xfrm>
                <a:off x="3374524" y="396194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00255F68-D61D-48EA-BC23-FA439E3A986B}"/>
                  </a:ext>
                </a:extLst>
              </p:cNvPr>
              <p:cNvSpPr/>
              <p:nvPr/>
            </p:nvSpPr>
            <p:spPr>
              <a:xfrm rot="5400000">
                <a:off x="3594070" y="386204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6122C6E2-E643-4B9C-86B3-2914D8C74D12}"/>
                  </a:ext>
                </a:extLst>
              </p:cNvPr>
              <p:cNvSpPr/>
              <p:nvPr/>
            </p:nvSpPr>
            <p:spPr>
              <a:xfrm rot="5400000">
                <a:off x="3594070" y="429259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F16AAB8A-82A5-428C-A814-6F0A8616C33A}"/>
                  </a:ext>
                </a:extLst>
              </p:cNvPr>
              <p:cNvSpPr/>
              <p:nvPr/>
            </p:nvSpPr>
            <p:spPr>
              <a:xfrm>
                <a:off x="3374524"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724418E0-A7AE-46D4-9A6C-CA6FF1F13EAD}"/>
                  </a:ext>
                </a:extLst>
              </p:cNvPr>
              <p:cNvSpPr/>
              <p:nvPr/>
            </p:nvSpPr>
            <p:spPr>
              <a:xfrm>
                <a:off x="3813618"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3AC056D9-CB4A-4C81-B0B8-A1F9EC6A3A33}"/>
                </a:ext>
              </a:extLst>
            </p:cNvPr>
            <p:cNvGrpSpPr/>
            <p:nvPr/>
          </p:nvGrpSpPr>
          <p:grpSpPr>
            <a:xfrm>
              <a:off x="1337149" y="1458258"/>
              <a:ext cx="174246" cy="165734"/>
              <a:chOff x="1960978" y="2290824"/>
              <a:chExt cx="521293" cy="512748"/>
            </a:xfrm>
          </p:grpSpPr>
          <p:grpSp>
            <p:nvGrpSpPr>
              <p:cNvPr id="120" name="Group 119">
                <a:extLst>
                  <a:ext uri="{FF2B5EF4-FFF2-40B4-BE49-F238E27FC236}">
                    <a16:creationId xmlns:a16="http://schemas.microsoft.com/office/drawing/2014/main" id="{E39300E9-1385-4A7A-9BD0-F6E863F32A0F}"/>
                  </a:ext>
                </a:extLst>
              </p:cNvPr>
              <p:cNvGrpSpPr/>
              <p:nvPr/>
            </p:nvGrpSpPr>
            <p:grpSpPr>
              <a:xfrm>
                <a:off x="1960978" y="2290824"/>
                <a:ext cx="521293" cy="512748"/>
                <a:chOff x="1378086" y="2546788"/>
                <a:chExt cx="521293" cy="512748"/>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BA8FB9D5-5866-4757-BFB2-03518C0EFE9C}"/>
                    </a:ext>
                  </a:extLst>
                </p:cNvPr>
                <p:cNvSpPr/>
                <p:nvPr/>
              </p:nvSpPr>
              <p:spPr>
                <a:xfrm>
                  <a:off x="1378086" y="2546788"/>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097F1BF0-4022-4D05-BBB8-97E13AFAF26E}"/>
                    </a:ext>
                  </a:extLst>
                </p:cNvPr>
                <p:cNvSpPr/>
                <p:nvPr/>
              </p:nvSpPr>
              <p:spPr>
                <a:xfrm rot="5400000">
                  <a:off x="1597632" y="2446882"/>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A41DD89E-A0F1-414E-9E1D-E630DD6203CA}"/>
                    </a:ext>
                  </a:extLst>
                </p:cNvPr>
                <p:cNvSpPr/>
                <p:nvPr/>
              </p:nvSpPr>
              <p:spPr>
                <a:xfrm>
                  <a:off x="1817180" y="2662156"/>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1F6A5AC6-08BC-4DED-B689-D8D28BB595CE}"/>
                    </a:ext>
                  </a:extLst>
                </p:cNvPr>
                <p:cNvSpPr/>
                <p:nvPr/>
              </p:nvSpPr>
              <p:spPr>
                <a:xfrm rot="5400000">
                  <a:off x="1597632" y="2877431"/>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1" name="Straight Connector 120">
                <a:extLst>
                  <a:ext uri="{FF2B5EF4-FFF2-40B4-BE49-F238E27FC236}">
                    <a16:creationId xmlns:a16="http://schemas.microsoft.com/office/drawing/2014/main" id="{6D42D8E1-4400-442D-A62C-A97E8EF82485}"/>
                  </a:ext>
                </a:extLst>
              </p:cNvPr>
              <p:cNvCxnSpPr/>
              <p:nvPr/>
            </p:nvCxnSpPr>
            <p:spPr>
              <a:xfrm>
                <a:off x="2224880" y="2290824"/>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22" name="Straight Connector 121">
                <a:extLst>
                  <a:ext uri="{FF2B5EF4-FFF2-40B4-BE49-F238E27FC236}">
                    <a16:creationId xmlns:a16="http://schemas.microsoft.com/office/drawing/2014/main" id="{5746C54A-A166-4ED9-99AF-373A9BA8AD46}"/>
                  </a:ext>
                </a:extLst>
              </p:cNvPr>
              <p:cNvCxnSpPr/>
              <p:nvPr/>
            </p:nvCxnSpPr>
            <p:spPr>
              <a:xfrm>
                <a:off x="2224880" y="2721373"/>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27" name="Group 126">
              <a:extLst>
                <a:ext uri="{FF2B5EF4-FFF2-40B4-BE49-F238E27FC236}">
                  <a16:creationId xmlns:a16="http://schemas.microsoft.com/office/drawing/2014/main" id="{C511A070-A94F-44F4-903E-3CBD0E616B6F}"/>
                </a:ext>
              </a:extLst>
            </p:cNvPr>
            <p:cNvGrpSpPr/>
            <p:nvPr/>
          </p:nvGrpSpPr>
          <p:grpSpPr>
            <a:xfrm>
              <a:off x="1326550" y="1901632"/>
              <a:ext cx="174246" cy="165734"/>
              <a:chOff x="1960976" y="2992945"/>
              <a:chExt cx="521293" cy="512748"/>
            </a:xfrm>
          </p:grpSpPr>
          <p:grpSp>
            <p:nvGrpSpPr>
              <p:cNvPr id="128" name="Group 127">
                <a:extLst>
                  <a:ext uri="{FF2B5EF4-FFF2-40B4-BE49-F238E27FC236}">
                    <a16:creationId xmlns:a16="http://schemas.microsoft.com/office/drawing/2014/main" id="{99BA9C1C-627F-4D09-BBE9-93987F96AB70}"/>
                  </a:ext>
                </a:extLst>
              </p:cNvPr>
              <p:cNvGrpSpPr/>
              <p:nvPr/>
            </p:nvGrpSpPr>
            <p:grpSpPr>
              <a:xfrm>
                <a:off x="1960976" y="2992945"/>
                <a:ext cx="521293" cy="512748"/>
                <a:chOff x="3603126" y="3395374"/>
                <a:chExt cx="521293" cy="512748"/>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349F4D78-9BCD-46F0-9C58-7096A8D81D15}"/>
                    </a:ext>
                  </a:extLst>
                </p:cNvPr>
                <p:cNvSpPr/>
                <p:nvPr/>
              </p:nvSpPr>
              <p:spPr>
                <a:xfrm>
                  <a:off x="3603126" y="3395374"/>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63C53454-E589-47F4-ADCA-A1390BD178BF}"/>
                    </a:ext>
                  </a:extLst>
                </p:cNvPr>
                <p:cNvSpPr/>
                <p:nvPr/>
              </p:nvSpPr>
              <p:spPr>
                <a:xfrm rot="5400000">
                  <a:off x="3822672" y="3726017"/>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80B85179-02A1-4139-85A5-99FBF0E5C9F3}"/>
                    </a:ext>
                  </a:extLst>
                </p:cNvPr>
                <p:cNvSpPr/>
                <p:nvPr/>
              </p:nvSpPr>
              <p:spPr>
                <a:xfrm>
                  <a:off x="4042220" y="3510742"/>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9" name="Straight Connector 128">
                <a:extLst>
                  <a:ext uri="{FF2B5EF4-FFF2-40B4-BE49-F238E27FC236}">
                    <a16:creationId xmlns:a16="http://schemas.microsoft.com/office/drawing/2014/main" id="{180525FF-5183-4D56-96F6-7A04A0806286}"/>
                  </a:ext>
                </a:extLst>
              </p:cNvPr>
              <p:cNvCxnSpPr/>
              <p:nvPr/>
            </p:nvCxnSpPr>
            <p:spPr>
              <a:xfrm>
                <a:off x="2224880" y="342349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33" name="Group 132">
              <a:extLst>
                <a:ext uri="{FF2B5EF4-FFF2-40B4-BE49-F238E27FC236}">
                  <a16:creationId xmlns:a16="http://schemas.microsoft.com/office/drawing/2014/main" id="{641B49C4-BB46-45AB-B54C-6EE21B2F4A39}"/>
                </a:ext>
              </a:extLst>
            </p:cNvPr>
            <p:cNvGrpSpPr/>
            <p:nvPr/>
          </p:nvGrpSpPr>
          <p:grpSpPr>
            <a:xfrm>
              <a:off x="820157" y="1617725"/>
              <a:ext cx="174246" cy="165734"/>
              <a:chOff x="1205410" y="2290825"/>
              <a:chExt cx="521293" cy="512748"/>
            </a:xfrm>
          </p:grpSpPr>
          <p:grpSp>
            <p:nvGrpSpPr>
              <p:cNvPr id="134" name="Group 133">
                <a:extLst>
                  <a:ext uri="{FF2B5EF4-FFF2-40B4-BE49-F238E27FC236}">
                    <a16:creationId xmlns:a16="http://schemas.microsoft.com/office/drawing/2014/main" id="{1F69E409-8EE2-4ED3-806F-2F70709AC009}"/>
                  </a:ext>
                </a:extLst>
              </p:cNvPr>
              <p:cNvGrpSpPr/>
              <p:nvPr/>
            </p:nvGrpSpPr>
            <p:grpSpPr>
              <a:xfrm>
                <a:off x="1205410" y="2290825"/>
                <a:ext cx="521293" cy="512748"/>
                <a:chOff x="3737574" y="3110669"/>
                <a:chExt cx="521293" cy="512748"/>
              </a:xfrm>
              <a:effectLst>
                <a:outerShdw blurRad="50800" dist="38100" dir="2700000" algn="tl" rotWithShape="0">
                  <a:prstClr val="black">
                    <a:alpha val="40000"/>
                  </a:prstClr>
                </a:outerShdw>
              </a:effectLst>
            </p:grpSpPr>
            <p:sp>
              <p:nvSpPr>
                <p:cNvPr id="137" name="Rectangle 136">
                  <a:extLst>
                    <a:ext uri="{FF2B5EF4-FFF2-40B4-BE49-F238E27FC236}">
                      <a16:creationId xmlns:a16="http://schemas.microsoft.com/office/drawing/2014/main" id="{55A6CC15-FBC9-4184-949F-5620FAE319E1}"/>
                    </a:ext>
                  </a:extLst>
                </p:cNvPr>
                <p:cNvSpPr/>
                <p:nvPr/>
              </p:nvSpPr>
              <p:spPr>
                <a:xfrm>
                  <a:off x="3737574" y="311066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Rectangle 137">
                  <a:extLst>
                    <a:ext uri="{FF2B5EF4-FFF2-40B4-BE49-F238E27FC236}">
                      <a16:creationId xmlns:a16="http://schemas.microsoft.com/office/drawing/2014/main" id="{CE734CE5-A136-4B05-AC58-CD52303105E8}"/>
                    </a:ext>
                  </a:extLst>
                </p:cNvPr>
                <p:cNvSpPr/>
                <p:nvPr/>
              </p:nvSpPr>
              <p:spPr>
                <a:xfrm rot="5400000">
                  <a:off x="3957120" y="3010763"/>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968CD6D9-01ED-4E4A-90BF-85E2E03D738B}"/>
                    </a:ext>
                  </a:extLst>
                </p:cNvPr>
                <p:cNvSpPr/>
                <p:nvPr/>
              </p:nvSpPr>
              <p:spPr>
                <a:xfrm>
                  <a:off x="4171308" y="3226037"/>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35" name="Straight Connector 134">
                <a:extLst>
                  <a:ext uri="{FF2B5EF4-FFF2-40B4-BE49-F238E27FC236}">
                    <a16:creationId xmlns:a16="http://schemas.microsoft.com/office/drawing/2014/main" id="{A0E08BA6-D804-4FA9-BD7B-747088627E28}"/>
                  </a:ext>
                </a:extLst>
              </p:cNvPr>
              <p:cNvCxnSpPr>
                <a:stCxn id="138" idx="1"/>
                <a:endCxn id="138" idx="3"/>
              </p:cNvCxnSpPr>
              <p:nvPr/>
            </p:nvCxnSpPr>
            <p:spPr>
              <a:xfrm>
                <a:off x="1466055" y="2290825"/>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D453FEB8-CD4A-4D9A-A20E-A52BEDF44DB8}"/>
                  </a:ext>
                </a:extLst>
              </p:cNvPr>
              <p:cNvCxnSpPr>
                <a:cxnSpLocks/>
              </p:cNvCxnSpPr>
              <p:nvPr/>
            </p:nvCxnSpPr>
            <p:spPr>
              <a:xfrm rot="5400000">
                <a:off x="1680241" y="2498948"/>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0" name="Group 139">
              <a:extLst>
                <a:ext uri="{FF2B5EF4-FFF2-40B4-BE49-F238E27FC236}">
                  <a16:creationId xmlns:a16="http://schemas.microsoft.com/office/drawing/2014/main" id="{2415FA2B-FB53-40FF-8F90-FCFB0BD7896A}"/>
                </a:ext>
              </a:extLst>
            </p:cNvPr>
            <p:cNvGrpSpPr/>
            <p:nvPr/>
          </p:nvGrpSpPr>
          <p:grpSpPr>
            <a:xfrm>
              <a:off x="957605" y="2084005"/>
              <a:ext cx="174247" cy="165734"/>
              <a:chOff x="1200047" y="2998405"/>
              <a:chExt cx="521296" cy="512748"/>
            </a:xfrm>
          </p:grpSpPr>
          <p:grpSp>
            <p:nvGrpSpPr>
              <p:cNvPr id="141" name="Group 140">
                <a:extLst>
                  <a:ext uri="{FF2B5EF4-FFF2-40B4-BE49-F238E27FC236}">
                    <a16:creationId xmlns:a16="http://schemas.microsoft.com/office/drawing/2014/main" id="{09AF3B16-B491-4D01-BC26-E65F0D4665F1}"/>
                  </a:ext>
                </a:extLst>
              </p:cNvPr>
              <p:cNvGrpSpPr/>
              <p:nvPr/>
            </p:nvGrpSpPr>
            <p:grpSpPr>
              <a:xfrm>
                <a:off x="1200050" y="2998405"/>
                <a:ext cx="521293" cy="512748"/>
                <a:chOff x="3515961" y="3443740"/>
                <a:chExt cx="521293" cy="512748"/>
              </a:xfrm>
              <a:effectLst>
                <a:outerShdw blurRad="50800" dist="38100" dir="2700000" algn="tl" rotWithShape="0">
                  <a:prstClr val="black">
                    <a:alpha val="40000"/>
                  </a:prstClr>
                </a:outerShdw>
              </a:effectLst>
            </p:grpSpPr>
            <p:sp>
              <p:nvSpPr>
                <p:cNvPr id="143" name="Rectangle 142">
                  <a:extLst>
                    <a:ext uri="{FF2B5EF4-FFF2-40B4-BE49-F238E27FC236}">
                      <a16:creationId xmlns:a16="http://schemas.microsoft.com/office/drawing/2014/main" id="{E80C9F32-CCCC-42FC-BC9F-25467F425BAE}"/>
                    </a:ext>
                  </a:extLst>
                </p:cNvPr>
                <p:cNvSpPr/>
                <p:nvPr/>
              </p:nvSpPr>
              <p:spPr>
                <a:xfrm>
                  <a:off x="3515961" y="344374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8BEA8A7E-46B6-4E0C-AC33-74510027E689}"/>
                    </a:ext>
                  </a:extLst>
                </p:cNvPr>
                <p:cNvSpPr/>
                <p:nvPr/>
              </p:nvSpPr>
              <p:spPr>
                <a:xfrm>
                  <a:off x="3515961" y="355910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94579CC8-273C-459C-A085-CCF3375C38AD}"/>
                    </a:ext>
                  </a:extLst>
                </p:cNvPr>
                <p:cNvSpPr/>
                <p:nvPr/>
              </p:nvSpPr>
              <p:spPr>
                <a:xfrm rot="5400000">
                  <a:off x="3735507" y="3343834"/>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2" name="Straight Connector 141">
                <a:extLst>
                  <a:ext uri="{FF2B5EF4-FFF2-40B4-BE49-F238E27FC236}">
                    <a16:creationId xmlns:a16="http://schemas.microsoft.com/office/drawing/2014/main" id="{A69F8EB1-DBEC-4493-BDCE-4FC0FDA55256}"/>
                  </a:ext>
                </a:extLst>
              </p:cNvPr>
              <p:cNvCxnSpPr>
                <a:cxnSpLocks/>
              </p:cNvCxnSpPr>
              <p:nvPr/>
            </p:nvCxnSpPr>
            <p:spPr>
              <a:xfrm rot="5400000">
                <a:off x="1241147" y="320697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6" name="Group 145">
              <a:extLst>
                <a:ext uri="{FF2B5EF4-FFF2-40B4-BE49-F238E27FC236}">
                  <a16:creationId xmlns:a16="http://schemas.microsoft.com/office/drawing/2014/main" id="{70EA6372-A80D-422B-87A1-5D1458D6042C}"/>
                </a:ext>
              </a:extLst>
            </p:cNvPr>
            <p:cNvGrpSpPr/>
            <p:nvPr/>
          </p:nvGrpSpPr>
          <p:grpSpPr>
            <a:xfrm>
              <a:off x="1602087" y="2197680"/>
              <a:ext cx="174247" cy="166449"/>
              <a:chOff x="1200046" y="3705985"/>
              <a:chExt cx="521295" cy="514960"/>
            </a:xfrm>
          </p:grpSpPr>
          <p:grpSp>
            <p:nvGrpSpPr>
              <p:cNvPr id="147" name="Group 146">
                <a:extLst>
                  <a:ext uri="{FF2B5EF4-FFF2-40B4-BE49-F238E27FC236}">
                    <a16:creationId xmlns:a16="http://schemas.microsoft.com/office/drawing/2014/main" id="{F1F3E3AD-B570-4384-9A9D-AA43B7A94F06}"/>
                  </a:ext>
                </a:extLst>
              </p:cNvPr>
              <p:cNvGrpSpPr/>
              <p:nvPr/>
            </p:nvGrpSpPr>
            <p:grpSpPr>
              <a:xfrm>
                <a:off x="1200048" y="3705985"/>
                <a:ext cx="521293" cy="514960"/>
                <a:chOff x="3519304" y="3703188"/>
                <a:chExt cx="521293" cy="514960"/>
              </a:xfrm>
              <a:effectLst>
                <a:outerShdw blurRad="50800" dist="38100" dir="2700000" algn="tl" rotWithShape="0">
                  <a:prstClr val="black">
                    <a:alpha val="40000"/>
                  </a:prstClr>
                </a:outerShdw>
              </a:effectLst>
            </p:grpSpPr>
            <p:sp>
              <p:nvSpPr>
                <p:cNvPr id="150" name="Rectangle 149">
                  <a:extLst>
                    <a:ext uri="{FF2B5EF4-FFF2-40B4-BE49-F238E27FC236}">
                      <a16:creationId xmlns:a16="http://schemas.microsoft.com/office/drawing/2014/main" id="{65F66145-1618-498B-990B-02CBC060762E}"/>
                    </a:ext>
                  </a:extLst>
                </p:cNvPr>
                <p:cNvSpPr/>
                <p:nvPr/>
              </p:nvSpPr>
              <p:spPr>
                <a:xfrm>
                  <a:off x="3519304" y="370540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1E8C4CB1-D737-45BA-8411-3476ACB6B0E6}"/>
                    </a:ext>
                  </a:extLst>
                </p:cNvPr>
                <p:cNvSpPr/>
                <p:nvPr/>
              </p:nvSpPr>
              <p:spPr>
                <a:xfrm rot="5400000">
                  <a:off x="3734549" y="360328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6A89A705-7632-43F1-B999-336546FF2111}"/>
                    </a:ext>
                  </a:extLst>
                </p:cNvPr>
                <p:cNvSpPr/>
                <p:nvPr/>
              </p:nvSpPr>
              <p:spPr>
                <a:xfrm>
                  <a:off x="3519304" y="3820768"/>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CA862F90-4332-4EBA-BF0C-58508E0C9E60}"/>
                    </a:ext>
                  </a:extLst>
                </p:cNvPr>
                <p:cNvSpPr/>
                <p:nvPr/>
              </p:nvSpPr>
              <p:spPr>
                <a:xfrm>
                  <a:off x="3958398" y="382076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8" name="Straight Connector 147">
                <a:extLst>
                  <a:ext uri="{FF2B5EF4-FFF2-40B4-BE49-F238E27FC236}">
                    <a16:creationId xmlns:a16="http://schemas.microsoft.com/office/drawing/2014/main" id="{748F962E-B66F-40D6-A5E5-150D79FB1DC2}"/>
                  </a:ext>
                </a:extLst>
              </p:cNvPr>
              <p:cNvCxnSpPr>
                <a:cxnSpLocks/>
              </p:cNvCxnSpPr>
              <p:nvPr/>
            </p:nvCxnSpPr>
            <p:spPr>
              <a:xfrm rot="5400000">
                <a:off x="1680240" y="3921349"/>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49" name="Straight Connector 148">
                <a:extLst>
                  <a:ext uri="{FF2B5EF4-FFF2-40B4-BE49-F238E27FC236}">
                    <a16:creationId xmlns:a16="http://schemas.microsoft.com/office/drawing/2014/main" id="{56211C4C-E289-4A13-B0E4-91AAFF162DDC}"/>
                  </a:ext>
                </a:extLst>
              </p:cNvPr>
              <p:cNvCxnSpPr>
                <a:cxnSpLocks/>
              </p:cNvCxnSpPr>
              <p:nvPr/>
            </p:nvCxnSpPr>
            <p:spPr>
              <a:xfrm rot="5400000">
                <a:off x="1241146" y="3924572"/>
                <a:ext cx="0" cy="82199"/>
              </a:xfrm>
              <a:prstGeom prst="line">
                <a:avLst/>
              </a:prstGeom>
            </p:spPr>
            <p:style>
              <a:lnRef idx="3">
                <a:schemeClr val="dk1"/>
              </a:lnRef>
              <a:fillRef idx="0">
                <a:schemeClr val="dk1"/>
              </a:fillRef>
              <a:effectRef idx="2">
                <a:schemeClr val="dk1"/>
              </a:effectRef>
              <a:fontRef idx="minor">
                <a:schemeClr val="tx1"/>
              </a:fontRef>
            </p:style>
          </p:cxnSp>
        </p:grpSp>
      </p:grpSp>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64" name="TextBox 163">
            <a:extLst>
              <a:ext uri="{FF2B5EF4-FFF2-40B4-BE49-F238E27FC236}">
                <a16:creationId xmlns:a16="http://schemas.microsoft.com/office/drawing/2014/main" id="{EA43C72D-B94D-4B68-B282-E4AB47C3EAF8}"/>
              </a:ext>
            </a:extLst>
          </p:cNvPr>
          <p:cNvSpPr txBox="1"/>
          <p:nvPr/>
        </p:nvSpPr>
        <p:spPr>
          <a:xfrm>
            <a:off x="1677472" y="788798"/>
            <a:ext cx="1762021" cy="369332"/>
          </a:xfrm>
          <a:prstGeom prst="rect">
            <a:avLst/>
          </a:prstGeom>
          <a:noFill/>
        </p:spPr>
        <p:txBody>
          <a:bodyPr wrap="none" rtlCol="0">
            <a:spAutoFit/>
          </a:bodyPr>
          <a:lstStyle/>
          <a:p>
            <a:r>
              <a:rPr lang="en-US" dirty="0">
                <a:solidFill>
                  <a:schemeClr val="bg1"/>
                </a:solidFill>
              </a:rPr>
              <a:t>distinct tile types</a:t>
            </a:r>
          </a:p>
        </p:txBody>
      </p:sp>
      <p:sp>
        <p:nvSpPr>
          <p:cNvPr id="165" name="TextBox 164">
            <a:extLst>
              <a:ext uri="{FF2B5EF4-FFF2-40B4-BE49-F238E27FC236}">
                <a16:creationId xmlns:a16="http://schemas.microsoft.com/office/drawing/2014/main" id="{2F8C397B-5E63-46A7-BF50-0E3D70B6CDFD}"/>
              </a:ext>
            </a:extLst>
          </p:cNvPr>
          <p:cNvSpPr txBox="1"/>
          <p:nvPr/>
        </p:nvSpPr>
        <p:spPr>
          <a:xfrm>
            <a:off x="1731992" y="2153576"/>
            <a:ext cx="2789738" cy="369332"/>
          </a:xfrm>
          <a:prstGeom prst="rect">
            <a:avLst/>
          </a:prstGeom>
          <a:noFill/>
        </p:spPr>
        <p:txBody>
          <a:bodyPr wrap="none" rtlCol="0">
            <a:spAutoFit/>
          </a:bodyPr>
          <a:lstStyle/>
          <a:p>
            <a:r>
              <a:rPr lang="en-US" u="sng" dirty="0">
                <a:solidFill>
                  <a:schemeClr val="bg1"/>
                </a:solidFill>
              </a:rPr>
              <a:t>Higher-Base Representation</a:t>
            </a:r>
          </a:p>
        </p:txBody>
      </p:sp>
      <p:sp>
        <p:nvSpPr>
          <p:cNvPr id="166" name="TextBox 165">
            <a:extLst>
              <a:ext uri="{FF2B5EF4-FFF2-40B4-BE49-F238E27FC236}">
                <a16:creationId xmlns:a16="http://schemas.microsoft.com/office/drawing/2014/main" id="{EAA4AE99-52BF-40DF-90D2-28D54F2E87CB}"/>
              </a:ext>
            </a:extLst>
          </p:cNvPr>
          <p:cNvSpPr txBox="1"/>
          <p:nvPr/>
        </p:nvSpPr>
        <p:spPr>
          <a:xfrm>
            <a:off x="3351599" y="2937732"/>
            <a:ext cx="3647152" cy="369332"/>
          </a:xfrm>
          <a:prstGeom prst="rect">
            <a:avLst/>
          </a:prstGeom>
          <a:noFill/>
        </p:spPr>
        <p:txBody>
          <a:bodyPr wrap="none" rtlCol="0">
            <a:spAutoFit/>
          </a:bodyPr>
          <a:lstStyle/>
          <a:p>
            <a:r>
              <a:rPr lang="en-US" u="sng" dirty="0">
                <a:solidFill>
                  <a:schemeClr val="bg1"/>
                </a:solidFill>
              </a:rPr>
              <a:t>Binary Representation of length K(S)</a:t>
            </a:r>
          </a:p>
        </p:txBody>
      </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447704" cy="338554"/>
          </a:xfrm>
          <a:prstGeom prst="rect">
            <a:avLst/>
          </a:prstGeom>
          <a:noFill/>
        </p:spPr>
        <p:txBody>
          <a:bodyPr wrap="none" rtlCol="0">
            <a:spAutoFit/>
          </a:bodyPr>
          <a:lstStyle/>
          <a:p>
            <a:r>
              <a:rPr lang="en-US" sz="1600" dirty="0">
                <a:solidFill>
                  <a:schemeClr val="bg1"/>
                </a:solidFill>
              </a:rPr>
              <a:t>Self Assembles</a:t>
            </a:r>
          </a:p>
        </p:txBody>
      </p:sp>
      <p:grpSp>
        <p:nvGrpSpPr>
          <p:cNvPr id="20" name="Group 19">
            <a:extLst>
              <a:ext uri="{FF2B5EF4-FFF2-40B4-BE49-F238E27FC236}">
                <a16:creationId xmlns:a16="http://schemas.microsoft.com/office/drawing/2014/main" id="{948FC53F-9B66-496A-AF45-965340E29953}"/>
              </a:ext>
            </a:extLst>
          </p:cNvPr>
          <p:cNvGrpSpPr/>
          <p:nvPr/>
        </p:nvGrpSpPr>
        <p:grpSpPr>
          <a:xfrm>
            <a:off x="203174" y="647383"/>
            <a:ext cx="1677062" cy="584775"/>
            <a:chOff x="2877923" y="1258626"/>
            <a:chExt cx="1677062" cy="584775"/>
          </a:xfrm>
        </p:grpSpPr>
        <p:grpSp>
          <p:nvGrpSpPr>
            <p:cNvPr id="174" name="Group 173">
              <a:extLst>
                <a:ext uri="{FF2B5EF4-FFF2-40B4-BE49-F238E27FC236}">
                  <a16:creationId xmlns:a16="http://schemas.microsoft.com/office/drawing/2014/main" id="{0485483A-602F-42A9-A60E-BBF1EE8A6B7D}"/>
                </a:ext>
              </a:extLst>
            </p:cNvPr>
            <p:cNvGrpSpPr/>
            <p:nvPr/>
          </p:nvGrpSpPr>
          <p:grpSpPr>
            <a:xfrm>
              <a:off x="3351599" y="1301863"/>
              <a:ext cx="920445" cy="529053"/>
              <a:chOff x="1041705" y="3992508"/>
              <a:chExt cx="920445" cy="529053"/>
            </a:xfrm>
          </p:grpSpPr>
          <p:sp>
            <p:nvSpPr>
              <p:cNvPr id="175" name="TextBox 174">
                <a:extLst>
                  <a:ext uri="{FF2B5EF4-FFF2-40B4-BE49-F238E27FC236}">
                    <a16:creationId xmlns:a16="http://schemas.microsoft.com/office/drawing/2014/main" id="{5F9F15ED-962B-4FC6-ABF2-DE9CD711123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76" name="Straight Connector 175">
                <a:extLst>
                  <a:ext uri="{FF2B5EF4-FFF2-40B4-BE49-F238E27FC236}">
                    <a16:creationId xmlns:a16="http://schemas.microsoft.com/office/drawing/2014/main" id="{BEB28611-EC70-40B6-8997-241985D0D2B2}"/>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28A34A84-BF9D-412F-B91D-C7C8324F6DB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6" name="TextBox 185">
              <a:extLst>
                <a:ext uri="{FF2B5EF4-FFF2-40B4-BE49-F238E27FC236}">
                  <a16:creationId xmlns:a16="http://schemas.microsoft.com/office/drawing/2014/main" id="{3349DA4E-0CE9-4C02-8622-DA089EF7EF20}"/>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nvGrpSpPr>
          <p:cNvPr id="194" name="Group 193">
            <a:extLst>
              <a:ext uri="{FF2B5EF4-FFF2-40B4-BE49-F238E27FC236}">
                <a16:creationId xmlns:a16="http://schemas.microsoft.com/office/drawing/2014/main" id="{D7FB1177-F169-467D-AB59-CBD7961EA614}"/>
              </a:ext>
            </a:extLst>
          </p:cNvPr>
          <p:cNvGrpSpPr/>
          <p:nvPr/>
        </p:nvGrpSpPr>
        <p:grpSpPr>
          <a:xfrm>
            <a:off x="743298" y="3908474"/>
            <a:ext cx="3343112" cy="584775"/>
            <a:chOff x="986344" y="3656157"/>
            <a:chExt cx="3343112" cy="584775"/>
          </a:xfrm>
        </p:grpSpPr>
        <p:sp>
          <p:nvSpPr>
            <p:cNvPr id="178" name="TextBox 177">
              <a:extLst>
                <a:ext uri="{FF2B5EF4-FFF2-40B4-BE49-F238E27FC236}">
                  <a16:creationId xmlns:a16="http://schemas.microsoft.com/office/drawing/2014/main" id="{4B658B26-5786-4592-BE91-0CBFC25BA4BE}"/>
                </a:ext>
              </a:extLst>
            </p:cNvPr>
            <p:cNvSpPr txBox="1"/>
            <p:nvPr/>
          </p:nvSpPr>
          <p:spPr>
            <a:xfrm>
              <a:off x="986344" y="3781695"/>
              <a:ext cx="989373" cy="338554"/>
            </a:xfrm>
            <a:prstGeom prst="rect">
              <a:avLst/>
            </a:prstGeom>
            <a:noFill/>
          </p:spPr>
          <p:txBody>
            <a:bodyPr wrap="none" rtlCol="0">
              <a:spAutoFit/>
            </a:bodyPr>
            <a:lstStyle/>
            <a:p>
              <a:r>
                <a:rPr lang="en-US" sz="1600" dirty="0">
                  <a:solidFill>
                    <a:schemeClr val="bg1"/>
                  </a:solidFill>
                </a:rPr>
                <a:t>TM using</a:t>
              </a:r>
            </a:p>
          </p:txBody>
        </p:sp>
        <p:sp>
          <p:nvSpPr>
            <p:cNvPr id="179" name="TextBox 178">
              <a:extLst>
                <a:ext uri="{FF2B5EF4-FFF2-40B4-BE49-F238E27FC236}">
                  <a16:creationId xmlns:a16="http://schemas.microsoft.com/office/drawing/2014/main" id="{B659BAF7-6502-427F-BC98-BBDB7732F0C2}"/>
                </a:ext>
              </a:extLst>
            </p:cNvPr>
            <p:cNvSpPr txBox="1"/>
            <p:nvPr/>
          </p:nvSpPr>
          <p:spPr>
            <a:xfrm>
              <a:off x="3394585" y="3797529"/>
              <a:ext cx="934871" cy="338554"/>
            </a:xfrm>
            <a:prstGeom prst="rect">
              <a:avLst/>
            </a:prstGeom>
            <a:noFill/>
          </p:spPr>
          <p:txBody>
            <a:bodyPr wrap="none" rtlCol="0">
              <a:spAutoFit/>
            </a:bodyPr>
            <a:lstStyle/>
            <a:p>
              <a:r>
                <a:rPr lang="en-US" sz="1600" dirty="0">
                  <a:solidFill>
                    <a:schemeClr val="bg1"/>
                  </a:solidFill>
                </a:rPr>
                <a:t>tile types</a:t>
              </a:r>
            </a:p>
          </p:txBody>
        </p:sp>
        <p:grpSp>
          <p:nvGrpSpPr>
            <p:cNvPr id="187" name="Group 186">
              <a:extLst>
                <a:ext uri="{FF2B5EF4-FFF2-40B4-BE49-F238E27FC236}">
                  <a16:creationId xmlns:a16="http://schemas.microsoft.com/office/drawing/2014/main" id="{97E1A4A8-7EAD-478E-9B38-420112D9E593}"/>
                </a:ext>
              </a:extLst>
            </p:cNvPr>
            <p:cNvGrpSpPr/>
            <p:nvPr/>
          </p:nvGrpSpPr>
          <p:grpSpPr>
            <a:xfrm>
              <a:off x="1908667" y="3656157"/>
              <a:ext cx="1677062" cy="584775"/>
              <a:chOff x="2877923" y="1258626"/>
              <a:chExt cx="1677062" cy="584775"/>
            </a:xfrm>
          </p:grpSpPr>
          <p:grpSp>
            <p:nvGrpSpPr>
              <p:cNvPr id="188" name="Group 187">
                <a:extLst>
                  <a:ext uri="{FF2B5EF4-FFF2-40B4-BE49-F238E27FC236}">
                    <a16:creationId xmlns:a16="http://schemas.microsoft.com/office/drawing/2014/main" id="{6648B426-4ACC-4BC2-8704-85E1A7522CC6}"/>
                  </a:ext>
                </a:extLst>
              </p:cNvPr>
              <p:cNvGrpSpPr/>
              <p:nvPr/>
            </p:nvGrpSpPr>
            <p:grpSpPr>
              <a:xfrm>
                <a:off x="3351599" y="1301863"/>
                <a:ext cx="920445" cy="529053"/>
                <a:chOff x="1041705" y="3992508"/>
                <a:chExt cx="920445" cy="529053"/>
              </a:xfrm>
            </p:grpSpPr>
            <p:sp>
              <p:nvSpPr>
                <p:cNvPr id="190" name="TextBox 189">
                  <a:extLst>
                    <a:ext uri="{FF2B5EF4-FFF2-40B4-BE49-F238E27FC236}">
                      <a16:creationId xmlns:a16="http://schemas.microsoft.com/office/drawing/2014/main" id="{E0830B86-9DF3-474F-95AD-90F4C1AFD12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91" name="Straight Connector 190">
                  <a:extLst>
                    <a:ext uri="{FF2B5EF4-FFF2-40B4-BE49-F238E27FC236}">
                      <a16:creationId xmlns:a16="http://schemas.microsoft.com/office/drawing/2014/main" id="{AD51F425-45B2-4EB5-93CE-967981544DD0}"/>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92" name="TextBox 191">
                  <a:extLst>
                    <a:ext uri="{FF2B5EF4-FFF2-40B4-BE49-F238E27FC236}">
                      <a16:creationId xmlns:a16="http://schemas.microsoft.com/office/drawing/2014/main" id="{3946CCB3-DC7A-4B44-ADEC-6B7F58EE819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9" name="TextBox 188">
                <a:extLst>
                  <a:ext uri="{FF2B5EF4-FFF2-40B4-BE49-F238E27FC236}">
                    <a16:creationId xmlns:a16="http://schemas.microsoft.com/office/drawing/2014/main" id="{952D3241-A891-4BE7-8C6D-F9A221C7CF21}"/>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cxnSp>
        <p:nvCxnSpPr>
          <p:cNvPr id="193" name="Straight Connector 192">
            <a:extLst>
              <a:ext uri="{FF2B5EF4-FFF2-40B4-BE49-F238E27FC236}">
                <a16:creationId xmlns:a16="http://schemas.microsoft.com/office/drawing/2014/main" id="{F23FF927-B29C-4426-8D5F-29C37E4F5A5B}"/>
              </a:ext>
            </a:extLst>
          </p:cNvPr>
          <p:cNvCxnSpPr/>
          <p:nvPr/>
        </p:nvCxnSpPr>
        <p:spPr>
          <a:xfrm>
            <a:off x="282639" y="1197104"/>
            <a:ext cx="3099614" cy="0"/>
          </a:xfrm>
          <a:prstGeom prst="line">
            <a:avLst/>
          </a:prstGeom>
        </p:spPr>
        <p:style>
          <a:lnRef idx="2">
            <a:schemeClr val="dk1"/>
          </a:lnRef>
          <a:fillRef idx="0">
            <a:schemeClr val="dk1"/>
          </a:fillRef>
          <a:effectRef idx="1">
            <a:schemeClr val="dk1"/>
          </a:effectRef>
          <a:fontRef idx="minor">
            <a:schemeClr val="tx1"/>
          </a:fontRef>
        </p:style>
      </p:cxnSp>
      <p:grpSp>
        <p:nvGrpSpPr>
          <p:cNvPr id="195" name="Group 194">
            <a:extLst>
              <a:ext uri="{FF2B5EF4-FFF2-40B4-BE49-F238E27FC236}">
                <a16:creationId xmlns:a16="http://schemas.microsoft.com/office/drawing/2014/main" id="{55B53A76-D56C-4F48-B6B1-D3AFBE3B3054}"/>
              </a:ext>
            </a:extLst>
          </p:cNvPr>
          <p:cNvGrpSpPr/>
          <p:nvPr/>
        </p:nvGrpSpPr>
        <p:grpSpPr>
          <a:xfrm>
            <a:off x="2735453" y="3110214"/>
            <a:ext cx="436046" cy="393700"/>
            <a:chOff x="947440" y="2425700"/>
            <a:chExt cx="436046" cy="393700"/>
          </a:xfrm>
        </p:grpSpPr>
        <p:cxnSp>
          <p:nvCxnSpPr>
            <p:cNvPr id="196" name="Straight Connector 195">
              <a:extLst>
                <a:ext uri="{FF2B5EF4-FFF2-40B4-BE49-F238E27FC236}">
                  <a16:creationId xmlns:a16="http://schemas.microsoft.com/office/drawing/2014/main" id="{6EF27FFB-05CB-48B3-A954-2A4CB9E86DB2}"/>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97" name="Straight Arrow Connector 196">
              <a:extLst>
                <a:ext uri="{FF2B5EF4-FFF2-40B4-BE49-F238E27FC236}">
                  <a16:creationId xmlns:a16="http://schemas.microsoft.com/office/drawing/2014/main" id="{A2603C93-4197-4308-ACEA-06CC2BB605E6}"/>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05" name="Straight Connector 204">
            <a:extLst>
              <a:ext uri="{FF2B5EF4-FFF2-40B4-BE49-F238E27FC236}">
                <a16:creationId xmlns:a16="http://schemas.microsoft.com/office/drawing/2014/main" id="{97BF5A79-5F5B-45E5-BFD9-C7D9B9E6A1CD}"/>
              </a:ext>
            </a:extLst>
          </p:cNvPr>
          <p:cNvCxnSpPr/>
          <p:nvPr/>
        </p:nvCxnSpPr>
        <p:spPr>
          <a:xfrm flipV="1">
            <a:off x="2170902" y="3581121"/>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sp>
        <p:nvSpPr>
          <p:cNvPr id="157" name="TextBox 156">
            <a:extLst>
              <a:ext uri="{FF2B5EF4-FFF2-40B4-BE49-F238E27FC236}">
                <a16:creationId xmlns:a16="http://schemas.microsoft.com/office/drawing/2014/main" id="{BE4E8CB9-6D7E-4FA3-BCD7-B251214476C6}"/>
              </a:ext>
            </a:extLst>
          </p:cNvPr>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4237316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E180146-322C-4722-80FB-151DFC41687D}"/>
              </a:ext>
            </a:extLst>
          </p:cNvPr>
          <p:cNvGrpSpPr/>
          <p:nvPr/>
        </p:nvGrpSpPr>
        <p:grpSpPr>
          <a:xfrm>
            <a:off x="11978" y="647383"/>
            <a:ext cx="6986773" cy="3845866"/>
            <a:chOff x="11978" y="647383"/>
            <a:chExt cx="6986773" cy="3845866"/>
          </a:xfrm>
        </p:grpSpPr>
        <p:grpSp>
          <p:nvGrpSpPr>
            <p:cNvPr id="56" name="Group 55">
              <a:extLst>
                <a:ext uri="{FF2B5EF4-FFF2-40B4-BE49-F238E27FC236}">
                  <a16:creationId xmlns:a16="http://schemas.microsoft.com/office/drawing/2014/main" id="{75A332BE-B896-4DF5-B342-EB5C07002CAF}"/>
                </a:ext>
              </a:extLst>
            </p:cNvPr>
            <p:cNvGrpSpPr/>
            <p:nvPr/>
          </p:nvGrpSpPr>
          <p:grpSpPr>
            <a:xfrm>
              <a:off x="3396744" y="3404519"/>
              <a:ext cx="2787939" cy="191744"/>
              <a:chOff x="4778080" y="3211702"/>
              <a:chExt cx="2737760" cy="152528"/>
            </a:xfrm>
          </p:grpSpPr>
          <p:sp>
            <p:nvSpPr>
              <p:cNvPr id="57" name="Rectangle 56">
                <a:extLst>
                  <a:ext uri="{FF2B5EF4-FFF2-40B4-BE49-F238E27FC236}">
                    <a16:creationId xmlns:a16="http://schemas.microsoft.com/office/drawing/2014/main" id="{BABDA122-3983-4F62-A634-73A574AD3FEB}"/>
                  </a:ext>
                </a:extLst>
              </p:cNvPr>
              <p:cNvSpPr/>
              <p:nvPr/>
            </p:nvSpPr>
            <p:spPr>
              <a:xfrm>
                <a:off x="47780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58" name="Rectangle 57">
                <a:extLst>
                  <a:ext uri="{FF2B5EF4-FFF2-40B4-BE49-F238E27FC236}">
                    <a16:creationId xmlns:a16="http://schemas.microsoft.com/office/drawing/2014/main" id="{734EC096-B51D-4F8A-A821-1537D6FF5FB8}"/>
                  </a:ext>
                </a:extLst>
              </p:cNvPr>
              <p:cNvSpPr/>
              <p:nvPr/>
            </p:nvSpPr>
            <p:spPr>
              <a:xfrm>
                <a:off x="49491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59" name="Rectangle 58">
                <a:extLst>
                  <a:ext uri="{FF2B5EF4-FFF2-40B4-BE49-F238E27FC236}">
                    <a16:creationId xmlns:a16="http://schemas.microsoft.com/office/drawing/2014/main" id="{FCFC2CD6-D0E1-4C8F-AC33-2E17F07781C2}"/>
                  </a:ext>
                </a:extLst>
              </p:cNvPr>
              <p:cNvSpPr/>
              <p:nvPr/>
            </p:nvSpPr>
            <p:spPr>
              <a:xfrm>
                <a:off x="51203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0" name="Rectangle 59">
                <a:extLst>
                  <a:ext uri="{FF2B5EF4-FFF2-40B4-BE49-F238E27FC236}">
                    <a16:creationId xmlns:a16="http://schemas.microsoft.com/office/drawing/2014/main" id="{8915AEFC-EC3D-41B3-8FE9-84D77D0AEB92}"/>
                  </a:ext>
                </a:extLst>
              </p:cNvPr>
              <p:cNvSpPr/>
              <p:nvPr/>
            </p:nvSpPr>
            <p:spPr>
              <a:xfrm>
                <a:off x="52914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1" name="Rectangle 60">
                <a:extLst>
                  <a:ext uri="{FF2B5EF4-FFF2-40B4-BE49-F238E27FC236}">
                    <a16:creationId xmlns:a16="http://schemas.microsoft.com/office/drawing/2014/main" id="{54DA306B-92FD-474B-BDBB-3EC8875B2915}"/>
                  </a:ext>
                </a:extLst>
              </p:cNvPr>
              <p:cNvSpPr/>
              <p:nvPr/>
            </p:nvSpPr>
            <p:spPr>
              <a:xfrm>
                <a:off x="546252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2" name="Rectangle 61">
                <a:extLst>
                  <a:ext uri="{FF2B5EF4-FFF2-40B4-BE49-F238E27FC236}">
                    <a16:creationId xmlns:a16="http://schemas.microsoft.com/office/drawing/2014/main" id="{F4EA9A5B-FEED-4DFE-97E8-61A19140B9EB}"/>
                  </a:ext>
                </a:extLst>
              </p:cNvPr>
              <p:cNvSpPr/>
              <p:nvPr/>
            </p:nvSpPr>
            <p:spPr>
              <a:xfrm>
                <a:off x="563363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3" name="Rectangle 62">
                <a:extLst>
                  <a:ext uri="{FF2B5EF4-FFF2-40B4-BE49-F238E27FC236}">
                    <a16:creationId xmlns:a16="http://schemas.microsoft.com/office/drawing/2014/main" id="{8E3A2702-318E-4688-B0E5-099E0E85F4DF}"/>
                  </a:ext>
                </a:extLst>
              </p:cNvPr>
              <p:cNvSpPr/>
              <p:nvPr/>
            </p:nvSpPr>
            <p:spPr>
              <a:xfrm>
                <a:off x="580474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4" name="Rectangle 63">
                <a:extLst>
                  <a:ext uri="{FF2B5EF4-FFF2-40B4-BE49-F238E27FC236}">
                    <a16:creationId xmlns:a16="http://schemas.microsoft.com/office/drawing/2014/main" id="{FEBEA5DF-FE8D-456F-BAE1-45690676742F}"/>
                  </a:ext>
                </a:extLst>
              </p:cNvPr>
              <p:cNvSpPr/>
              <p:nvPr/>
            </p:nvSpPr>
            <p:spPr>
              <a:xfrm>
                <a:off x="597585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5" name="Rectangle 64">
                <a:extLst>
                  <a:ext uri="{FF2B5EF4-FFF2-40B4-BE49-F238E27FC236}">
                    <a16:creationId xmlns:a16="http://schemas.microsoft.com/office/drawing/2014/main" id="{2347D485-4CA5-4FA3-82D7-7C3FBA2DA717}"/>
                  </a:ext>
                </a:extLst>
              </p:cNvPr>
              <p:cNvSpPr/>
              <p:nvPr/>
            </p:nvSpPr>
            <p:spPr>
              <a:xfrm>
                <a:off x="614696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6" name="Rectangle 65">
                <a:extLst>
                  <a:ext uri="{FF2B5EF4-FFF2-40B4-BE49-F238E27FC236}">
                    <a16:creationId xmlns:a16="http://schemas.microsoft.com/office/drawing/2014/main" id="{F4817032-DBF8-413D-8D3F-DBEDBE055971}"/>
                  </a:ext>
                </a:extLst>
              </p:cNvPr>
              <p:cNvSpPr/>
              <p:nvPr/>
            </p:nvSpPr>
            <p:spPr>
              <a:xfrm>
                <a:off x="631807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7" name="Rectangle 66">
                <a:extLst>
                  <a:ext uri="{FF2B5EF4-FFF2-40B4-BE49-F238E27FC236}">
                    <a16:creationId xmlns:a16="http://schemas.microsoft.com/office/drawing/2014/main" id="{8E2DBEC3-3275-48A4-9789-C673792CD0FC}"/>
                  </a:ext>
                </a:extLst>
              </p:cNvPr>
              <p:cNvSpPr/>
              <p:nvPr/>
            </p:nvSpPr>
            <p:spPr>
              <a:xfrm>
                <a:off x="64891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8" name="Rectangle 67">
                <a:extLst>
                  <a:ext uri="{FF2B5EF4-FFF2-40B4-BE49-F238E27FC236}">
                    <a16:creationId xmlns:a16="http://schemas.microsoft.com/office/drawing/2014/main" id="{B2D37657-4EBE-4A8F-B4DF-D1A28CF1A613}"/>
                  </a:ext>
                </a:extLst>
              </p:cNvPr>
              <p:cNvSpPr/>
              <p:nvPr/>
            </p:nvSpPr>
            <p:spPr>
              <a:xfrm>
                <a:off x="66602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9" name="Rectangle 68">
                <a:extLst>
                  <a:ext uri="{FF2B5EF4-FFF2-40B4-BE49-F238E27FC236}">
                    <a16:creationId xmlns:a16="http://schemas.microsoft.com/office/drawing/2014/main" id="{907E84E1-7947-4409-8F2F-0A9887474A69}"/>
                  </a:ext>
                </a:extLst>
              </p:cNvPr>
              <p:cNvSpPr/>
              <p:nvPr/>
            </p:nvSpPr>
            <p:spPr>
              <a:xfrm>
                <a:off x="68314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70" name="Rectangle 69">
                <a:extLst>
                  <a:ext uri="{FF2B5EF4-FFF2-40B4-BE49-F238E27FC236}">
                    <a16:creationId xmlns:a16="http://schemas.microsoft.com/office/drawing/2014/main" id="{B96DE43C-387F-4A92-AD61-BD2D4F8E1801}"/>
                  </a:ext>
                </a:extLst>
              </p:cNvPr>
              <p:cNvSpPr/>
              <p:nvPr/>
            </p:nvSpPr>
            <p:spPr>
              <a:xfrm>
                <a:off x="70025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1" name="Rectangle 70">
                <a:extLst>
                  <a:ext uri="{FF2B5EF4-FFF2-40B4-BE49-F238E27FC236}">
                    <a16:creationId xmlns:a16="http://schemas.microsoft.com/office/drawing/2014/main" id="{D3244D9B-70B9-4F99-B3FF-7E16229610C0}"/>
                  </a:ext>
                </a:extLst>
              </p:cNvPr>
              <p:cNvSpPr/>
              <p:nvPr/>
            </p:nvSpPr>
            <p:spPr>
              <a:xfrm>
                <a:off x="717362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2" name="Rectangle 71">
                <a:extLst>
                  <a:ext uri="{FF2B5EF4-FFF2-40B4-BE49-F238E27FC236}">
                    <a16:creationId xmlns:a16="http://schemas.microsoft.com/office/drawing/2014/main" id="{37222178-D448-42CB-AC1E-0A4BCF038603}"/>
                  </a:ext>
                </a:extLst>
              </p:cNvPr>
              <p:cNvSpPr/>
              <p:nvPr/>
            </p:nvSpPr>
            <p:spPr>
              <a:xfrm>
                <a:off x="734473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grpSp>
        <p:grpSp>
          <p:nvGrpSpPr>
            <p:cNvPr id="4" name="Group 3">
              <a:extLst>
                <a:ext uri="{FF2B5EF4-FFF2-40B4-BE49-F238E27FC236}">
                  <a16:creationId xmlns:a16="http://schemas.microsoft.com/office/drawing/2014/main" id="{D67FB474-A242-485E-94C3-9C8210029313}"/>
                </a:ext>
              </a:extLst>
            </p:cNvPr>
            <p:cNvGrpSpPr/>
            <p:nvPr/>
          </p:nvGrpSpPr>
          <p:grpSpPr>
            <a:xfrm>
              <a:off x="1821016" y="2678806"/>
              <a:ext cx="1405399" cy="191743"/>
              <a:chOff x="1751166" y="2678806"/>
              <a:chExt cx="1405399" cy="191743"/>
            </a:xfrm>
          </p:grpSpPr>
          <p:sp>
            <p:nvSpPr>
              <p:cNvPr id="22" name="Rectangle 21">
                <a:extLst>
                  <a:ext uri="{FF2B5EF4-FFF2-40B4-BE49-F238E27FC236}">
                    <a16:creationId xmlns:a16="http://schemas.microsoft.com/office/drawing/2014/main" id="{6A39304D-2C79-412C-AF0E-DF5E7E4CCEF8}"/>
                  </a:ext>
                </a:extLst>
              </p:cNvPr>
              <p:cNvSpPr/>
              <p:nvPr/>
            </p:nvSpPr>
            <p:spPr>
              <a:xfrm>
                <a:off x="176259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23" name="Rectangle 22">
                <a:extLst>
                  <a:ext uri="{FF2B5EF4-FFF2-40B4-BE49-F238E27FC236}">
                    <a16:creationId xmlns:a16="http://schemas.microsoft.com/office/drawing/2014/main" id="{65ABD3F8-1B92-4A59-9674-2C87DD8622E8}"/>
                  </a:ext>
                </a:extLst>
              </p:cNvPr>
              <p:cNvSpPr/>
              <p:nvPr/>
            </p:nvSpPr>
            <p:spPr>
              <a:xfrm>
                <a:off x="193684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24" name="Rectangle 23">
                <a:extLst>
                  <a:ext uri="{FF2B5EF4-FFF2-40B4-BE49-F238E27FC236}">
                    <a16:creationId xmlns:a16="http://schemas.microsoft.com/office/drawing/2014/main" id="{A695E45C-3673-49B5-91D0-48D95D70E04F}"/>
                  </a:ext>
                </a:extLst>
              </p:cNvPr>
              <p:cNvSpPr/>
              <p:nvPr/>
            </p:nvSpPr>
            <p:spPr>
              <a:xfrm>
                <a:off x="211108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25" name="Rectangle 24">
                <a:extLst>
                  <a:ext uri="{FF2B5EF4-FFF2-40B4-BE49-F238E27FC236}">
                    <a16:creationId xmlns:a16="http://schemas.microsoft.com/office/drawing/2014/main" id="{DCB76EB5-02B7-4275-B625-A8A76866CA7E}"/>
                  </a:ext>
                </a:extLst>
              </p:cNvPr>
              <p:cNvSpPr/>
              <p:nvPr/>
            </p:nvSpPr>
            <p:spPr>
              <a:xfrm>
                <a:off x="228533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26" name="Rectangle 25">
                <a:extLst>
                  <a:ext uri="{FF2B5EF4-FFF2-40B4-BE49-F238E27FC236}">
                    <a16:creationId xmlns:a16="http://schemas.microsoft.com/office/drawing/2014/main" id="{53C424E9-654B-4BBE-A411-F37A64728457}"/>
                  </a:ext>
                </a:extLst>
              </p:cNvPr>
              <p:cNvSpPr/>
              <p:nvPr/>
            </p:nvSpPr>
            <p:spPr>
              <a:xfrm>
                <a:off x="245958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27" name="Rectangle 26">
                <a:extLst>
                  <a:ext uri="{FF2B5EF4-FFF2-40B4-BE49-F238E27FC236}">
                    <a16:creationId xmlns:a16="http://schemas.microsoft.com/office/drawing/2014/main" id="{4AF93879-7E1E-4330-A9FD-C223333FD215}"/>
                  </a:ext>
                </a:extLst>
              </p:cNvPr>
              <p:cNvSpPr/>
              <p:nvPr/>
            </p:nvSpPr>
            <p:spPr>
              <a:xfrm>
                <a:off x="263382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28" name="Rectangle 27">
                <a:extLst>
                  <a:ext uri="{FF2B5EF4-FFF2-40B4-BE49-F238E27FC236}">
                    <a16:creationId xmlns:a16="http://schemas.microsoft.com/office/drawing/2014/main" id="{16B1D2D0-A1B2-40B7-AF7A-8330D5DFDF76}"/>
                  </a:ext>
                </a:extLst>
              </p:cNvPr>
              <p:cNvSpPr/>
              <p:nvPr/>
            </p:nvSpPr>
            <p:spPr>
              <a:xfrm>
                <a:off x="280807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29" name="Rectangle 28">
                <a:extLst>
                  <a:ext uri="{FF2B5EF4-FFF2-40B4-BE49-F238E27FC236}">
                    <a16:creationId xmlns:a16="http://schemas.microsoft.com/office/drawing/2014/main" id="{22D5B89A-BB9C-4098-AECB-64E45C4659DF}"/>
                  </a:ext>
                </a:extLst>
              </p:cNvPr>
              <p:cNvSpPr/>
              <p:nvPr/>
            </p:nvSpPr>
            <p:spPr>
              <a:xfrm>
                <a:off x="298231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5" name="Rectangle 74">
                <a:extLst>
                  <a:ext uri="{FF2B5EF4-FFF2-40B4-BE49-F238E27FC236}">
                    <a16:creationId xmlns:a16="http://schemas.microsoft.com/office/drawing/2014/main" id="{BE611F69-AC64-4F48-8231-179B604CF7AF}"/>
                  </a:ext>
                </a:extLst>
              </p:cNvPr>
              <p:cNvSpPr/>
              <p:nvPr/>
            </p:nvSpPr>
            <p:spPr>
              <a:xfrm>
                <a:off x="175116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76" name="Rectangle 75">
                <a:extLst>
                  <a:ext uri="{FF2B5EF4-FFF2-40B4-BE49-F238E27FC236}">
                    <a16:creationId xmlns:a16="http://schemas.microsoft.com/office/drawing/2014/main" id="{12081729-137B-444D-AF41-F99295DCCDA9}"/>
                  </a:ext>
                </a:extLst>
              </p:cNvPr>
              <p:cNvSpPr/>
              <p:nvPr/>
            </p:nvSpPr>
            <p:spPr>
              <a:xfrm>
                <a:off x="192541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94" name="Rectangle 93">
                <a:extLst>
                  <a:ext uri="{FF2B5EF4-FFF2-40B4-BE49-F238E27FC236}">
                    <a16:creationId xmlns:a16="http://schemas.microsoft.com/office/drawing/2014/main" id="{D0FD16AC-3DA8-467D-AE04-4427FAF55691}"/>
                  </a:ext>
                </a:extLst>
              </p:cNvPr>
              <p:cNvSpPr/>
              <p:nvPr/>
            </p:nvSpPr>
            <p:spPr>
              <a:xfrm>
                <a:off x="209965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95" name="Rectangle 94">
                <a:extLst>
                  <a:ext uri="{FF2B5EF4-FFF2-40B4-BE49-F238E27FC236}">
                    <a16:creationId xmlns:a16="http://schemas.microsoft.com/office/drawing/2014/main" id="{2FC90D57-1F44-42DE-BFFF-79BFB251FD79}"/>
                  </a:ext>
                </a:extLst>
              </p:cNvPr>
              <p:cNvSpPr/>
              <p:nvPr/>
            </p:nvSpPr>
            <p:spPr>
              <a:xfrm>
                <a:off x="227390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96" name="Rectangle 95">
                <a:extLst>
                  <a:ext uri="{FF2B5EF4-FFF2-40B4-BE49-F238E27FC236}">
                    <a16:creationId xmlns:a16="http://schemas.microsoft.com/office/drawing/2014/main" id="{6C328A41-2E3D-491C-9343-23B321CA68C2}"/>
                  </a:ext>
                </a:extLst>
              </p:cNvPr>
              <p:cNvSpPr/>
              <p:nvPr/>
            </p:nvSpPr>
            <p:spPr>
              <a:xfrm>
                <a:off x="244815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97" name="Rectangle 96">
                <a:extLst>
                  <a:ext uri="{FF2B5EF4-FFF2-40B4-BE49-F238E27FC236}">
                    <a16:creationId xmlns:a16="http://schemas.microsoft.com/office/drawing/2014/main" id="{85F09A19-3A08-4C3C-9CFA-6C4B5BAD1A89}"/>
                  </a:ext>
                </a:extLst>
              </p:cNvPr>
              <p:cNvSpPr/>
              <p:nvPr/>
            </p:nvSpPr>
            <p:spPr>
              <a:xfrm>
                <a:off x="262239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98" name="Rectangle 97">
                <a:extLst>
                  <a:ext uri="{FF2B5EF4-FFF2-40B4-BE49-F238E27FC236}">
                    <a16:creationId xmlns:a16="http://schemas.microsoft.com/office/drawing/2014/main" id="{297658C4-68D2-4F74-BD2C-85BA9E3FD7D0}"/>
                  </a:ext>
                </a:extLst>
              </p:cNvPr>
              <p:cNvSpPr/>
              <p:nvPr/>
            </p:nvSpPr>
            <p:spPr>
              <a:xfrm>
                <a:off x="279664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99" name="Rectangle 98">
                <a:extLst>
                  <a:ext uri="{FF2B5EF4-FFF2-40B4-BE49-F238E27FC236}">
                    <a16:creationId xmlns:a16="http://schemas.microsoft.com/office/drawing/2014/main" id="{61AFD046-01C5-4F4E-956B-F2D336EBFD35}"/>
                  </a:ext>
                </a:extLst>
              </p:cNvPr>
              <p:cNvSpPr/>
              <p:nvPr/>
            </p:nvSpPr>
            <p:spPr>
              <a:xfrm>
                <a:off x="297088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grpSp>
        <p:grpSp>
          <p:nvGrpSpPr>
            <p:cNvPr id="5" name="Group 4">
              <a:extLst>
                <a:ext uri="{FF2B5EF4-FFF2-40B4-BE49-F238E27FC236}">
                  <a16:creationId xmlns:a16="http://schemas.microsoft.com/office/drawing/2014/main" id="{F86387D8-2CEE-409F-B305-E3DD4010F8A0}"/>
                </a:ext>
              </a:extLst>
            </p:cNvPr>
            <p:cNvGrpSpPr/>
            <p:nvPr/>
          </p:nvGrpSpPr>
          <p:grpSpPr>
            <a:xfrm>
              <a:off x="401057" y="1331258"/>
              <a:ext cx="1116685" cy="905871"/>
              <a:chOff x="820157" y="1458258"/>
              <a:chExt cx="1116685" cy="905871"/>
            </a:xfrm>
          </p:grpSpPr>
          <p:grpSp>
            <p:nvGrpSpPr>
              <p:cNvPr id="113" name="Group 112">
                <a:extLst>
                  <a:ext uri="{FF2B5EF4-FFF2-40B4-BE49-F238E27FC236}">
                    <a16:creationId xmlns:a16="http://schemas.microsoft.com/office/drawing/2014/main" id="{A109DD6B-581E-4A98-9B66-E18A3DF24D88}"/>
                  </a:ext>
                </a:extLst>
              </p:cNvPr>
              <p:cNvGrpSpPr/>
              <p:nvPr/>
            </p:nvGrpSpPr>
            <p:grpSpPr>
              <a:xfrm>
                <a:off x="1762596" y="1698281"/>
                <a:ext cx="174246" cy="165734"/>
                <a:chOff x="3374524" y="3961948"/>
                <a:chExt cx="521293" cy="512749"/>
              </a:xfrm>
              <a:effectLst>
                <a:outerShdw blurRad="50800" dist="38100" dir="2700000" algn="tl" rotWithShape="0">
                  <a:prstClr val="black">
                    <a:alpha val="40000"/>
                  </a:prstClr>
                </a:outerShdw>
              </a:effectLst>
            </p:grpSpPr>
            <p:sp>
              <p:nvSpPr>
                <p:cNvPr id="114" name="Rectangle 113">
                  <a:extLst>
                    <a:ext uri="{FF2B5EF4-FFF2-40B4-BE49-F238E27FC236}">
                      <a16:creationId xmlns:a16="http://schemas.microsoft.com/office/drawing/2014/main" id="{DD8E06A4-1420-4987-A1E6-757F29DC4EA2}"/>
                    </a:ext>
                  </a:extLst>
                </p:cNvPr>
                <p:cNvSpPr/>
                <p:nvPr/>
              </p:nvSpPr>
              <p:spPr>
                <a:xfrm>
                  <a:off x="3374524" y="396194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00255F68-D61D-48EA-BC23-FA439E3A986B}"/>
                    </a:ext>
                  </a:extLst>
                </p:cNvPr>
                <p:cNvSpPr/>
                <p:nvPr/>
              </p:nvSpPr>
              <p:spPr>
                <a:xfrm rot="5400000">
                  <a:off x="3594070" y="386204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6122C6E2-E643-4B9C-86B3-2914D8C74D12}"/>
                    </a:ext>
                  </a:extLst>
                </p:cNvPr>
                <p:cNvSpPr/>
                <p:nvPr/>
              </p:nvSpPr>
              <p:spPr>
                <a:xfrm rot="5400000">
                  <a:off x="3594070" y="429259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F16AAB8A-82A5-428C-A814-6F0A8616C33A}"/>
                    </a:ext>
                  </a:extLst>
                </p:cNvPr>
                <p:cNvSpPr/>
                <p:nvPr/>
              </p:nvSpPr>
              <p:spPr>
                <a:xfrm>
                  <a:off x="3374524"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724418E0-A7AE-46D4-9A6C-CA6FF1F13EAD}"/>
                    </a:ext>
                  </a:extLst>
                </p:cNvPr>
                <p:cNvSpPr/>
                <p:nvPr/>
              </p:nvSpPr>
              <p:spPr>
                <a:xfrm>
                  <a:off x="3813618"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3AC056D9-CB4A-4C81-B0B8-A1F9EC6A3A33}"/>
                  </a:ext>
                </a:extLst>
              </p:cNvPr>
              <p:cNvGrpSpPr/>
              <p:nvPr/>
            </p:nvGrpSpPr>
            <p:grpSpPr>
              <a:xfrm>
                <a:off x="1337149" y="1458258"/>
                <a:ext cx="174246" cy="165734"/>
                <a:chOff x="1960978" y="2290824"/>
                <a:chExt cx="521293" cy="512748"/>
              </a:xfrm>
            </p:grpSpPr>
            <p:grpSp>
              <p:nvGrpSpPr>
                <p:cNvPr id="120" name="Group 119">
                  <a:extLst>
                    <a:ext uri="{FF2B5EF4-FFF2-40B4-BE49-F238E27FC236}">
                      <a16:creationId xmlns:a16="http://schemas.microsoft.com/office/drawing/2014/main" id="{E39300E9-1385-4A7A-9BD0-F6E863F32A0F}"/>
                    </a:ext>
                  </a:extLst>
                </p:cNvPr>
                <p:cNvGrpSpPr/>
                <p:nvPr/>
              </p:nvGrpSpPr>
              <p:grpSpPr>
                <a:xfrm>
                  <a:off x="1960978" y="2290824"/>
                  <a:ext cx="521293" cy="512748"/>
                  <a:chOff x="1378086" y="2546788"/>
                  <a:chExt cx="521293" cy="512748"/>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BA8FB9D5-5866-4757-BFB2-03518C0EFE9C}"/>
                      </a:ext>
                    </a:extLst>
                  </p:cNvPr>
                  <p:cNvSpPr/>
                  <p:nvPr/>
                </p:nvSpPr>
                <p:spPr>
                  <a:xfrm>
                    <a:off x="1378086" y="2546788"/>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097F1BF0-4022-4D05-BBB8-97E13AFAF26E}"/>
                      </a:ext>
                    </a:extLst>
                  </p:cNvPr>
                  <p:cNvSpPr/>
                  <p:nvPr/>
                </p:nvSpPr>
                <p:spPr>
                  <a:xfrm rot="5400000">
                    <a:off x="1597632" y="2446882"/>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A41DD89E-A0F1-414E-9E1D-E630DD6203CA}"/>
                      </a:ext>
                    </a:extLst>
                  </p:cNvPr>
                  <p:cNvSpPr/>
                  <p:nvPr/>
                </p:nvSpPr>
                <p:spPr>
                  <a:xfrm>
                    <a:off x="1817180" y="2662156"/>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1F6A5AC6-08BC-4DED-B689-D8D28BB595CE}"/>
                      </a:ext>
                    </a:extLst>
                  </p:cNvPr>
                  <p:cNvSpPr/>
                  <p:nvPr/>
                </p:nvSpPr>
                <p:spPr>
                  <a:xfrm rot="5400000">
                    <a:off x="1597632" y="2877431"/>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1" name="Straight Connector 120">
                  <a:extLst>
                    <a:ext uri="{FF2B5EF4-FFF2-40B4-BE49-F238E27FC236}">
                      <a16:creationId xmlns:a16="http://schemas.microsoft.com/office/drawing/2014/main" id="{6D42D8E1-4400-442D-A62C-A97E8EF82485}"/>
                    </a:ext>
                  </a:extLst>
                </p:cNvPr>
                <p:cNvCxnSpPr/>
                <p:nvPr/>
              </p:nvCxnSpPr>
              <p:spPr>
                <a:xfrm>
                  <a:off x="2224880" y="2290824"/>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22" name="Straight Connector 121">
                  <a:extLst>
                    <a:ext uri="{FF2B5EF4-FFF2-40B4-BE49-F238E27FC236}">
                      <a16:creationId xmlns:a16="http://schemas.microsoft.com/office/drawing/2014/main" id="{5746C54A-A166-4ED9-99AF-373A9BA8AD46}"/>
                    </a:ext>
                  </a:extLst>
                </p:cNvPr>
                <p:cNvCxnSpPr/>
                <p:nvPr/>
              </p:nvCxnSpPr>
              <p:spPr>
                <a:xfrm>
                  <a:off x="2224880" y="2721373"/>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27" name="Group 126">
                <a:extLst>
                  <a:ext uri="{FF2B5EF4-FFF2-40B4-BE49-F238E27FC236}">
                    <a16:creationId xmlns:a16="http://schemas.microsoft.com/office/drawing/2014/main" id="{C511A070-A94F-44F4-903E-3CBD0E616B6F}"/>
                  </a:ext>
                </a:extLst>
              </p:cNvPr>
              <p:cNvGrpSpPr/>
              <p:nvPr/>
            </p:nvGrpSpPr>
            <p:grpSpPr>
              <a:xfrm>
                <a:off x="1326550" y="1901632"/>
                <a:ext cx="174246" cy="165734"/>
                <a:chOff x="1960976" y="2992945"/>
                <a:chExt cx="521293" cy="512748"/>
              </a:xfrm>
            </p:grpSpPr>
            <p:grpSp>
              <p:nvGrpSpPr>
                <p:cNvPr id="128" name="Group 127">
                  <a:extLst>
                    <a:ext uri="{FF2B5EF4-FFF2-40B4-BE49-F238E27FC236}">
                      <a16:creationId xmlns:a16="http://schemas.microsoft.com/office/drawing/2014/main" id="{99BA9C1C-627F-4D09-BBE9-93987F96AB70}"/>
                    </a:ext>
                  </a:extLst>
                </p:cNvPr>
                <p:cNvGrpSpPr/>
                <p:nvPr/>
              </p:nvGrpSpPr>
              <p:grpSpPr>
                <a:xfrm>
                  <a:off x="1960976" y="2992945"/>
                  <a:ext cx="521293" cy="512748"/>
                  <a:chOff x="3603126" y="3395374"/>
                  <a:chExt cx="521293" cy="512748"/>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349F4D78-9BCD-46F0-9C58-7096A8D81D15}"/>
                      </a:ext>
                    </a:extLst>
                  </p:cNvPr>
                  <p:cNvSpPr/>
                  <p:nvPr/>
                </p:nvSpPr>
                <p:spPr>
                  <a:xfrm>
                    <a:off x="3603126" y="3395374"/>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63C53454-E589-47F4-ADCA-A1390BD178BF}"/>
                      </a:ext>
                    </a:extLst>
                  </p:cNvPr>
                  <p:cNvSpPr/>
                  <p:nvPr/>
                </p:nvSpPr>
                <p:spPr>
                  <a:xfrm rot="5400000">
                    <a:off x="3822672" y="3726017"/>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80B85179-02A1-4139-85A5-99FBF0E5C9F3}"/>
                      </a:ext>
                    </a:extLst>
                  </p:cNvPr>
                  <p:cNvSpPr/>
                  <p:nvPr/>
                </p:nvSpPr>
                <p:spPr>
                  <a:xfrm>
                    <a:off x="4042220" y="3510742"/>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9" name="Straight Connector 128">
                  <a:extLst>
                    <a:ext uri="{FF2B5EF4-FFF2-40B4-BE49-F238E27FC236}">
                      <a16:creationId xmlns:a16="http://schemas.microsoft.com/office/drawing/2014/main" id="{180525FF-5183-4D56-96F6-7A04A0806286}"/>
                    </a:ext>
                  </a:extLst>
                </p:cNvPr>
                <p:cNvCxnSpPr/>
                <p:nvPr/>
              </p:nvCxnSpPr>
              <p:spPr>
                <a:xfrm>
                  <a:off x="2224880" y="342349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33" name="Group 132">
                <a:extLst>
                  <a:ext uri="{FF2B5EF4-FFF2-40B4-BE49-F238E27FC236}">
                    <a16:creationId xmlns:a16="http://schemas.microsoft.com/office/drawing/2014/main" id="{641B49C4-BB46-45AB-B54C-6EE21B2F4A39}"/>
                  </a:ext>
                </a:extLst>
              </p:cNvPr>
              <p:cNvGrpSpPr/>
              <p:nvPr/>
            </p:nvGrpSpPr>
            <p:grpSpPr>
              <a:xfrm>
                <a:off x="820157" y="1617725"/>
                <a:ext cx="174246" cy="165734"/>
                <a:chOff x="1205410" y="2290825"/>
                <a:chExt cx="521293" cy="512748"/>
              </a:xfrm>
            </p:grpSpPr>
            <p:grpSp>
              <p:nvGrpSpPr>
                <p:cNvPr id="134" name="Group 133">
                  <a:extLst>
                    <a:ext uri="{FF2B5EF4-FFF2-40B4-BE49-F238E27FC236}">
                      <a16:creationId xmlns:a16="http://schemas.microsoft.com/office/drawing/2014/main" id="{1F69E409-8EE2-4ED3-806F-2F70709AC009}"/>
                    </a:ext>
                  </a:extLst>
                </p:cNvPr>
                <p:cNvGrpSpPr/>
                <p:nvPr/>
              </p:nvGrpSpPr>
              <p:grpSpPr>
                <a:xfrm>
                  <a:off x="1205410" y="2290825"/>
                  <a:ext cx="521293" cy="512748"/>
                  <a:chOff x="3737574" y="3110669"/>
                  <a:chExt cx="521293" cy="512748"/>
                </a:xfrm>
                <a:effectLst>
                  <a:outerShdw blurRad="50800" dist="38100" dir="2700000" algn="tl" rotWithShape="0">
                    <a:prstClr val="black">
                      <a:alpha val="40000"/>
                    </a:prstClr>
                  </a:outerShdw>
                </a:effectLst>
              </p:grpSpPr>
              <p:sp>
                <p:nvSpPr>
                  <p:cNvPr id="137" name="Rectangle 136">
                    <a:extLst>
                      <a:ext uri="{FF2B5EF4-FFF2-40B4-BE49-F238E27FC236}">
                        <a16:creationId xmlns:a16="http://schemas.microsoft.com/office/drawing/2014/main" id="{55A6CC15-FBC9-4184-949F-5620FAE319E1}"/>
                      </a:ext>
                    </a:extLst>
                  </p:cNvPr>
                  <p:cNvSpPr/>
                  <p:nvPr/>
                </p:nvSpPr>
                <p:spPr>
                  <a:xfrm>
                    <a:off x="3737574" y="311066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Rectangle 137">
                    <a:extLst>
                      <a:ext uri="{FF2B5EF4-FFF2-40B4-BE49-F238E27FC236}">
                        <a16:creationId xmlns:a16="http://schemas.microsoft.com/office/drawing/2014/main" id="{CE734CE5-A136-4B05-AC58-CD52303105E8}"/>
                      </a:ext>
                    </a:extLst>
                  </p:cNvPr>
                  <p:cNvSpPr/>
                  <p:nvPr/>
                </p:nvSpPr>
                <p:spPr>
                  <a:xfrm rot="5400000">
                    <a:off x="3957120" y="3010763"/>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968CD6D9-01ED-4E4A-90BF-85E2E03D738B}"/>
                      </a:ext>
                    </a:extLst>
                  </p:cNvPr>
                  <p:cNvSpPr/>
                  <p:nvPr/>
                </p:nvSpPr>
                <p:spPr>
                  <a:xfrm>
                    <a:off x="4171308" y="3226037"/>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35" name="Straight Connector 134">
                  <a:extLst>
                    <a:ext uri="{FF2B5EF4-FFF2-40B4-BE49-F238E27FC236}">
                      <a16:creationId xmlns:a16="http://schemas.microsoft.com/office/drawing/2014/main" id="{A0E08BA6-D804-4FA9-BD7B-747088627E28}"/>
                    </a:ext>
                  </a:extLst>
                </p:cNvPr>
                <p:cNvCxnSpPr>
                  <a:stCxn id="138" idx="1"/>
                  <a:endCxn id="138" idx="3"/>
                </p:cNvCxnSpPr>
                <p:nvPr/>
              </p:nvCxnSpPr>
              <p:spPr>
                <a:xfrm>
                  <a:off x="1466055" y="2290825"/>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D453FEB8-CD4A-4D9A-A20E-A52BEDF44DB8}"/>
                    </a:ext>
                  </a:extLst>
                </p:cNvPr>
                <p:cNvCxnSpPr>
                  <a:cxnSpLocks/>
                </p:cNvCxnSpPr>
                <p:nvPr/>
              </p:nvCxnSpPr>
              <p:spPr>
                <a:xfrm rot="5400000">
                  <a:off x="1680241" y="2498948"/>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0" name="Group 139">
                <a:extLst>
                  <a:ext uri="{FF2B5EF4-FFF2-40B4-BE49-F238E27FC236}">
                    <a16:creationId xmlns:a16="http://schemas.microsoft.com/office/drawing/2014/main" id="{2415FA2B-FB53-40FF-8F90-FCFB0BD7896A}"/>
                  </a:ext>
                </a:extLst>
              </p:cNvPr>
              <p:cNvGrpSpPr/>
              <p:nvPr/>
            </p:nvGrpSpPr>
            <p:grpSpPr>
              <a:xfrm>
                <a:off x="957605" y="2084005"/>
                <a:ext cx="174247" cy="165734"/>
                <a:chOff x="1200047" y="2998405"/>
                <a:chExt cx="521296" cy="512748"/>
              </a:xfrm>
            </p:grpSpPr>
            <p:grpSp>
              <p:nvGrpSpPr>
                <p:cNvPr id="141" name="Group 140">
                  <a:extLst>
                    <a:ext uri="{FF2B5EF4-FFF2-40B4-BE49-F238E27FC236}">
                      <a16:creationId xmlns:a16="http://schemas.microsoft.com/office/drawing/2014/main" id="{09AF3B16-B491-4D01-BC26-E65F0D4665F1}"/>
                    </a:ext>
                  </a:extLst>
                </p:cNvPr>
                <p:cNvGrpSpPr/>
                <p:nvPr/>
              </p:nvGrpSpPr>
              <p:grpSpPr>
                <a:xfrm>
                  <a:off x="1200050" y="2998405"/>
                  <a:ext cx="521293" cy="512748"/>
                  <a:chOff x="3515961" y="3443740"/>
                  <a:chExt cx="521293" cy="512748"/>
                </a:xfrm>
                <a:effectLst>
                  <a:outerShdw blurRad="50800" dist="38100" dir="2700000" algn="tl" rotWithShape="0">
                    <a:prstClr val="black">
                      <a:alpha val="40000"/>
                    </a:prstClr>
                  </a:outerShdw>
                </a:effectLst>
              </p:grpSpPr>
              <p:sp>
                <p:nvSpPr>
                  <p:cNvPr id="143" name="Rectangle 142">
                    <a:extLst>
                      <a:ext uri="{FF2B5EF4-FFF2-40B4-BE49-F238E27FC236}">
                        <a16:creationId xmlns:a16="http://schemas.microsoft.com/office/drawing/2014/main" id="{E80C9F32-CCCC-42FC-BC9F-25467F425BAE}"/>
                      </a:ext>
                    </a:extLst>
                  </p:cNvPr>
                  <p:cNvSpPr/>
                  <p:nvPr/>
                </p:nvSpPr>
                <p:spPr>
                  <a:xfrm>
                    <a:off x="3515961" y="344374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8BEA8A7E-46B6-4E0C-AC33-74510027E689}"/>
                      </a:ext>
                    </a:extLst>
                  </p:cNvPr>
                  <p:cNvSpPr/>
                  <p:nvPr/>
                </p:nvSpPr>
                <p:spPr>
                  <a:xfrm>
                    <a:off x="3515961" y="355910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94579CC8-273C-459C-A085-CCF3375C38AD}"/>
                      </a:ext>
                    </a:extLst>
                  </p:cNvPr>
                  <p:cNvSpPr/>
                  <p:nvPr/>
                </p:nvSpPr>
                <p:spPr>
                  <a:xfrm rot="5400000">
                    <a:off x="3735507" y="3343834"/>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2" name="Straight Connector 141">
                  <a:extLst>
                    <a:ext uri="{FF2B5EF4-FFF2-40B4-BE49-F238E27FC236}">
                      <a16:creationId xmlns:a16="http://schemas.microsoft.com/office/drawing/2014/main" id="{A69F8EB1-DBEC-4493-BDCE-4FC0FDA55256}"/>
                    </a:ext>
                  </a:extLst>
                </p:cNvPr>
                <p:cNvCxnSpPr>
                  <a:cxnSpLocks/>
                </p:cNvCxnSpPr>
                <p:nvPr/>
              </p:nvCxnSpPr>
              <p:spPr>
                <a:xfrm rot="5400000">
                  <a:off x="1241147" y="320697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6" name="Group 145">
                <a:extLst>
                  <a:ext uri="{FF2B5EF4-FFF2-40B4-BE49-F238E27FC236}">
                    <a16:creationId xmlns:a16="http://schemas.microsoft.com/office/drawing/2014/main" id="{70EA6372-A80D-422B-87A1-5D1458D6042C}"/>
                  </a:ext>
                </a:extLst>
              </p:cNvPr>
              <p:cNvGrpSpPr/>
              <p:nvPr/>
            </p:nvGrpSpPr>
            <p:grpSpPr>
              <a:xfrm>
                <a:off x="1602087" y="2197680"/>
                <a:ext cx="174247" cy="166449"/>
                <a:chOff x="1200046" y="3705985"/>
                <a:chExt cx="521295" cy="514960"/>
              </a:xfrm>
            </p:grpSpPr>
            <p:grpSp>
              <p:nvGrpSpPr>
                <p:cNvPr id="147" name="Group 146">
                  <a:extLst>
                    <a:ext uri="{FF2B5EF4-FFF2-40B4-BE49-F238E27FC236}">
                      <a16:creationId xmlns:a16="http://schemas.microsoft.com/office/drawing/2014/main" id="{F1F3E3AD-B570-4384-9A9D-AA43B7A94F06}"/>
                    </a:ext>
                  </a:extLst>
                </p:cNvPr>
                <p:cNvGrpSpPr/>
                <p:nvPr/>
              </p:nvGrpSpPr>
              <p:grpSpPr>
                <a:xfrm>
                  <a:off x="1200048" y="3705985"/>
                  <a:ext cx="521293" cy="514960"/>
                  <a:chOff x="3519304" y="3703188"/>
                  <a:chExt cx="521293" cy="514960"/>
                </a:xfrm>
                <a:effectLst>
                  <a:outerShdw blurRad="50800" dist="38100" dir="2700000" algn="tl" rotWithShape="0">
                    <a:prstClr val="black">
                      <a:alpha val="40000"/>
                    </a:prstClr>
                  </a:outerShdw>
                </a:effectLst>
              </p:grpSpPr>
              <p:sp>
                <p:nvSpPr>
                  <p:cNvPr id="150" name="Rectangle 149">
                    <a:extLst>
                      <a:ext uri="{FF2B5EF4-FFF2-40B4-BE49-F238E27FC236}">
                        <a16:creationId xmlns:a16="http://schemas.microsoft.com/office/drawing/2014/main" id="{65F66145-1618-498B-990B-02CBC060762E}"/>
                      </a:ext>
                    </a:extLst>
                  </p:cNvPr>
                  <p:cNvSpPr/>
                  <p:nvPr/>
                </p:nvSpPr>
                <p:spPr>
                  <a:xfrm>
                    <a:off x="3519304" y="370540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1E8C4CB1-D737-45BA-8411-3476ACB6B0E6}"/>
                      </a:ext>
                    </a:extLst>
                  </p:cNvPr>
                  <p:cNvSpPr/>
                  <p:nvPr/>
                </p:nvSpPr>
                <p:spPr>
                  <a:xfrm rot="5400000">
                    <a:off x="3734549" y="360328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6A89A705-7632-43F1-B999-336546FF2111}"/>
                      </a:ext>
                    </a:extLst>
                  </p:cNvPr>
                  <p:cNvSpPr/>
                  <p:nvPr/>
                </p:nvSpPr>
                <p:spPr>
                  <a:xfrm>
                    <a:off x="3519304" y="3820768"/>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CA862F90-4332-4EBA-BF0C-58508E0C9E60}"/>
                      </a:ext>
                    </a:extLst>
                  </p:cNvPr>
                  <p:cNvSpPr/>
                  <p:nvPr/>
                </p:nvSpPr>
                <p:spPr>
                  <a:xfrm>
                    <a:off x="3958398" y="382076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8" name="Straight Connector 147">
                  <a:extLst>
                    <a:ext uri="{FF2B5EF4-FFF2-40B4-BE49-F238E27FC236}">
                      <a16:creationId xmlns:a16="http://schemas.microsoft.com/office/drawing/2014/main" id="{748F962E-B66F-40D6-A5E5-150D79FB1DC2}"/>
                    </a:ext>
                  </a:extLst>
                </p:cNvPr>
                <p:cNvCxnSpPr>
                  <a:cxnSpLocks/>
                </p:cNvCxnSpPr>
                <p:nvPr/>
              </p:nvCxnSpPr>
              <p:spPr>
                <a:xfrm rot="5400000">
                  <a:off x="1680240" y="3921349"/>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49" name="Straight Connector 148">
                  <a:extLst>
                    <a:ext uri="{FF2B5EF4-FFF2-40B4-BE49-F238E27FC236}">
                      <a16:creationId xmlns:a16="http://schemas.microsoft.com/office/drawing/2014/main" id="{56211C4C-E289-4A13-B0E4-91AAFF162DDC}"/>
                    </a:ext>
                  </a:extLst>
                </p:cNvPr>
                <p:cNvCxnSpPr>
                  <a:cxnSpLocks/>
                </p:cNvCxnSpPr>
                <p:nvPr/>
              </p:nvCxnSpPr>
              <p:spPr>
                <a:xfrm rot="5400000">
                  <a:off x="1241146" y="3924572"/>
                  <a:ext cx="0" cy="82199"/>
                </a:xfrm>
                <a:prstGeom prst="line">
                  <a:avLst/>
                </a:prstGeom>
              </p:spPr>
              <p:style>
                <a:lnRef idx="3">
                  <a:schemeClr val="dk1"/>
                </a:lnRef>
                <a:fillRef idx="0">
                  <a:schemeClr val="dk1"/>
                </a:fillRef>
                <a:effectRef idx="2">
                  <a:schemeClr val="dk1"/>
                </a:effectRef>
                <a:fontRef idx="minor">
                  <a:schemeClr val="tx1"/>
                </a:fontRef>
              </p:style>
            </p:cxnSp>
          </p:grpSp>
        </p:grpSp>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64" name="TextBox 163">
              <a:extLst>
                <a:ext uri="{FF2B5EF4-FFF2-40B4-BE49-F238E27FC236}">
                  <a16:creationId xmlns:a16="http://schemas.microsoft.com/office/drawing/2014/main" id="{EA43C72D-B94D-4B68-B282-E4AB47C3EAF8}"/>
                </a:ext>
              </a:extLst>
            </p:cNvPr>
            <p:cNvSpPr txBox="1"/>
            <p:nvPr/>
          </p:nvSpPr>
          <p:spPr>
            <a:xfrm>
              <a:off x="1677472" y="788798"/>
              <a:ext cx="1762021" cy="369332"/>
            </a:xfrm>
            <a:prstGeom prst="rect">
              <a:avLst/>
            </a:prstGeom>
            <a:noFill/>
          </p:spPr>
          <p:txBody>
            <a:bodyPr wrap="none" rtlCol="0">
              <a:spAutoFit/>
            </a:bodyPr>
            <a:lstStyle/>
            <a:p>
              <a:r>
                <a:rPr lang="en-US" dirty="0">
                  <a:solidFill>
                    <a:schemeClr val="bg1"/>
                  </a:solidFill>
                </a:rPr>
                <a:t>distinct tile types</a:t>
              </a:r>
            </a:p>
          </p:txBody>
        </p:sp>
        <p:sp>
          <p:nvSpPr>
            <p:cNvPr id="165" name="TextBox 164">
              <a:extLst>
                <a:ext uri="{FF2B5EF4-FFF2-40B4-BE49-F238E27FC236}">
                  <a16:creationId xmlns:a16="http://schemas.microsoft.com/office/drawing/2014/main" id="{2F8C397B-5E63-46A7-BF50-0E3D70B6CDFD}"/>
                </a:ext>
              </a:extLst>
            </p:cNvPr>
            <p:cNvSpPr txBox="1"/>
            <p:nvPr/>
          </p:nvSpPr>
          <p:spPr>
            <a:xfrm>
              <a:off x="1731992" y="2153576"/>
              <a:ext cx="2789738" cy="369332"/>
            </a:xfrm>
            <a:prstGeom prst="rect">
              <a:avLst/>
            </a:prstGeom>
            <a:noFill/>
          </p:spPr>
          <p:txBody>
            <a:bodyPr wrap="none" rtlCol="0">
              <a:spAutoFit/>
            </a:bodyPr>
            <a:lstStyle/>
            <a:p>
              <a:r>
                <a:rPr lang="en-US" u="sng" dirty="0">
                  <a:solidFill>
                    <a:schemeClr val="bg1"/>
                  </a:solidFill>
                </a:rPr>
                <a:t>Higher-Base Representation</a:t>
              </a:r>
            </a:p>
          </p:txBody>
        </p:sp>
        <p:sp>
          <p:nvSpPr>
            <p:cNvPr id="166" name="TextBox 165">
              <a:extLst>
                <a:ext uri="{FF2B5EF4-FFF2-40B4-BE49-F238E27FC236}">
                  <a16:creationId xmlns:a16="http://schemas.microsoft.com/office/drawing/2014/main" id="{EAA4AE99-52BF-40DF-90D2-28D54F2E87CB}"/>
                </a:ext>
              </a:extLst>
            </p:cNvPr>
            <p:cNvSpPr txBox="1"/>
            <p:nvPr/>
          </p:nvSpPr>
          <p:spPr>
            <a:xfrm>
              <a:off x="3351599" y="2937732"/>
              <a:ext cx="3647152" cy="369332"/>
            </a:xfrm>
            <a:prstGeom prst="rect">
              <a:avLst/>
            </a:prstGeom>
            <a:noFill/>
          </p:spPr>
          <p:txBody>
            <a:bodyPr wrap="none" rtlCol="0">
              <a:spAutoFit/>
            </a:bodyPr>
            <a:lstStyle/>
            <a:p>
              <a:r>
                <a:rPr lang="en-US" u="sng" dirty="0">
                  <a:solidFill>
                    <a:schemeClr val="bg1"/>
                  </a:solidFill>
                </a:rPr>
                <a:t>Binary Representation of length K(S)</a:t>
              </a:r>
            </a:p>
          </p:txBody>
        </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447704" cy="338554"/>
            </a:xfrm>
            <a:prstGeom prst="rect">
              <a:avLst/>
            </a:prstGeom>
            <a:noFill/>
          </p:spPr>
          <p:txBody>
            <a:bodyPr wrap="none" rtlCol="0">
              <a:spAutoFit/>
            </a:bodyPr>
            <a:lstStyle/>
            <a:p>
              <a:r>
                <a:rPr lang="en-US" sz="1600" dirty="0">
                  <a:solidFill>
                    <a:schemeClr val="bg1"/>
                  </a:solidFill>
                </a:rPr>
                <a:t>Self Assembles</a:t>
              </a:r>
            </a:p>
          </p:txBody>
        </p:sp>
        <p:grpSp>
          <p:nvGrpSpPr>
            <p:cNvPr id="20" name="Group 19">
              <a:extLst>
                <a:ext uri="{FF2B5EF4-FFF2-40B4-BE49-F238E27FC236}">
                  <a16:creationId xmlns:a16="http://schemas.microsoft.com/office/drawing/2014/main" id="{948FC53F-9B66-496A-AF45-965340E29953}"/>
                </a:ext>
              </a:extLst>
            </p:cNvPr>
            <p:cNvGrpSpPr/>
            <p:nvPr/>
          </p:nvGrpSpPr>
          <p:grpSpPr>
            <a:xfrm>
              <a:off x="203174" y="647383"/>
              <a:ext cx="1677062" cy="584775"/>
              <a:chOff x="2877923" y="1258626"/>
              <a:chExt cx="1677062" cy="584775"/>
            </a:xfrm>
          </p:grpSpPr>
          <p:grpSp>
            <p:nvGrpSpPr>
              <p:cNvPr id="174" name="Group 173">
                <a:extLst>
                  <a:ext uri="{FF2B5EF4-FFF2-40B4-BE49-F238E27FC236}">
                    <a16:creationId xmlns:a16="http://schemas.microsoft.com/office/drawing/2014/main" id="{0485483A-602F-42A9-A60E-BBF1EE8A6B7D}"/>
                  </a:ext>
                </a:extLst>
              </p:cNvPr>
              <p:cNvGrpSpPr/>
              <p:nvPr/>
            </p:nvGrpSpPr>
            <p:grpSpPr>
              <a:xfrm>
                <a:off x="3351599" y="1301863"/>
                <a:ext cx="920445" cy="529053"/>
                <a:chOff x="1041705" y="3992508"/>
                <a:chExt cx="920445" cy="529053"/>
              </a:xfrm>
            </p:grpSpPr>
            <p:sp>
              <p:nvSpPr>
                <p:cNvPr id="175" name="TextBox 174">
                  <a:extLst>
                    <a:ext uri="{FF2B5EF4-FFF2-40B4-BE49-F238E27FC236}">
                      <a16:creationId xmlns:a16="http://schemas.microsoft.com/office/drawing/2014/main" id="{5F9F15ED-962B-4FC6-ABF2-DE9CD711123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76" name="Straight Connector 175">
                  <a:extLst>
                    <a:ext uri="{FF2B5EF4-FFF2-40B4-BE49-F238E27FC236}">
                      <a16:creationId xmlns:a16="http://schemas.microsoft.com/office/drawing/2014/main" id="{BEB28611-EC70-40B6-8997-241985D0D2B2}"/>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28A34A84-BF9D-412F-B91D-C7C8324F6DB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6" name="TextBox 185">
                <a:extLst>
                  <a:ext uri="{FF2B5EF4-FFF2-40B4-BE49-F238E27FC236}">
                    <a16:creationId xmlns:a16="http://schemas.microsoft.com/office/drawing/2014/main" id="{3349DA4E-0CE9-4C02-8622-DA089EF7EF20}"/>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nvGrpSpPr>
            <p:cNvPr id="194" name="Group 193">
              <a:extLst>
                <a:ext uri="{FF2B5EF4-FFF2-40B4-BE49-F238E27FC236}">
                  <a16:creationId xmlns:a16="http://schemas.microsoft.com/office/drawing/2014/main" id="{D7FB1177-F169-467D-AB59-CBD7961EA614}"/>
                </a:ext>
              </a:extLst>
            </p:cNvPr>
            <p:cNvGrpSpPr/>
            <p:nvPr/>
          </p:nvGrpSpPr>
          <p:grpSpPr>
            <a:xfrm>
              <a:off x="743298" y="3908474"/>
              <a:ext cx="3343112" cy="584775"/>
              <a:chOff x="986344" y="3656157"/>
              <a:chExt cx="3343112" cy="584775"/>
            </a:xfrm>
          </p:grpSpPr>
          <p:sp>
            <p:nvSpPr>
              <p:cNvPr id="178" name="TextBox 177">
                <a:extLst>
                  <a:ext uri="{FF2B5EF4-FFF2-40B4-BE49-F238E27FC236}">
                    <a16:creationId xmlns:a16="http://schemas.microsoft.com/office/drawing/2014/main" id="{4B658B26-5786-4592-BE91-0CBFC25BA4BE}"/>
                  </a:ext>
                </a:extLst>
              </p:cNvPr>
              <p:cNvSpPr txBox="1"/>
              <p:nvPr/>
            </p:nvSpPr>
            <p:spPr>
              <a:xfrm>
                <a:off x="986344" y="3781695"/>
                <a:ext cx="989373" cy="338554"/>
              </a:xfrm>
              <a:prstGeom prst="rect">
                <a:avLst/>
              </a:prstGeom>
              <a:noFill/>
            </p:spPr>
            <p:txBody>
              <a:bodyPr wrap="none" rtlCol="0">
                <a:spAutoFit/>
              </a:bodyPr>
              <a:lstStyle/>
              <a:p>
                <a:r>
                  <a:rPr lang="en-US" sz="1600" dirty="0">
                    <a:solidFill>
                      <a:schemeClr val="bg1"/>
                    </a:solidFill>
                  </a:rPr>
                  <a:t>TM using</a:t>
                </a:r>
              </a:p>
            </p:txBody>
          </p:sp>
          <p:sp>
            <p:nvSpPr>
              <p:cNvPr id="179" name="TextBox 178">
                <a:extLst>
                  <a:ext uri="{FF2B5EF4-FFF2-40B4-BE49-F238E27FC236}">
                    <a16:creationId xmlns:a16="http://schemas.microsoft.com/office/drawing/2014/main" id="{B659BAF7-6502-427F-BC98-BBDB7732F0C2}"/>
                  </a:ext>
                </a:extLst>
              </p:cNvPr>
              <p:cNvSpPr txBox="1"/>
              <p:nvPr/>
            </p:nvSpPr>
            <p:spPr>
              <a:xfrm>
                <a:off x="3394585" y="3797529"/>
                <a:ext cx="934871" cy="338554"/>
              </a:xfrm>
              <a:prstGeom prst="rect">
                <a:avLst/>
              </a:prstGeom>
              <a:noFill/>
            </p:spPr>
            <p:txBody>
              <a:bodyPr wrap="none" rtlCol="0">
                <a:spAutoFit/>
              </a:bodyPr>
              <a:lstStyle/>
              <a:p>
                <a:r>
                  <a:rPr lang="en-US" sz="1600" dirty="0">
                    <a:solidFill>
                      <a:schemeClr val="bg1"/>
                    </a:solidFill>
                  </a:rPr>
                  <a:t>tile types</a:t>
                </a:r>
              </a:p>
            </p:txBody>
          </p:sp>
          <p:grpSp>
            <p:nvGrpSpPr>
              <p:cNvPr id="187" name="Group 186">
                <a:extLst>
                  <a:ext uri="{FF2B5EF4-FFF2-40B4-BE49-F238E27FC236}">
                    <a16:creationId xmlns:a16="http://schemas.microsoft.com/office/drawing/2014/main" id="{97E1A4A8-7EAD-478E-9B38-420112D9E593}"/>
                  </a:ext>
                </a:extLst>
              </p:cNvPr>
              <p:cNvGrpSpPr/>
              <p:nvPr/>
            </p:nvGrpSpPr>
            <p:grpSpPr>
              <a:xfrm>
                <a:off x="1908667" y="3656157"/>
                <a:ext cx="1677062" cy="584775"/>
                <a:chOff x="2877923" y="1258626"/>
                <a:chExt cx="1677062" cy="584775"/>
              </a:xfrm>
            </p:grpSpPr>
            <p:grpSp>
              <p:nvGrpSpPr>
                <p:cNvPr id="188" name="Group 187">
                  <a:extLst>
                    <a:ext uri="{FF2B5EF4-FFF2-40B4-BE49-F238E27FC236}">
                      <a16:creationId xmlns:a16="http://schemas.microsoft.com/office/drawing/2014/main" id="{6648B426-4ACC-4BC2-8704-85E1A7522CC6}"/>
                    </a:ext>
                  </a:extLst>
                </p:cNvPr>
                <p:cNvGrpSpPr/>
                <p:nvPr/>
              </p:nvGrpSpPr>
              <p:grpSpPr>
                <a:xfrm>
                  <a:off x="3351599" y="1301863"/>
                  <a:ext cx="920445" cy="529053"/>
                  <a:chOff x="1041705" y="3992508"/>
                  <a:chExt cx="920445" cy="529053"/>
                </a:xfrm>
              </p:grpSpPr>
              <p:sp>
                <p:nvSpPr>
                  <p:cNvPr id="190" name="TextBox 189">
                    <a:extLst>
                      <a:ext uri="{FF2B5EF4-FFF2-40B4-BE49-F238E27FC236}">
                        <a16:creationId xmlns:a16="http://schemas.microsoft.com/office/drawing/2014/main" id="{E0830B86-9DF3-474F-95AD-90F4C1AFD12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91" name="Straight Connector 190">
                    <a:extLst>
                      <a:ext uri="{FF2B5EF4-FFF2-40B4-BE49-F238E27FC236}">
                        <a16:creationId xmlns:a16="http://schemas.microsoft.com/office/drawing/2014/main" id="{AD51F425-45B2-4EB5-93CE-967981544DD0}"/>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92" name="TextBox 191">
                    <a:extLst>
                      <a:ext uri="{FF2B5EF4-FFF2-40B4-BE49-F238E27FC236}">
                        <a16:creationId xmlns:a16="http://schemas.microsoft.com/office/drawing/2014/main" id="{3946CCB3-DC7A-4B44-ADEC-6B7F58EE819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9" name="TextBox 188">
                  <a:extLst>
                    <a:ext uri="{FF2B5EF4-FFF2-40B4-BE49-F238E27FC236}">
                      <a16:creationId xmlns:a16="http://schemas.microsoft.com/office/drawing/2014/main" id="{952D3241-A891-4BE7-8C6D-F9A221C7CF21}"/>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cxnSp>
          <p:nvCxnSpPr>
            <p:cNvPr id="193" name="Straight Connector 192">
              <a:extLst>
                <a:ext uri="{FF2B5EF4-FFF2-40B4-BE49-F238E27FC236}">
                  <a16:creationId xmlns:a16="http://schemas.microsoft.com/office/drawing/2014/main" id="{F23FF927-B29C-4426-8D5F-29C37E4F5A5B}"/>
                </a:ext>
              </a:extLst>
            </p:cNvPr>
            <p:cNvCxnSpPr/>
            <p:nvPr/>
          </p:nvCxnSpPr>
          <p:spPr>
            <a:xfrm>
              <a:off x="282639" y="1197104"/>
              <a:ext cx="3099614" cy="0"/>
            </a:xfrm>
            <a:prstGeom prst="line">
              <a:avLst/>
            </a:prstGeom>
          </p:spPr>
          <p:style>
            <a:lnRef idx="2">
              <a:schemeClr val="dk1"/>
            </a:lnRef>
            <a:fillRef idx="0">
              <a:schemeClr val="dk1"/>
            </a:fillRef>
            <a:effectRef idx="1">
              <a:schemeClr val="dk1"/>
            </a:effectRef>
            <a:fontRef idx="minor">
              <a:schemeClr val="tx1"/>
            </a:fontRef>
          </p:style>
        </p:cxnSp>
        <p:grpSp>
          <p:nvGrpSpPr>
            <p:cNvPr id="195" name="Group 194">
              <a:extLst>
                <a:ext uri="{FF2B5EF4-FFF2-40B4-BE49-F238E27FC236}">
                  <a16:creationId xmlns:a16="http://schemas.microsoft.com/office/drawing/2014/main" id="{55B53A76-D56C-4F48-B6B1-D3AFBE3B3054}"/>
                </a:ext>
              </a:extLst>
            </p:cNvPr>
            <p:cNvGrpSpPr/>
            <p:nvPr/>
          </p:nvGrpSpPr>
          <p:grpSpPr>
            <a:xfrm>
              <a:off x="2735453" y="3110214"/>
              <a:ext cx="436046" cy="393700"/>
              <a:chOff x="947440" y="2425700"/>
              <a:chExt cx="436046" cy="393700"/>
            </a:xfrm>
          </p:grpSpPr>
          <p:cxnSp>
            <p:nvCxnSpPr>
              <p:cNvPr id="196" name="Straight Connector 195">
                <a:extLst>
                  <a:ext uri="{FF2B5EF4-FFF2-40B4-BE49-F238E27FC236}">
                    <a16:creationId xmlns:a16="http://schemas.microsoft.com/office/drawing/2014/main" id="{6EF27FFB-05CB-48B3-A954-2A4CB9E86DB2}"/>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97" name="Straight Arrow Connector 196">
                <a:extLst>
                  <a:ext uri="{FF2B5EF4-FFF2-40B4-BE49-F238E27FC236}">
                    <a16:creationId xmlns:a16="http://schemas.microsoft.com/office/drawing/2014/main" id="{A2603C93-4197-4308-ACEA-06CC2BB605E6}"/>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05" name="Straight Connector 204">
              <a:extLst>
                <a:ext uri="{FF2B5EF4-FFF2-40B4-BE49-F238E27FC236}">
                  <a16:creationId xmlns:a16="http://schemas.microsoft.com/office/drawing/2014/main" id="{97BF5A79-5F5B-45E5-BFD9-C7D9B9E6A1CD}"/>
                </a:ext>
              </a:extLst>
            </p:cNvPr>
            <p:cNvCxnSpPr/>
            <p:nvPr/>
          </p:nvCxnSpPr>
          <p:spPr>
            <a:xfrm flipV="1">
              <a:off x="2170902" y="3581121"/>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3" name="Rectangle 2">
            <a:extLst>
              <a:ext uri="{FF2B5EF4-FFF2-40B4-BE49-F238E27FC236}">
                <a16:creationId xmlns:a16="http://schemas.microsoft.com/office/drawing/2014/main" id="{CE34CD31-566F-48DC-BAEF-D13734BB4F6A}"/>
              </a:ext>
            </a:extLst>
          </p:cNvPr>
          <p:cNvSpPr/>
          <p:nvPr/>
        </p:nvSpPr>
        <p:spPr>
          <a:xfrm>
            <a:off x="0" y="1214651"/>
            <a:ext cx="7049069" cy="3370997"/>
          </a:xfrm>
          <a:prstGeom prst="rect">
            <a:avLst/>
          </a:prstGeom>
          <a:solidFill>
            <a:schemeClr val="tx1">
              <a:lumMod val="85000"/>
              <a:alpha val="7098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B4C2BDD1-7BD0-4FE5-AE0C-754A34DE3FF0}"/>
              </a:ext>
            </a:extLst>
          </p:cNvPr>
          <p:cNvSpPr/>
          <p:nvPr/>
        </p:nvSpPr>
        <p:spPr>
          <a:xfrm>
            <a:off x="61187" y="423186"/>
            <a:ext cx="3542518" cy="847899"/>
          </a:xfrm>
          <a:prstGeom prst="rect">
            <a:avLst/>
          </a:prstGeom>
          <a:solidFill>
            <a:schemeClr val="tx1">
              <a:lumMod val="85000"/>
              <a:alpha val="7098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1" name="TextBox 110">
            <a:extLst>
              <a:ext uri="{FF2B5EF4-FFF2-40B4-BE49-F238E27FC236}">
                <a16:creationId xmlns:a16="http://schemas.microsoft.com/office/drawing/2014/main" id="{E22E8372-49C8-4737-89DD-5967E57E024F}"/>
              </a:ext>
            </a:extLst>
          </p:cNvPr>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
        <p:nvSpPr>
          <p:cNvPr id="8" name="TextBox 7">
            <a:extLst>
              <a:ext uri="{FF2B5EF4-FFF2-40B4-BE49-F238E27FC236}">
                <a16:creationId xmlns:a16="http://schemas.microsoft.com/office/drawing/2014/main" id="{0C500649-44E1-4FD1-A3B7-6F5EFF7E6406}"/>
              </a:ext>
            </a:extLst>
          </p:cNvPr>
          <p:cNvSpPr txBox="1"/>
          <p:nvPr/>
        </p:nvSpPr>
        <p:spPr>
          <a:xfrm>
            <a:off x="1298398" y="5211579"/>
            <a:ext cx="4409605" cy="369332"/>
          </a:xfrm>
          <a:prstGeom prst="rect">
            <a:avLst/>
          </a:prstGeom>
          <a:noFill/>
        </p:spPr>
        <p:txBody>
          <a:bodyPr wrap="none" rtlCol="0">
            <a:spAutoFit/>
          </a:bodyPr>
          <a:lstStyle/>
          <a:p>
            <a:r>
              <a:rPr lang="en-US" dirty="0">
                <a:solidFill>
                  <a:schemeClr val="bg1"/>
                </a:solidFill>
              </a:rPr>
              <a:t>Method introduced by (</a:t>
            </a:r>
            <a:r>
              <a:rPr lang="en-US" dirty="0" err="1">
                <a:solidFill>
                  <a:schemeClr val="bg1"/>
                </a:solidFill>
              </a:rPr>
              <a:t>Soloveichik</a:t>
            </a:r>
            <a:r>
              <a:rPr lang="en-US" dirty="0">
                <a:solidFill>
                  <a:schemeClr val="bg1"/>
                </a:solidFill>
              </a:rPr>
              <a:t>, </a:t>
            </a:r>
            <a:r>
              <a:rPr lang="en-US" dirty="0" err="1">
                <a:solidFill>
                  <a:schemeClr val="bg1"/>
                </a:solidFill>
              </a:rPr>
              <a:t>Winfree</a:t>
            </a:r>
            <a:r>
              <a:rPr lang="en-US" dirty="0">
                <a:solidFill>
                  <a:schemeClr val="bg1"/>
                </a:solidFill>
              </a:rPr>
              <a:t>)</a:t>
            </a:r>
          </a:p>
        </p:txBody>
      </p:sp>
      <p:cxnSp>
        <p:nvCxnSpPr>
          <p:cNvPr id="10" name="Straight Connector 9">
            <a:extLst>
              <a:ext uri="{FF2B5EF4-FFF2-40B4-BE49-F238E27FC236}">
                <a16:creationId xmlns:a16="http://schemas.microsoft.com/office/drawing/2014/main" id="{A0FCDC1F-C7FE-4769-AAE5-E38A78818E8B}"/>
              </a:ext>
            </a:extLst>
          </p:cNvPr>
          <p:cNvCxnSpPr>
            <a:cxnSpLocks/>
          </p:cNvCxnSpPr>
          <p:nvPr/>
        </p:nvCxnSpPr>
        <p:spPr>
          <a:xfrm>
            <a:off x="712752" y="3535300"/>
            <a:ext cx="1484711" cy="1514648"/>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1D5D5EED-16D6-46C7-B366-C8DEFDB102E8}"/>
              </a:ext>
            </a:extLst>
          </p:cNvPr>
          <p:cNvCxnSpPr/>
          <p:nvPr/>
        </p:nvCxnSpPr>
        <p:spPr>
          <a:xfrm flipV="1">
            <a:off x="2197294" y="3865852"/>
            <a:ext cx="755092" cy="118409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623709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35032B44-D258-4F5D-8430-486FFDEC3D70}"/>
              </a:ext>
            </a:extLst>
          </p:cNvPr>
          <p:cNvGrpSpPr/>
          <p:nvPr/>
        </p:nvGrpSpPr>
        <p:grpSpPr>
          <a:xfrm>
            <a:off x="6327937" y="4136083"/>
            <a:ext cx="2787939" cy="191746"/>
            <a:chOff x="4778080" y="3211702"/>
            <a:chExt cx="2737760" cy="152528"/>
          </a:xfrm>
          <a:solidFill>
            <a:schemeClr val="bg1">
              <a:lumMod val="65000"/>
              <a:lumOff val="35000"/>
            </a:schemeClr>
          </a:solidFill>
        </p:grpSpPr>
        <p:sp>
          <p:nvSpPr>
            <p:cNvPr id="39" name="Rectangle 38">
              <a:extLst>
                <a:ext uri="{FF2B5EF4-FFF2-40B4-BE49-F238E27FC236}">
                  <a16:creationId xmlns:a16="http://schemas.microsoft.com/office/drawing/2014/main" id="{54B22EB1-8678-4B7E-B155-DDBA684C0EB1}"/>
                </a:ext>
              </a:extLst>
            </p:cNvPr>
            <p:cNvSpPr/>
            <p:nvPr/>
          </p:nvSpPr>
          <p:spPr>
            <a:xfrm>
              <a:off x="477808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0" name="Rectangle 39">
              <a:extLst>
                <a:ext uri="{FF2B5EF4-FFF2-40B4-BE49-F238E27FC236}">
                  <a16:creationId xmlns:a16="http://schemas.microsoft.com/office/drawing/2014/main" id="{CD15412F-E923-44B4-8C08-BFB71D68B110}"/>
                </a:ext>
              </a:extLst>
            </p:cNvPr>
            <p:cNvSpPr/>
            <p:nvPr/>
          </p:nvSpPr>
          <p:spPr>
            <a:xfrm>
              <a:off x="494919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1" name="Rectangle 40">
              <a:extLst>
                <a:ext uri="{FF2B5EF4-FFF2-40B4-BE49-F238E27FC236}">
                  <a16:creationId xmlns:a16="http://schemas.microsoft.com/office/drawing/2014/main" id="{2E0D416B-519A-460D-AEA3-534AB3569AC3}"/>
                </a:ext>
              </a:extLst>
            </p:cNvPr>
            <p:cNvSpPr/>
            <p:nvPr/>
          </p:nvSpPr>
          <p:spPr>
            <a:xfrm>
              <a:off x="512030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2" name="Rectangle 41">
              <a:extLst>
                <a:ext uri="{FF2B5EF4-FFF2-40B4-BE49-F238E27FC236}">
                  <a16:creationId xmlns:a16="http://schemas.microsoft.com/office/drawing/2014/main" id="{0B7D213E-541A-4162-86CB-E672B022E7E2}"/>
                </a:ext>
              </a:extLst>
            </p:cNvPr>
            <p:cNvSpPr/>
            <p:nvPr/>
          </p:nvSpPr>
          <p:spPr>
            <a:xfrm>
              <a:off x="529141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a:t>
              </a:r>
            </a:p>
          </p:txBody>
        </p:sp>
        <p:sp>
          <p:nvSpPr>
            <p:cNvPr id="43" name="Rectangle 42">
              <a:extLst>
                <a:ext uri="{FF2B5EF4-FFF2-40B4-BE49-F238E27FC236}">
                  <a16:creationId xmlns:a16="http://schemas.microsoft.com/office/drawing/2014/main" id="{4902C0D1-DF17-4AF5-9D21-8089F084F4F6}"/>
                </a:ext>
              </a:extLst>
            </p:cNvPr>
            <p:cNvSpPr/>
            <p:nvPr/>
          </p:nvSpPr>
          <p:spPr>
            <a:xfrm>
              <a:off x="546252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4" name="Rectangle 43">
              <a:extLst>
                <a:ext uri="{FF2B5EF4-FFF2-40B4-BE49-F238E27FC236}">
                  <a16:creationId xmlns:a16="http://schemas.microsoft.com/office/drawing/2014/main" id="{811F31C7-688D-4A5E-89EB-1617EC854D0F}"/>
                </a:ext>
              </a:extLst>
            </p:cNvPr>
            <p:cNvSpPr/>
            <p:nvPr/>
          </p:nvSpPr>
          <p:spPr>
            <a:xfrm>
              <a:off x="563363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5" name="Rectangle 44">
              <a:extLst>
                <a:ext uri="{FF2B5EF4-FFF2-40B4-BE49-F238E27FC236}">
                  <a16:creationId xmlns:a16="http://schemas.microsoft.com/office/drawing/2014/main" id="{61C726A0-57FE-4FC9-BC0C-49F7E94B8ACC}"/>
                </a:ext>
              </a:extLst>
            </p:cNvPr>
            <p:cNvSpPr/>
            <p:nvPr/>
          </p:nvSpPr>
          <p:spPr>
            <a:xfrm>
              <a:off x="580474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6" name="Rectangle 45">
              <a:extLst>
                <a:ext uri="{FF2B5EF4-FFF2-40B4-BE49-F238E27FC236}">
                  <a16:creationId xmlns:a16="http://schemas.microsoft.com/office/drawing/2014/main" id="{6189E4A9-D521-4F60-B009-A84CDE95269C}"/>
                </a:ext>
              </a:extLst>
            </p:cNvPr>
            <p:cNvSpPr/>
            <p:nvPr/>
          </p:nvSpPr>
          <p:spPr>
            <a:xfrm>
              <a:off x="597585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a:t>
              </a:r>
            </a:p>
          </p:txBody>
        </p:sp>
        <p:sp>
          <p:nvSpPr>
            <p:cNvPr id="47" name="Rectangle 46">
              <a:extLst>
                <a:ext uri="{FF2B5EF4-FFF2-40B4-BE49-F238E27FC236}">
                  <a16:creationId xmlns:a16="http://schemas.microsoft.com/office/drawing/2014/main" id="{B8F0439D-F329-4B84-866F-68A3B6514881}"/>
                </a:ext>
              </a:extLst>
            </p:cNvPr>
            <p:cNvSpPr/>
            <p:nvPr/>
          </p:nvSpPr>
          <p:spPr>
            <a:xfrm>
              <a:off x="614696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8" name="Rectangle 47">
              <a:extLst>
                <a:ext uri="{FF2B5EF4-FFF2-40B4-BE49-F238E27FC236}">
                  <a16:creationId xmlns:a16="http://schemas.microsoft.com/office/drawing/2014/main" id="{2E4474C6-D40E-4E22-BA5B-0DF2EA1BA041}"/>
                </a:ext>
              </a:extLst>
            </p:cNvPr>
            <p:cNvSpPr/>
            <p:nvPr/>
          </p:nvSpPr>
          <p:spPr>
            <a:xfrm>
              <a:off x="631807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9" name="Rectangle 48">
              <a:extLst>
                <a:ext uri="{FF2B5EF4-FFF2-40B4-BE49-F238E27FC236}">
                  <a16:creationId xmlns:a16="http://schemas.microsoft.com/office/drawing/2014/main" id="{5A9444C7-3D35-48FF-8959-44877C36A114}"/>
                </a:ext>
              </a:extLst>
            </p:cNvPr>
            <p:cNvSpPr/>
            <p:nvPr/>
          </p:nvSpPr>
          <p:spPr>
            <a:xfrm>
              <a:off x="648918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0" name="Rectangle 49">
              <a:extLst>
                <a:ext uri="{FF2B5EF4-FFF2-40B4-BE49-F238E27FC236}">
                  <a16:creationId xmlns:a16="http://schemas.microsoft.com/office/drawing/2014/main" id="{86A588CE-AF10-4AD7-82E5-516C1B10EE82}"/>
                </a:ext>
              </a:extLst>
            </p:cNvPr>
            <p:cNvSpPr/>
            <p:nvPr/>
          </p:nvSpPr>
          <p:spPr>
            <a:xfrm>
              <a:off x="666029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a:t>
              </a:r>
            </a:p>
          </p:txBody>
        </p:sp>
        <p:sp>
          <p:nvSpPr>
            <p:cNvPr id="51" name="Rectangle 50">
              <a:extLst>
                <a:ext uri="{FF2B5EF4-FFF2-40B4-BE49-F238E27FC236}">
                  <a16:creationId xmlns:a16="http://schemas.microsoft.com/office/drawing/2014/main" id="{EB4BEA90-F4C1-45F4-92F3-8A6731AE83C8}"/>
                </a:ext>
              </a:extLst>
            </p:cNvPr>
            <p:cNvSpPr/>
            <p:nvPr/>
          </p:nvSpPr>
          <p:spPr>
            <a:xfrm>
              <a:off x="683140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2" name="Rectangle 51">
              <a:extLst>
                <a:ext uri="{FF2B5EF4-FFF2-40B4-BE49-F238E27FC236}">
                  <a16:creationId xmlns:a16="http://schemas.microsoft.com/office/drawing/2014/main" id="{2182DE21-5CDE-4E94-BF0B-844BBF44BE8C}"/>
                </a:ext>
              </a:extLst>
            </p:cNvPr>
            <p:cNvSpPr/>
            <p:nvPr/>
          </p:nvSpPr>
          <p:spPr>
            <a:xfrm>
              <a:off x="700251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3" name="Rectangle 52">
              <a:extLst>
                <a:ext uri="{FF2B5EF4-FFF2-40B4-BE49-F238E27FC236}">
                  <a16:creationId xmlns:a16="http://schemas.microsoft.com/office/drawing/2014/main" id="{00B927B2-4781-4F9A-9BC7-AD14DAC2F161}"/>
                </a:ext>
              </a:extLst>
            </p:cNvPr>
            <p:cNvSpPr/>
            <p:nvPr/>
          </p:nvSpPr>
          <p:spPr>
            <a:xfrm>
              <a:off x="7173620" y="3211702"/>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4" name="Rectangle 53">
              <a:extLst>
                <a:ext uri="{FF2B5EF4-FFF2-40B4-BE49-F238E27FC236}">
                  <a16:creationId xmlns:a16="http://schemas.microsoft.com/office/drawing/2014/main" id="{C3855F59-729A-4513-8CED-E5DBE20B5550}"/>
                </a:ext>
              </a:extLst>
            </p:cNvPr>
            <p:cNvSpPr/>
            <p:nvPr/>
          </p:nvSpPr>
          <p:spPr>
            <a:xfrm>
              <a:off x="7344730" y="3211702"/>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a:t>
              </a:r>
            </a:p>
          </p:txBody>
        </p:sp>
      </p:grpSp>
      <p:grpSp>
        <p:nvGrpSpPr>
          <p:cNvPr id="56" name="Group 55">
            <a:extLst>
              <a:ext uri="{FF2B5EF4-FFF2-40B4-BE49-F238E27FC236}">
                <a16:creationId xmlns:a16="http://schemas.microsoft.com/office/drawing/2014/main" id="{75A332BE-B896-4DF5-B342-EB5C07002CAF}"/>
              </a:ext>
            </a:extLst>
          </p:cNvPr>
          <p:cNvGrpSpPr/>
          <p:nvPr/>
        </p:nvGrpSpPr>
        <p:grpSpPr>
          <a:xfrm>
            <a:off x="3396744" y="3404519"/>
            <a:ext cx="2787939" cy="191744"/>
            <a:chOff x="4778080" y="3211702"/>
            <a:chExt cx="2737760" cy="152528"/>
          </a:xfrm>
        </p:grpSpPr>
        <p:sp>
          <p:nvSpPr>
            <p:cNvPr id="57" name="Rectangle 56">
              <a:extLst>
                <a:ext uri="{FF2B5EF4-FFF2-40B4-BE49-F238E27FC236}">
                  <a16:creationId xmlns:a16="http://schemas.microsoft.com/office/drawing/2014/main" id="{BABDA122-3983-4F62-A634-73A574AD3FEB}"/>
                </a:ext>
              </a:extLst>
            </p:cNvPr>
            <p:cNvSpPr/>
            <p:nvPr/>
          </p:nvSpPr>
          <p:spPr>
            <a:xfrm>
              <a:off x="47780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58" name="Rectangle 57">
              <a:extLst>
                <a:ext uri="{FF2B5EF4-FFF2-40B4-BE49-F238E27FC236}">
                  <a16:creationId xmlns:a16="http://schemas.microsoft.com/office/drawing/2014/main" id="{734EC096-B51D-4F8A-A821-1537D6FF5FB8}"/>
                </a:ext>
              </a:extLst>
            </p:cNvPr>
            <p:cNvSpPr/>
            <p:nvPr/>
          </p:nvSpPr>
          <p:spPr>
            <a:xfrm>
              <a:off x="49491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59" name="Rectangle 58">
              <a:extLst>
                <a:ext uri="{FF2B5EF4-FFF2-40B4-BE49-F238E27FC236}">
                  <a16:creationId xmlns:a16="http://schemas.microsoft.com/office/drawing/2014/main" id="{FCFC2CD6-D0E1-4C8F-AC33-2E17F07781C2}"/>
                </a:ext>
              </a:extLst>
            </p:cNvPr>
            <p:cNvSpPr/>
            <p:nvPr/>
          </p:nvSpPr>
          <p:spPr>
            <a:xfrm>
              <a:off x="51203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0" name="Rectangle 59">
              <a:extLst>
                <a:ext uri="{FF2B5EF4-FFF2-40B4-BE49-F238E27FC236}">
                  <a16:creationId xmlns:a16="http://schemas.microsoft.com/office/drawing/2014/main" id="{8915AEFC-EC3D-41B3-8FE9-84D77D0AEB92}"/>
                </a:ext>
              </a:extLst>
            </p:cNvPr>
            <p:cNvSpPr/>
            <p:nvPr/>
          </p:nvSpPr>
          <p:spPr>
            <a:xfrm>
              <a:off x="52914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1" name="Rectangle 60">
              <a:extLst>
                <a:ext uri="{FF2B5EF4-FFF2-40B4-BE49-F238E27FC236}">
                  <a16:creationId xmlns:a16="http://schemas.microsoft.com/office/drawing/2014/main" id="{54DA306B-92FD-474B-BDBB-3EC8875B2915}"/>
                </a:ext>
              </a:extLst>
            </p:cNvPr>
            <p:cNvSpPr/>
            <p:nvPr/>
          </p:nvSpPr>
          <p:spPr>
            <a:xfrm>
              <a:off x="546252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2" name="Rectangle 61">
              <a:extLst>
                <a:ext uri="{FF2B5EF4-FFF2-40B4-BE49-F238E27FC236}">
                  <a16:creationId xmlns:a16="http://schemas.microsoft.com/office/drawing/2014/main" id="{F4EA9A5B-FEED-4DFE-97E8-61A19140B9EB}"/>
                </a:ext>
              </a:extLst>
            </p:cNvPr>
            <p:cNvSpPr/>
            <p:nvPr/>
          </p:nvSpPr>
          <p:spPr>
            <a:xfrm>
              <a:off x="563363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3" name="Rectangle 62">
              <a:extLst>
                <a:ext uri="{FF2B5EF4-FFF2-40B4-BE49-F238E27FC236}">
                  <a16:creationId xmlns:a16="http://schemas.microsoft.com/office/drawing/2014/main" id="{8E3A2702-318E-4688-B0E5-099E0E85F4DF}"/>
                </a:ext>
              </a:extLst>
            </p:cNvPr>
            <p:cNvSpPr/>
            <p:nvPr/>
          </p:nvSpPr>
          <p:spPr>
            <a:xfrm>
              <a:off x="580474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4" name="Rectangle 63">
              <a:extLst>
                <a:ext uri="{FF2B5EF4-FFF2-40B4-BE49-F238E27FC236}">
                  <a16:creationId xmlns:a16="http://schemas.microsoft.com/office/drawing/2014/main" id="{FEBEA5DF-FE8D-456F-BAE1-45690676742F}"/>
                </a:ext>
              </a:extLst>
            </p:cNvPr>
            <p:cNvSpPr/>
            <p:nvPr/>
          </p:nvSpPr>
          <p:spPr>
            <a:xfrm>
              <a:off x="597585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5" name="Rectangle 64">
              <a:extLst>
                <a:ext uri="{FF2B5EF4-FFF2-40B4-BE49-F238E27FC236}">
                  <a16:creationId xmlns:a16="http://schemas.microsoft.com/office/drawing/2014/main" id="{2347D485-4CA5-4FA3-82D7-7C3FBA2DA717}"/>
                </a:ext>
              </a:extLst>
            </p:cNvPr>
            <p:cNvSpPr/>
            <p:nvPr/>
          </p:nvSpPr>
          <p:spPr>
            <a:xfrm>
              <a:off x="614696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6" name="Rectangle 65">
              <a:extLst>
                <a:ext uri="{FF2B5EF4-FFF2-40B4-BE49-F238E27FC236}">
                  <a16:creationId xmlns:a16="http://schemas.microsoft.com/office/drawing/2014/main" id="{F4817032-DBF8-413D-8D3F-DBEDBE055971}"/>
                </a:ext>
              </a:extLst>
            </p:cNvPr>
            <p:cNvSpPr/>
            <p:nvPr/>
          </p:nvSpPr>
          <p:spPr>
            <a:xfrm>
              <a:off x="631807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7" name="Rectangle 66">
              <a:extLst>
                <a:ext uri="{FF2B5EF4-FFF2-40B4-BE49-F238E27FC236}">
                  <a16:creationId xmlns:a16="http://schemas.microsoft.com/office/drawing/2014/main" id="{8E2DBEC3-3275-48A4-9789-C673792CD0FC}"/>
                </a:ext>
              </a:extLst>
            </p:cNvPr>
            <p:cNvSpPr/>
            <p:nvPr/>
          </p:nvSpPr>
          <p:spPr>
            <a:xfrm>
              <a:off x="64891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8" name="Rectangle 67">
              <a:extLst>
                <a:ext uri="{FF2B5EF4-FFF2-40B4-BE49-F238E27FC236}">
                  <a16:creationId xmlns:a16="http://schemas.microsoft.com/office/drawing/2014/main" id="{B2D37657-4EBE-4A8F-B4DF-D1A28CF1A613}"/>
                </a:ext>
              </a:extLst>
            </p:cNvPr>
            <p:cNvSpPr/>
            <p:nvPr/>
          </p:nvSpPr>
          <p:spPr>
            <a:xfrm>
              <a:off x="66602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9" name="Rectangle 68">
              <a:extLst>
                <a:ext uri="{FF2B5EF4-FFF2-40B4-BE49-F238E27FC236}">
                  <a16:creationId xmlns:a16="http://schemas.microsoft.com/office/drawing/2014/main" id="{907E84E1-7947-4409-8F2F-0A9887474A69}"/>
                </a:ext>
              </a:extLst>
            </p:cNvPr>
            <p:cNvSpPr/>
            <p:nvPr/>
          </p:nvSpPr>
          <p:spPr>
            <a:xfrm>
              <a:off x="68314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70" name="Rectangle 69">
              <a:extLst>
                <a:ext uri="{FF2B5EF4-FFF2-40B4-BE49-F238E27FC236}">
                  <a16:creationId xmlns:a16="http://schemas.microsoft.com/office/drawing/2014/main" id="{B96DE43C-387F-4A92-AD61-BD2D4F8E1801}"/>
                </a:ext>
              </a:extLst>
            </p:cNvPr>
            <p:cNvSpPr/>
            <p:nvPr/>
          </p:nvSpPr>
          <p:spPr>
            <a:xfrm>
              <a:off x="70025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1" name="Rectangle 70">
              <a:extLst>
                <a:ext uri="{FF2B5EF4-FFF2-40B4-BE49-F238E27FC236}">
                  <a16:creationId xmlns:a16="http://schemas.microsoft.com/office/drawing/2014/main" id="{D3244D9B-70B9-4F99-B3FF-7E16229610C0}"/>
                </a:ext>
              </a:extLst>
            </p:cNvPr>
            <p:cNvSpPr/>
            <p:nvPr/>
          </p:nvSpPr>
          <p:spPr>
            <a:xfrm>
              <a:off x="717362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2" name="Rectangle 71">
              <a:extLst>
                <a:ext uri="{FF2B5EF4-FFF2-40B4-BE49-F238E27FC236}">
                  <a16:creationId xmlns:a16="http://schemas.microsoft.com/office/drawing/2014/main" id="{37222178-D448-42CB-AC1E-0A4BCF038603}"/>
                </a:ext>
              </a:extLst>
            </p:cNvPr>
            <p:cNvSpPr/>
            <p:nvPr/>
          </p:nvSpPr>
          <p:spPr>
            <a:xfrm>
              <a:off x="734473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grpSp>
      <p:grpSp>
        <p:nvGrpSpPr>
          <p:cNvPr id="4" name="Group 3">
            <a:extLst>
              <a:ext uri="{FF2B5EF4-FFF2-40B4-BE49-F238E27FC236}">
                <a16:creationId xmlns:a16="http://schemas.microsoft.com/office/drawing/2014/main" id="{D67FB474-A242-485E-94C3-9C8210029313}"/>
              </a:ext>
            </a:extLst>
          </p:cNvPr>
          <p:cNvGrpSpPr/>
          <p:nvPr/>
        </p:nvGrpSpPr>
        <p:grpSpPr>
          <a:xfrm>
            <a:off x="1821016" y="2678806"/>
            <a:ext cx="1405399" cy="191743"/>
            <a:chOff x="1751166" y="2678806"/>
            <a:chExt cx="1405399" cy="191743"/>
          </a:xfrm>
        </p:grpSpPr>
        <p:sp>
          <p:nvSpPr>
            <p:cNvPr id="22" name="Rectangle 21">
              <a:extLst>
                <a:ext uri="{FF2B5EF4-FFF2-40B4-BE49-F238E27FC236}">
                  <a16:creationId xmlns:a16="http://schemas.microsoft.com/office/drawing/2014/main" id="{6A39304D-2C79-412C-AF0E-DF5E7E4CCEF8}"/>
                </a:ext>
              </a:extLst>
            </p:cNvPr>
            <p:cNvSpPr/>
            <p:nvPr/>
          </p:nvSpPr>
          <p:spPr>
            <a:xfrm>
              <a:off x="176259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23" name="Rectangle 22">
              <a:extLst>
                <a:ext uri="{FF2B5EF4-FFF2-40B4-BE49-F238E27FC236}">
                  <a16:creationId xmlns:a16="http://schemas.microsoft.com/office/drawing/2014/main" id="{65ABD3F8-1B92-4A59-9674-2C87DD8622E8}"/>
                </a:ext>
              </a:extLst>
            </p:cNvPr>
            <p:cNvSpPr/>
            <p:nvPr/>
          </p:nvSpPr>
          <p:spPr>
            <a:xfrm>
              <a:off x="193684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24" name="Rectangle 23">
              <a:extLst>
                <a:ext uri="{FF2B5EF4-FFF2-40B4-BE49-F238E27FC236}">
                  <a16:creationId xmlns:a16="http://schemas.microsoft.com/office/drawing/2014/main" id="{A695E45C-3673-49B5-91D0-48D95D70E04F}"/>
                </a:ext>
              </a:extLst>
            </p:cNvPr>
            <p:cNvSpPr/>
            <p:nvPr/>
          </p:nvSpPr>
          <p:spPr>
            <a:xfrm>
              <a:off x="211108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25" name="Rectangle 24">
              <a:extLst>
                <a:ext uri="{FF2B5EF4-FFF2-40B4-BE49-F238E27FC236}">
                  <a16:creationId xmlns:a16="http://schemas.microsoft.com/office/drawing/2014/main" id="{DCB76EB5-02B7-4275-B625-A8A76866CA7E}"/>
                </a:ext>
              </a:extLst>
            </p:cNvPr>
            <p:cNvSpPr/>
            <p:nvPr/>
          </p:nvSpPr>
          <p:spPr>
            <a:xfrm>
              <a:off x="228533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26" name="Rectangle 25">
              <a:extLst>
                <a:ext uri="{FF2B5EF4-FFF2-40B4-BE49-F238E27FC236}">
                  <a16:creationId xmlns:a16="http://schemas.microsoft.com/office/drawing/2014/main" id="{53C424E9-654B-4BBE-A411-F37A64728457}"/>
                </a:ext>
              </a:extLst>
            </p:cNvPr>
            <p:cNvSpPr/>
            <p:nvPr/>
          </p:nvSpPr>
          <p:spPr>
            <a:xfrm>
              <a:off x="245958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27" name="Rectangle 26">
              <a:extLst>
                <a:ext uri="{FF2B5EF4-FFF2-40B4-BE49-F238E27FC236}">
                  <a16:creationId xmlns:a16="http://schemas.microsoft.com/office/drawing/2014/main" id="{4AF93879-7E1E-4330-A9FD-C223333FD215}"/>
                </a:ext>
              </a:extLst>
            </p:cNvPr>
            <p:cNvSpPr/>
            <p:nvPr/>
          </p:nvSpPr>
          <p:spPr>
            <a:xfrm>
              <a:off x="263382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28" name="Rectangle 27">
              <a:extLst>
                <a:ext uri="{FF2B5EF4-FFF2-40B4-BE49-F238E27FC236}">
                  <a16:creationId xmlns:a16="http://schemas.microsoft.com/office/drawing/2014/main" id="{16B1D2D0-A1B2-40B7-AF7A-8330D5DFDF76}"/>
                </a:ext>
              </a:extLst>
            </p:cNvPr>
            <p:cNvSpPr/>
            <p:nvPr/>
          </p:nvSpPr>
          <p:spPr>
            <a:xfrm>
              <a:off x="280807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29" name="Rectangle 28">
              <a:extLst>
                <a:ext uri="{FF2B5EF4-FFF2-40B4-BE49-F238E27FC236}">
                  <a16:creationId xmlns:a16="http://schemas.microsoft.com/office/drawing/2014/main" id="{22D5B89A-BB9C-4098-AECB-64E45C4659DF}"/>
                </a:ext>
              </a:extLst>
            </p:cNvPr>
            <p:cNvSpPr/>
            <p:nvPr/>
          </p:nvSpPr>
          <p:spPr>
            <a:xfrm>
              <a:off x="298231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5" name="Rectangle 74">
              <a:extLst>
                <a:ext uri="{FF2B5EF4-FFF2-40B4-BE49-F238E27FC236}">
                  <a16:creationId xmlns:a16="http://schemas.microsoft.com/office/drawing/2014/main" id="{BE611F69-AC64-4F48-8231-179B604CF7AF}"/>
                </a:ext>
              </a:extLst>
            </p:cNvPr>
            <p:cNvSpPr/>
            <p:nvPr/>
          </p:nvSpPr>
          <p:spPr>
            <a:xfrm>
              <a:off x="175116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76" name="Rectangle 75">
              <a:extLst>
                <a:ext uri="{FF2B5EF4-FFF2-40B4-BE49-F238E27FC236}">
                  <a16:creationId xmlns:a16="http://schemas.microsoft.com/office/drawing/2014/main" id="{12081729-137B-444D-AF41-F99295DCCDA9}"/>
                </a:ext>
              </a:extLst>
            </p:cNvPr>
            <p:cNvSpPr/>
            <p:nvPr/>
          </p:nvSpPr>
          <p:spPr>
            <a:xfrm>
              <a:off x="192541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94" name="Rectangle 93">
              <a:extLst>
                <a:ext uri="{FF2B5EF4-FFF2-40B4-BE49-F238E27FC236}">
                  <a16:creationId xmlns:a16="http://schemas.microsoft.com/office/drawing/2014/main" id="{D0FD16AC-3DA8-467D-AE04-4427FAF55691}"/>
                </a:ext>
              </a:extLst>
            </p:cNvPr>
            <p:cNvSpPr/>
            <p:nvPr/>
          </p:nvSpPr>
          <p:spPr>
            <a:xfrm>
              <a:off x="209965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95" name="Rectangle 94">
              <a:extLst>
                <a:ext uri="{FF2B5EF4-FFF2-40B4-BE49-F238E27FC236}">
                  <a16:creationId xmlns:a16="http://schemas.microsoft.com/office/drawing/2014/main" id="{2FC90D57-1F44-42DE-BFFF-79BFB251FD79}"/>
                </a:ext>
              </a:extLst>
            </p:cNvPr>
            <p:cNvSpPr/>
            <p:nvPr/>
          </p:nvSpPr>
          <p:spPr>
            <a:xfrm>
              <a:off x="227390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96" name="Rectangle 95">
              <a:extLst>
                <a:ext uri="{FF2B5EF4-FFF2-40B4-BE49-F238E27FC236}">
                  <a16:creationId xmlns:a16="http://schemas.microsoft.com/office/drawing/2014/main" id="{6C328A41-2E3D-491C-9343-23B321CA68C2}"/>
                </a:ext>
              </a:extLst>
            </p:cNvPr>
            <p:cNvSpPr/>
            <p:nvPr/>
          </p:nvSpPr>
          <p:spPr>
            <a:xfrm>
              <a:off x="244815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97" name="Rectangle 96">
              <a:extLst>
                <a:ext uri="{FF2B5EF4-FFF2-40B4-BE49-F238E27FC236}">
                  <a16:creationId xmlns:a16="http://schemas.microsoft.com/office/drawing/2014/main" id="{85F09A19-3A08-4C3C-9CFA-6C4B5BAD1A89}"/>
                </a:ext>
              </a:extLst>
            </p:cNvPr>
            <p:cNvSpPr/>
            <p:nvPr/>
          </p:nvSpPr>
          <p:spPr>
            <a:xfrm>
              <a:off x="262239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98" name="Rectangle 97">
              <a:extLst>
                <a:ext uri="{FF2B5EF4-FFF2-40B4-BE49-F238E27FC236}">
                  <a16:creationId xmlns:a16="http://schemas.microsoft.com/office/drawing/2014/main" id="{297658C4-68D2-4F74-BD2C-85BA9E3FD7D0}"/>
                </a:ext>
              </a:extLst>
            </p:cNvPr>
            <p:cNvSpPr/>
            <p:nvPr/>
          </p:nvSpPr>
          <p:spPr>
            <a:xfrm>
              <a:off x="279664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99" name="Rectangle 98">
              <a:extLst>
                <a:ext uri="{FF2B5EF4-FFF2-40B4-BE49-F238E27FC236}">
                  <a16:creationId xmlns:a16="http://schemas.microsoft.com/office/drawing/2014/main" id="{61AFD046-01C5-4F4E-956B-F2D336EBFD35}"/>
                </a:ext>
              </a:extLst>
            </p:cNvPr>
            <p:cNvSpPr/>
            <p:nvPr/>
          </p:nvSpPr>
          <p:spPr>
            <a:xfrm>
              <a:off x="297088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grpSp>
      <p:grpSp>
        <p:nvGrpSpPr>
          <p:cNvPr id="5" name="Group 4">
            <a:extLst>
              <a:ext uri="{FF2B5EF4-FFF2-40B4-BE49-F238E27FC236}">
                <a16:creationId xmlns:a16="http://schemas.microsoft.com/office/drawing/2014/main" id="{F86387D8-2CEE-409F-B305-E3DD4010F8A0}"/>
              </a:ext>
            </a:extLst>
          </p:cNvPr>
          <p:cNvGrpSpPr/>
          <p:nvPr/>
        </p:nvGrpSpPr>
        <p:grpSpPr>
          <a:xfrm>
            <a:off x="401057" y="1331258"/>
            <a:ext cx="1116685" cy="905871"/>
            <a:chOff x="820157" y="1458258"/>
            <a:chExt cx="1116685" cy="905871"/>
          </a:xfrm>
        </p:grpSpPr>
        <p:grpSp>
          <p:nvGrpSpPr>
            <p:cNvPr id="113" name="Group 112">
              <a:extLst>
                <a:ext uri="{FF2B5EF4-FFF2-40B4-BE49-F238E27FC236}">
                  <a16:creationId xmlns:a16="http://schemas.microsoft.com/office/drawing/2014/main" id="{A109DD6B-581E-4A98-9B66-E18A3DF24D88}"/>
                </a:ext>
              </a:extLst>
            </p:cNvPr>
            <p:cNvGrpSpPr/>
            <p:nvPr/>
          </p:nvGrpSpPr>
          <p:grpSpPr>
            <a:xfrm>
              <a:off x="1762596" y="1698281"/>
              <a:ext cx="174246" cy="165734"/>
              <a:chOff x="3374524" y="3961948"/>
              <a:chExt cx="521293" cy="512749"/>
            </a:xfrm>
            <a:effectLst>
              <a:outerShdw blurRad="50800" dist="38100" dir="2700000" algn="tl" rotWithShape="0">
                <a:prstClr val="black">
                  <a:alpha val="40000"/>
                </a:prstClr>
              </a:outerShdw>
            </a:effectLst>
          </p:grpSpPr>
          <p:sp>
            <p:nvSpPr>
              <p:cNvPr id="114" name="Rectangle 113">
                <a:extLst>
                  <a:ext uri="{FF2B5EF4-FFF2-40B4-BE49-F238E27FC236}">
                    <a16:creationId xmlns:a16="http://schemas.microsoft.com/office/drawing/2014/main" id="{DD8E06A4-1420-4987-A1E6-757F29DC4EA2}"/>
                  </a:ext>
                </a:extLst>
              </p:cNvPr>
              <p:cNvSpPr/>
              <p:nvPr/>
            </p:nvSpPr>
            <p:spPr>
              <a:xfrm>
                <a:off x="3374524" y="396194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00255F68-D61D-48EA-BC23-FA439E3A986B}"/>
                  </a:ext>
                </a:extLst>
              </p:cNvPr>
              <p:cNvSpPr/>
              <p:nvPr/>
            </p:nvSpPr>
            <p:spPr>
              <a:xfrm rot="5400000">
                <a:off x="3594070" y="386204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6122C6E2-E643-4B9C-86B3-2914D8C74D12}"/>
                  </a:ext>
                </a:extLst>
              </p:cNvPr>
              <p:cNvSpPr/>
              <p:nvPr/>
            </p:nvSpPr>
            <p:spPr>
              <a:xfrm rot="5400000">
                <a:off x="3594070" y="429259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F16AAB8A-82A5-428C-A814-6F0A8616C33A}"/>
                  </a:ext>
                </a:extLst>
              </p:cNvPr>
              <p:cNvSpPr/>
              <p:nvPr/>
            </p:nvSpPr>
            <p:spPr>
              <a:xfrm>
                <a:off x="3374524"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724418E0-A7AE-46D4-9A6C-CA6FF1F13EAD}"/>
                  </a:ext>
                </a:extLst>
              </p:cNvPr>
              <p:cNvSpPr/>
              <p:nvPr/>
            </p:nvSpPr>
            <p:spPr>
              <a:xfrm>
                <a:off x="3813618"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3AC056D9-CB4A-4C81-B0B8-A1F9EC6A3A33}"/>
                </a:ext>
              </a:extLst>
            </p:cNvPr>
            <p:cNvGrpSpPr/>
            <p:nvPr/>
          </p:nvGrpSpPr>
          <p:grpSpPr>
            <a:xfrm>
              <a:off x="1337149" y="1458258"/>
              <a:ext cx="174246" cy="165734"/>
              <a:chOff x="1960978" y="2290824"/>
              <a:chExt cx="521293" cy="512748"/>
            </a:xfrm>
          </p:grpSpPr>
          <p:grpSp>
            <p:nvGrpSpPr>
              <p:cNvPr id="120" name="Group 119">
                <a:extLst>
                  <a:ext uri="{FF2B5EF4-FFF2-40B4-BE49-F238E27FC236}">
                    <a16:creationId xmlns:a16="http://schemas.microsoft.com/office/drawing/2014/main" id="{E39300E9-1385-4A7A-9BD0-F6E863F32A0F}"/>
                  </a:ext>
                </a:extLst>
              </p:cNvPr>
              <p:cNvGrpSpPr/>
              <p:nvPr/>
            </p:nvGrpSpPr>
            <p:grpSpPr>
              <a:xfrm>
                <a:off x="1960978" y="2290824"/>
                <a:ext cx="521293" cy="512748"/>
                <a:chOff x="1378086" y="2546788"/>
                <a:chExt cx="521293" cy="512748"/>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BA8FB9D5-5866-4757-BFB2-03518C0EFE9C}"/>
                    </a:ext>
                  </a:extLst>
                </p:cNvPr>
                <p:cNvSpPr/>
                <p:nvPr/>
              </p:nvSpPr>
              <p:spPr>
                <a:xfrm>
                  <a:off x="1378086" y="2546788"/>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097F1BF0-4022-4D05-BBB8-97E13AFAF26E}"/>
                    </a:ext>
                  </a:extLst>
                </p:cNvPr>
                <p:cNvSpPr/>
                <p:nvPr/>
              </p:nvSpPr>
              <p:spPr>
                <a:xfrm rot="5400000">
                  <a:off x="1597632" y="2446882"/>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A41DD89E-A0F1-414E-9E1D-E630DD6203CA}"/>
                    </a:ext>
                  </a:extLst>
                </p:cNvPr>
                <p:cNvSpPr/>
                <p:nvPr/>
              </p:nvSpPr>
              <p:spPr>
                <a:xfrm>
                  <a:off x="1817180" y="2662156"/>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1F6A5AC6-08BC-4DED-B689-D8D28BB595CE}"/>
                    </a:ext>
                  </a:extLst>
                </p:cNvPr>
                <p:cNvSpPr/>
                <p:nvPr/>
              </p:nvSpPr>
              <p:spPr>
                <a:xfrm rot="5400000">
                  <a:off x="1597632" y="2877431"/>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1" name="Straight Connector 120">
                <a:extLst>
                  <a:ext uri="{FF2B5EF4-FFF2-40B4-BE49-F238E27FC236}">
                    <a16:creationId xmlns:a16="http://schemas.microsoft.com/office/drawing/2014/main" id="{6D42D8E1-4400-442D-A62C-A97E8EF82485}"/>
                  </a:ext>
                </a:extLst>
              </p:cNvPr>
              <p:cNvCxnSpPr/>
              <p:nvPr/>
            </p:nvCxnSpPr>
            <p:spPr>
              <a:xfrm>
                <a:off x="2224880" y="2290824"/>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22" name="Straight Connector 121">
                <a:extLst>
                  <a:ext uri="{FF2B5EF4-FFF2-40B4-BE49-F238E27FC236}">
                    <a16:creationId xmlns:a16="http://schemas.microsoft.com/office/drawing/2014/main" id="{5746C54A-A166-4ED9-99AF-373A9BA8AD46}"/>
                  </a:ext>
                </a:extLst>
              </p:cNvPr>
              <p:cNvCxnSpPr/>
              <p:nvPr/>
            </p:nvCxnSpPr>
            <p:spPr>
              <a:xfrm>
                <a:off x="2224880" y="2721373"/>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27" name="Group 126">
              <a:extLst>
                <a:ext uri="{FF2B5EF4-FFF2-40B4-BE49-F238E27FC236}">
                  <a16:creationId xmlns:a16="http://schemas.microsoft.com/office/drawing/2014/main" id="{C511A070-A94F-44F4-903E-3CBD0E616B6F}"/>
                </a:ext>
              </a:extLst>
            </p:cNvPr>
            <p:cNvGrpSpPr/>
            <p:nvPr/>
          </p:nvGrpSpPr>
          <p:grpSpPr>
            <a:xfrm>
              <a:off x="1326550" y="1901632"/>
              <a:ext cx="174246" cy="165734"/>
              <a:chOff x="1960976" y="2992945"/>
              <a:chExt cx="521293" cy="512748"/>
            </a:xfrm>
          </p:grpSpPr>
          <p:grpSp>
            <p:nvGrpSpPr>
              <p:cNvPr id="128" name="Group 127">
                <a:extLst>
                  <a:ext uri="{FF2B5EF4-FFF2-40B4-BE49-F238E27FC236}">
                    <a16:creationId xmlns:a16="http://schemas.microsoft.com/office/drawing/2014/main" id="{99BA9C1C-627F-4D09-BBE9-93987F96AB70}"/>
                  </a:ext>
                </a:extLst>
              </p:cNvPr>
              <p:cNvGrpSpPr/>
              <p:nvPr/>
            </p:nvGrpSpPr>
            <p:grpSpPr>
              <a:xfrm>
                <a:off x="1960976" y="2992945"/>
                <a:ext cx="521293" cy="512748"/>
                <a:chOff x="3603126" y="3395374"/>
                <a:chExt cx="521293" cy="512748"/>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349F4D78-9BCD-46F0-9C58-7096A8D81D15}"/>
                    </a:ext>
                  </a:extLst>
                </p:cNvPr>
                <p:cNvSpPr/>
                <p:nvPr/>
              </p:nvSpPr>
              <p:spPr>
                <a:xfrm>
                  <a:off x="3603126" y="3395374"/>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63C53454-E589-47F4-ADCA-A1390BD178BF}"/>
                    </a:ext>
                  </a:extLst>
                </p:cNvPr>
                <p:cNvSpPr/>
                <p:nvPr/>
              </p:nvSpPr>
              <p:spPr>
                <a:xfrm rot="5400000">
                  <a:off x="3822672" y="3726017"/>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80B85179-02A1-4139-85A5-99FBF0E5C9F3}"/>
                    </a:ext>
                  </a:extLst>
                </p:cNvPr>
                <p:cNvSpPr/>
                <p:nvPr/>
              </p:nvSpPr>
              <p:spPr>
                <a:xfrm>
                  <a:off x="4042220" y="3510742"/>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9" name="Straight Connector 128">
                <a:extLst>
                  <a:ext uri="{FF2B5EF4-FFF2-40B4-BE49-F238E27FC236}">
                    <a16:creationId xmlns:a16="http://schemas.microsoft.com/office/drawing/2014/main" id="{180525FF-5183-4D56-96F6-7A04A0806286}"/>
                  </a:ext>
                </a:extLst>
              </p:cNvPr>
              <p:cNvCxnSpPr/>
              <p:nvPr/>
            </p:nvCxnSpPr>
            <p:spPr>
              <a:xfrm>
                <a:off x="2224880" y="342349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33" name="Group 132">
              <a:extLst>
                <a:ext uri="{FF2B5EF4-FFF2-40B4-BE49-F238E27FC236}">
                  <a16:creationId xmlns:a16="http://schemas.microsoft.com/office/drawing/2014/main" id="{641B49C4-BB46-45AB-B54C-6EE21B2F4A39}"/>
                </a:ext>
              </a:extLst>
            </p:cNvPr>
            <p:cNvGrpSpPr/>
            <p:nvPr/>
          </p:nvGrpSpPr>
          <p:grpSpPr>
            <a:xfrm>
              <a:off x="820157" y="1617725"/>
              <a:ext cx="174246" cy="165734"/>
              <a:chOff x="1205410" y="2290825"/>
              <a:chExt cx="521293" cy="512748"/>
            </a:xfrm>
          </p:grpSpPr>
          <p:grpSp>
            <p:nvGrpSpPr>
              <p:cNvPr id="134" name="Group 133">
                <a:extLst>
                  <a:ext uri="{FF2B5EF4-FFF2-40B4-BE49-F238E27FC236}">
                    <a16:creationId xmlns:a16="http://schemas.microsoft.com/office/drawing/2014/main" id="{1F69E409-8EE2-4ED3-806F-2F70709AC009}"/>
                  </a:ext>
                </a:extLst>
              </p:cNvPr>
              <p:cNvGrpSpPr/>
              <p:nvPr/>
            </p:nvGrpSpPr>
            <p:grpSpPr>
              <a:xfrm>
                <a:off x="1205410" y="2290825"/>
                <a:ext cx="521293" cy="512748"/>
                <a:chOff x="3737574" y="3110669"/>
                <a:chExt cx="521293" cy="512748"/>
              </a:xfrm>
              <a:effectLst>
                <a:outerShdw blurRad="50800" dist="38100" dir="2700000" algn="tl" rotWithShape="0">
                  <a:prstClr val="black">
                    <a:alpha val="40000"/>
                  </a:prstClr>
                </a:outerShdw>
              </a:effectLst>
            </p:grpSpPr>
            <p:sp>
              <p:nvSpPr>
                <p:cNvPr id="137" name="Rectangle 136">
                  <a:extLst>
                    <a:ext uri="{FF2B5EF4-FFF2-40B4-BE49-F238E27FC236}">
                      <a16:creationId xmlns:a16="http://schemas.microsoft.com/office/drawing/2014/main" id="{55A6CC15-FBC9-4184-949F-5620FAE319E1}"/>
                    </a:ext>
                  </a:extLst>
                </p:cNvPr>
                <p:cNvSpPr/>
                <p:nvPr/>
              </p:nvSpPr>
              <p:spPr>
                <a:xfrm>
                  <a:off x="3737574" y="311066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Rectangle 137">
                  <a:extLst>
                    <a:ext uri="{FF2B5EF4-FFF2-40B4-BE49-F238E27FC236}">
                      <a16:creationId xmlns:a16="http://schemas.microsoft.com/office/drawing/2014/main" id="{CE734CE5-A136-4B05-AC58-CD52303105E8}"/>
                    </a:ext>
                  </a:extLst>
                </p:cNvPr>
                <p:cNvSpPr/>
                <p:nvPr/>
              </p:nvSpPr>
              <p:spPr>
                <a:xfrm rot="5400000">
                  <a:off x="3957120" y="3010763"/>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968CD6D9-01ED-4E4A-90BF-85E2E03D738B}"/>
                    </a:ext>
                  </a:extLst>
                </p:cNvPr>
                <p:cNvSpPr/>
                <p:nvPr/>
              </p:nvSpPr>
              <p:spPr>
                <a:xfrm>
                  <a:off x="4171308" y="3226037"/>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35" name="Straight Connector 134">
                <a:extLst>
                  <a:ext uri="{FF2B5EF4-FFF2-40B4-BE49-F238E27FC236}">
                    <a16:creationId xmlns:a16="http://schemas.microsoft.com/office/drawing/2014/main" id="{A0E08BA6-D804-4FA9-BD7B-747088627E28}"/>
                  </a:ext>
                </a:extLst>
              </p:cNvPr>
              <p:cNvCxnSpPr>
                <a:stCxn id="138" idx="1"/>
                <a:endCxn id="138" idx="3"/>
              </p:cNvCxnSpPr>
              <p:nvPr/>
            </p:nvCxnSpPr>
            <p:spPr>
              <a:xfrm>
                <a:off x="1466055" y="2290825"/>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D453FEB8-CD4A-4D9A-A20E-A52BEDF44DB8}"/>
                  </a:ext>
                </a:extLst>
              </p:cNvPr>
              <p:cNvCxnSpPr>
                <a:cxnSpLocks/>
              </p:cNvCxnSpPr>
              <p:nvPr/>
            </p:nvCxnSpPr>
            <p:spPr>
              <a:xfrm rot="5400000">
                <a:off x="1680241" y="2498948"/>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0" name="Group 139">
              <a:extLst>
                <a:ext uri="{FF2B5EF4-FFF2-40B4-BE49-F238E27FC236}">
                  <a16:creationId xmlns:a16="http://schemas.microsoft.com/office/drawing/2014/main" id="{2415FA2B-FB53-40FF-8F90-FCFB0BD7896A}"/>
                </a:ext>
              </a:extLst>
            </p:cNvPr>
            <p:cNvGrpSpPr/>
            <p:nvPr/>
          </p:nvGrpSpPr>
          <p:grpSpPr>
            <a:xfrm>
              <a:off x="957605" y="2084005"/>
              <a:ext cx="174247" cy="165734"/>
              <a:chOff x="1200047" y="2998405"/>
              <a:chExt cx="521296" cy="512748"/>
            </a:xfrm>
          </p:grpSpPr>
          <p:grpSp>
            <p:nvGrpSpPr>
              <p:cNvPr id="141" name="Group 140">
                <a:extLst>
                  <a:ext uri="{FF2B5EF4-FFF2-40B4-BE49-F238E27FC236}">
                    <a16:creationId xmlns:a16="http://schemas.microsoft.com/office/drawing/2014/main" id="{09AF3B16-B491-4D01-BC26-E65F0D4665F1}"/>
                  </a:ext>
                </a:extLst>
              </p:cNvPr>
              <p:cNvGrpSpPr/>
              <p:nvPr/>
            </p:nvGrpSpPr>
            <p:grpSpPr>
              <a:xfrm>
                <a:off x="1200050" y="2998405"/>
                <a:ext cx="521293" cy="512748"/>
                <a:chOff x="3515961" y="3443740"/>
                <a:chExt cx="521293" cy="512748"/>
              </a:xfrm>
              <a:effectLst>
                <a:outerShdw blurRad="50800" dist="38100" dir="2700000" algn="tl" rotWithShape="0">
                  <a:prstClr val="black">
                    <a:alpha val="40000"/>
                  </a:prstClr>
                </a:outerShdw>
              </a:effectLst>
            </p:grpSpPr>
            <p:sp>
              <p:nvSpPr>
                <p:cNvPr id="143" name="Rectangle 142">
                  <a:extLst>
                    <a:ext uri="{FF2B5EF4-FFF2-40B4-BE49-F238E27FC236}">
                      <a16:creationId xmlns:a16="http://schemas.microsoft.com/office/drawing/2014/main" id="{E80C9F32-CCCC-42FC-BC9F-25467F425BAE}"/>
                    </a:ext>
                  </a:extLst>
                </p:cNvPr>
                <p:cNvSpPr/>
                <p:nvPr/>
              </p:nvSpPr>
              <p:spPr>
                <a:xfrm>
                  <a:off x="3515961" y="344374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8BEA8A7E-46B6-4E0C-AC33-74510027E689}"/>
                    </a:ext>
                  </a:extLst>
                </p:cNvPr>
                <p:cNvSpPr/>
                <p:nvPr/>
              </p:nvSpPr>
              <p:spPr>
                <a:xfrm>
                  <a:off x="3515961" y="355910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94579CC8-273C-459C-A085-CCF3375C38AD}"/>
                    </a:ext>
                  </a:extLst>
                </p:cNvPr>
                <p:cNvSpPr/>
                <p:nvPr/>
              </p:nvSpPr>
              <p:spPr>
                <a:xfrm rot="5400000">
                  <a:off x="3735507" y="3343834"/>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2" name="Straight Connector 141">
                <a:extLst>
                  <a:ext uri="{FF2B5EF4-FFF2-40B4-BE49-F238E27FC236}">
                    <a16:creationId xmlns:a16="http://schemas.microsoft.com/office/drawing/2014/main" id="{A69F8EB1-DBEC-4493-BDCE-4FC0FDA55256}"/>
                  </a:ext>
                </a:extLst>
              </p:cNvPr>
              <p:cNvCxnSpPr>
                <a:cxnSpLocks/>
              </p:cNvCxnSpPr>
              <p:nvPr/>
            </p:nvCxnSpPr>
            <p:spPr>
              <a:xfrm rot="5400000">
                <a:off x="1241147" y="320697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6" name="Group 145">
              <a:extLst>
                <a:ext uri="{FF2B5EF4-FFF2-40B4-BE49-F238E27FC236}">
                  <a16:creationId xmlns:a16="http://schemas.microsoft.com/office/drawing/2014/main" id="{70EA6372-A80D-422B-87A1-5D1458D6042C}"/>
                </a:ext>
              </a:extLst>
            </p:cNvPr>
            <p:cNvGrpSpPr/>
            <p:nvPr/>
          </p:nvGrpSpPr>
          <p:grpSpPr>
            <a:xfrm>
              <a:off x="1602087" y="2197680"/>
              <a:ext cx="174247" cy="166449"/>
              <a:chOff x="1200046" y="3705985"/>
              <a:chExt cx="521295" cy="514960"/>
            </a:xfrm>
          </p:grpSpPr>
          <p:grpSp>
            <p:nvGrpSpPr>
              <p:cNvPr id="147" name="Group 146">
                <a:extLst>
                  <a:ext uri="{FF2B5EF4-FFF2-40B4-BE49-F238E27FC236}">
                    <a16:creationId xmlns:a16="http://schemas.microsoft.com/office/drawing/2014/main" id="{F1F3E3AD-B570-4384-9A9D-AA43B7A94F06}"/>
                  </a:ext>
                </a:extLst>
              </p:cNvPr>
              <p:cNvGrpSpPr/>
              <p:nvPr/>
            </p:nvGrpSpPr>
            <p:grpSpPr>
              <a:xfrm>
                <a:off x="1200048" y="3705985"/>
                <a:ext cx="521293" cy="514960"/>
                <a:chOff x="3519304" y="3703188"/>
                <a:chExt cx="521293" cy="514960"/>
              </a:xfrm>
              <a:effectLst>
                <a:outerShdw blurRad="50800" dist="38100" dir="2700000" algn="tl" rotWithShape="0">
                  <a:prstClr val="black">
                    <a:alpha val="40000"/>
                  </a:prstClr>
                </a:outerShdw>
              </a:effectLst>
            </p:grpSpPr>
            <p:sp>
              <p:nvSpPr>
                <p:cNvPr id="150" name="Rectangle 149">
                  <a:extLst>
                    <a:ext uri="{FF2B5EF4-FFF2-40B4-BE49-F238E27FC236}">
                      <a16:creationId xmlns:a16="http://schemas.microsoft.com/office/drawing/2014/main" id="{65F66145-1618-498B-990B-02CBC060762E}"/>
                    </a:ext>
                  </a:extLst>
                </p:cNvPr>
                <p:cNvSpPr/>
                <p:nvPr/>
              </p:nvSpPr>
              <p:spPr>
                <a:xfrm>
                  <a:off x="3519304" y="370540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1E8C4CB1-D737-45BA-8411-3476ACB6B0E6}"/>
                    </a:ext>
                  </a:extLst>
                </p:cNvPr>
                <p:cNvSpPr/>
                <p:nvPr/>
              </p:nvSpPr>
              <p:spPr>
                <a:xfrm rot="5400000">
                  <a:off x="3734549" y="360328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6A89A705-7632-43F1-B999-336546FF2111}"/>
                    </a:ext>
                  </a:extLst>
                </p:cNvPr>
                <p:cNvSpPr/>
                <p:nvPr/>
              </p:nvSpPr>
              <p:spPr>
                <a:xfrm>
                  <a:off x="3519304" y="3820768"/>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CA862F90-4332-4EBA-BF0C-58508E0C9E60}"/>
                    </a:ext>
                  </a:extLst>
                </p:cNvPr>
                <p:cNvSpPr/>
                <p:nvPr/>
              </p:nvSpPr>
              <p:spPr>
                <a:xfrm>
                  <a:off x="3958398" y="382076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8" name="Straight Connector 147">
                <a:extLst>
                  <a:ext uri="{FF2B5EF4-FFF2-40B4-BE49-F238E27FC236}">
                    <a16:creationId xmlns:a16="http://schemas.microsoft.com/office/drawing/2014/main" id="{748F962E-B66F-40D6-A5E5-150D79FB1DC2}"/>
                  </a:ext>
                </a:extLst>
              </p:cNvPr>
              <p:cNvCxnSpPr>
                <a:cxnSpLocks/>
              </p:cNvCxnSpPr>
              <p:nvPr/>
            </p:nvCxnSpPr>
            <p:spPr>
              <a:xfrm rot="5400000">
                <a:off x="1680240" y="3921349"/>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49" name="Straight Connector 148">
                <a:extLst>
                  <a:ext uri="{FF2B5EF4-FFF2-40B4-BE49-F238E27FC236}">
                    <a16:creationId xmlns:a16="http://schemas.microsoft.com/office/drawing/2014/main" id="{56211C4C-E289-4A13-B0E4-91AAFF162DDC}"/>
                  </a:ext>
                </a:extLst>
              </p:cNvPr>
              <p:cNvCxnSpPr>
                <a:cxnSpLocks/>
              </p:cNvCxnSpPr>
              <p:nvPr/>
            </p:nvCxnSpPr>
            <p:spPr>
              <a:xfrm rot="5400000">
                <a:off x="1241146" y="3924572"/>
                <a:ext cx="0" cy="82199"/>
              </a:xfrm>
              <a:prstGeom prst="line">
                <a:avLst/>
              </a:prstGeom>
            </p:spPr>
            <p:style>
              <a:lnRef idx="3">
                <a:schemeClr val="dk1"/>
              </a:lnRef>
              <a:fillRef idx="0">
                <a:schemeClr val="dk1"/>
              </a:fillRef>
              <a:effectRef idx="2">
                <a:schemeClr val="dk1"/>
              </a:effectRef>
              <a:fontRef idx="minor">
                <a:schemeClr val="tx1"/>
              </a:fontRef>
            </p:style>
          </p:cxnSp>
        </p:grpSp>
      </p:grpSp>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63" name="TextBox 162">
            <a:extLst>
              <a:ext uri="{FF2B5EF4-FFF2-40B4-BE49-F238E27FC236}">
                <a16:creationId xmlns:a16="http://schemas.microsoft.com/office/drawing/2014/main" id="{E2789D83-E6F0-4F17-BA0B-359023473BF1}"/>
              </a:ext>
            </a:extLst>
          </p:cNvPr>
          <p:cNvSpPr txBox="1"/>
          <p:nvPr/>
        </p:nvSpPr>
        <p:spPr>
          <a:xfrm>
            <a:off x="4598672" y="4631690"/>
            <a:ext cx="2230098" cy="338554"/>
          </a:xfrm>
          <a:prstGeom prst="rect">
            <a:avLst/>
          </a:prstGeom>
          <a:noFill/>
        </p:spPr>
        <p:txBody>
          <a:bodyPr wrap="none" rtlCol="0">
            <a:spAutoFit/>
          </a:bodyPr>
          <a:lstStyle/>
          <a:p>
            <a:r>
              <a:rPr lang="en-US" sz="1600" dirty="0">
                <a:solidFill>
                  <a:schemeClr val="bg1"/>
                </a:solidFill>
              </a:rPr>
              <a:t>TM using O(1) tile types</a:t>
            </a:r>
          </a:p>
        </p:txBody>
      </p:sp>
      <p:sp>
        <p:nvSpPr>
          <p:cNvPr id="164" name="TextBox 163">
            <a:extLst>
              <a:ext uri="{FF2B5EF4-FFF2-40B4-BE49-F238E27FC236}">
                <a16:creationId xmlns:a16="http://schemas.microsoft.com/office/drawing/2014/main" id="{EA43C72D-B94D-4B68-B282-E4AB47C3EAF8}"/>
              </a:ext>
            </a:extLst>
          </p:cNvPr>
          <p:cNvSpPr txBox="1"/>
          <p:nvPr/>
        </p:nvSpPr>
        <p:spPr>
          <a:xfrm>
            <a:off x="1677472" y="788798"/>
            <a:ext cx="1762021" cy="369332"/>
          </a:xfrm>
          <a:prstGeom prst="rect">
            <a:avLst/>
          </a:prstGeom>
          <a:noFill/>
        </p:spPr>
        <p:txBody>
          <a:bodyPr wrap="none" rtlCol="0">
            <a:spAutoFit/>
          </a:bodyPr>
          <a:lstStyle/>
          <a:p>
            <a:r>
              <a:rPr lang="en-US" dirty="0">
                <a:solidFill>
                  <a:schemeClr val="bg1"/>
                </a:solidFill>
              </a:rPr>
              <a:t>distinct tile types</a:t>
            </a:r>
          </a:p>
        </p:txBody>
      </p:sp>
      <p:sp>
        <p:nvSpPr>
          <p:cNvPr id="165" name="TextBox 164">
            <a:extLst>
              <a:ext uri="{FF2B5EF4-FFF2-40B4-BE49-F238E27FC236}">
                <a16:creationId xmlns:a16="http://schemas.microsoft.com/office/drawing/2014/main" id="{2F8C397B-5E63-46A7-BF50-0E3D70B6CDFD}"/>
              </a:ext>
            </a:extLst>
          </p:cNvPr>
          <p:cNvSpPr txBox="1"/>
          <p:nvPr/>
        </p:nvSpPr>
        <p:spPr>
          <a:xfrm>
            <a:off x="1731992" y="2153576"/>
            <a:ext cx="2789738" cy="369332"/>
          </a:xfrm>
          <a:prstGeom prst="rect">
            <a:avLst/>
          </a:prstGeom>
          <a:noFill/>
        </p:spPr>
        <p:txBody>
          <a:bodyPr wrap="none" rtlCol="0">
            <a:spAutoFit/>
          </a:bodyPr>
          <a:lstStyle/>
          <a:p>
            <a:r>
              <a:rPr lang="en-US" u="sng" dirty="0">
                <a:solidFill>
                  <a:schemeClr val="bg1"/>
                </a:solidFill>
              </a:rPr>
              <a:t>Higher-Base Representation</a:t>
            </a:r>
          </a:p>
        </p:txBody>
      </p:sp>
      <p:sp>
        <p:nvSpPr>
          <p:cNvPr id="166" name="TextBox 165">
            <a:extLst>
              <a:ext uri="{FF2B5EF4-FFF2-40B4-BE49-F238E27FC236}">
                <a16:creationId xmlns:a16="http://schemas.microsoft.com/office/drawing/2014/main" id="{EAA4AE99-52BF-40DF-90D2-28D54F2E87CB}"/>
              </a:ext>
            </a:extLst>
          </p:cNvPr>
          <p:cNvSpPr txBox="1"/>
          <p:nvPr/>
        </p:nvSpPr>
        <p:spPr>
          <a:xfrm>
            <a:off x="3351599" y="2937732"/>
            <a:ext cx="3647152" cy="369332"/>
          </a:xfrm>
          <a:prstGeom prst="rect">
            <a:avLst/>
          </a:prstGeom>
          <a:noFill/>
        </p:spPr>
        <p:txBody>
          <a:bodyPr wrap="none" rtlCol="0">
            <a:spAutoFit/>
          </a:bodyPr>
          <a:lstStyle/>
          <a:p>
            <a:r>
              <a:rPr lang="en-US" u="sng" dirty="0">
                <a:solidFill>
                  <a:schemeClr val="bg1"/>
                </a:solidFill>
              </a:rPr>
              <a:t>Binary Representation of length K(S)</a:t>
            </a:r>
          </a:p>
        </p:txBody>
      </p:sp>
      <p:sp>
        <p:nvSpPr>
          <p:cNvPr id="167" name="TextBox 166">
            <a:extLst>
              <a:ext uri="{FF2B5EF4-FFF2-40B4-BE49-F238E27FC236}">
                <a16:creationId xmlns:a16="http://schemas.microsoft.com/office/drawing/2014/main" id="{246A6559-F5AD-46C0-941C-258BB587794E}"/>
              </a:ext>
            </a:extLst>
          </p:cNvPr>
          <p:cNvSpPr txBox="1"/>
          <p:nvPr/>
        </p:nvSpPr>
        <p:spPr>
          <a:xfrm>
            <a:off x="6740780" y="3718324"/>
            <a:ext cx="1915909" cy="369332"/>
          </a:xfrm>
          <a:prstGeom prst="rect">
            <a:avLst/>
          </a:prstGeom>
          <a:noFill/>
        </p:spPr>
        <p:txBody>
          <a:bodyPr wrap="none" rtlCol="0">
            <a:spAutoFit/>
          </a:bodyPr>
          <a:lstStyle/>
          <a:p>
            <a:r>
              <a:rPr lang="en-US" u="sng" dirty="0">
                <a:solidFill>
                  <a:schemeClr val="bg1"/>
                </a:solidFill>
              </a:rPr>
              <a:t>Explicit Encoding</a:t>
            </a:r>
          </a:p>
        </p:txBody>
      </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447704" cy="338554"/>
          </a:xfrm>
          <a:prstGeom prst="rect">
            <a:avLst/>
          </a:prstGeom>
          <a:noFill/>
        </p:spPr>
        <p:txBody>
          <a:bodyPr wrap="none" rtlCol="0">
            <a:spAutoFit/>
          </a:bodyPr>
          <a:lstStyle/>
          <a:p>
            <a:r>
              <a:rPr lang="en-US" sz="1600" dirty="0">
                <a:solidFill>
                  <a:schemeClr val="bg1"/>
                </a:solidFill>
              </a:rPr>
              <a:t>Self Assembles</a:t>
            </a:r>
          </a:p>
        </p:txBody>
      </p:sp>
      <p:grpSp>
        <p:nvGrpSpPr>
          <p:cNvPr id="20" name="Group 19">
            <a:extLst>
              <a:ext uri="{FF2B5EF4-FFF2-40B4-BE49-F238E27FC236}">
                <a16:creationId xmlns:a16="http://schemas.microsoft.com/office/drawing/2014/main" id="{948FC53F-9B66-496A-AF45-965340E29953}"/>
              </a:ext>
            </a:extLst>
          </p:cNvPr>
          <p:cNvGrpSpPr/>
          <p:nvPr/>
        </p:nvGrpSpPr>
        <p:grpSpPr>
          <a:xfrm>
            <a:off x="203174" y="647383"/>
            <a:ext cx="1677062" cy="584775"/>
            <a:chOff x="2877923" y="1258626"/>
            <a:chExt cx="1677062" cy="584775"/>
          </a:xfrm>
        </p:grpSpPr>
        <p:grpSp>
          <p:nvGrpSpPr>
            <p:cNvPr id="174" name="Group 173">
              <a:extLst>
                <a:ext uri="{FF2B5EF4-FFF2-40B4-BE49-F238E27FC236}">
                  <a16:creationId xmlns:a16="http://schemas.microsoft.com/office/drawing/2014/main" id="{0485483A-602F-42A9-A60E-BBF1EE8A6B7D}"/>
                </a:ext>
              </a:extLst>
            </p:cNvPr>
            <p:cNvGrpSpPr/>
            <p:nvPr/>
          </p:nvGrpSpPr>
          <p:grpSpPr>
            <a:xfrm>
              <a:off x="3351599" y="1301863"/>
              <a:ext cx="920445" cy="529053"/>
              <a:chOff x="1041705" y="3992508"/>
              <a:chExt cx="920445" cy="529053"/>
            </a:xfrm>
          </p:grpSpPr>
          <p:sp>
            <p:nvSpPr>
              <p:cNvPr id="175" name="TextBox 174">
                <a:extLst>
                  <a:ext uri="{FF2B5EF4-FFF2-40B4-BE49-F238E27FC236}">
                    <a16:creationId xmlns:a16="http://schemas.microsoft.com/office/drawing/2014/main" id="{5F9F15ED-962B-4FC6-ABF2-DE9CD711123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76" name="Straight Connector 175">
                <a:extLst>
                  <a:ext uri="{FF2B5EF4-FFF2-40B4-BE49-F238E27FC236}">
                    <a16:creationId xmlns:a16="http://schemas.microsoft.com/office/drawing/2014/main" id="{BEB28611-EC70-40B6-8997-241985D0D2B2}"/>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28A34A84-BF9D-412F-B91D-C7C8324F6DB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6" name="TextBox 185">
              <a:extLst>
                <a:ext uri="{FF2B5EF4-FFF2-40B4-BE49-F238E27FC236}">
                  <a16:creationId xmlns:a16="http://schemas.microsoft.com/office/drawing/2014/main" id="{3349DA4E-0CE9-4C02-8622-DA089EF7EF20}"/>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nvGrpSpPr>
          <p:cNvPr id="194" name="Group 193">
            <a:extLst>
              <a:ext uri="{FF2B5EF4-FFF2-40B4-BE49-F238E27FC236}">
                <a16:creationId xmlns:a16="http://schemas.microsoft.com/office/drawing/2014/main" id="{D7FB1177-F169-467D-AB59-CBD7961EA614}"/>
              </a:ext>
            </a:extLst>
          </p:cNvPr>
          <p:cNvGrpSpPr/>
          <p:nvPr/>
        </p:nvGrpSpPr>
        <p:grpSpPr>
          <a:xfrm>
            <a:off x="743298" y="3908474"/>
            <a:ext cx="3343112" cy="584775"/>
            <a:chOff x="986344" y="3656157"/>
            <a:chExt cx="3343112" cy="584775"/>
          </a:xfrm>
        </p:grpSpPr>
        <p:sp>
          <p:nvSpPr>
            <p:cNvPr id="178" name="TextBox 177">
              <a:extLst>
                <a:ext uri="{FF2B5EF4-FFF2-40B4-BE49-F238E27FC236}">
                  <a16:creationId xmlns:a16="http://schemas.microsoft.com/office/drawing/2014/main" id="{4B658B26-5786-4592-BE91-0CBFC25BA4BE}"/>
                </a:ext>
              </a:extLst>
            </p:cNvPr>
            <p:cNvSpPr txBox="1"/>
            <p:nvPr/>
          </p:nvSpPr>
          <p:spPr>
            <a:xfrm>
              <a:off x="986344" y="3781695"/>
              <a:ext cx="989373" cy="338554"/>
            </a:xfrm>
            <a:prstGeom prst="rect">
              <a:avLst/>
            </a:prstGeom>
            <a:noFill/>
          </p:spPr>
          <p:txBody>
            <a:bodyPr wrap="none" rtlCol="0">
              <a:spAutoFit/>
            </a:bodyPr>
            <a:lstStyle/>
            <a:p>
              <a:r>
                <a:rPr lang="en-US" sz="1600" dirty="0">
                  <a:solidFill>
                    <a:schemeClr val="bg1"/>
                  </a:solidFill>
                </a:rPr>
                <a:t>TM using</a:t>
              </a:r>
            </a:p>
          </p:txBody>
        </p:sp>
        <p:sp>
          <p:nvSpPr>
            <p:cNvPr id="179" name="TextBox 178">
              <a:extLst>
                <a:ext uri="{FF2B5EF4-FFF2-40B4-BE49-F238E27FC236}">
                  <a16:creationId xmlns:a16="http://schemas.microsoft.com/office/drawing/2014/main" id="{B659BAF7-6502-427F-BC98-BBDB7732F0C2}"/>
                </a:ext>
              </a:extLst>
            </p:cNvPr>
            <p:cNvSpPr txBox="1"/>
            <p:nvPr/>
          </p:nvSpPr>
          <p:spPr>
            <a:xfrm>
              <a:off x="3394585" y="3797529"/>
              <a:ext cx="934871" cy="338554"/>
            </a:xfrm>
            <a:prstGeom prst="rect">
              <a:avLst/>
            </a:prstGeom>
            <a:noFill/>
          </p:spPr>
          <p:txBody>
            <a:bodyPr wrap="none" rtlCol="0">
              <a:spAutoFit/>
            </a:bodyPr>
            <a:lstStyle/>
            <a:p>
              <a:r>
                <a:rPr lang="en-US" sz="1600" dirty="0">
                  <a:solidFill>
                    <a:schemeClr val="bg1"/>
                  </a:solidFill>
                </a:rPr>
                <a:t>tile types</a:t>
              </a:r>
            </a:p>
          </p:txBody>
        </p:sp>
        <p:grpSp>
          <p:nvGrpSpPr>
            <p:cNvPr id="187" name="Group 186">
              <a:extLst>
                <a:ext uri="{FF2B5EF4-FFF2-40B4-BE49-F238E27FC236}">
                  <a16:creationId xmlns:a16="http://schemas.microsoft.com/office/drawing/2014/main" id="{97E1A4A8-7EAD-478E-9B38-420112D9E593}"/>
                </a:ext>
              </a:extLst>
            </p:cNvPr>
            <p:cNvGrpSpPr/>
            <p:nvPr/>
          </p:nvGrpSpPr>
          <p:grpSpPr>
            <a:xfrm>
              <a:off x="1908667" y="3656157"/>
              <a:ext cx="1677062" cy="584775"/>
              <a:chOff x="2877923" y="1258626"/>
              <a:chExt cx="1677062" cy="584775"/>
            </a:xfrm>
          </p:grpSpPr>
          <p:grpSp>
            <p:nvGrpSpPr>
              <p:cNvPr id="188" name="Group 187">
                <a:extLst>
                  <a:ext uri="{FF2B5EF4-FFF2-40B4-BE49-F238E27FC236}">
                    <a16:creationId xmlns:a16="http://schemas.microsoft.com/office/drawing/2014/main" id="{6648B426-4ACC-4BC2-8704-85E1A7522CC6}"/>
                  </a:ext>
                </a:extLst>
              </p:cNvPr>
              <p:cNvGrpSpPr/>
              <p:nvPr/>
            </p:nvGrpSpPr>
            <p:grpSpPr>
              <a:xfrm>
                <a:off x="3351599" y="1301863"/>
                <a:ext cx="920445" cy="529053"/>
                <a:chOff x="1041705" y="3992508"/>
                <a:chExt cx="920445" cy="529053"/>
              </a:xfrm>
            </p:grpSpPr>
            <p:sp>
              <p:nvSpPr>
                <p:cNvPr id="190" name="TextBox 189">
                  <a:extLst>
                    <a:ext uri="{FF2B5EF4-FFF2-40B4-BE49-F238E27FC236}">
                      <a16:creationId xmlns:a16="http://schemas.microsoft.com/office/drawing/2014/main" id="{E0830B86-9DF3-474F-95AD-90F4C1AFD12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91" name="Straight Connector 190">
                  <a:extLst>
                    <a:ext uri="{FF2B5EF4-FFF2-40B4-BE49-F238E27FC236}">
                      <a16:creationId xmlns:a16="http://schemas.microsoft.com/office/drawing/2014/main" id="{AD51F425-45B2-4EB5-93CE-967981544DD0}"/>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92" name="TextBox 191">
                  <a:extLst>
                    <a:ext uri="{FF2B5EF4-FFF2-40B4-BE49-F238E27FC236}">
                      <a16:creationId xmlns:a16="http://schemas.microsoft.com/office/drawing/2014/main" id="{3946CCB3-DC7A-4B44-ADEC-6B7F58EE819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9" name="TextBox 188">
                <a:extLst>
                  <a:ext uri="{FF2B5EF4-FFF2-40B4-BE49-F238E27FC236}">
                    <a16:creationId xmlns:a16="http://schemas.microsoft.com/office/drawing/2014/main" id="{952D3241-A891-4BE7-8C6D-F9A221C7CF21}"/>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cxnSp>
        <p:nvCxnSpPr>
          <p:cNvPr id="193" name="Straight Connector 192">
            <a:extLst>
              <a:ext uri="{FF2B5EF4-FFF2-40B4-BE49-F238E27FC236}">
                <a16:creationId xmlns:a16="http://schemas.microsoft.com/office/drawing/2014/main" id="{F23FF927-B29C-4426-8D5F-29C37E4F5A5B}"/>
              </a:ext>
            </a:extLst>
          </p:cNvPr>
          <p:cNvCxnSpPr/>
          <p:nvPr/>
        </p:nvCxnSpPr>
        <p:spPr>
          <a:xfrm>
            <a:off x="282639" y="1197104"/>
            <a:ext cx="3099614" cy="0"/>
          </a:xfrm>
          <a:prstGeom prst="line">
            <a:avLst/>
          </a:prstGeom>
        </p:spPr>
        <p:style>
          <a:lnRef idx="2">
            <a:schemeClr val="dk1"/>
          </a:lnRef>
          <a:fillRef idx="0">
            <a:schemeClr val="dk1"/>
          </a:fillRef>
          <a:effectRef idx="1">
            <a:schemeClr val="dk1"/>
          </a:effectRef>
          <a:fontRef idx="minor">
            <a:schemeClr val="tx1"/>
          </a:fontRef>
        </p:style>
      </p:cxnSp>
      <p:grpSp>
        <p:nvGrpSpPr>
          <p:cNvPr id="195" name="Group 194">
            <a:extLst>
              <a:ext uri="{FF2B5EF4-FFF2-40B4-BE49-F238E27FC236}">
                <a16:creationId xmlns:a16="http://schemas.microsoft.com/office/drawing/2014/main" id="{55B53A76-D56C-4F48-B6B1-D3AFBE3B3054}"/>
              </a:ext>
            </a:extLst>
          </p:cNvPr>
          <p:cNvGrpSpPr/>
          <p:nvPr/>
        </p:nvGrpSpPr>
        <p:grpSpPr>
          <a:xfrm>
            <a:off x="2735453" y="3110214"/>
            <a:ext cx="436046" cy="393700"/>
            <a:chOff x="947440" y="2425700"/>
            <a:chExt cx="436046" cy="393700"/>
          </a:xfrm>
        </p:grpSpPr>
        <p:cxnSp>
          <p:nvCxnSpPr>
            <p:cNvPr id="196" name="Straight Connector 195">
              <a:extLst>
                <a:ext uri="{FF2B5EF4-FFF2-40B4-BE49-F238E27FC236}">
                  <a16:creationId xmlns:a16="http://schemas.microsoft.com/office/drawing/2014/main" id="{6EF27FFB-05CB-48B3-A954-2A4CB9E86DB2}"/>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97" name="Straight Arrow Connector 196">
              <a:extLst>
                <a:ext uri="{FF2B5EF4-FFF2-40B4-BE49-F238E27FC236}">
                  <a16:creationId xmlns:a16="http://schemas.microsoft.com/office/drawing/2014/main" id="{A2603C93-4197-4308-ACEA-06CC2BB605E6}"/>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98" name="Group 197">
            <a:extLst>
              <a:ext uri="{FF2B5EF4-FFF2-40B4-BE49-F238E27FC236}">
                <a16:creationId xmlns:a16="http://schemas.microsoft.com/office/drawing/2014/main" id="{265A3C86-22FA-4829-B7AF-EB5787D08001}"/>
              </a:ext>
            </a:extLst>
          </p:cNvPr>
          <p:cNvGrpSpPr/>
          <p:nvPr/>
        </p:nvGrpSpPr>
        <p:grpSpPr>
          <a:xfrm>
            <a:off x="5714112" y="3868932"/>
            <a:ext cx="436046" cy="393700"/>
            <a:chOff x="947440" y="2425700"/>
            <a:chExt cx="436046" cy="393700"/>
          </a:xfrm>
        </p:grpSpPr>
        <p:cxnSp>
          <p:nvCxnSpPr>
            <p:cNvPr id="199" name="Straight Connector 198">
              <a:extLst>
                <a:ext uri="{FF2B5EF4-FFF2-40B4-BE49-F238E27FC236}">
                  <a16:creationId xmlns:a16="http://schemas.microsoft.com/office/drawing/2014/main" id="{BC73A610-1C10-44DF-8A95-8149ABB18EAE}"/>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00" name="Straight Arrow Connector 199">
              <a:extLst>
                <a:ext uri="{FF2B5EF4-FFF2-40B4-BE49-F238E27FC236}">
                  <a16:creationId xmlns:a16="http://schemas.microsoft.com/office/drawing/2014/main" id="{EE12E0DA-55CA-45B6-9924-428DA741C3FB}"/>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05" name="Straight Connector 204">
            <a:extLst>
              <a:ext uri="{FF2B5EF4-FFF2-40B4-BE49-F238E27FC236}">
                <a16:creationId xmlns:a16="http://schemas.microsoft.com/office/drawing/2014/main" id="{97BF5A79-5F5B-45E5-BFD9-C7D9B9E6A1CD}"/>
              </a:ext>
            </a:extLst>
          </p:cNvPr>
          <p:cNvCxnSpPr/>
          <p:nvPr/>
        </p:nvCxnSpPr>
        <p:spPr>
          <a:xfrm flipV="1">
            <a:off x="2170902" y="3581121"/>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889F13C-7C90-42A3-9C8A-57899446BE2C}"/>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sp>
        <p:nvSpPr>
          <p:cNvPr id="157" name="TextBox 156">
            <a:extLst>
              <a:ext uri="{FF2B5EF4-FFF2-40B4-BE49-F238E27FC236}">
                <a16:creationId xmlns:a16="http://schemas.microsoft.com/office/drawing/2014/main" id="{0BEFDE70-D5CE-49C5-9AF9-9F21C203A013}"/>
              </a:ext>
            </a:extLst>
          </p:cNvPr>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30166613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35032B44-D258-4F5D-8430-486FFDEC3D70}"/>
              </a:ext>
            </a:extLst>
          </p:cNvPr>
          <p:cNvGrpSpPr/>
          <p:nvPr/>
        </p:nvGrpSpPr>
        <p:grpSpPr>
          <a:xfrm>
            <a:off x="6327937" y="4136083"/>
            <a:ext cx="2787939" cy="191746"/>
            <a:chOff x="4778080" y="3211702"/>
            <a:chExt cx="2737760" cy="152528"/>
          </a:xfrm>
          <a:solidFill>
            <a:schemeClr val="bg1">
              <a:lumMod val="65000"/>
              <a:lumOff val="35000"/>
            </a:schemeClr>
          </a:solidFill>
        </p:grpSpPr>
        <p:sp>
          <p:nvSpPr>
            <p:cNvPr id="39" name="Rectangle 38">
              <a:extLst>
                <a:ext uri="{FF2B5EF4-FFF2-40B4-BE49-F238E27FC236}">
                  <a16:creationId xmlns:a16="http://schemas.microsoft.com/office/drawing/2014/main" id="{54B22EB1-8678-4B7E-B155-DDBA684C0EB1}"/>
                </a:ext>
              </a:extLst>
            </p:cNvPr>
            <p:cNvSpPr/>
            <p:nvPr/>
          </p:nvSpPr>
          <p:spPr>
            <a:xfrm>
              <a:off x="477808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0" name="Rectangle 39">
              <a:extLst>
                <a:ext uri="{FF2B5EF4-FFF2-40B4-BE49-F238E27FC236}">
                  <a16:creationId xmlns:a16="http://schemas.microsoft.com/office/drawing/2014/main" id="{CD15412F-E923-44B4-8C08-BFB71D68B110}"/>
                </a:ext>
              </a:extLst>
            </p:cNvPr>
            <p:cNvSpPr/>
            <p:nvPr/>
          </p:nvSpPr>
          <p:spPr>
            <a:xfrm>
              <a:off x="494919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1" name="Rectangle 40">
              <a:extLst>
                <a:ext uri="{FF2B5EF4-FFF2-40B4-BE49-F238E27FC236}">
                  <a16:creationId xmlns:a16="http://schemas.microsoft.com/office/drawing/2014/main" id="{2E0D416B-519A-460D-AEA3-534AB3569AC3}"/>
                </a:ext>
              </a:extLst>
            </p:cNvPr>
            <p:cNvSpPr/>
            <p:nvPr/>
          </p:nvSpPr>
          <p:spPr>
            <a:xfrm>
              <a:off x="512030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2" name="Rectangle 41">
              <a:extLst>
                <a:ext uri="{FF2B5EF4-FFF2-40B4-BE49-F238E27FC236}">
                  <a16:creationId xmlns:a16="http://schemas.microsoft.com/office/drawing/2014/main" id="{0B7D213E-541A-4162-86CB-E672B022E7E2}"/>
                </a:ext>
              </a:extLst>
            </p:cNvPr>
            <p:cNvSpPr/>
            <p:nvPr/>
          </p:nvSpPr>
          <p:spPr>
            <a:xfrm>
              <a:off x="529141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a:t>
              </a:r>
            </a:p>
          </p:txBody>
        </p:sp>
        <p:sp>
          <p:nvSpPr>
            <p:cNvPr id="43" name="Rectangle 42">
              <a:extLst>
                <a:ext uri="{FF2B5EF4-FFF2-40B4-BE49-F238E27FC236}">
                  <a16:creationId xmlns:a16="http://schemas.microsoft.com/office/drawing/2014/main" id="{4902C0D1-DF17-4AF5-9D21-8089F084F4F6}"/>
                </a:ext>
              </a:extLst>
            </p:cNvPr>
            <p:cNvSpPr/>
            <p:nvPr/>
          </p:nvSpPr>
          <p:spPr>
            <a:xfrm>
              <a:off x="546252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4" name="Rectangle 43">
              <a:extLst>
                <a:ext uri="{FF2B5EF4-FFF2-40B4-BE49-F238E27FC236}">
                  <a16:creationId xmlns:a16="http://schemas.microsoft.com/office/drawing/2014/main" id="{811F31C7-688D-4A5E-89EB-1617EC854D0F}"/>
                </a:ext>
              </a:extLst>
            </p:cNvPr>
            <p:cNvSpPr/>
            <p:nvPr/>
          </p:nvSpPr>
          <p:spPr>
            <a:xfrm>
              <a:off x="563363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5" name="Rectangle 44">
              <a:extLst>
                <a:ext uri="{FF2B5EF4-FFF2-40B4-BE49-F238E27FC236}">
                  <a16:creationId xmlns:a16="http://schemas.microsoft.com/office/drawing/2014/main" id="{61C726A0-57FE-4FC9-BC0C-49F7E94B8ACC}"/>
                </a:ext>
              </a:extLst>
            </p:cNvPr>
            <p:cNvSpPr/>
            <p:nvPr/>
          </p:nvSpPr>
          <p:spPr>
            <a:xfrm>
              <a:off x="580474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6" name="Rectangle 45">
              <a:extLst>
                <a:ext uri="{FF2B5EF4-FFF2-40B4-BE49-F238E27FC236}">
                  <a16:creationId xmlns:a16="http://schemas.microsoft.com/office/drawing/2014/main" id="{6189E4A9-D521-4F60-B009-A84CDE95269C}"/>
                </a:ext>
              </a:extLst>
            </p:cNvPr>
            <p:cNvSpPr/>
            <p:nvPr/>
          </p:nvSpPr>
          <p:spPr>
            <a:xfrm>
              <a:off x="597585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a:t>
              </a:r>
            </a:p>
          </p:txBody>
        </p:sp>
        <p:sp>
          <p:nvSpPr>
            <p:cNvPr id="47" name="Rectangle 46">
              <a:extLst>
                <a:ext uri="{FF2B5EF4-FFF2-40B4-BE49-F238E27FC236}">
                  <a16:creationId xmlns:a16="http://schemas.microsoft.com/office/drawing/2014/main" id="{B8F0439D-F329-4B84-866F-68A3B6514881}"/>
                </a:ext>
              </a:extLst>
            </p:cNvPr>
            <p:cNvSpPr/>
            <p:nvPr/>
          </p:nvSpPr>
          <p:spPr>
            <a:xfrm>
              <a:off x="614696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8" name="Rectangle 47">
              <a:extLst>
                <a:ext uri="{FF2B5EF4-FFF2-40B4-BE49-F238E27FC236}">
                  <a16:creationId xmlns:a16="http://schemas.microsoft.com/office/drawing/2014/main" id="{2E4474C6-D40E-4E22-BA5B-0DF2EA1BA041}"/>
                </a:ext>
              </a:extLst>
            </p:cNvPr>
            <p:cNvSpPr/>
            <p:nvPr/>
          </p:nvSpPr>
          <p:spPr>
            <a:xfrm>
              <a:off x="631807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9" name="Rectangle 48">
              <a:extLst>
                <a:ext uri="{FF2B5EF4-FFF2-40B4-BE49-F238E27FC236}">
                  <a16:creationId xmlns:a16="http://schemas.microsoft.com/office/drawing/2014/main" id="{5A9444C7-3D35-48FF-8959-44877C36A114}"/>
                </a:ext>
              </a:extLst>
            </p:cNvPr>
            <p:cNvSpPr/>
            <p:nvPr/>
          </p:nvSpPr>
          <p:spPr>
            <a:xfrm>
              <a:off x="648918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0" name="Rectangle 49">
              <a:extLst>
                <a:ext uri="{FF2B5EF4-FFF2-40B4-BE49-F238E27FC236}">
                  <a16:creationId xmlns:a16="http://schemas.microsoft.com/office/drawing/2014/main" id="{86A588CE-AF10-4AD7-82E5-516C1B10EE82}"/>
                </a:ext>
              </a:extLst>
            </p:cNvPr>
            <p:cNvSpPr/>
            <p:nvPr/>
          </p:nvSpPr>
          <p:spPr>
            <a:xfrm>
              <a:off x="666029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a:t>
              </a:r>
            </a:p>
          </p:txBody>
        </p:sp>
        <p:sp>
          <p:nvSpPr>
            <p:cNvPr id="51" name="Rectangle 50">
              <a:extLst>
                <a:ext uri="{FF2B5EF4-FFF2-40B4-BE49-F238E27FC236}">
                  <a16:creationId xmlns:a16="http://schemas.microsoft.com/office/drawing/2014/main" id="{EB4BEA90-F4C1-45F4-92F3-8A6731AE83C8}"/>
                </a:ext>
              </a:extLst>
            </p:cNvPr>
            <p:cNvSpPr/>
            <p:nvPr/>
          </p:nvSpPr>
          <p:spPr>
            <a:xfrm>
              <a:off x="683140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2" name="Rectangle 51">
              <a:extLst>
                <a:ext uri="{FF2B5EF4-FFF2-40B4-BE49-F238E27FC236}">
                  <a16:creationId xmlns:a16="http://schemas.microsoft.com/office/drawing/2014/main" id="{2182DE21-5CDE-4E94-BF0B-844BBF44BE8C}"/>
                </a:ext>
              </a:extLst>
            </p:cNvPr>
            <p:cNvSpPr/>
            <p:nvPr/>
          </p:nvSpPr>
          <p:spPr>
            <a:xfrm>
              <a:off x="700251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3" name="Rectangle 52">
              <a:extLst>
                <a:ext uri="{FF2B5EF4-FFF2-40B4-BE49-F238E27FC236}">
                  <a16:creationId xmlns:a16="http://schemas.microsoft.com/office/drawing/2014/main" id="{00B927B2-4781-4F9A-9BC7-AD14DAC2F161}"/>
                </a:ext>
              </a:extLst>
            </p:cNvPr>
            <p:cNvSpPr/>
            <p:nvPr/>
          </p:nvSpPr>
          <p:spPr>
            <a:xfrm>
              <a:off x="7173620" y="3211702"/>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4" name="Rectangle 53">
              <a:extLst>
                <a:ext uri="{FF2B5EF4-FFF2-40B4-BE49-F238E27FC236}">
                  <a16:creationId xmlns:a16="http://schemas.microsoft.com/office/drawing/2014/main" id="{C3855F59-729A-4513-8CED-E5DBE20B5550}"/>
                </a:ext>
              </a:extLst>
            </p:cNvPr>
            <p:cNvSpPr/>
            <p:nvPr/>
          </p:nvSpPr>
          <p:spPr>
            <a:xfrm>
              <a:off x="7344730" y="3211702"/>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a:t>
              </a:r>
            </a:p>
          </p:txBody>
        </p:sp>
      </p:grpSp>
      <p:pic>
        <p:nvPicPr>
          <p:cNvPr id="55" name="Picture 54">
            <a:extLst>
              <a:ext uri="{FF2B5EF4-FFF2-40B4-BE49-F238E27FC236}">
                <a16:creationId xmlns:a16="http://schemas.microsoft.com/office/drawing/2014/main" id="{B7F8F777-38BD-41AD-96DC-FB7317E635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29569" y="4571426"/>
            <a:ext cx="2160551" cy="2160551"/>
          </a:xfrm>
          <a:prstGeom prst="rect">
            <a:avLst/>
          </a:prstGeom>
        </p:spPr>
      </p:pic>
      <p:grpSp>
        <p:nvGrpSpPr>
          <p:cNvPr id="56" name="Group 55">
            <a:extLst>
              <a:ext uri="{FF2B5EF4-FFF2-40B4-BE49-F238E27FC236}">
                <a16:creationId xmlns:a16="http://schemas.microsoft.com/office/drawing/2014/main" id="{75A332BE-B896-4DF5-B342-EB5C07002CAF}"/>
              </a:ext>
            </a:extLst>
          </p:cNvPr>
          <p:cNvGrpSpPr/>
          <p:nvPr/>
        </p:nvGrpSpPr>
        <p:grpSpPr>
          <a:xfrm>
            <a:off x="3396744" y="3404519"/>
            <a:ext cx="2787939" cy="191744"/>
            <a:chOff x="4778080" y="3211702"/>
            <a:chExt cx="2737760" cy="152528"/>
          </a:xfrm>
        </p:grpSpPr>
        <p:sp>
          <p:nvSpPr>
            <p:cNvPr id="57" name="Rectangle 56">
              <a:extLst>
                <a:ext uri="{FF2B5EF4-FFF2-40B4-BE49-F238E27FC236}">
                  <a16:creationId xmlns:a16="http://schemas.microsoft.com/office/drawing/2014/main" id="{BABDA122-3983-4F62-A634-73A574AD3FEB}"/>
                </a:ext>
              </a:extLst>
            </p:cNvPr>
            <p:cNvSpPr/>
            <p:nvPr/>
          </p:nvSpPr>
          <p:spPr>
            <a:xfrm>
              <a:off x="47780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58" name="Rectangle 57">
              <a:extLst>
                <a:ext uri="{FF2B5EF4-FFF2-40B4-BE49-F238E27FC236}">
                  <a16:creationId xmlns:a16="http://schemas.microsoft.com/office/drawing/2014/main" id="{734EC096-B51D-4F8A-A821-1537D6FF5FB8}"/>
                </a:ext>
              </a:extLst>
            </p:cNvPr>
            <p:cNvSpPr/>
            <p:nvPr/>
          </p:nvSpPr>
          <p:spPr>
            <a:xfrm>
              <a:off x="49491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59" name="Rectangle 58">
              <a:extLst>
                <a:ext uri="{FF2B5EF4-FFF2-40B4-BE49-F238E27FC236}">
                  <a16:creationId xmlns:a16="http://schemas.microsoft.com/office/drawing/2014/main" id="{FCFC2CD6-D0E1-4C8F-AC33-2E17F07781C2}"/>
                </a:ext>
              </a:extLst>
            </p:cNvPr>
            <p:cNvSpPr/>
            <p:nvPr/>
          </p:nvSpPr>
          <p:spPr>
            <a:xfrm>
              <a:off x="51203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0" name="Rectangle 59">
              <a:extLst>
                <a:ext uri="{FF2B5EF4-FFF2-40B4-BE49-F238E27FC236}">
                  <a16:creationId xmlns:a16="http://schemas.microsoft.com/office/drawing/2014/main" id="{8915AEFC-EC3D-41B3-8FE9-84D77D0AEB92}"/>
                </a:ext>
              </a:extLst>
            </p:cNvPr>
            <p:cNvSpPr/>
            <p:nvPr/>
          </p:nvSpPr>
          <p:spPr>
            <a:xfrm>
              <a:off x="52914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1" name="Rectangle 60">
              <a:extLst>
                <a:ext uri="{FF2B5EF4-FFF2-40B4-BE49-F238E27FC236}">
                  <a16:creationId xmlns:a16="http://schemas.microsoft.com/office/drawing/2014/main" id="{54DA306B-92FD-474B-BDBB-3EC8875B2915}"/>
                </a:ext>
              </a:extLst>
            </p:cNvPr>
            <p:cNvSpPr/>
            <p:nvPr/>
          </p:nvSpPr>
          <p:spPr>
            <a:xfrm>
              <a:off x="546252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2" name="Rectangle 61">
              <a:extLst>
                <a:ext uri="{FF2B5EF4-FFF2-40B4-BE49-F238E27FC236}">
                  <a16:creationId xmlns:a16="http://schemas.microsoft.com/office/drawing/2014/main" id="{F4EA9A5B-FEED-4DFE-97E8-61A19140B9EB}"/>
                </a:ext>
              </a:extLst>
            </p:cNvPr>
            <p:cNvSpPr/>
            <p:nvPr/>
          </p:nvSpPr>
          <p:spPr>
            <a:xfrm>
              <a:off x="563363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3" name="Rectangle 62">
              <a:extLst>
                <a:ext uri="{FF2B5EF4-FFF2-40B4-BE49-F238E27FC236}">
                  <a16:creationId xmlns:a16="http://schemas.microsoft.com/office/drawing/2014/main" id="{8E3A2702-318E-4688-B0E5-099E0E85F4DF}"/>
                </a:ext>
              </a:extLst>
            </p:cNvPr>
            <p:cNvSpPr/>
            <p:nvPr/>
          </p:nvSpPr>
          <p:spPr>
            <a:xfrm>
              <a:off x="580474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4" name="Rectangle 63">
              <a:extLst>
                <a:ext uri="{FF2B5EF4-FFF2-40B4-BE49-F238E27FC236}">
                  <a16:creationId xmlns:a16="http://schemas.microsoft.com/office/drawing/2014/main" id="{FEBEA5DF-FE8D-456F-BAE1-45690676742F}"/>
                </a:ext>
              </a:extLst>
            </p:cNvPr>
            <p:cNvSpPr/>
            <p:nvPr/>
          </p:nvSpPr>
          <p:spPr>
            <a:xfrm>
              <a:off x="597585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5" name="Rectangle 64">
              <a:extLst>
                <a:ext uri="{FF2B5EF4-FFF2-40B4-BE49-F238E27FC236}">
                  <a16:creationId xmlns:a16="http://schemas.microsoft.com/office/drawing/2014/main" id="{2347D485-4CA5-4FA3-82D7-7C3FBA2DA717}"/>
                </a:ext>
              </a:extLst>
            </p:cNvPr>
            <p:cNvSpPr/>
            <p:nvPr/>
          </p:nvSpPr>
          <p:spPr>
            <a:xfrm>
              <a:off x="614696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6" name="Rectangle 65">
              <a:extLst>
                <a:ext uri="{FF2B5EF4-FFF2-40B4-BE49-F238E27FC236}">
                  <a16:creationId xmlns:a16="http://schemas.microsoft.com/office/drawing/2014/main" id="{F4817032-DBF8-413D-8D3F-DBEDBE055971}"/>
                </a:ext>
              </a:extLst>
            </p:cNvPr>
            <p:cNvSpPr/>
            <p:nvPr/>
          </p:nvSpPr>
          <p:spPr>
            <a:xfrm>
              <a:off x="631807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7" name="Rectangle 66">
              <a:extLst>
                <a:ext uri="{FF2B5EF4-FFF2-40B4-BE49-F238E27FC236}">
                  <a16:creationId xmlns:a16="http://schemas.microsoft.com/office/drawing/2014/main" id="{8E2DBEC3-3275-48A4-9789-C673792CD0FC}"/>
                </a:ext>
              </a:extLst>
            </p:cNvPr>
            <p:cNvSpPr/>
            <p:nvPr/>
          </p:nvSpPr>
          <p:spPr>
            <a:xfrm>
              <a:off x="64891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8" name="Rectangle 67">
              <a:extLst>
                <a:ext uri="{FF2B5EF4-FFF2-40B4-BE49-F238E27FC236}">
                  <a16:creationId xmlns:a16="http://schemas.microsoft.com/office/drawing/2014/main" id="{B2D37657-4EBE-4A8F-B4DF-D1A28CF1A613}"/>
                </a:ext>
              </a:extLst>
            </p:cNvPr>
            <p:cNvSpPr/>
            <p:nvPr/>
          </p:nvSpPr>
          <p:spPr>
            <a:xfrm>
              <a:off x="66602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9" name="Rectangle 68">
              <a:extLst>
                <a:ext uri="{FF2B5EF4-FFF2-40B4-BE49-F238E27FC236}">
                  <a16:creationId xmlns:a16="http://schemas.microsoft.com/office/drawing/2014/main" id="{907E84E1-7947-4409-8F2F-0A9887474A69}"/>
                </a:ext>
              </a:extLst>
            </p:cNvPr>
            <p:cNvSpPr/>
            <p:nvPr/>
          </p:nvSpPr>
          <p:spPr>
            <a:xfrm>
              <a:off x="68314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70" name="Rectangle 69">
              <a:extLst>
                <a:ext uri="{FF2B5EF4-FFF2-40B4-BE49-F238E27FC236}">
                  <a16:creationId xmlns:a16="http://schemas.microsoft.com/office/drawing/2014/main" id="{B96DE43C-387F-4A92-AD61-BD2D4F8E1801}"/>
                </a:ext>
              </a:extLst>
            </p:cNvPr>
            <p:cNvSpPr/>
            <p:nvPr/>
          </p:nvSpPr>
          <p:spPr>
            <a:xfrm>
              <a:off x="70025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1" name="Rectangle 70">
              <a:extLst>
                <a:ext uri="{FF2B5EF4-FFF2-40B4-BE49-F238E27FC236}">
                  <a16:creationId xmlns:a16="http://schemas.microsoft.com/office/drawing/2014/main" id="{D3244D9B-70B9-4F99-B3FF-7E16229610C0}"/>
                </a:ext>
              </a:extLst>
            </p:cNvPr>
            <p:cNvSpPr/>
            <p:nvPr/>
          </p:nvSpPr>
          <p:spPr>
            <a:xfrm>
              <a:off x="717362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2" name="Rectangle 71">
              <a:extLst>
                <a:ext uri="{FF2B5EF4-FFF2-40B4-BE49-F238E27FC236}">
                  <a16:creationId xmlns:a16="http://schemas.microsoft.com/office/drawing/2014/main" id="{37222178-D448-42CB-AC1E-0A4BCF038603}"/>
                </a:ext>
              </a:extLst>
            </p:cNvPr>
            <p:cNvSpPr/>
            <p:nvPr/>
          </p:nvSpPr>
          <p:spPr>
            <a:xfrm>
              <a:off x="734473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grpSp>
      <p:grpSp>
        <p:nvGrpSpPr>
          <p:cNvPr id="4" name="Group 3">
            <a:extLst>
              <a:ext uri="{FF2B5EF4-FFF2-40B4-BE49-F238E27FC236}">
                <a16:creationId xmlns:a16="http://schemas.microsoft.com/office/drawing/2014/main" id="{D67FB474-A242-485E-94C3-9C8210029313}"/>
              </a:ext>
            </a:extLst>
          </p:cNvPr>
          <p:cNvGrpSpPr/>
          <p:nvPr/>
        </p:nvGrpSpPr>
        <p:grpSpPr>
          <a:xfrm>
            <a:off x="1821016" y="2678806"/>
            <a:ext cx="1405399" cy="191743"/>
            <a:chOff x="1751166" y="2678806"/>
            <a:chExt cx="1405399" cy="191743"/>
          </a:xfrm>
        </p:grpSpPr>
        <p:sp>
          <p:nvSpPr>
            <p:cNvPr id="22" name="Rectangle 21">
              <a:extLst>
                <a:ext uri="{FF2B5EF4-FFF2-40B4-BE49-F238E27FC236}">
                  <a16:creationId xmlns:a16="http://schemas.microsoft.com/office/drawing/2014/main" id="{6A39304D-2C79-412C-AF0E-DF5E7E4CCEF8}"/>
                </a:ext>
              </a:extLst>
            </p:cNvPr>
            <p:cNvSpPr/>
            <p:nvPr/>
          </p:nvSpPr>
          <p:spPr>
            <a:xfrm>
              <a:off x="176259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23" name="Rectangle 22">
              <a:extLst>
                <a:ext uri="{FF2B5EF4-FFF2-40B4-BE49-F238E27FC236}">
                  <a16:creationId xmlns:a16="http://schemas.microsoft.com/office/drawing/2014/main" id="{65ABD3F8-1B92-4A59-9674-2C87DD8622E8}"/>
                </a:ext>
              </a:extLst>
            </p:cNvPr>
            <p:cNvSpPr/>
            <p:nvPr/>
          </p:nvSpPr>
          <p:spPr>
            <a:xfrm>
              <a:off x="193684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24" name="Rectangle 23">
              <a:extLst>
                <a:ext uri="{FF2B5EF4-FFF2-40B4-BE49-F238E27FC236}">
                  <a16:creationId xmlns:a16="http://schemas.microsoft.com/office/drawing/2014/main" id="{A695E45C-3673-49B5-91D0-48D95D70E04F}"/>
                </a:ext>
              </a:extLst>
            </p:cNvPr>
            <p:cNvSpPr/>
            <p:nvPr/>
          </p:nvSpPr>
          <p:spPr>
            <a:xfrm>
              <a:off x="211108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25" name="Rectangle 24">
              <a:extLst>
                <a:ext uri="{FF2B5EF4-FFF2-40B4-BE49-F238E27FC236}">
                  <a16:creationId xmlns:a16="http://schemas.microsoft.com/office/drawing/2014/main" id="{DCB76EB5-02B7-4275-B625-A8A76866CA7E}"/>
                </a:ext>
              </a:extLst>
            </p:cNvPr>
            <p:cNvSpPr/>
            <p:nvPr/>
          </p:nvSpPr>
          <p:spPr>
            <a:xfrm>
              <a:off x="228533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26" name="Rectangle 25">
              <a:extLst>
                <a:ext uri="{FF2B5EF4-FFF2-40B4-BE49-F238E27FC236}">
                  <a16:creationId xmlns:a16="http://schemas.microsoft.com/office/drawing/2014/main" id="{53C424E9-654B-4BBE-A411-F37A64728457}"/>
                </a:ext>
              </a:extLst>
            </p:cNvPr>
            <p:cNvSpPr/>
            <p:nvPr/>
          </p:nvSpPr>
          <p:spPr>
            <a:xfrm>
              <a:off x="245958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27" name="Rectangle 26">
              <a:extLst>
                <a:ext uri="{FF2B5EF4-FFF2-40B4-BE49-F238E27FC236}">
                  <a16:creationId xmlns:a16="http://schemas.microsoft.com/office/drawing/2014/main" id="{4AF93879-7E1E-4330-A9FD-C223333FD215}"/>
                </a:ext>
              </a:extLst>
            </p:cNvPr>
            <p:cNvSpPr/>
            <p:nvPr/>
          </p:nvSpPr>
          <p:spPr>
            <a:xfrm>
              <a:off x="263382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28" name="Rectangle 27">
              <a:extLst>
                <a:ext uri="{FF2B5EF4-FFF2-40B4-BE49-F238E27FC236}">
                  <a16:creationId xmlns:a16="http://schemas.microsoft.com/office/drawing/2014/main" id="{16B1D2D0-A1B2-40B7-AF7A-8330D5DFDF76}"/>
                </a:ext>
              </a:extLst>
            </p:cNvPr>
            <p:cNvSpPr/>
            <p:nvPr/>
          </p:nvSpPr>
          <p:spPr>
            <a:xfrm>
              <a:off x="280807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29" name="Rectangle 28">
              <a:extLst>
                <a:ext uri="{FF2B5EF4-FFF2-40B4-BE49-F238E27FC236}">
                  <a16:creationId xmlns:a16="http://schemas.microsoft.com/office/drawing/2014/main" id="{22D5B89A-BB9C-4098-AECB-64E45C4659DF}"/>
                </a:ext>
              </a:extLst>
            </p:cNvPr>
            <p:cNvSpPr/>
            <p:nvPr/>
          </p:nvSpPr>
          <p:spPr>
            <a:xfrm>
              <a:off x="298231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5" name="Rectangle 74">
              <a:extLst>
                <a:ext uri="{FF2B5EF4-FFF2-40B4-BE49-F238E27FC236}">
                  <a16:creationId xmlns:a16="http://schemas.microsoft.com/office/drawing/2014/main" id="{BE611F69-AC64-4F48-8231-179B604CF7AF}"/>
                </a:ext>
              </a:extLst>
            </p:cNvPr>
            <p:cNvSpPr/>
            <p:nvPr/>
          </p:nvSpPr>
          <p:spPr>
            <a:xfrm>
              <a:off x="175116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76" name="Rectangle 75">
              <a:extLst>
                <a:ext uri="{FF2B5EF4-FFF2-40B4-BE49-F238E27FC236}">
                  <a16:creationId xmlns:a16="http://schemas.microsoft.com/office/drawing/2014/main" id="{12081729-137B-444D-AF41-F99295DCCDA9}"/>
                </a:ext>
              </a:extLst>
            </p:cNvPr>
            <p:cNvSpPr/>
            <p:nvPr/>
          </p:nvSpPr>
          <p:spPr>
            <a:xfrm>
              <a:off x="192541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94" name="Rectangle 93">
              <a:extLst>
                <a:ext uri="{FF2B5EF4-FFF2-40B4-BE49-F238E27FC236}">
                  <a16:creationId xmlns:a16="http://schemas.microsoft.com/office/drawing/2014/main" id="{D0FD16AC-3DA8-467D-AE04-4427FAF55691}"/>
                </a:ext>
              </a:extLst>
            </p:cNvPr>
            <p:cNvSpPr/>
            <p:nvPr/>
          </p:nvSpPr>
          <p:spPr>
            <a:xfrm>
              <a:off x="209965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95" name="Rectangle 94">
              <a:extLst>
                <a:ext uri="{FF2B5EF4-FFF2-40B4-BE49-F238E27FC236}">
                  <a16:creationId xmlns:a16="http://schemas.microsoft.com/office/drawing/2014/main" id="{2FC90D57-1F44-42DE-BFFF-79BFB251FD79}"/>
                </a:ext>
              </a:extLst>
            </p:cNvPr>
            <p:cNvSpPr/>
            <p:nvPr/>
          </p:nvSpPr>
          <p:spPr>
            <a:xfrm>
              <a:off x="227390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96" name="Rectangle 95">
              <a:extLst>
                <a:ext uri="{FF2B5EF4-FFF2-40B4-BE49-F238E27FC236}">
                  <a16:creationId xmlns:a16="http://schemas.microsoft.com/office/drawing/2014/main" id="{6C328A41-2E3D-491C-9343-23B321CA68C2}"/>
                </a:ext>
              </a:extLst>
            </p:cNvPr>
            <p:cNvSpPr/>
            <p:nvPr/>
          </p:nvSpPr>
          <p:spPr>
            <a:xfrm>
              <a:off x="244815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97" name="Rectangle 96">
              <a:extLst>
                <a:ext uri="{FF2B5EF4-FFF2-40B4-BE49-F238E27FC236}">
                  <a16:creationId xmlns:a16="http://schemas.microsoft.com/office/drawing/2014/main" id="{85F09A19-3A08-4C3C-9CFA-6C4B5BAD1A89}"/>
                </a:ext>
              </a:extLst>
            </p:cNvPr>
            <p:cNvSpPr/>
            <p:nvPr/>
          </p:nvSpPr>
          <p:spPr>
            <a:xfrm>
              <a:off x="262239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98" name="Rectangle 97">
              <a:extLst>
                <a:ext uri="{FF2B5EF4-FFF2-40B4-BE49-F238E27FC236}">
                  <a16:creationId xmlns:a16="http://schemas.microsoft.com/office/drawing/2014/main" id="{297658C4-68D2-4F74-BD2C-85BA9E3FD7D0}"/>
                </a:ext>
              </a:extLst>
            </p:cNvPr>
            <p:cNvSpPr/>
            <p:nvPr/>
          </p:nvSpPr>
          <p:spPr>
            <a:xfrm>
              <a:off x="279664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99" name="Rectangle 98">
              <a:extLst>
                <a:ext uri="{FF2B5EF4-FFF2-40B4-BE49-F238E27FC236}">
                  <a16:creationId xmlns:a16="http://schemas.microsoft.com/office/drawing/2014/main" id="{61AFD046-01C5-4F4E-956B-F2D336EBFD35}"/>
                </a:ext>
              </a:extLst>
            </p:cNvPr>
            <p:cNvSpPr/>
            <p:nvPr/>
          </p:nvSpPr>
          <p:spPr>
            <a:xfrm>
              <a:off x="297088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grpSp>
      <p:grpSp>
        <p:nvGrpSpPr>
          <p:cNvPr id="5" name="Group 4">
            <a:extLst>
              <a:ext uri="{FF2B5EF4-FFF2-40B4-BE49-F238E27FC236}">
                <a16:creationId xmlns:a16="http://schemas.microsoft.com/office/drawing/2014/main" id="{F86387D8-2CEE-409F-B305-E3DD4010F8A0}"/>
              </a:ext>
            </a:extLst>
          </p:cNvPr>
          <p:cNvGrpSpPr/>
          <p:nvPr/>
        </p:nvGrpSpPr>
        <p:grpSpPr>
          <a:xfrm>
            <a:off x="401057" y="1331258"/>
            <a:ext cx="1116685" cy="905871"/>
            <a:chOff x="820157" y="1458258"/>
            <a:chExt cx="1116685" cy="905871"/>
          </a:xfrm>
        </p:grpSpPr>
        <p:grpSp>
          <p:nvGrpSpPr>
            <p:cNvPr id="113" name="Group 112">
              <a:extLst>
                <a:ext uri="{FF2B5EF4-FFF2-40B4-BE49-F238E27FC236}">
                  <a16:creationId xmlns:a16="http://schemas.microsoft.com/office/drawing/2014/main" id="{A109DD6B-581E-4A98-9B66-E18A3DF24D88}"/>
                </a:ext>
              </a:extLst>
            </p:cNvPr>
            <p:cNvGrpSpPr/>
            <p:nvPr/>
          </p:nvGrpSpPr>
          <p:grpSpPr>
            <a:xfrm>
              <a:off x="1762596" y="1698281"/>
              <a:ext cx="174246" cy="165734"/>
              <a:chOff x="3374524" y="3961948"/>
              <a:chExt cx="521293" cy="512749"/>
            </a:xfrm>
            <a:effectLst>
              <a:outerShdw blurRad="50800" dist="38100" dir="2700000" algn="tl" rotWithShape="0">
                <a:prstClr val="black">
                  <a:alpha val="40000"/>
                </a:prstClr>
              </a:outerShdw>
            </a:effectLst>
          </p:grpSpPr>
          <p:sp>
            <p:nvSpPr>
              <p:cNvPr id="114" name="Rectangle 113">
                <a:extLst>
                  <a:ext uri="{FF2B5EF4-FFF2-40B4-BE49-F238E27FC236}">
                    <a16:creationId xmlns:a16="http://schemas.microsoft.com/office/drawing/2014/main" id="{DD8E06A4-1420-4987-A1E6-757F29DC4EA2}"/>
                  </a:ext>
                </a:extLst>
              </p:cNvPr>
              <p:cNvSpPr/>
              <p:nvPr/>
            </p:nvSpPr>
            <p:spPr>
              <a:xfrm>
                <a:off x="3374524" y="396194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00255F68-D61D-48EA-BC23-FA439E3A986B}"/>
                  </a:ext>
                </a:extLst>
              </p:cNvPr>
              <p:cNvSpPr/>
              <p:nvPr/>
            </p:nvSpPr>
            <p:spPr>
              <a:xfrm rot="5400000">
                <a:off x="3594070" y="386204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6122C6E2-E643-4B9C-86B3-2914D8C74D12}"/>
                  </a:ext>
                </a:extLst>
              </p:cNvPr>
              <p:cNvSpPr/>
              <p:nvPr/>
            </p:nvSpPr>
            <p:spPr>
              <a:xfrm rot="5400000">
                <a:off x="3594070" y="429259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F16AAB8A-82A5-428C-A814-6F0A8616C33A}"/>
                  </a:ext>
                </a:extLst>
              </p:cNvPr>
              <p:cNvSpPr/>
              <p:nvPr/>
            </p:nvSpPr>
            <p:spPr>
              <a:xfrm>
                <a:off x="3374524"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724418E0-A7AE-46D4-9A6C-CA6FF1F13EAD}"/>
                  </a:ext>
                </a:extLst>
              </p:cNvPr>
              <p:cNvSpPr/>
              <p:nvPr/>
            </p:nvSpPr>
            <p:spPr>
              <a:xfrm>
                <a:off x="3813618"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3AC056D9-CB4A-4C81-B0B8-A1F9EC6A3A33}"/>
                </a:ext>
              </a:extLst>
            </p:cNvPr>
            <p:cNvGrpSpPr/>
            <p:nvPr/>
          </p:nvGrpSpPr>
          <p:grpSpPr>
            <a:xfrm>
              <a:off x="1337149" y="1458258"/>
              <a:ext cx="174246" cy="165734"/>
              <a:chOff x="1960978" y="2290824"/>
              <a:chExt cx="521293" cy="512748"/>
            </a:xfrm>
          </p:grpSpPr>
          <p:grpSp>
            <p:nvGrpSpPr>
              <p:cNvPr id="120" name="Group 119">
                <a:extLst>
                  <a:ext uri="{FF2B5EF4-FFF2-40B4-BE49-F238E27FC236}">
                    <a16:creationId xmlns:a16="http://schemas.microsoft.com/office/drawing/2014/main" id="{E39300E9-1385-4A7A-9BD0-F6E863F32A0F}"/>
                  </a:ext>
                </a:extLst>
              </p:cNvPr>
              <p:cNvGrpSpPr/>
              <p:nvPr/>
            </p:nvGrpSpPr>
            <p:grpSpPr>
              <a:xfrm>
                <a:off x="1960978" y="2290824"/>
                <a:ext cx="521293" cy="512748"/>
                <a:chOff x="1378086" y="2546788"/>
                <a:chExt cx="521293" cy="512748"/>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BA8FB9D5-5866-4757-BFB2-03518C0EFE9C}"/>
                    </a:ext>
                  </a:extLst>
                </p:cNvPr>
                <p:cNvSpPr/>
                <p:nvPr/>
              </p:nvSpPr>
              <p:spPr>
                <a:xfrm>
                  <a:off x="1378086" y="2546788"/>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097F1BF0-4022-4D05-BBB8-97E13AFAF26E}"/>
                    </a:ext>
                  </a:extLst>
                </p:cNvPr>
                <p:cNvSpPr/>
                <p:nvPr/>
              </p:nvSpPr>
              <p:spPr>
                <a:xfrm rot="5400000">
                  <a:off x="1597632" y="2446882"/>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A41DD89E-A0F1-414E-9E1D-E630DD6203CA}"/>
                    </a:ext>
                  </a:extLst>
                </p:cNvPr>
                <p:cNvSpPr/>
                <p:nvPr/>
              </p:nvSpPr>
              <p:spPr>
                <a:xfrm>
                  <a:off x="1817180" y="2662156"/>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1F6A5AC6-08BC-4DED-B689-D8D28BB595CE}"/>
                    </a:ext>
                  </a:extLst>
                </p:cNvPr>
                <p:cNvSpPr/>
                <p:nvPr/>
              </p:nvSpPr>
              <p:spPr>
                <a:xfrm rot="5400000">
                  <a:off x="1597632" y="2877431"/>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1" name="Straight Connector 120">
                <a:extLst>
                  <a:ext uri="{FF2B5EF4-FFF2-40B4-BE49-F238E27FC236}">
                    <a16:creationId xmlns:a16="http://schemas.microsoft.com/office/drawing/2014/main" id="{6D42D8E1-4400-442D-A62C-A97E8EF82485}"/>
                  </a:ext>
                </a:extLst>
              </p:cNvPr>
              <p:cNvCxnSpPr/>
              <p:nvPr/>
            </p:nvCxnSpPr>
            <p:spPr>
              <a:xfrm>
                <a:off x="2224880" y="2290824"/>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22" name="Straight Connector 121">
                <a:extLst>
                  <a:ext uri="{FF2B5EF4-FFF2-40B4-BE49-F238E27FC236}">
                    <a16:creationId xmlns:a16="http://schemas.microsoft.com/office/drawing/2014/main" id="{5746C54A-A166-4ED9-99AF-373A9BA8AD46}"/>
                  </a:ext>
                </a:extLst>
              </p:cNvPr>
              <p:cNvCxnSpPr/>
              <p:nvPr/>
            </p:nvCxnSpPr>
            <p:spPr>
              <a:xfrm>
                <a:off x="2224880" y="2721373"/>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27" name="Group 126">
              <a:extLst>
                <a:ext uri="{FF2B5EF4-FFF2-40B4-BE49-F238E27FC236}">
                  <a16:creationId xmlns:a16="http://schemas.microsoft.com/office/drawing/2014/main" id="{C511A070-A94F-44F4-903E-3CBD0E616B6F}"/>
                </a:ext>
              </a:extLst>
            </p:cNvPr>
            <p:cNvGrpSpPr/>
            <p:nvPr/>
          </p:nvGrpSpPr>
          <p:grpSpPr>
            <a:xfrm>
              <a:off x="1326550" y="1901632"/>
              <a:ext cx="174246" cy="165734"/>
              <a:chOff x="1960976" y="2992945"/>
              <a:chExt cx="521293" cy="512748"/>
            </a:xfrm>
          </p:grpSpPr>
          <p:grpSp>
            <p:nvGrpSpPr>
              <p:cNvPr id="128" name="Group 127">
                <a:extLst>
                  <a:ext uri="{FF2B5EF4-FFF2-40B4-BE49-F238E27FC236}">
                    <a16:creationId xmlns:a16="http://schemas.microsoft.com/office/drawing/2014/main" id="{99BA9C1C-627F-4D09-BBE9-93987F96AB70}"/>
                  </a:ext>
                </a:extLst>
              </p:cNvPr>
              <p:cNvGrpSpPr/>
              <p:nvPr/>
            </p:nvGrpSpPr>
            <p:grpSpPr>
              <a:xfrm>
                <a:off x="1960976" y="2992945"/>
                <a:ext cx="521293" cy="512748"/>
                <a:chOff x="3603126" y="3395374"/>
                <a:chExt cx="521293" cy="512748"/>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349F4D78-9BCD-46F0-9C58-7096A8D81D15}"/>
                    </a:ext>
                  </a:extLst>
                </p:cNvPr>
                <p:cNvSpPr/>
                <p:nvPr/>
              </p:nvSpPr>
              <p:spPr>
                <a:xfrm>
                  <a:off x="3603126" y="3395374"/>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63C53454-E589-47F4-ADCA-A1390BD178BF}"/>
                    </a:ext>
                  </a:extLst>
                </p:cNvPr>
                <p:cNvSpPr/>
                <p:nvPr/>
              </p:nvSpPr>
              <p:spPr>
                <a:xfrm rot="5400000">
                  <a:off x="3822672" y="3726017"/>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80B85179-02A1-4139-85A5-99FBF0E5C9F3}"/>
                    </a:ext>
                  </a:extLst>
                </p:cNvPr>
                <p:cNvSpPr/>
                <p:nvPr/>
              </p:nvSpPr>
              <p:spPr>
                <a:xfrm>
                  <a:off x="4042220" y="3510742"/>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9" name="Straight Connector 128">
                <a:extLst>
                  <a:ext uri="{FF2B5EF4-FFF2-40B4-BE49-F238E27FC236}">
                    <a16:creationId xmlns:a16="http://schemas.microsoft.com/office/drawing/2014/main" id="{180525FF-5183-4D56-96F6-7A04A0806286}"/>
                  </a:ext>
                </a:extLst>
              </p:cNvPr>
              <p:cNvCxnSpPr/>
              <p:nvPr/>
            </p:nvCxnSpPr>
            <p:spPr>
              <a:xfrm>
                <a:off x="2224880" y="342349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33" name="Group 132">
              <a:extLst>
                <a:ext uri="{FF2B5EF4-FFF2-40B4-BE49-F238E27FC236}">
                  <a16:creationId xmlns:a16="http://schemas.microsoft.com/office/drawing/2014/main" id="{641B49C4-BB46-45AB-B54C-6EE21B2F4A39}"/>
                </a:ext>
              </a:extLst>
            </p:cNvPr>
            <p:cNvGrpSpPr/>
            <p:nvPr/>
          </p:nvGrpSpPr>
          <p:grpSpPr>
            <a:xfrm>
              <a:off x="820157" y="1617725"/>
              <a:ext cx="174246" cy="165734"/>
              <a:chOff x="1205410" y="2290825"/>
              <a:chExt cx="521293" cy="512748"/>
            </a:xfrm>
          </p:grpSpPr>
          <p:grpSp>
            <p:nvGrpSpPr>
              <p:cNvPr id="134" name="Group 133">
                <a:extLst>
                  <a:ext uri="{FF2B5EF4-FFF2-40B4-BE49-F238E27FC236}">
                    <a16:creationId xmlns:a16="http://schemas.microsoft.com/office/drawing/2014/main" id="{1F69E409-8EE2-4ED3-806F-2F70709AC009}"/>
                  </a:ext>
                </a:extLst>
              </p:cNvPr>
              <p:cNvGrpSpPr/>
              <p:nvPr/>
            </p:nvGrpSpPr>
            <p:grpSpPr>
              <a:xfrm>
                <a:off x="1205410" y="2290825"/>
                <a:ext cx="521293" cy="512748"/>
                <a:chOff x="3737574" y="3110669"/>
                <a:chExt cx="521293" cy="512748"/>
              </a:xfrm>
              <a:effectLst>
                <a:outerShdw blurRad="50800" dist="38100" dir="2700000" algn="tl" rotWithShape="0">
                  <a:prstClr val="black">
                    <a:alpha val="40000"/>
                  </a:prstClr>
                </a:outerShdw>
              </a:effectLst>
            </p:grpSpPr>
            <p:sp>
              <p:nvSpPr>
                <p:cNvPr id="137" name="Rectangle 136">
                  <a:extLst>
                    <a:ext uri="{FF2B5EF4-FFF2-40B4-BE49-F238E27FC236}">
                      <a16:creationId xmlns:a16="http://schemas.microsoft.com/office/drawing/2014/main" id="{55A6CC15-FBC9-4184-949F-5620FAE319E1}"/>
                    </a:ext>
                  </a:extLst>
                </p:cNvPr>
                <p:cNvSpPr/>
                <p:nvPr/>
              </p:nvSpPr>
              <p:spPr>
                <a:xfrm>
                  <a:off x="3737574" y="311066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Rectangle 137">
                  <a:extLst>
                    <a:ext uri="{FF2B5EF4-FFF2-40B4-BE49-F238E27FC236}">
                      <a16:creationId xmlns:a16="http://schemas.microsoft.com/office/drawing/2014/main" id="{CE734CE5-A136-4B05-AC58-CD52303105E8}"/>
                    </a:ext>
                  </a:extLst>
                </p:cNvPr>
                <p:cNvSpPr/>
                <p:nvPr/>
              </p:nvSpPr>
              <p:spPr>
                <a:xfrm rot="5400000">
                  <a:off x="3957120" y="3010763"/>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968CD6D9-01ED-4E4A-90BF-85E2E03D738B}"/>
                    </a:ext>
                  </a:extLst>
                </p:cNvPr>
                <p:cNvSpPr/>
                <p:nvPr/>
              </p:nvSpPr>
              <p:spPr>
                <a:xfrm>
                  <a:off x="4171308" y="3226037"/>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35" name="Straight Connector 134">
                <a:extLst>
                  <a:ext uri="{FF2B5EF4-FFF2-40B4-BE49-F238E27FC236}">
                    <a16:creationId xmlns:a16="http://schemas.microsoft.com/office/drawing/2014/main" id="{A0E08BA6-D804-4FA9-BD7B-747088627E28}"/>
                  </a:ext>
                </a:extLst>
              </p:cNvPr>
              <p:cNvCxnSpPr>
                <a:stCxn id="138" idx="1"/>
                <a:endCxn id="138" idx="3"/>
              </p:cNvCxnSpPr>
              <p:nvPr/>
            </p:nvCxnSpPr>
            <p:spPr>
              <a:xfrm>
                <a:off x="1466055" y="2290825"/>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D453FEB8-CD4A-4D9A-A20E-A52BEDF44DB8}"/>
                  </a:ext>
                </a:extLst>
              </p:cNvPr>
              <p:cNvCxnSpPr>
                <a:cxnSpLocks/>
              </p:cNvCxnSpPr>
              <p:nvPr/>
            </p:nvCxnSpPr>
            <p:spPr>
              <a:xfrm rot="5400000">
                <a:off x="1680241" y="2498948"/>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0" name="Group 139">
              <a:extLst>
                <a:ext uri="{FF2B5EF4-FFF2-40B4-BE49-F238E27FC236}">
                  <a16:creationId xmlns:a16="http://schemas.microsoft.com/office/drawing/2014/main" id="{2415FA2B-FB53-40FF-8F90-FCFB0BD7896A}"/>
                </a:ext>
              </a:extLst>
            </p:cNvPr>
            <p:cNvGrpSpPr/>
            <p:nvPr/>
          </p:nvGrpSpPr>
          <p:grpSpPr>
            <a:xfrm>
              <a:off x="957605" y="2084005"/>
              <a:ext cx="174247" cy="165734"/>
              <a:chOff x="1200047" y="2998405"/>
              <a:chExt cx="521296" cy="512748"/>
            </a:xfrm>
          </p:grpSpPr>
          <p:grpSp>
            <p:nvGrpSpPr>
              <p:cNvPr id="141" name="Group 140">
                <a:extLst>
                  <a:ext uri="{FF2B5EF4-FFF2-40B4-BE49-F238E27FC236}">
                    <a16:creationId xmlns:a16="http://schemas.microsoft.com/office/drawing/2014/main" id="{09AF3B16-B491-4D01-BC26-E65F0D4665F1}"/>
                  </a:ext>
                </a:extLst>
              </p:cNvPr>
              <p:cNvGrpSpPr/>
              <p:nvPr/>
            </p:nvGrpSpPr>
            <p:grpSpPr>
              <a:xfrm>
                <a:off x="1200050" y="2998405"/>
                <a:ext cx="521293" cy="512748"/>
                <a:chOff x="3515961" y="3443740"/>
                <a:chExt cx="521293" cy="512748"/>
              </a:xfrm>
              <a:effectLst>
                <a:outerShdw blurRad="50800" dist="38100" dir="2700000" algn="tl" rotWithShape="0">
                  <a:prstClr val="black">
                    <a:alpha val="40000"/>
                  </a:prstClr>
                </a:outerShdw>
              </a:effectLst>
            </p:grpSpPr>
            <p:sp>
              <p:nvSpPr>
                <p:cNvPr id="143" name="Rectangle 142">
                  <a:extLst>
                    <a:ext uri="{FF2B5EF4-FFF2-40B4-BE49-F238E27FC236}">
                      <a16:creationId xmlns:a16="http://schemas.microsoft.com/office/drawing/2014/main" id="{E80C9F32-CCCC-42FC-BC9F-25467F425BAE}"/>
                    </a:ext>
                  </a:extLst>
                </p:cNvPr>
                <p:cNvSpPr/>
                <p:nvPr/>
              </p:nvSpPr>
              <p:spPr>
                <a:xfrm>
                  <a:off x="3515961" y="344374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8BEA8A7E-46B6-4E0C-AC33-74510027E689}"/>
                    </a:ext>
                  </a:extLst>
                </p:cNvPr>
                <p:cNvSpPr/>
                <p:nvPr/>
              </p:nvSpPr>
              <p:spPr>
                <a:xfrm>
                  <a:off x="3515961" y="355910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94579CC8-273C-459C-A085-CCF3375C38AD}"/>
                    </a:ext>
                  </a:extLst>
                </p:cNvPr>
                <p:cNvSpPr/>
                <p:nvPr/>
              </p:nvSpPr>
              <p:spPr>
                <a:xfrm rot="5400000">
                  <a:off x="3735507" y="3343834"/>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2" name="Straight Connector 141">
                <a:extLst>
                  <a:ext uri="{FF2B5EF4-FFF2-40B4-BE49-F238E27FC236}">
                    <a16:creationId xmlns:a16="http://schemas.microsoft.com/office/drawing/2014/main" id="{A69F8EB1-DBEC-4493-BDCE-4FC0FDA55256}"/>
                  </a:ext>
                </a:extLst>
              </p:cNvPr>
              <p:cNvCxnSpPr>
                <a:cxnSpLocks/>
              </p:cNvCxnSpPr>
              <p:nvPr/>
            </p:nvCxnSpPr>
            <p:spPr>
              <a:xfrm rot="5400000">
                <a:off x="1241147" y="320697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6" name="Group 145">
              <a:extLst>
                <a:ext uri="{FF2B5EF4-FFF2-40B4-BE49-F238E27FC236}">
                  <a16:creationId xmlns:a16="http://schemas.microsoft.com/office/drawing/2014/main" id="{70EA6372-A80D-422B-87A1-5D1458D6042C}"/>
                </a:ext>
              </a:extLst>
            </p:cNvPr>
            <p:cNvGrpSpPr/>
            <p:nvPr/>
          </p:nvGrpSpPr>
          <p:grpSpPr>
            <a:xfrm>
              <a:off x="1602087" y="2197680"/>
              <a:ext cx="174247" cy="166449"/>
              <a:chOff x="1200046" y="3705985"/>
              <a:chExt cx="521295" cy="514960"/>
            </a:xfrm>
          </p:grpSpPr>
          <p:grpSp>
            <p:nvGrpSpPr>
              <p:cNvPr id="147" name="Group 146">
                <a:extLst>
                  <a:ext uri="{FF2B5EF4-FFF2-40B4-BE49-F238E27FC236}">
                    <a16:creationId xmlns:a16="http://schemas.microsoft.com/office/drawing/2014/main" id="{F1F3E3AD-B570-4384-9A9D-AA43B7A94F06}"/>
                  </a:ext>
                </a:extLst>
              </p:cNvPr>
              <p:cNvGrpSpPr/>
              <p:nvPr/>
            </p:nvGrpSpPr>
            <p:grpSpPr>
              <a:xfrm>
                <a:off x="1200048" y="3705985"/>
                <a:ext cx="521293" cy="514960"/>
                <a:chOff x="3519304" y="3703188"/>
                <a:chExt cx="521293" cy="514960"/>
              </a:xfrm>
              <a:effectLst>
                <a:outerShdw blurRad="50800" dist="38100" dir="2700000" algn="tl" rotWithShape="0">
                  <a:prstClr val="black">
                    <a:alpha val="40000"/>
                  </a:prstClr>
                </a:outerShdw>
              </a:effectLst>
            </p:grpSpPr>
            <p:sp>
              <p:nvSpPr>
                <p:cNvPr id="150" name="Rectangle 149">
                  <a:extLst>
                    <a:ext uri="{FF2B5EF4-FFF2-40B4-BE49-F238E27FC236}">
                      <a16:creationId xmlns:a16="http://schemas.microsoft.com/office/drawing/2014/main" id="{65F66145-1618-498B-990B-02CBC060762E}"/>
                    </a:ext>
                  </a:extLst>
                </p:cNvPr>
                <p:cNvSpPr/>
                <p:nvPr/>
              </p:nvSpPr>
              <p:spPr>
                <a:xfrm>
                  <a:off x="3519304" y="370540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1E8C4CB1-D737-45BA-8411-3476ACB6B0E6}"/>
                    </a:ext>
                  </a:extLst>
                </p:cNvPr>
                <p:cNvSpPr/>
                <p:nvPr/>
              </p:nvSpPr>
              <p:spPr>
                <a:xfrm rot="5400000">
                  <a:off x="3734549" y="360328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6A89A705-7632-43F1-B999-336546FF2111}"/>
                    </a:ext>
                  </a:extLst>
                </p:cNvPr>
                <p:cNvSpPr/>
                <p:nvPr/>
              </p:nvSpPr>
              <p:spPr>
                <a:xfrm>
                  <a:off x="3519304" y="3820768"/>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CA862F90-4332-4EBA-BF0C-58508E0C9E60}"/>
                    </a:ext>
                  </a:extLst>
                </p:cNvPr>
                <p:cNvSpPr/>
                <p:nvPr/>
              </p:nvSpPr>
              <p:spPr>
                <a:xfrm>
                  <a:off x="3958398" y="382076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8" name="Straight Connector 147">
                <a:extLst>
                  <a:ext uri="{FF2B5EF4-FFF2-40B4-BE49-F238E27FC236}">
                    <a16:creationId xmlns:a16="http://schemas.microsoft.com/office/drawing/2014/main" id="{748F962E-B66F-40D6-A5E5-150D79FB1DC2}"/>
                  </a:ext>
                </a:extLst>
              </p:cNvPr>
              <p:cNvCxnSpPr>
                <a:cxnSpLocks/>
              </p:cNvCxnSpPr>
              <p:nvPr/>
            </p:nvCxnSpPr>
            <p:spPr>
              <a:xfrm rot="5400000">
                <a:off x="1680240" y="3921349"/>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49" name="Straight Connector 148">
                <a:extLst>
                  <a:ext uri="{FF2B5EF4-FFF2-40B4-BE49-F238E27FC236}">
                    <a16:creationId xmlns:a16="http://schemas.microsoft.com/office/drawing/2014/main" id="{56211C4C-E289-4A13-B0E4-91AAFF162DDC}"/>
                  </a:ext>
                </a:extLst>
              </p:cNvPr>
              <p:cNvCxnSpPr>
                <a:cxnSpLocks/>
              </p:cNvCxnSpPr>
              <p:nvPr/>
            </p:nvCxnSpPr>
            <p:spPr>
              <a:xfrm rot="5400000">
                <a:off x="1241146" y="3924572"/>
                <a:ext cx="0" cy="82199"/>
              </a:xfrm>
              <a:prstGeom prst="line">
                <a:avLst/>
              </a:prstGeom>
            </p:spPr>
            <p:style>
              <a:lnRef idx="3">
                <a:schemeClr val="dk1"/>
              </a:lnRef>
              <a:fillRef idx="0">
                <a:schemeClr val="dk1"/>
              </a:fillRef>
              <a:effectRef idx="2">
                <a:schemeClr val="dk1"/>
              </a:effectRef>
              <a:fontRef idx="minor">
                <a:schemeClr val="tx1"/>
              </a:fontRef>
            </p:style>
          </p:cxnSp>
        </p:grpSp>
      </p:grpSp>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7" name="TextBox 16">
            <a:extLst>
              <a:ext uri="{FF2B5EF4-FFF2-40B4-BE49-F238E27FC236}">
                <a16:creationId xmlns:a16="http://schemas.microsoft.com/office/drawing/2014/main" id="{B0E977D9-9E71-4D5F-9595-7DE15A3060FD}"/>
              </a:ext>
            </a:extLst>
          </p:cNvPr>
          <p:cNvSpPr txBox="1"/>
          <p:nvPr/>
        </p:nvSpPr>
        <p:spPr>
          <a:xfrm>
            <a:off x="7446404" y="5544498"/>
            <a:ext cx="1374094" cy="338554"/>
          </a:xfrm>
          <a:prstGeom prst="rect">
            <a:avLst/>
          </a:prstGeom>
          <a:noFill/>
        </p:spPr>
        <p:txBody>
          <a:bodyPr wrap="none" rtlCol="0">
            <a:spAutoFit/>
          </a:bodyPr>
          <a:lstStyle/>
          <a:p>
            <a:r>
              <a:rPr lang="en-US" sz="1600" dirty="0">
                <a:solidFill>
                  <a:schemeClr val="bg1"/>
                </a:solidFill>
              </a:rPr>
              <a:t>O(1) tile types</a:t>
            </a:r>
          </a:p>
        </p:txBody>
      </p:sp>
      <p:sp>
        <p:nvSpPr>
          <p:cNvPr id="163" name="TextBox 162">
            <a:extLst>
              <a:ext uri="{FF2B5EF4-FFF2-40B4-BE49-F238E27FC236}">
                <a16:creationId xmlns:a16="http://schemas.microsoft.com/office/drawing/2014/main" id="{E2789D83-E6F0-4F17-BA0B-359023473BF1}"/>
              </a:ext>
            </a:extLst>
          </p:cNvPr>
          <p:cNvSpPr txBox="1"/>
          <p:nvPr/>
        </p:nvSpPr>
        <p:spPr>
          <a:xfrm>
            <a:off x="4598672" y="4631690"/>
            <a:ext cx="2230098" cy="338554"/>
          </a:xfrm>
          <a:prstGeom prst="rect">
            <a:avLst/>
          </a:prstGeom>
          <a:noFill/>
        </p:spPr>
        <p:txBody>
          <a:bodyPr wrap="none" rtlCol="0">
            <a:spAutoFit/>
          </a:bodyPr>
          <a:lstStyle/>
          <a:p>
            <a:r>
              <a:rPr lang="en-US" sz="1600" dirty="0">
                <a:solidFill>
                  <a:schemeClr val="bg1"/>
                </a:solidFill>
              </a:rPr>
              <a:t>TM using O(1) tile types</a:t>
            </a:r>
          </a:p>
        </p:txBody>
      </p:sp>
      <p:sp>
        <p:nvSpPr>
          <p:cNvPr id="164" name="TextBox 163">
            <a:extLst>
              <a:ext uri="{FF2B5EF4-FFF2-40B4-BE49-F238E27FC236}">
                <a16:creationId xmlns:a16="http://schemas.microsoft.com/office/drawing/2014/main" id="{EA43C72D-B94D-4B68-B282-E4AB47C3EAF8}"/>
              </a:ext>
            </a:extLst>
          </p:cNvPr>
          <p:cNvSpPr txBox="1"/>
          <p:nvPr/>
        </p:nvSpPr>
        <p:spPr>
          <a:xfrm>
            <a:off x="1677472" y="788798"/>
            <a:ext cx="1762021" cy="369332"/>
          </a:xfrm>
          <a:prstGeom prst="rect">
            <a:avLst/>
          </a:prstGeom>
          <a:noFill/>
        </p:spPr>
        <p:txBody>
          <a:bodyPr wrap="none" rtlCol="0">
            <a:spAutoFit/>
          </a:bodyPr>
          <a:lstStyle/>
          <a:p>
            <a:r>
              <a:rPr lang="en-US" dirty="0">
                <a:solidFill>
                  <a:schemeClr val="bg1"/>
                </a:solidFill>
              </a:rPr>
              <a:t>distinct tile types</a:t>
            </a:r>
          </a:p>
        </p:txBody>
      </p:sp>
      <p:sp>
        <p:nvSpPr>
          <p:cNvPr id="165" name="TextBox 164">
            <a:extLst>
              <a:ext uri="{FF2B5EF4-FFF2-40B4-BE49-F238E27FC236}">
                <a16:creationId xmlns:a16="http://schemas.microsoft.com/office/drawing/2014/main" id="{2F8C397B-5E63-46A7-BF50-0E3D70B6CDFD}"/>
              </a:ext>
            </a:extLst>
          </p:cNvPr>
          <p:cNvSpPr txBox="1"/>
          <p:nvPr/>
        </p:nvSpPr>
        <p:spPr>
          <a:xfrm>
            <a:off x="1731992" y="2153576"/>
            <a:ext cx="2789738" cy="369332"/>
          </a:xfrm>
          <a:prstGeom prst="rect">
            <a:avLst/>
          </a:prstGeom>
          <a:noFill/>
        </p:spPr>
        <p:txBody>
          <a:bodyPr wrap="none" rtlCol="0">
            <a:spAutoFit/>
          </a:bodyPr>
          <a:lstStyle/>
          <a:p>
            <a:r>
              <a:rPr lang="en-US" u="sng" dirty="0">
                <a:solidFill>
                  <a:schemeClr val="bg1"/>
                </a:solidFill>
              </a:rPr>
              <a:t>Higher-Base Representation</a:t>
            </a:r>
          </a:p>
        </p:txBody>
      </p:sp>
      <p:sp>
        <p:nvSpPr>
          <p:cNvPr id="166" name="TextBox 165">
            <a:extLst>
              <a:ext uri="{FF2B5EF4-FFF2-40B4-BE49-F238E27FC236}">
                <a16:creationId xmlns:a16="http://schemas.microsoft.com/office/drawing/2014/main" id="{EAA4AE99-52BF-40DF-90D2-28D54F2E87CB}"/>
              </a:ext>
            </a:extLst>
          </p:cNvPr>
          <p:cNvSpPr txBox="1"/>
          <p:nvPr/>
        </p:nvSpPr>
        <p:spPr>
          <a:xfrm>
            <a:off x="3351599" y="2937732"/>
            <a:ext cx="3647152" cy="369332"/>
          </a:xfrm>
          <a:prstGeom prst="rect">
            <a:avLst/>
          </a:prstGeom>
          <a:noFill/>
        </p:spPr>
        <p:txBody>
          <a:bodyPr wrap="none" rtlCol="0">
            <a:spAutoFit/>
          </a:bodyPr>
          <a:lstStyle/>
          <a:p>
            <a:r>
              <a:rPr lang="en-US" u="sng" dirty="0">
                <a:solidFill>
                  <a:schemeClr val="bg1"/>
                </a:solidFill>
              </a:rPr>
              <a:t>Binary Representation of length K(S)</a:t>
            </a:r>
          </a:p>
        </p:txBody>
      </p:sp>
      <p:sp>
        <p:nvSpPr>
          <p:cNvPr id="167" name="TextBox 166">
            <a:extLst>
              <a:ext uri="{FF2B5EF4-FFF2-40B4-BE49-F238E27FC236}">
                <a16:creationId xmlns:a16="http://schemas.microsoft.com/office/drawing/2014/main" id="{246A6559-F5AD-46C0-941C-258BB587794E}"/>
              </a:ext>
            </a:extLst>
          </p:cNvPr>
          <p:cNvSpPr txBox="1"/>
          <p:nvPr/>
        </p:nvSpPr>
        <p:spPr>
          <a:xfrm>
            <a:off x="6740780" y="3718324"/>
            <a:ext cx="1915909" cy="369332"/>
          </a:xfrm>
          <a:prstGeom prst="rect">
            <a:avLst/>
          </a:prstGeom>
          <a:noFill/>
        </p:spPr>
        <p:txBody>
          <a:bodyPr wrap="none" rtlCol="0">
            <a:spAutoFit/>
          </a:bodyPr>
          <a:lstStyle/>
          <a:p>
            <a:r>
              <a:rPr lang="en-US" u="sng" dirty="0">
                <a:solidFill>
                  <a:schemeClr val="bg1"/>
                </a:solidFill>
              </a:rPr>
              <a:t>Explicit Encoding</a:t>
            </a:r>
          </a:p>
        </p:txBody>
      </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447704" cy="338554"/>
          </a:xfrm>
          <a:prstGeom prst="rect">
            <a:avLst/>
          </a:prstGeom>
          <a:noFill/>
        </p:spPr>
        <p:txBody>
          <a:bodyPr wrap="none" rtlCol="0">
            <a:spAutoFit/>
          </a:bodyPr>
          <a:lstStyle/>
          <a:p>
            <a:r>
              <a:rPr lang="en-US" sz="1600" dirty="0">
                <a:solidFill>
                  <a:schemeClr val="bg1"/>
                </a:solidFill>
              </a:rPr>
              <a:t>Self Assembles</a:t>
            </a:r>
          </a:p>
        </p:txBody>
      </p:sp>
      <p:sp>
        <p:nvSpPr>
          <p:cNvPr id="181" name="TextBox 180">
            <a:extLst>
              <a:ext uri="{FF2B5EF4-FFF2-40B4-BE49-F238E27FC236}">
                <a16:creationId xmlns:a16="http://schemas.microsoft.com/office/drawing/2014/main" id="{1C8C29DE-1286-4EE6-A89B-F5FCF4AD12D9}"/>
              </a:ext>
            </a:extLst>
          </p:cNvPr>
          <p:cNvSpPr txBox="1"/>
          <p:nvPr/>
        </p:nvSpPr>
        <p:spPr>
          <a:xfrm>
            <a:off x="9972999" y="4113749"/>
            <a:ext cx="1422184" cy="369332"/>
          </a:xfrm>
          <a:prstGeom prst="rect">
            <a:avLst/>
          </a:prstGeom>
          <a:noFill/>
        </p:spPr>
        <p:txBody>
          <a:bodyPr wrap="none" rtlCol="0">
            <a:spAutoFit/>
          </a:bodyPr>
          <a:lstStyle/>
          <a:p>
            <a:r>
              <a:rPr lang="en-US" u="sng" dirty="0">
                <a:solidFill>
                  <a:schemeClr val="bg1"/>
                </a:solidFill>
              </a:rPr>
              <a:t>Scaled Shape</a:t>
            </a:r>
          </a:p>
        </p:txBody>
      </p:sp>
      <p:grpSp>
        <p:nvGrpSpPr>
          <p:cNvPr id="20" name="Group 19">
            <a:extLst>
              <a:ext uri="{FF2B5EF4-FFF2-40B4-BE49-F238E27FC236}">
                <a16:creationId xmlns:a16="http://schemas.microsoft.com/office/drawing/2014/main" id="{948FC53F-9B66-496A-AF45-965340E29953}"/>
              </a:ext>
            </a:extLst>
          </p:cNvPr>
          <p:cNvGrpSpPr/>
          <p:nvPr/>
        </p:nvGrpSpPr>
        <p:grpSpPr>
          <a:xfrm>
            <a:off x="203174" y="647383"/>
            <a:ext cx="1677062" cy="584775"/>
            <a:chOff x="2877923" y="1258626"/>
            <a:chExt cx="1677062" cy="584775"/>
          </a:xfrm>
        </p:grpSpPr>
        <p:grpSp>
          <p:nvGrpSpPr>
            <p:cNvPr id="174" name="Group 173">
              <a:extLst>
                <a:ext uri="{FF2B5EF4-FFF2-40B4-BE49-F238E27FC236}">
                  <a16:creationId xmlns:a16="http://schemas.microsoft.com/office/drawing/2014/main" id="{0485483A-602F-42A9-A60E-BBF1EE8A6B7D}"/>
                </a:ext>
              </a:extLst>
            </p:cNvPr>
            <p:cNvGrpSpPr/>
            <p:nvPr/>
          </p:nvGrpSpPr>
          <p:grpSpPr>
            <a:xfrm>
              <a:off x="3351599" y="1301863"/>
              <a:ext cx="920445" cy="529053"/>
              <a:chOff x="1041705" y="3992508"/>
              <a:chExt cx="920445" cy="529053"/>
            </a:xfrm>
          </p:grpSpPr>
          <p:sp>
            <p:nvSpPr>
              <p:cNvPr id="175" name="TextBox 174">
                <a:extLst>
                  <a:ext uri="{FF2B5EF4-FFF2-40B4-BE49-F238E27FC236}">
                    <a16:creationId xmlns:a16="http://schemas.microsoft.com/office/drawing/2014/main" id="{5F9F15ED-962B-4FC6-ABF2-DE9CD711123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76" name="Straight Connector 175">
                <a:extLst>
                  <a:ext uri="{FF2B5EF4-FFF2-40B4-BE49-F238E27FC236}">
                    <a16:creationId xmlns:a16="http://schemas.microsoft.com/office/drawing/2014/main" id="{BEB28611-EC70-40B6-8997-241985D0D2B2}"/>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28A34A84-BF9D-412F-B91D-C7C8324F6DB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6" name="TextBox 185">
              <a:extLst>
                <a:ext uri="{FF2B5EF4-FFF2-40B4-BE49-F238E27FC236}">
                  <a16:creationId xmlns:a16="http://schemas.microsoft.com/office/drawing/2014/main" id="{3349DA4E-0CE9-4C02-8622-DA089EF7EF20}"/>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nvGrpSpPr>
          <p:cNvPr id="194" name="Group 193">
            <a:extLst>
              <a:ext uri="{FF2B5EF4-FFF2-40B4-BE49-F238E27FC236}">
                <a16:creationId xmlns:a16="http://schemas.microsoft.com/office/drawing/2014/main" id="{D7FB1177-F169-467D-AB59-CBD7961EA614}"/>
              </a:ext>
            </a:extLst>
          </p:cNvPr>
          <p:cNvGrpSpPr/>
          <p:nvPr/>
        </p:nvGrpSpPr>
        <p:grpSpPr>
          <a:xfrm>
            <a:off x="743298" y="3908474"/>
            <a:ext cx="3343112" cy="584775"/>
            <a:chOff x="986344" y="3656157"/>
            <a:chExt cx="3343112" cy="584775"/>
          </a:xfrm>
        </p:grpSpPr>
        <p:sp>
          <p:nvSpPr>
            <p:cNvPr id="178" name="TextBox 177">
              <a:extLst>
                <a:ext uri="{FF2B5EF4-FFF2-40B4-BE49-F238E27FC236}">
                  <a16:creationId xmlns:a16="http://schemas.microsoft.com/office/drawing/2014/main" id="{4B658B26-5786-4592-BE91-0CBFC25BA4BE}"/>
                </a:ext>
              </a:extLst>
            </p:cNvPr>
            <p:cNvSpPr txBox="1"/>
            <p:nvPr/>
          </p:nvSpPr>
          <p:spPr>
            <a:xfrm>
              <a:off x="986344" y="3781695"/>
              <a:ext cx="989373" cy="338554"/>
            </a:xfrm>
            <a:prstGeom prst="rect">
              <a:avLst/>
            </a:prstGeom>
            <a:noFill/>
          </p:spPr>
          <p:txBody>
            <a:bodyPr wrap="none" rtlCol="0">
              <a:spAutoFit/>
            </a:bodyPr>
            <a:lstStyle/>
            <a:p>
              <a:r>
                <a:rPr lang="en-US" sz="1600" dirty="0">
                  <a:solidFill>
                    <a:schemeClr val="bg1"/>
                  </a:solidFill>
                </a:rPr>
                <a:t>TM using</a:t>
              </a:r>
            </a:p>
          </p:txBody>
        </p:sp>
        <p:sp>
          <p:nvSpPr>
            <p:cNvPr id="179" name="TextBox 178">
              <a:extLst>
                <a:ext uri="{FF2B5EF4-FFF2-40B4-BE49-F238E27FC236}">
                  <a16:creationId xmlns:a16="http://schemas.microsoft.com/office/drawing/2014/main" id="{B659BAF7-6502-427F-BC98-BBDB7732F0C2}"/>
                </a:ext>
              </a:extLst>
            </p:cNvPr>
            <p:cNvSpPr txBox="1"/>
            <p:nvPr/>
          </p:nvSpPr>
          <p:spPr>
            <a:xfrm>
              <a:off x="3394585" y="3797529"/>
              <a:ext cx="934871" cy="338554"/>
            </a:xfrm>
            <a:prstGeom prst="rect">
              <a:avLst/>
            </a:prstGeom>
            <a:noFill/>
          </p:spPr>
          <p:txBody>
            <a:bodyPr wrap="none" rtlCol="0">
              <a:spAutoFit/>
            </a:bodyPr>
            <a:lstStyle/>
            <a:p>
              <a:r>
                <a:rPr lang="en-US" sz="1600" dirty="0">
                  <a:solidFill>
                    <a:schemeClr val="bg1"/>
                  </a:solidFill>
                </a:rPr>
                <a:t>tile types</a:t>
              </a:r>
            </a:p>
          </p:txBody>
        </p:sp>
        <p:grpSp>
          <p:nvGrpSpPr>
            <p:cNvPr id="187" name="Group 186">
              <a:extLst>
                <a:ext uri="{FF2B5EF4-FFF2-40B4-BE49-F238E27FC236}">
                  <a16:creationId xmlns:a16="http://schemas.microsoft.com/office/drawing/2014/main" id="{97E1A4A8-7EAD-478E-9B38-420112D9E593}"/>
                </a:ext>
              </a:extLst>
            </p:cNvPr>
            <p:cNvGrpSpPr/>
            <p:nvPr/>
          </p:nvGrpSpPr>
          <p:grpSpPr>
            <a:xfrm>
              <a:off x="1908667" y="3656157"/>
              <a:ext cx="1677062" cy="584775"/>
              <a:chOff x="2877923" y="1258626"/>
              <a:chExt cx="1677062" cy="584775"/>
            </a:xfrm>
          </p:grpSpPr>
          <p:grpSp>
            <p:nvGrpSpPr>
              <p:cNvPr id="188" name="Group 187">
                <a:extLst>
                  <a:ext uri="{FF2B5EF4-FFF2-40B4-BE49-F238E27FC236}">
                    <a16:creationId xmlns:a16="http://schemas.microsoft.com/office/drawing/2014/main" id="{6648B426-4ACC-4BC2-8704-85E1A7522CC6}"/>
                  </a:ext>
                </a:extLst>
              </p:cNvPr>
              <p:cNvGrpSpPr/>
              <p:nvPr/>
            </p:nvGrpSpPr>
            <p:grpSpPr>
              <a:xfrm>
                <a:off x="3351599" y="1301863"/>
                <a:ext cx="920445" cy="529053"/>
                <a:chOff x="1041705" y="3992508"/>
                <a:chExt cx="920445" cy="529053"/>
              </a:xfrm>
            </p:grpSpPr>
            <p:sp>
              <p:nvSpPr>
                <p:cNvPr id="190" name="TextBox 189">
                  <a:extLst>
                    <a:ext uri="{FF2B5EF4-FFF2-40B4-BE49-F238E27FC236}">
                      <a16:creationId xmlns:a16="http://schemas.microsoft.com/office/drawing/2014/main" id="{E0830B86-9DF3-474F-95AD-90F4C1AFD12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91" name="Straight Connector 190">
                  <a:extLst>
                    <a:ext uri="{FF2B5EF4-FFF2-40B4-BE49-F238E27FC236}">
                      <a16:creationId xmlns:a16="http://schemas.microsoft.com/office/drawing/2014/main" id="{AD51F425-45B2-4EB5-93CE-967981544DD0}"/>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92" name="TextBox 191">
                  <a:extLst>
                    <a:ext uri="{FF2B5EF4-FFF2-40B4-BE49-F238E27FC236}">
                      <a16:creationId xmlns:a16="http://schemas.microsoft.com/office/drawing/2014/main" id="{3946CCB3-DC7A-4B44-ADEC-6B7F58EE819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9" name="TextBox 188">
                <a:extLst>
                  <a:ext uri="{FF2B5EF4-FFF2-40B4-BE49-F238E27FC236}">
                    <a16:creationId xmlns:a16="http://schemas.microsoft.com/office/drawing/2014/main" id="{952D3241-A891-4BE7-8C6D-F9A221C7CF21}"/>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cxnSp>
        <p:nvCxnSpPr>
          <p:cNvPr id="193" name="Straight Connector 192">
            <a:extLst>
              <a:ext uri="{FF2B5EF4-FFF2-40B4-BE49-F238E27FC236}">
                <a16:creationId xmlns:a16="http://schemas.microsoft.com/office/drawing/2014/main" id="{F23FF927-B29C-4426-8D5F-29C37E4F5A5B}"/>
              </a:ext>
            </a:extLst>
          </p:cNvPr>
          <p:cNvCxnSpPr/>
          <p:nvPr/>
        </p:nvCxnSpPr>
        <p:spPr>
          <a:xfrm>
            <a:off x="282639" y="1197104"/>
            <a:ext cx="3099614" cy="0"/>
          </a:xfrm>
          <a:prstGeom prst="line">
            <a:avLst/>
          </a:prstGeom>
        </p:spPr>
        <p:style>
          <a:lnRef idx="2">
            <a:schemeClr val="dk1"/>
          </a:lnRef>
          <a:fillRef idx="0">
            <a:schemeClr val="dk1"/>
          </a:fillRef>
          <a:effectRef idx="1">
            <a:schemeClr val="dk1"/>
          </a:effectRef>
          <a:fontRef idx="minor">
            <a:schemeClr val="tx1"/>
          </a:fontRef>
        </p:style>
      </p:cxnSp>
      <p:grpSp>
        <p:nvGrpSpPr>
          <p:cNvPr id="195" name="Group 194">
            <a:extLst>
              <a:ext uri="{FF2B5EF4-FFF2-40B4-BE49-F238E27FC236}">
                <a16:creationId xmlns:a16="http://schemas.microsoft.com/office/drawing/2014/main" id="{55B53A76-D56C-4F48-B6B1-D3AFBE3B3054}"/>
              </a:ext>
            </a:extLst>
          </p:cNvPr>
          <p:cNvGrpSpPr/>
          <p:nvPr/>
        </p:nvGrpSpPr>
        <p:grpSpPr>
          <a:xfrm>
            <a:off x="2735453" y="3110214"/>
            <a:ext cx="436046" cy="393700"/>
            <a:chOff x="947440" y="2425700"/>
            <a:chExt cx="436046" cy="393700"/>
          </a:xfrm>
        </p:grpSpPr>
        <p:cxnSp>
          <p:nvCxnSpPr>
            <p:cNvPr id="196" name="Straight Connector 195">
              <a:extLst>
                <a:ext uri="{FF2B5EF4-FFF2-40B4-BE49-F238E27FC236}">
                  <a16:creationId xmlns:a16="http://schemas.microsoft.com/office/drawing/2014/main" id="{6EF27FFB-05CB-48B3-A954-2A4CB9E86DB2}"/>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97" name="Straight Arrow Connector 196">
              <a:extLst>
                <a:ext uri="{FF2B5EF4-FFF2-40B4-BE49-F238E27FC236}">
                  <a16:creationId xmlns:a16="http://schemas.microsoft.com/office/drawing/2014/main" id="{A2603C93-4197-4308-ACEA-06CC2BB605E6}"/>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98" name="Group 197">
            <a:extLst>
              <a:ext uri="{FF2B5EF4-FFF2-40B4-BE49-F238E27FC236}">
                <a16:creationId xmlns:a16="http://schemas.microsoft.com/office/drawing/2014/main" id="{265A3C86-22FA-4829-B7AF-EB5787D08001}"/>
              </a:ext>
            </a:extLst>
          </p:cNvPr>
          <p:cNvGrpSpPr/>
          <p:nvPr/>
        </p:nvGrpSpPr>
        <p:grpSpPr>
          <a:xfrm>
            <a:off x="5714112" y="3868932"/>
            <a:ext cx="436046" cy="393700"/>
            <a:chOff x="947440" y="2425700"/>
            <a:chExt cx="436046" cy="393700"/>
          </a:xfrm>
        </p:grpSpPr>
        <p:cxnSp>
          <p:nvCxnSpPr>
            <p:cNvPr id="199" name="Straight Connector 198">
              <a:extLst>
                <a:ext uri="{FF2B5EF4-FFF2-40B4-BE49-F238E27FC236}">
                  <a16:creationId xmlns:a16="http://schemas.microsoft.com/office/drawing/2014/main" id="{BC73A610-1C10-44DF-8A95-8149ABB18EAE}"/>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00" name="Straight Arrow Connector 199">
              <a:extLst>
                <a:ext uri="{FF2B5EF4-FFF2-40B4-BE49-F238E27FC236}">
                  <a16:creationId xmlns:a16="http://schemas.microsoft.com/office/drawing/2014/main" id="{EE12E0DA-55CA-45B6-9924-428DA741C3FB}"/>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01" name="Group 200">
            <a:extLst>
              <a:ext uri="{FF2B5EF4-FFF2-40B4-BE49-F238E27FC236}">
                <a16:creationId xmlns:a16="http://schemas.microsoft.com/office/drawing/2014/main" id="{68A315F1-DABA-49B7-B091-5315F4D43C2E}"/>
              </a:ext>
            </a:extLst>
          </p:cNvPr>
          <p:cNvGrpSpPr/>
          <p:nvPr/>
        </p:nvGrpSpPr>
        <p:grpSpPr>
          <a:xfrm>
            <a:off x="8769158" y="4539411"/>
            <a:ext cx="436046" cy="671218"/>
            <a:chOff x="947440" y="2425700"/>
            <a:chExt cx="436046" cy="393700"/>
          </a:xfrm>
        </p:grpSpPr>
        <p:cxnSp>
          <p:nvCxnSpPr>
            <p:cNvPr id="202" name="Straight Connector 201">
              <a:extLst>
                <a:ext uri="{FF2B5EF4-FFF2-40B4-BE49-F238E27FC236}">
                  <a16:creationId xmlns:a16="http://schemas.microsoft.com/office/drawing/2014/main" id="{E27CF774-8C38-4D24-A7EC-7D0C2739E67C}"/>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03" name="Straight Arrow Connector 202">
              <a:extLst>
                <a:ext uri="{FF2B5EF4-FFF2-40B4-BE49-F238E27FC236}">
                  <a16:creationId xmlns:a16="http://schemas.microsoft.com/office/drawing/2014/main" id="{6204134B-3876-4798-BD07-759DFBA372F7}"/>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05" name="Straight Connector 204">
            <a:extLst>
              <a:ext uri="{FF2B5EF4-FFF2-40B4-BE49-F238E27FC236}">
                <a16:creationId xmlns:a16="http://schemas.microsoft.com/office/drawing/2014/main" id="{97BF5A79-5F5B-45E5-BFD9-C7D9B9E6A1CD}"/>
              </a:ext>
            </a:extLst>
          </p:cNvPr>
          <p:cNvCxnSpPr/>
          <p:nvPr/>
        </p:nvCxnSpPr>
        <p:spPr>
          <a:xfrm flipV="1">
            <a:off x="2170902" y="3581121"/>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889F13C-7C90-42A3-9C8A-57899446BE2C}"/>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8" name="Straight Connector 207">
            <a:extLst>
              <a:ext uri="{FF2B5EF4-FFF2-40B4-BE49-F238E27FC236}">
                <a16:creationId xmlns:a16="http://schemas.microsoft.com/office/drawing/2014/main" id="{60CD7B74-A001-4DC2-8A8D-0E1E430F4ECC}"/>
              </a:ext>
            </a:extLst>
          </p:cNvPr>
          <p:cNvCxnSpPr/>
          <p:nvPr/>
        </p:nvCxnSpPr>
        <p:spPr>
          <a:xfrm flipV="1">
            <a:off x="8273761" y="5301276"/>
            <a:ext cx="387580" cy="243222"/>
          </a:xfrm>
          <a:prstGeom prst="line">
            <a:avLst/>
          </a:prstGeom>
        </p:spPr>
        <p:style>
          <a:lnRef idx="1">
            <a:schemeClr val="dk1"/>
          </a:lnRef>
          <a:fillRef idx="0">
            <a:schemeClr val="dk1"/>
          </a:fillRef>
          <a:effectRef idx="0">
            <a:schemeClr val="dk1"/>
          </a:effectRef>
          <a:fontRef idx="minor">
            <a:schemeClr val="tx1"/>
          </a:fontRef>
        </p:style>
      </p:cxnSp>
      <p:sp>
        <p:nvSpPr>
          <p:cNvPr id="162" name="TextBox 161">
            <a:extLst>
              <a:ext uri="{FF2B5EF4-FFF2-40B4-BE49-F238E27FC236}">
                <a16:creationId xmlns:a16="http://schemas.microsoft.com/office/drawing/2014/main" id="{601B9928-F266-4DB4-ABAB-670A3E0ABAF7}"/>
              </a:ext>
            </a:extLst>
          </p:cNvPr>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5742601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35032B44-D258-4F5D-8430-486FFDEC3D70}"/>
              </a:ext>
            </a:extLst>
          </p:cNvPr>
          <p:cNvGrpSpPr/>
          <p:nvPr/>
        </p:nvGrpSpPr>
        <p:grpSpPr>
          <a:xfrm>
            <a:off x="6327937" y="4136083"/>
            <a:ext cx="2787939" cy="191746"/>
            <a:chOff x="4778080" y="3211702"/>
            <a:chExt cx="2737760" cy="152528"/>
          </a:xfrm>
          <a:solidFill>
            <a:schemeClr val="bg1">
              <a:lumMod val="65000"/>
              <a:lumOff val="35000"/>
            </a:schemeClr>
          </a:solidFill>
        </p:grpSpPr>
        <p:sp>
          <p:nvSpPr>
            <p:cNvPr id="39" name="Rectangle 38">
              <a:extLst>
                <a:ext uri="{FF2B5EF4-FFF2-40B4-BE49-F238E27FC236}">
                  <a16:creationId xmlns:a16="http://schemas.microsoft.com/office/drawing/2014/main" id="{54B22EB1-8678-4B7E-B155-DDBA684C0EB1}"/>
                </a:ext>
              </a:extLst>
            </p:cNvPr>
            <p:cNvSpPr/>
            <p:nvPr/>
          </p:nvSpPr>
          <p:spPr>
            <a:xfrm>
              <a:off x="477808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0" name="Rectangle 39">
              <a:extLst>
                <a:ext uri="{FF2B5EF4-FFF2-40B4-BE49-F238E27FC236}">
                  <a16:creationId xmlns:a16="http://schemas.microsoft.com/office/drawing/2014/main" id="{CD15412F-E923-44B4-8C08-BFB71D68B110}"/>
                </a:ext>
              </a:extLst>
            </p:cNvPr>
            <p:cNvSpPr/>
            <p:nvPr/>
          </p:nvSpPr>
          <p:spPr>
            <a:xfrm>
              <a:off x="494919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1" name="Rectangle 40">
              <a:extLst>
                <a:ext uri="{FF2B5EF4-FFF2-40B4-BE49-F238E27FC236}">
                  <a16:creationId xmlns:a16="http://schemas.microsoft.com/office/drawing/2014/main" id="{2E0D416B-519A-460D-AEA3-534AB3569AC3}"/>
                </a:ext>
              </a:extLst>
            </p:cNvPr>
            <p:cNvSpPr/>
            <p:nvPr/>
          </p:nvSpPr>
          <p:spPr>
            <a:xfrm>
              <a:off x="512030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2" name="Rectangle 41">
              <a:extLst>
                <a:ext uri="{FF2B5EF4-FFF2-40B4-BE49-F238E27FC236}">
                  <a16:creationId xmlns:a16="http://schemas.microsoft.com/office/drawing/2014/main" id="{0B7D213E-541A-4162-86CB-E672B022E7E2}"/>
                </a:ext>
              </a:extLst>
            </p:cNvPr>
            <p:cNvSpPr/>
            <p:nvPr/>
          </p:nvSpPr>
          <p:spPr>
            <a:xfrm>
              <a:off x="529141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a:t>
              </a:r>
            </a:p>
          </p:txBody>
        </p:sp>
        <p:sp>
          <p:nvSpPr>
            <p:cNvPr id="43" name="Rectangle 42">
              <a:extLst>
                <a:ext uri="{FF2B5EF4-FFF2-40B4-BE49-F238E27FC236}">
                  <a16:creationId xmlns:a16="http://schemas.microsoft.com/office/drawing/2014/main" id="{4902C0D1-DF17-4AF5-9D21-8089F084F4F6}"/>
                </a:ext>
              </a:extLst>
            </p:cNvPr>
            <p:cNvSpPr/>
            <p:nvPr/>
          </p:nvSpPr>
          <p:spPr>
            <a:xfrm>
              <a:off x="546252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4" name="Rectangle 43">
              <a:extLst>
                <a:ext uri="{FF2B5EF4-FFF2-40B4-BE49-F238E27FC236}">
                  <a16:creationId xmlns:a16="http://schemas.microsoft.com/office/drawing/2014/main" id="{811F31C7-688D-4A5E-89EB-1617EC854D0F}"/>
                </a:ext>
              </a:extLst>
            </p:cNvPr>
            <p:cNvSpPr/>
            <p:nvPr/>
          </p:nvSpPr>
          <p:spPr>
            <a:xfrm>
              <a:off x="563363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5" name="Rectangle 44">
              <a:extLst>
                <a:ext uri="{FF2B5EF4-FFF2-40B4-BE49-F238E27FC236}">
                  <a16:creationId xmlns:a16="http://schemas.microsoft.com/office/drawing/2014/main" id="{61C726A0-57FE-4FC9-BC0C-49F7E94B8ACC}"/>
                </a:ext>
              </a:extLst>
            </p:cNvPr>
            <p:cNvSpPr/>
            <p:nvPr/>
          </p:nvSpPr>
          <p:spPr>
            <a:xfrm>
              <a:off x="580474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6" name="Rectangle 45">
              <a:extLst>
                <a:ext uri="{FF2B5EF4-FFF2-40B4-BE49-F238E27FC236}">
                  <a16:creationId xmlns:a16="http://schemas.microsoft.com/office/drawing/2014/main" id="{6189E4A9-D521-4F60-B009-A84CDE95269C}"/>
                </a:ext>
              </a:extLst>
            </p:cNvPr>
            <p:cNvSpPr/>
            <p:nvPr/>
          </p:nvSpPr>
          <p:spPr>
            <a:xfrm>
              <a:off x="597585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a:t>
              </a:r>
            </a:p>
          </p:txBody>
        </p:sp>
        <p:sp>
          <p:nvSpPr>
            <p:cNvPr id="47" name="Rectangle 46">
              <a:extLst>
                <a:ext uri="{FF2B5EF4-FFF2-40B4-BE49-F238E27FC236}">
                  <a16:creationId xmlns:a16="http://schemas.microsoft.com/office/drawing/2014/main" id="{B8F0439D-F329-4B84-866F-68A3B6514881}"/>
                </a:ext>
              </a:extLst>
            </p:cNvPr>
            <p:cNvSpPr/>
            <p:nvPr/>
          </p:nvSpPr>
          <p:spPr>
            <a:xfrm>
              <a:off x="614696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8" name="Rectangle 47">
              <a:extLst>
                <a:ext uri="{FF2B5EF4-FFF2-40B4-BE49-F238E27FC236}">
                  <a16:creationId xmlns:a16="http://schemas.microsoft.com/office/drawing/2014/main" id="{2E4474C6-D40E-4E22-BA5B-0DF2EA1BA041}"/>
                </a:ext>
              </a:extLst>
            </p:cNvPr>
            <p:cNvSpPr/>
            <p:nvPr/>
          </p:nvSpPr>
          <p:spPr>
            <a:xfrm>
              <a:off x="631807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49" name="Rectangle 48">
              <a:extLst>
                <a:ext uri="{FF2B5EF4-FFF2-40B4-BE49-F238E27FC236}">
                  <a16:creationId xmlns:a16="http://schemas.microsoft.com/office/drawing/2014/main" id="{5A9444C7-3D35-48FF-8959-44877C36A114}"/>
                </a:ext>
              </a:extLst>
            </p:cNvPr>
            <p:cNvSpPr/>
            <p:nvPr/>
          </p:nvSpPr>
          <p:spPr>
            <a:xfrm>
              <a:off x="648918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0" name="Rectangle 49">
              <a:extLst>
                <a:ext uri="{FF2B5EF4-FFF2-40B4-BE49-F238E27FC236}">
                  <a16:creationId xmlns:a16="http://schemas.microsoft.com/office/drawing/2014/main" id="{86A588CE-AF10-4AD7-82E5-516C1B10EE82}"/>
                </a:ext>
              </a:extLst>
            </p:cNvPr>
            <p:cNvSpPr/>
            <p:nvPr/>
          </p:nvSpPr>
          <p:spPr>
            <a:xfrm>
              <a:off x="666029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a:t>
              </a:r>
            </a:p>
          </p:txBody>
        </p:sp>
        <p:sp>
          <p:nvSpPr>
            <p:cNvPr id="51" name="Rectangle 50">
              <a:extLst>
                <a:ext uri="{FF2B5EF4-FFF2-40B4-BE49-F238E27FC236}">
                  <a16:creationId xmlns:a16="http://schemas.microsoft.com/office/drawing/2014/main" id="{EB4BEA90-F4C1-45F4-92F3-8A6731AE83C8}"/>
                </a:ext>
              </a:extLst>
            </p:cNvPr>
            <p:cNvSpPr/>
            <p:nvPr/>
          </p:nvSpPr>
          <p:spPr>
            <a:xfrm>
              <a:off x="683140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2" name="Rectangle 51">
              <a:extLst>
                <a:ext uri="{FF2B5EF4-FFF2-40B4-BE49-F238E27FC236}">
                  <a16:creationId xmlns:a16="http://schemas.microsoft.com/office/drawing/2014/main" id="{2182DE21-5CDE-4E94-BF0B-844BBF44BE8C}"/>
                </a:ext>
              </a:extLst>
            </p:cNvPr>
            <p:cNvSpPr/>
            <p:nvPr/>
          </p:nvSpPr>
          <p:spPr>
            <a:xfrm>
              <a:off x="7002510" y="3211703"/>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3" name="Rectangle 52">
              <a:extLst>
                <a:ext uri="{FF2B5EF4-FFF2-40B4-BE49-F238E27FC236}">
                  <a16:creationId xmlns:a16="http://schemas.microsoft.com/office/drawing/2014/main" id="{00B927B2-4781-4F9A-9BC7-AD14DAC2F161}"/>
                </a:ext>
              </a:extLst>
            </p:cNvPr>
            <p:cNvSpPr/>
            <p:nvPr/>
          </p:nvSpPr>
          <p:spPr>
            <a:xfrm>
              <a:off x="7173620" y="3211702"/>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a:t>
              </a:r>
            </a:p>
          </p:txBody>
        </p:sp>
        <p:sp>
          <p:nvSpPr>
            <p:cNvPr id="54" name="Rectangle 53">
              <a:extLst>
                <a:ext uri="{FF2B5EF4-FFF2-40B4-BE49-F238E27FC236}">
                  <a16:creationId xmlns:a16="http://schemas.microsoft.com/office/drawing/2014/main" id="{C3855F59-729A-4513-8CED-E5DBE20B5550}"/>
                </a:ext>
              </a:extLst>
            </p:cNvPr>
            <p:cNvSpPr/>
            <p:nvPr/>
          </p:nvSpPr>
          <p:spPr>
            <a:xfrm>
              <a:off x="7344730" y="3211702"/>
              <a:ext cx="171110" cy="15252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a:t>
              </a:r>
            </a:p>
          </p:txBody>
        </p:sp>
      </p:grpSp>
      <p:pic>
        <p:nvPicPr>
          <p:cNvPr id="55" name="Picture 54">
            <a:extLst>
              <a:ext uri="{FF2B5EF4-FFF2-40B4-BE49-F238E27FC236}">
                <a16:creationId xmlns:a16="http://schemas.microsoft.com/office/drawing/2014/main" id="{B7F8F777-38BD-41AD-96DC-FB7317E635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29569" y="4571426"/>
            <a:ext cx="2160551" cy="2160551"/>
          </a:xfrm>
          <a:prstGeom prst="rect">
            <a:avLst/>
          </a:prstGeom>
        </p:spPr>
      </p:pic>
      <p:grpSp>
        <p:nvGrpSpPr>
          <p:cNvPr id="56" name="Group 55">
            <a:extLst>
              <a:ext uri="{FF2B5EF4-FFF2-40B4-BE49-F238E27FC236}">
                <a16:creationId xmlns:a16="http://schemas.microsoft.com/office/drawing/2014/main" id="{75A332BE-B896-4DF5-B342-EB5C07002CAF}"/>
              </a:ext>
            </a:extLst>
          </p:cNvPr>
          <p:cNvGrpSpPr/>
          <p:nvPr/>
        </p:nvGrpSpPr>
        <p:grpSpPr>
          <a:xfrm>
            <a:off x="3396744" y="3404519"/>
            <a:ext cx="2787939" cy="191744"/>
            <a:chOff x="4778080" y="3211702"/>
            <a:chExt cx="2737760" cy="152528"/>
          </a:xfrm>
        </p:grpSpPr>
        <p:sp>
          <p:nvSpPr>
            <p:cNvPr id="57" name="Rectangle 56">
              <a:extLst>
                <a:ext uri="{FF2B5EF4-FFF2-40B4-BE49-F238E27FC236}">
                  <a16:creationId xmlns:a16="http://schemas.microsoft.com/office/drawing/2014/main" id="{BABDA122-3983-4F62-A634-73A574AD3FEB}"/>
                </a:ext>
              </a:extLst>
            </p:cNvPr>
            <p:cNvSpPr/>
            <p:nvPr/>
          </p:nvSpPr>
          <p:spPr>
            <a:xfrm>
              <a:off x="47780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58" name="Rectangle 57">
              <a:extLst>
                <a:ext uri="{FF2B5EF4-FFF2-40B4-BE49-F238E27FC236}">
                  <a16:creationId xmlns:a16="http://schemas.microsoft.com/office/drawing/2014/main" id="{734EC096-B51D-4F8A-A821-1537D6FF5FB8}"/>
                </a:ext>
              </a:extLst>
            </p:cNvPr>
            <p:cNvSpPr/>
            <p:nvPr/>
          </p:nvSpPr>
          <p:spPr>
            <a:xfrm>
              <a:off x="49491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59" name="Rectangle 58">
              <a:extLst>
                <a:ext uri="{FF2B5EF4-FFF2-40B4-BE49-F238E27FC236}">
                  <a16:creationId xmlns:a16="http://schemas.microsoft.com/office/drawing/2014/main" id="{FCFC2CD6-D0E1-4C8F-AC33-2E17F07781C2}"/>
                </a:ext>
              </a:extLst>
            </p:cNvPr>
            <p:cNvSpPr/>
            <p:nvPr/>
          </p:nvSpPr>
          <p:spPr>
            <a:xfrm>
              <a:off x="51203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0" name="Rectangle 59">
              <a:extLst>
                <a:ext uri="{FF2B5EF4-FFF2-40B4-BE49-F238E27FC236}">
                  <a16:creationId xmlns:a16="http://schemas.microsoft.com/office/drawing/2014/main" id="{8915AEFC-EC3D-41B3-8FE9-84D77D0AEB92}"/>
                </a:ext>
              </a:extLst>
            </p:cNvPr>
            <p:cNvSpPr/>
            <p:nvPr/>
          </p:nvSpPr>
          <p:spPr>
            <a:xfrm>
              <a:off x="52914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1" name="Rectangle 60">
              <a:extLst>
                <a:ext uri="{FF2B5EF4-FFF2-40B4-BE49-F238E27FC236}">
                  <a16:creationId xmlns:a16="http://schemas.microsoft.com/office/drawing/2014/main" id="{54DA306B-92FD-474B-BDBB-3EC8875B2915}"/>
                </a:ext>
              </a:extLst>
            </p:cNvPr>
            <p:cNvSpPr/>
            <p:nvPr/>
          </p:nvSpPr>
          <p:spPr>
            <a:xfrm>
              <a:off x="546252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2" name="Rectangle 61">
              <a:extLst>
                <a:ext uri="{FF2B5EF4-FFF2-40B4-BE49-F238E27FC236}">
                  <a16:creationId xmlns:a16="http://schemas.microsoft.com/office/drawing/2014/main" id="{F4EA9A5B-FEED-4DFE-97E8-61A19140B9EB}"/>
                </a:ext>
              </a:extLst>
            </p:cNvPr>
            <p:cNvSpPr/>
            <p:nvPr/>
          </p:nvSpPr>
          <p:spPr>
            <a:xfrm>
              <a:off x="563363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3" name="Rectangle 62">
              <a:extLst>
                <a:ext uri="{FF2B5EF4-FFF2-40B4-BE49-F238E27FC236}">
                  <a16:creationId xmlns:a16="http://schemas.microsoft.com/office/drawing/2014/main" id="{8E3A2702-318E-4688-B0E5-099E0E85F4DF}"/>
                </a:ext>
              </a:extLst>
            </p:cNvPr>
            <p:cNvSpPr/>
            <p:nvPr/>
          </p:nvSpPr>
          <p:spPr>
            <a:xfrm>
              <a:off x="580474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4" name="Rectangle 63">
              <a:extLst>
                <a:ext uri="{FF2B5EF4-FFF2-40B4-BE49-F238E27FC236}">
                  <a16:creationId xmlns:a16="http://schemas.microsoft.com/office/drawing/2014/main" id="{FEBEA5DF-FE8D-456F-BAE1-45690676742F}"/>
                </a:ext>
              </a:extLst>
            </p:cNvPr>
            <p:cNvSpPr/>
            <p:nvPr/>
          </p:nvSpPr>
          <p:spPr>
            <a:xfrm>
              <a:off x="597585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5" name="Rectangle 64">
              <a:extLst>
                <a:ext uri="{FF2B5EF4-FFF2-40B4-BE49-F238E27FC236}">
                  <a16:creationId xmlns:a16="http://schemas.microsoft.com/office/drawing/2014/main" id="{2347D485-4CA5-4FA3-82D7-7C3FBA2DA717}"/>
                </a:ext>
              </a:extLst>
            </p:cNvPr>
            <p:cNvSpPr/>
            <p:nvPr/>
          </p:nvSpPr>
          <p:spPr>
            <a:xfrm>
              <a:off x="614696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6" name="Rectangle 65">
              <a:extLst>
                <a:ext uri="{FF2B5EF4-FFF2-40B4-BE49-F238E27FC236}">
                  <a16:creationId xmlns:a16="http://schemas.microsoft.com/office/drawing/2014/main" id="{F4817032-DBF8-413D-8D3F-DBEDBE055971}"/>
                </a:ext>
              </a:extLst>
            </p:cNvPr>
            <p:cNvSpPr/>
            <p:nvPr/>
          </p:nvSpPr>
          <p:spPr>
            <a:xfrm>
              <a:off x="631807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7" name="Rectangle 66">
              <a:extLst>
                <a:ext uri="{FF2B5EF4-FFF2-40B4-BE49-F238E27FC236}">
                  <a16:creationId xmlns:a16="http://schemas.microsoft.com/office/drawing/2014/main" id="{8E2DBEC3-3275-48A4-9789-C673792CD0FC}"/>
                </a:ext>
              </a:extLst>
            </p:cNvPr>
            <p:cNvSpPr/>
            <p:nvPr/>
          </p:nvSpPr>
          <p:spPr>
            <a:xfrm>
              <a:off x="648918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68" name="Rectangle 67">
              <a:extLst>
                <a:ext uri="{FF2B5EF4-FFF2-40B4-BE49-F238E27FC236}">
                  <a16:creationId xmlns:a16="http://schemas.microsoft.com/office/drawing/2014/main" id="{B2D37657-4EBE-4A8F-B4DF-D1A28CF1A613}"/>
                </a:ext>
              </a:extLst>
            </p:cNvPr>
            <p:cNvSpPr/>
            <p:nvPr/>
          </p:nvSpPr>
          <p:spPr>
            <a:xfrm>
              <a:off x="666029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69" name="Rectangle 68">
              <a:extLst>
                <a:ext uri="{FF2B5EF4-FFF2-40B4-BE49-F238E27FC236}">
                  <a16:creationId xmlns:a16="http://schemas.microsoft.com/office/drawing/2014/main" id="{907E84E1-7947-4409-8F2F-0A9887474A69}"/>
                </a:ext>
              </a:extLst>
            </p:cNvPr>
            <p:cNvSpPr/>
            <p:nvPr/>
          </p:nvSpPr>
          <p:spPr>
            <a:xfrm>
              <a:off x="683140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70" name="Rectangle 69">
              <a:extLst>
                <a:ext uri="{FF2B5EF4-FFF2-40B4-BE49-F238E27FC236}">
                  <a16:creationId xmlns:a16="http://schemas.microsoft.com/office/drawing/2014/main" id="{B96DE43C-387F-4A92-AD61-BD2D4F8E1801}"/>
                </a:ext>
              </a:extLst>
            </p:cNvPr>
            <p:cNvSpPr/>
            <p:nvPr/>
          </p:nvSpPr>
          <p:spPr>
            <a:xfrm>
              <a:off x="7002510" y="3211703"/>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1" name="Rectangle 70">
              <a:extLst>
                <a:ext uri="{FF2B5EF4-FFF2-40B4-BE49-F238E27FC236}">
                  <a16:creationId xmlns:a16="http://schemas.microsoft.com/office/drawing/2014/main" id="{D3244D9B-70B9-4F99-B3FF-7E16229610C0}"/>
                </a:ext>
              </a:extLst>
            </p:cNvPr>
            <p:cNvSpPr/>
            <p:nvPr/>
          </p:nvSpPr>
          <p:spPr>
            <a:xfrm>
              <a:off x="717362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2" name="Rectangle 71">
              <a:extLst>
                <a:ext uri="{FF2B5EF4-FFF2-40B4-BE49-F238E27FC236}">
                  <a16:creationId xmlns:a16="http://schemas.microsoft.com/office/drawing/2014/main" id="{37222178-D448-42CB-AC1E-0A4BCF038603}"/>
                </a:ext>
              </a:extLst>
            </p:cNvPr>
            <p:cNvSpPr/>
            <p:nvPr/>
          </p:nvSpPr>
          <p:spPr>
            <a:xfrm>
              <a:off x="7344730" y="3211702"/>
              <a:ext cx="171110" cy="152527"/>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grpSp>
      <p:grpSp>
        <p:nvGrpSpPr>
          <p:cNvPr id="4" name="Group 3">
            <a:extLst>
              <a:ext uri="{FF2B5EF4-FFF2-40B4-BE49-F238E27FC236}">
                <a16:creationId xmlns:a16="http://schemas.microsoft.com/office/drawing/2014/main" id="{D67FB474-A242-485E-94C3-9C8210029313}"/>
              </a:ext>
            </a:extLst>
          </p:cNvPr>
          <p:cNvGrpSpPr/>
          <p:nvPr/>
        </p:nvGrpSpPr>
        <p:grpSpPr>
          <a:xfrm>
            <a:off x="1821016" y="2678806"/>
            <a:ext cx="1405399" cy="191743"/>
            <a:chOff x="1751166" y="2678806"/>
            <a:chExt cx="1405399" cy="191743"/>
          </a:xfrm>
        </p:grpSpPr>
        <p:sp>
          <p:nvSpPr>
            <p:cNvPr id="22" name="Rectangle 21">
              <a:extLst>
                <a:ext uri="{FF2B5EF4-FFF2-40B4-BE49-F238E27FC236}">
                  <a16:creationId xmlns:a16="http://schemas.microsoft.com/office/drawing/2014/main" id="{6A39304D-2C79-412C-AF0E-DF5E7E4CCEF8}"/>
                </a:ext>
              </a:extLst>
            </p:cNvPr>
            <p:cNvSpPr/>
            <p:nvPr/>
          </p:nvSpPr>
          <p:spPr>
            <a:xfrm>
              <a:off x="176259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23" name="Rectangle 22">
              <a:extLst>
                <a:ext uri="{FF2B5EF4-FFF2-40B4-BE49-F238E27FC236}">
                  <a16:creationId xmlns:a16="http://schemas.microsoft.com/office/drawing/2014/main" id="{65ABD3F8-1B92-4A59-9674-2C87DD8622E8}"/>
                </a:ext>
              </a:extLst>
            </p:cNvPr>
            <p:cNvSpPr/>
            <p:nvPr/>
          </p:nvSpPr>
          <p:spPr>
            <a:xfrm>
              <a:off x="193684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24" name="Rectangle 23">
              <a:extLst>
                <a:ext uri="{FF2B5EF4-FFF2-40B4-BE49-F238E27FC236}">
                  <a16:creationId xmlns:a16="http://schemas.microsoft.com/office/drawing/2014/main" id="{A695E45C-3673-49B5-91D0-48D95D70E04F}"/>
                </a:ext>
              </a:extLst>
            </p:cNvPr>
            <p:cNvSpPr/>
            <p:nvPr/>
          </p:nvSpPr>
          <p:spPr>
            <a:xfrm>
              <a:off x="211108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25" name="Rectangle 24">
              <a:extLst>
                <a:ext uri="{FF2B5EF4-FFF2-40B4-BE49-F238E27FC236}">
                  <a16:creationId xmlns:a16="http://schemas.microsoft.com/office/drawing/2014/main" id="{DCB76EB5-02B7-4275-B625-A8A76866CA7E}"/>
                </a:ext>
              </a:extLst>
            </p:cNvPr>
            <p:cNvSpPr/>
            <p:nvPr/>
          </p:nvSpPr>
          <p:spPr>
            <a:xfrm>
              <a:off x="228533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26" name="Rectangle 25">
              <a:extLst>
                <a:ext uri="{FF2B5EF4-FFF2-40B4-BE49-F238E27FC236}">
                  <a16:creationId xmlns:a16="http://schemas.microsoft.com/office/drawing/2014/main" id="{53C424E9-654B-4BBE-A411-F37A64728457}"/>
                </a:ext>
              </a:extLst>
            </p:cNvPr>
            <p:cNvSpPr/>
            <p:nvPr/>
          </p:nvSpPr>
          <p:spPr>
            <a:xfrm>
              <a:off x="245958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27" name="Rectangle 26">
              <a:extLst>
                <a:ext uri="{FF2B5EF4-FFF2-40B4-BE49-F238E27FC236}">
                  <a16:creationId xmlns:a16="http://schemas.microsoft.com/office/drawing/2014/main" id="{4AF93879-7E1E-4330-A9FD-C223333FD215}"/>
                </a:ext>
              </a:extLst>
            </p:cNvPr>
            <p:cNvSpPr/>
            <p:nvPr/>
          </p:nvSpPr>
          <p:spPr>
            <a:xfrm>
              <a:off x="263382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28" name="Rectangle 27">
              <a:extLst>
                <a:ext uri="{FF2B5EF4-FFF2-40B4-BE49-F238E27FC236}">
                  <a16:creationId xmlns:a16="http://schemas.microsoft.com/office/drawing/2014/main" id="{16B1D2D0-A1B2-40B7-AF7A-8330D5DFDF76}"/>
                </a:ext>
              </a:extLst>
            </p:cNvPr>
            <p:cNvSpPr/>
            <p:nvPr/>
          </p:nvSpPr>
          <p:spPr>
            <a:xfrm>
              <a:off x="280807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29" name="Rectangle 28">
              <a:extLst>
                <a:ext uri="{FF2B5EF4-FFF2-40B4-BE49-F238E27FC236}">
                  <a16:creationId xmlns:a16="http://schemas.microsoft.com/office/drawing/2014/main" id="{22D5B89A-BB9C-4098-AECB-64E45C4659DF}"/>
                </a:ext>
              </a:extLst>
            </p:cNvPr>
            <p:cNvSpPr/>
            <p:nvPr/>
          </p:nvSpPr>
          <p:spPr>
            <a:xfrm>
              <a:off x="298231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75" name="Rectangle 74">
              <a:extLst>
                <a:ext uri="{FF2B5EF4-FFF2-40B4-BE49-F238E27FC236}">
                  <a16:creationId xmlns:a16="http://schemas.microsoft.com/office/drawing/2014/main" id="{BE611F69-AC64-4F48-8231-179B604CF7AF}"/>
                </a:ext>
              </a:extLst>
            </p:cNvPr>
            <p:cNvSpPr/>
            <p:nvPr/>
          </p:nvSpPr>
          <p:spPr>
            <a:xfrm>
              <a:off x="1751166"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sp>
          <p:nvSpPr>
            <p:cNvPr id="76" name="Rectangle 75">
              <a:extLst>
                <a:ext uri="{FF2B5EF4-FFF2-40B4-BE49-F238E27FC236}">
                  <a16:creationId xmlns:a16="http://schemas.microsoft.com/office/drawing/2014/main" id="{12081729-137B-444D-AF41-F99295DCCDA9}"/>
                </a:ext>
              </a:extLst>
            </p:cNvPr>
            <p:cNvSpPr/>
            <p:nvPr/>
          </p:nvSpPr>
          <p:spPr>
            <a:xfrm>
              <a:off x="1925412"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sp>
          <p:nvSpPr>
            <p:cNvPr id="94" name="Rectangle 93">
              <a:extLst>
                <a:ext uri="{FF2B5EF4-FFF2-40B4-BE49-F238E27FC236}">
                  <a16:creationId xmlns:a16="http://schemas.microsoft.com/office/drawing/2014/main" id="{D0FD16AC-3DA8-467D-AE04-4427FAF55691}"/>
                </a:ext>
              </a:extLst>
            </p:cNvPr>
            <p:cNvSpPr/>
            <p:nvPr/>
          </p:nvSpPr>
          <p:spPr>
            <a:xfrm>
              <a:off x="2099658"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7</a:t>
              </a:r>
            </a:p>
          </p:txBody>
        </p:sp>
        <p:sp>
          <p:nvSpPr>
            <p:cNvPr id="95" name="Rectangle 94">
              <a:extLst>
                <a:ext uri="{FF2B5EF4-FFF2-40B4-BE49-F238E27FC236}">
                  <a16:creationId xmlns:a16="http://schemas.microsoft.com/office/drawing/2014/main" id="{2FC90D57-1F44-42DE-BFFF-79BFB251FD79}"/>
                </a:ext>
              </a:extLst>
            </p:cNvPr>
            <p:cNvSpPr/>
            <p:nvPr/>
          </p:nvSpPr>
          <p:spPr>
            <a:xfrm>
              <a:off x="2273905"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sp>
          <p:nvSpPr>
            <p:cNvPr id="96" name="Rectangle 95">
              <a:extLst>
                <a:ext uri="{FF2B5EF4-FFF2-40B4-BE49-F238E27FC236}">
                  <a16:creationId xmlns:a16="http://schemas.microsoft.com/office/drawing/2014/main" id="{6C328A41-2E3D-491C-9343-23B321CA68C2}"/>
                </a:ext>
              </a:extLst>
            </p:cNvPr>
            <p:cNvSpPr/>
            <p:nvPr/>
          </p:nvSpPr>
          <p:spPr>
            <a:xfrm>
              <a:off x="2448151"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0</a:t>
              </a:r>
            </a:p>
          </p:txBody>
        </p:sp>
        <p:sp>
          <p:nvSpPr>
            <p:cNvPr id="97" name="Rectangle 96">
              <a:extLst>
                <a:ext uri="{FF2B5EF4-FFF2-40B4-BE49-F238E27FC236}">
                  <a16:creationId xmlns:a16="http://schemas.microsoft.com/office/drawing/2014/main" id="{85F09A19-3A08-4C3C-9CFA-6C4B5BAD1A89}"/>
                </a:ext>
              </a:extLst>
            </p:cNvPr>
            <p:cNvSpPr/>
            <p:nvPr/>
          </p:nvSpPr>
          <p:spPr>
            <a:xfrm>
              <a:off x="2622397"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sp>
          <p:nvSpPr>
            <p:cNvPr id="98" name="Rectangle 97">
              <a:extLst>
                <a:ext uri="{FF2B5EF4-FFF2-40B4-BE49-F238E27FC236}">
                  <a16:creationId xmlns:a16="http://schemas.microsoft.com/office/drawing/2014/main" id="{297658C4-68D2-4F74-BD2C-85BA9E3FD7D0}"/>
                </a:ext>
              </a:extLst>
            </p:cNvPr>
            <p:cNvSpPr/>
            <p:nvPr/>
          </p:nvSpPr>
          <p:spPr>
            <a:xfrm>
              <a:off x="2796643"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8</a:t>
              </a:r>
            </a:p>
          </p:txBody>
        </p:sp>
        <p:sp>
          <p:nvSpPr>
            <p:cNvPr id="99" name="Rectangle 98">
              <a:extLst>
                <a:ext uri="{FF2B5EF4-FFF2-40B4-BE49-F238E27FC236}">
                  <a16:creationId xmlns:a16="http://schemas.microsoft.com/office/drawing/2014/main" id="{61AFD046-01C5-4F4E-956B-F2D336EBFD35}"/>
                </a:ext>
              </a:extLst>
            </p:cNvPr>
            <p:cNvSpPr/>
            <p:nvPr/>
          </p:nvSpPr>
          <p:spPr>
            <a:xfrm>
              <a:off x="2970889" y="2678806"/>
              <a:ext cx="174246" cy="1917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grpSp>
      <p:grpSp>
        <p:nvGrpSpPr>
          <p:cNvPr id="5" name="Group 4">
            <a:extLst>
              <a:ext uri="{FF2B5EF4-FFF2-40B4-BE49-F238E27FC236}">
                <a16:creationId xmlns:a16="http://schemas.microsoft.com/office/drawing/2014/main" id="{F86387D8-2CEE-409F-B305-E3DD4010F8A0}"/>
              </a:ext>
            </a:extLst>
          </p:cNvPr>
          <p:cNvGrpSpPr/>
          <p:nvPr/>
        </p:nvGrpSpPr>
        <p:grpSpPr>
          <a:xfrm>
            <a:off x="401057" y="1331258"/>
            <a:ext cx="1116685" cy="905871"/>
            <a:chOff x="820157" y="1458258"/>
            <a:chExt cx="1116685" cy="905871"/>
          </a:xfrm>
        </p:grpSpPr>
        <p:grpSp>
          <p:nvGrpSpPr>
            <p:cNvPr id="113" name="Group 112">
              <a:extLst>
                <a:ext uri="{FF2B5EF4-FFF2-40B4-BE49-F238E27FC236}">
                  <a16:creationId xmlns:a16="http://schemas.microsoft.com/office/drawing/2014/main" id="{A109DD6B-581E-4A98-9B66-E18A3DF24D88}"/>
                </a:ext>
              </a:extLst>
            </p:cNvPr>
            <p:cNvGrpSpPr/>
            <p:nvPr/>
          </p:nvGrpSpPr>
          <p:grpSpPr>
            <a:xfrm>
              <a:off x="1762596" y="1698281"/>
              <a:ext cx="174246" cy="165734"/>
              <a:chOff x="3374524" y="3961948"/>
              <a:chExt cx="521293" cy="512749"/>
            </a:xfrm>
            <a:effectLst>
              <a:outerShdw blurRad="50800" dist="38100" dir="2700000" algn="tl" rotWithShape="0">
                <a:prstClr val="black">
                  <a:alpha val="40000"/>
                </a:prstClr>
              </a:outerShdw>
            </a:effectLst>
          </p:grpSpPr>
          <p:sp>
            <p:nvSpPr>
              <p:cNvPr id="114" name="Rectangle 113">
                <a:extLst>
                  <a:ext uri="{FF2B5EF4-FFF2-40B4-BE49-F238E27FC236}">
                    <a16:creationId xmlns:a16="http://schemas.microsoft.com/office/drawing/2014/main" id="{DD8E06A4-1420-4987-A1E6-757F29DC4EA2}"/>
                  </a:ext>
                </a:extLst>
              </p:cNvPr>
              <p:cNvSpPr/>
              <p:nvPr/>
            </p:nvSpPr>
            <p:spPr>
              <a:xfrm>
                <a:off x="3374524" y="396194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00255F68-D61D-48EA-BC23-FA439E3A986B}"/>
                  </a:ext>
                </a:extLst>
              </p:cNvPr>
              <p:cNvSpPr/>
              <p:nvPr/>
            </p:nvSpPr>
            <p:spPr>
              <a:xfrm rot="5400000">
                <a:off x="3594070" y="386204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6122C6E2-E643-4B9C-86B3-2914D8C74D12}"/>
                  </a:ext>
                </a:extLst>
              </p:cNvPr>
              <p:cNvSpPr/>
              <p:nvPr/>
            </p:nvSpPr>
            <p:spPr>
              <a:xfrm rot="5400000">
                <a:off x="3594070" y="429259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F16AAB8A-82A5-428C-A814-6F0A8616C33A}"/>
                  </a:ext>
                </a:extLst>
              </p:cNvPr>
              <p:cNvSpPr/>
              <p:nvPr/>
            </p:nvSpPr>
            <p:spPr>
              <a:xfrm>
                <a:off x="3374524"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724418E0-A7AE-46D4-9A6C-CA6FF1F13EAD}"/>
                  </a:ext>
                </a:extLst>
              </p:cNvPr>
              <p:cNvSpPr/>
              <p:nvPr/>
            </p:nvSpPr>
            <p:spPr>
              <a:xfrm>
                <a:off x="3813618" y="4079529"/>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3AC056D9-CB4A-4C81-B0B8-A1F9EC6A3A33}"/>
                </a:ext>
              </a:extLst>
            </p:cNvPr>
            <p:cNvGrpSpPr/>
            <p:nvPr/>
          </p:nvGrpSpPr>
          <p:grpSpPr>
            <a:xfrm>
              <a:off x="1337149" y="1458258"/>
              <a:ext cx="174246" cy="165734"/>
              <a:chOff x="1960978" y="2290824"/>
              <a:chExt cx="521293" cy="512748"/>
            </a:xfrm>
          </p:grpSpPr>
          <p:grpSp>
            <p:nvGrpSpPr>
              <p:cNvPr id="120" name="Group 119">
                <a:extLst>
                  <a:ext uri="{FF2B5EF4-FFF2-40B4-BE49-F238E27FC236}">
                    <a16:creationId xmlns:a16="http://schemas.microsoft.com/office/drawing/2014/main" id="{E39300E9-1385-4A7A-9BD0-F6E863F32A0F}"/>
                  </a:ext>
                </a:extLst>
              </p:cNvPr>
              <p:cNvGrpSpPr/>
              <p:nvPr/>
            </p:nvGrpSpPr>
            <p:grpSpPr>
              <a:xfrm>
                <a:off x="1960978" y="2290824"/>
                <a:ext cx="521293" cy="512748"/>
                <a:chOff x="1378086" y="2546788"/>
                <a:chExt cx="521293" cy="512748"/>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BA8FB9D5-5866-4757-BFB2-03518C0EFE9C}"/>
                    </a:ext>
                  </a:extLst>
                </p:cNvPr>
                <p:cNvSpPr/>
                <p:nvPr/>
              </p:nvSpPr>
              <p:spPr>
                <a:xfrm>
                  <a:off x="1378086" y="2546788"/>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097F1BF0-4022-4D05-BBB8-97E13AFAF26E}"/>
                    </a:ext>
                  </a:extLst>
                </p:cNvPr>
                <p:cNvSpPr/>
                <p:nvPr/>
              </p:nvSpPr>
              <p:spPr>
                <a:xfrm rot="5400000">
                  <a:off x="1597632" y="2446882"/>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A41DD89E-A0F1-414E-9E1D-E630DD6203CA}"/>
                    </a:ext>
                  </a:extLst>
                </p:cNvPr>
                <p:cNvSpPr/>
                <p:nvPr/>
              </p:nvSpPr>
              <p:spPr>
                <a:xfrm>
                  <a:off x="1817180" y="2662156"/>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1F6A5AC6-08BC-4DED-B689-D8D28BB595CE}"/>
                    </a:ext>
                  </a:extLst>
                </p:cNvPr>
                <p:cNvSpPr/>
                <p:nvPr/>
              </p:nvSpPr>
              <p:spPr>
                <a:xfrm rot="5400000">
                  <a:off x="1597632" y="2877431"/>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1" name="Straight Connector 120">
                <a:extLst>
                  <a:ext uri="{FF2B5EF4-FFF2-40B4-BE49-F238E27FC236}">
                    <a16:creationId xmlns:a16="http://schemas.microsoft.com/office/drawing/2014/main" id="{6D42D8E1-4400-442D-A62C-A97E8EF82485}"/>
                  </a:ext>
                </a:extLst>
              </p:cNvPr>
              <p:cNvCxnSpPr/>
              <p:nvPr/>
            </p:nvCxnSpPr>
            <p:spPr>
              <a:xfrm>
                <a:off x="2224880" y="2290824"/>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22" name="Straight Connector 121">
                <a:extLst>
                  <a:ext uri="{FF2B5EF4-FFF2-40B4-BE49-F238E27FC236}">
                    <a16:creationId xmlns:a16="http://schemas.microsoft.com/office/drawing/2014/main" id="{5746C54A-A166-4ED9-99AF-373A9BA8AD46}"/>
                  </a:ext>
                </a:extLst>
              </p:cNvPr>
              <p:cNvCxnSpPr/>
              <p:nvPr/>
            </p:nvCxnSpPr>
            <p:spPr>
              <a:xfrm>
                <a:off x="2224880" y="2721373"/>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27" name="Group 126">
              <a:extLst>
                <a:ext uri="{FF2B5EF4-FFF2-40B4-BE49-F238E27FC236}">
                  <a16:creationId xmlns:a16="http://schemas.microsoft.com/office/drawing/2014/main" id="{C511A070-A94F-44F4-903E-3CBD0E616B6F}"/>
                </a:ext>
              </a:extLst>
            </p:cNvPr>
            <p:cNvGrpSpPr/>
            <p:nvPr/>
          </p:nvGrpSpPr>
          <p:grpSpPr>
            <a:xfrm>
              <a:off x="1326550" y="1901632"/>
              <a:ext cx="174246" cy="165734"/>
              <a:chOff x="1960976" y="2992945"/>
              <a:chExt cx="521293" cy="512748"/>
            </a:xfrm>
          </p:grpSpPr>
          <p:grpSp>
            <p:nvGrpSpPr>
              <p:cNvPr id="128" name="Group 127">
                <a:extLst>
                  <a:ext uri="{FF2B5EF4-FFF2-40B4-BE49-F238E27FC236}">
                    <a16:creationId xmlns:a16="http://schemas.microsoft.com/office/drawing/2014/main" id="{99BA9C1C-627F-4D09-BBE9-93987F96AB70}"/>
                  </a:ext>
                </a:extLst>
              </p:cNvPr>
              <p:cNvGrpSpPr/>
              <p:nvPr/>
            </p:nvGrpSpPr>
            <p:grpSpPr>
              <a:xfrm>
                <a:off x="1960976" y="2992945"/>
                <a:ext cx="521293" cy="512748"/>
                <a:chOff x="3603126" y="3395374"/>
                <a:chExt cx="521293" cy="512748"/>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349F4D78-9BCD-46F0-9C58-7096A8D81D15}"/>
                    </a:ext>
                  </a:extLst>
                </p:cNvPr>
                <p:cNvSpPr/>
                <p:nvPr/>
              </p:nvSpPr>
              <p:spPr>
                <a:xfrm>
                  <a:off x="3603126" y="3395374"/>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63C53454-E589-47F4-ADCA-A1390BD178BF}"/>
                    </a:ext>
                  </a:extLst>
                </p:cNvPr>
                <p:cNvSpPr/>
                <p:nvPr/>
              </p:nvSpPr>
              <p:spPr>
                <a:xfrm rot="5400000">
                  <a:off x="3822672" y="3726017"/>
                  <a:ext cx="82199" cy="282011"/>
                </a:xfrm>
                <a:prstGeom prst="rect">
                  <a:avLst/>
                </a:prstGeom>
                <a:solidFill>
                  <a:schemeClr val="accent5"/>
                </a:solidFill>
                <a:ln w="6350">
                  <a:solidFill>
                    <a:srgbClr val="B6A2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80B85179-02A1-4139-85A5-99FBF0E5C9F3}"/>
                    </a:ext>
                  </a:extLst>
                </p:cNvPr>
                <p:cNvSpPr/>
                <p:nvPr/>
              </p:nvSpPr>
              <p:spPr>
                <a:xfrm>
                  <a:off x="4042220" y="3510742"/>
                  <a:ext cx="82199" cy="282011"/>
                </a:xfrm>
                <a:prstGeom prst="rect">
                  <a:avLst/>
                </a:prstGeom>
                <a:solidFill>
                  <a:srgbClr val="9148C8"/>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29" name="Straight Connector 128">
                <a:extLst>
                  <a:ext uri="{FF2B5EF4-FFF2-40B4-BE49-F238E27FC236}">
                    <a16:creationId xmlns:a16="http://schemas.microsoft.com/office/drawing/2014/main" id="{180525FF-5183-4D56-96F6-7A04A0806286}"/>
                  </a:ext>
                </a:extLst>
              </p:cNvPr>
              <p:cNvCxnSpPr/>
              <p:nvPr/>
            </p:nvCxnSpPr>
            <p:spPr>
              <a:xfrm>
                <a:off x="2224880" y="342349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33" name="Group 132">
              <a:extLst>
                <a:ext uri="{FF2B5EF4-FFF2-40B4-BE49-F238E27FC236}">
                  <a16:creationId xmlns:a16="http://schemas.microsoft.com/office/drawing/2014/main" id="{641B49C4-BB46-45AB-B54C-6EE21B2F4A39}"/>
                </a:ext>
              </a:extLst>
            </p:cNvPr>
            <p:cNvGrpSpPr/>
            <p:nvPr/>
          </p:nvGrpSpPr>
          <p:grpSpPr>
            <a:xfrm>
              <a:off x="820157" y="1617725"/>
              <a:ext cx="174246" cy="165734"/>
              <a:chOff x="1205410" y="2290825"/>
              <a:chExt cx="521293" cy="512748"/>
            </a:xfrm>
          </p:grpSpPr>
          <p:grpSp>
            <p:nvGrpSpPr>
              <p:cNvPr id="134" name="Group 133">
                <a:extLst>
                  <a:ext uri="{FF2B5EF4-FFF2-40B4-BE49-F238E27FC236}">
                    <a16:creationId xmlns:a16="http://schemas.microsoft.com/office/drawing/2014/main" id="{1F69E409-8EE2-4ED3-806F-2F70709AC009}"/>
                  </a:ext>
                </a:extLst>
              </p:cNvPr>
              <p:cNvGrpSpPr/>
              <p:nvPr/>
            </p:nvGrpSpPr>
            <p:grpSpPr>
              <a:xfrm>
                <a:off x="1205410" y="2290825"/>
                <a:ext cx="521293" cy="512748"/>
                <a:chOff x="3737574" y="3110669"/>
                <a:chExt cx="521293" cy="512748"/>
              </a:xfrm>
              <a:effectLst>
                <a:outerShdw blurRad="50800" dist="38100" dir="2700000" algn="tl" rotWithShape="0">
                  <a:prstClr val="black">
                    <a:alpha val="40000"/>
                  </a:prstClr>
                </a:outerShdw>
              </a:effectLst>
            </p:grpSpPr>
            <p:sp>
              <p:nvSpPr>
                <p:cNvPr id="137" name="Rectangle 136">
                  <a:extLst>
                    <a:ext uri="{FF2B5EF4-FFF2-40B4-BE49-F238E27FC236}">
                      <a16:creationId xmlns:a16="http://schemas.microsoft.com/office/drawing/2014/main" id="{55A6CC15-FBC9-4184-949F-5620FAE319E1}"/>
                    </a:ext>
                  </a:extLst>
                </p:cNvPr>
                <p:cNvSpPr/>
                <p:nvPr/>
              </p:nvSpPr>
              <p:spPr>
                <a:xfrm>
                  <a:off x="3737574" y="3110669"/>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Rectangle 137">
                  <a:extLst>
                    <a:ext uri="{FF2B5EF4-FFF2-40B4-BE49-F238E27FC236}">
                      <a16:creationId xmlns:a16="http://schemas.microsoft.com/office/drawing/2014/main" id="{CE734CE5-A136-4B05-AC58-CD52303105E8}"/>
                    </a:ext>
                  </a:extLst>
                </p:cNvPr>
                <p:cNvSpPr/>
                <p:nvPr/>
              </p:nvSpPr>
              <p:spPr>
                <a:xfrm rot="5400000">
                  <a:off x="3957120" y="3010763"/>
                  <a:ext cx="82199" cy="282011"/>
                </a:xfrm>
                <a:prstGeom prst="rect">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968CD6D9-01ED-4E4A-90BF-85E2E03D738B}"/>
                    </a:ext>
                  </a:extLst>
                </p:cNvPr>
                <p:cNvSpPr/>
                <p:nvPr/>
              </p:nvSpPr>
              <p:spPr>
                <a:xfrm>
                  <a:off x="4171308" y="3226037"/>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35" name="Straight Connector 134">
                <a:extLst>
                  <a:ext uri="{FF2B5EF4-FFF2-40B4-BE49-F238E27FC236}">
                    <a16:creationId xmlns:a16="http://schemas.microsoft.com/office/drawing/2014/main" id="{A0E08BA6-D804-4FA9-BD7B-747088627E28}"/>
                  </a:ext>
                </a:extLst>
              </p:cNvPr>
              <p:cNvCxnSpPr>
                <a:stCxn id="138" idx="1"/>
                <a:endCxn id="138" idx="3"/>
              </p:cNvCxnSpPr>
              <p:nvPr/>
            </p:nvCxnSpPr>
            <p:spPr>
              <a:xfrm>
                <a:off x="1466055" y="2290825"/>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D453FEB8-CD4A-4D9A-A20E-A52BEDF44DB8}"/>
                  </a:ext>
                </a:extLst>
              </p:cNvPr>
              <p:cNvCxnSpPr>
                <a:cxnSpLocks/>
              </p:cNvCxnSpPr>
              <p:nvPr/>
            </p:nvCxnSpPr>
            <p:spPr>
              <a:xfrm rot="5400000">
                <a:off x="1680241" y="2498948"/>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0" name="Group 139">
              <a:extLst>
                <a:ext uri="{FF2B5EF4-FFF2-40B4-BE49-F238E27FC236}">
                  <a16:creationId xmlns:a16="http://schemas.microsoft.com/office/drawing/2014/main" id="{2415FA2B-FB53-40FF-8F90-FCFB0BD7896A}"/>
                </a:ext>
              </a:extLst>
            </p:cNvPr>
            <p:cNvGrpSpPr/>
            <p:nvPr/>
          </p:nvGrpSpPr>
          <p:grpSpPr>
            <a:xfrm>
              <a:off x="957605" y="2084005"/>
              <a:ext cx="174247" cy="165734"/>
              <a:chOff x="1200047" y="2998405"/>
              <a:chExt cx="521296" cy="512748"/>
            </a:xfrm>
          </p:grpSpPr>
          <p:grpSp>
            <p:nvGrpSpPr>
              <p:cNvPr id="141" name="Group 140">
                <a:extLst>
                  <a:ext uri="{FF2B5EF4-FFF2-40B4-BE49-F238E27FC236}">
                    <a16:creationId xmlns:a16="http://schemas.microsoft.com/office/drawing/2014/main" id="{09AF3B16-B491-4D01-BC26-E65F0D4665F1}"/>
                  </a:ext>
                </a:extLst>
              </p:cNvPr>
              <p:cNvGrpSpPr/>
              <p:nvPr/>
            </p:nvGrpSpPr>
            <p:grpSpPr>
              <a:xfrm>
                <a:off x="1200050" y="2998405"/>
                <a:ext cx="521293" cy="512748"/>
                <a:chOff x="3515961" y="3443740"/>
                <a:chExt cx="521293" cy="512748"/>
              </a:xfrm>
              <a:effectLst>
                <a:outerShdw blurRad="50800" dist="38100" dir="2700000" algn="tl" rotWithShape="0">
                  <a:prstClr val="black">
                    <a:alpha val="40000"/>
                  </a:prstClr>
                </a:outerShdw>
              </a:effectLst>
            </p:grpSpPr>
            <p:sp>
              <p:nvSpPr>
                <p:cNvPr id="143" name="Rectangle 142">
                  <a:extLst>
                    <a:ext uri="{FF2B5EF4-FFF2-40B4-BE49-F238E27FC236}">
                      <a16:creationId xmlns:a16="http://schemas.microsoft.com/office/drawing/2014/main" id="{E80C9F32-CCCC-42FC-BC9F-25467F425BAE}"/>
                    </a:ext>
                  </a:extLst>
                </p:cNvPr>
                <p:cNvSpPr/>
                <p:nvPr/>
              </p:nvSpPr>
              <p:spPr>
                <a:xfrm>
                  <a:off x="3515961" y="344374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8BEA8A7E-46B6-4E0C-AC33-74510027E689}"/>
                    </a:ext>
                  </a:extLst>
                </p:cNvPr>
                <p:cNvSpPr/>
                <p:nvPr/>
              </p:nvSpPr>
              <p:spPr>
                <a:xfrm>
                  <a:off x="3515961" y="355910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5" name="Rectangle 144">
                  <a:extLst>
                    <a:ext uri="{FF2B5EF4-FFF2-40B4-BE49-F238E27FC236}">
                      <a16:creationId xmlns:a16="http://schemas.microsoft.com/office/drawing/2014/main" id="{94579CC8-273C-459C-A085-CCF3375C38AD}"/>
                    </a:ext>
                  </a:extLst>
                </p:cNvPr>
                <p:cNvSpPr/>
                <p:nvPr/>
              </p:nvSpPr>
              <p:spPr>
                <a:xfrm rot="5400000">
                  <a:off x="3735507" y="3343834"/>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2" name="Straight Connector 141">
                <a:extLst>
                  <a:ext uri="{FF2B5EF4-FFF2-40B4-BE49-F238E27FC236}">
                    <a16:creationId xmlns:a16="http://schemas.microsoft.com/office/drawing/2014/main" id="{A69F8EB1-DBEC-4493-BDCE-4FC0FDA55256}"/>
                  </a:ext>
                </a:extLst>
              </p:cNvPr>
              <p:cNvCxnSpPr>
                <a:cxnSpLocks/>
              </p:cNvCxnSpPr>
              <p:nvPr/>
            </p:nvCxnSpPr>
            <p:spPr>
              <a:xfrm rot="5400000">
                <a:off x="1241147" y="3206974"/>
                <a:ext cx="0" cy="82199"/>
              </a:xfrm>
              <a:prstGeom prst="line">
                <a:avLst/>
              </a:prstGeom>
            </p:spPr>
            <p:style>
              <a:lnRef idx="3">
                <a:schemeClr val="dk1"/>
              </a:lnRef>
              <a:fillRef idx="0">
                <a:schemeClr val="dk1"/>
              </a:fillRef>
              <a:effectRef idx="2">
                <a:schemeClr val="dk1"/>
              </a:effectRef>
              <a:fontRef idx="minor">
                <a:schemeClr val="tx1"/>
              </a:fontRef>
            </p:style>
          </p:cxnSp>
        </p:grpSp>
        <p:grpSp>
          <p:nvGrpSpPr>
            <p:cNvPr id="146" name="Group 145">
              <a:extLst>
                <a:ext uri="{FF2B5EF4-FFF2-40B4-BE49-F238E27FC236}">
                  <a16:creationId xmlns:a16="http://schemas.microsoft.com/office/drawing/2014/main" id="{70EA6372-A80D-422B-87A1-5D1458D6042C}"/>
                </a:ext>
              </a:extLst>
            </p:cNvPr>
            <p:cNvGrpSpPr/>
            <p:nvPr/>
          </p:nvGrpSpPr>
          <p:grpSpPr>
            <a:xfrm>
              <a:off x="1602087" y="2197680"/>
              <a:ext cx="174247" cy="166449"/>
              <a:chOff x="1200046" y="3705985"/>
              <a:chExt cx="521295" cy="514960"/>
            </a:xfrm>
          </p:grpSpPr>
          <p:grpSp>
            <p:nvGrpSpPr>
              <p:cNvPr id="147" name="Group 146">
                <a:extLst>
                  <a:ext uri="{FF2B5EF4-FFF2-40B4-BE49-F238E27FC236}">
                    <a16:creationId xmlns:a16="http://schemas.microsoft.com/office/drawing/2014/main" id="{F1F3E3AD-B570-4384-9A9D-AA43B7A94F06}"/>
                  </a:ext>
                </a:extLst>
              </p:cNvPr>
              <p:cNvGrpSpPr/>
              <p:nvPr/>
            </p:nvGrpSpPr>
            <p:grpSpPr>
              <a:xfrm>
                <a:off x="1200048" y="3705985"/>
                <a:ext cx="521293" cy="514960"/>
                <a:chOff x="3519304" y="3703188"/>
                <a:chExt cx="521293" cy="514960"/>
              </a:xfrm>
              <a:effectLst>
                <a:outerShdw blurRad="50800" dist="38100" dir="2700000" algn="tl" rotWithShape="0">
                  <a:prstClr val="black">
                    <a:alpha val="40000"/>
                  </a:prstClr>
                </a:outerShdw>
              </a:effectLst>
            </p:grpSpPr>
            <p:sp>
              <p:nvSpPr>
                <p:cNvPr id="150" name="Rectangle 149">
                  <a:extLst>
                    <a:ext uri="{FF2B5EF4-FFF2-40B4-BE49-F238E27FC236}">
                      <a16:creationId xmlns:a16="http://schemas.microsoft.com/office/drawing/2014/main" id="{65F66145-1618-498B-990B-02CBC060762E}"/>
                    </a:ext>
                  </a:extLst>
                </p:cNvPr>
                <p:cNvSpPr/>
                <p:nvPr/>
              </p:nvSpPr>
              <p:spPr>
                <a:xfrm>
                  <a:off x="3519304" y="3705400"/>
                  <a:ext cx="521293" cy="512748"/>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1" name="Rectangle 150">
                  <a:extLst>
                    <a:ext uri="{FF2B5EF4-FFF2-40B4-BE49-F238E27FC236}">
                      <a16:creationId xmlns:a16="http://schemas.microsoft.com/office/drawing/2014/main" id="{1E8C4CB1-D737-45BA-8411-3476ACB6B0E6}"/>
                    </a:ext>
                  </a:extLst>
                </p:cNvPr>
                <p:cNvSpPr/>
                <p:nvPr/>
              </p:nvSpPr>
              <p:spPr>
                <a:xfrm rot="5400000">
                  <a:off x="3734549" y="3603282"/>
                  <a:ext cx="82199" cy="282011"/>
                </a:xfrm>
                <a:prstGeom prst="rect">
                  <a:avLst/>
                </a:prstGeom>
                <a:solidFill>
                  <a:srgbClr val="015AAB"/>
                </a:solidFill>
                <a:ln w="6350">
                  <a:solidFill>
                    <a:srgbClr val="0137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2" name="Rectangle 151">
                  <a:extLst>
                    <a:ext uri="{FF2B5EF4-FFF2-40B4-BE49-F238E27FC236}">
                      <a16:creationId xmlns:a16="http://schemas.microsoft.com/office/drawing/2014/main" id="{6A89A705-7632-43F1-B999-336546FF2111}"/>
                    </a:ext>
                  </a:extLst>
                </p:cNvPr>
                <p:cNvSpPr/>
                <p:nvPr/>
              </p:nvSpPr>
              <p:spPr>
                <a:xfrm>
                  <a:off x="3519304" y="3820768"/>
                  <a:ext cx="82199" cy="282011"/>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3" name="Rectangle 152">
                  <a:extLst>
                    <a:ext uri="{FF2B5EF4-FFF2-40B4-BE49-F238E27FC236}">
                      <a16:creationId xmlns:a16="http://schemas.microsoft.com/office/drawing/2014/main" id="{CA862F90-4332-4EBA-BF0C-58508E0C9E60}"/>
                    </a:ext>
                  </a:extLst>
                </p:cNvPr>
                <p:cNvSpPr/>
                <p:nvPr/>
              </p:nvSpPr>
              <p:spPr>
                <a:xfrm>
                  <a:off x="3958398" y="3820768"/>
                  <a:ext cx="82199" cy="282011"/>
                </a:xfrm>
                <a:prstGeom prst="rect">
                  <a:avLst/>
                </a:prstGeom>
                <a:solidFill>
                  <a:srgbClr val="F81818"/>
                </a:solidFill>
                <a:ln w="6350">
                  <a:solidFill>
                    <a:srgbClr val="9D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148" name="Straight Connector 147">
                <a:extLst>
                  <a:ext uri="{FF2B5EF4-FFF2-40B4-BE49-F238E27FC236}">
                    <a16:creationId xmlns:a16="http://schemas.microsoft.com/office/drawing/2014/main" id="{748F962E-B66F-40D6-A5E5-150D79FB1DC2}"/>
                  </a:ext>
                </a:extLst>
              </p:cNvPr>
              <p:cNvCxnSpPr>
                <a:cxnSpLocks/>
              </p:cNvCxnSpPr>
              <p:nvPr/>
            </p:nvCxnSpPr>
            <p:spPr>
              <a:xfrm rot="5400000">
                <a:off x="1680240" y="3921349"/>
                <a:ext cx="0" cy="82199"/>
              </a:xfrm>
              <a:prstGeom prst="line">
                <a:avLst/>
              </a:prstGeom>
            </p:spPr>
            <p:style>
              <a:lnRef idx="3">
                <a:schemeClr val="dk1"/>
              </a:lnRef>
              <a:fillRef idx="0">
                <a:schemeClr val="dk1"/>
              </a:fillRef>
              <a:effectRef idx="2">
                <a:schemeClr val="dk1"/>
              </a:effectRef>
              <a:fontRef idx="minor">
                <a:schemeClr val="tx1"/>
              </a:fontRef>
            </p:style>
          </p:cxnSp>
          <p:cxnSp>
            <p:nvCxnSpPr>
              <p:cNvPr id="149" name="Straight Connector 148">
                <a:extLst>
                  <a:ext uri="{FF2B5EF4-FFF2-40B4-BE49-F238E27FC236}">
                    <a16:creationId xmlns:a16="http://schemas.microsoft.com/office/drawing/2014/main" id="{56211C4C-E289-4A13-B0E4-91AAFF162DDC}"/>
                  </a:ext>
                </a:extLst>
              </p:cNvPr>
              <p:cNvCxnSpPr>
                <a:cxnSpLocks/>
              </p:cNvCxnSpPr>
              <p:nvPr/>
            </p:nvCxnSpPr>
            <p:spPr>
              <a:xfrm rot="5400000">
                <a:off x="1241146" y="3924572"/>
                <a:ext cx="0" cy="82199"/>
              </a:xfrm>
              <a:prstGeom prst="line">
                <a:avLst/>
              </a:prstGeom>
            </p:spPr>
            <p:style>
              <a:lnRef idx="3">
                <a:schemeClr val="dk1"/>
              </a:lnRef>
              <a:fillRef idx="0">
                <a:schemeClr val="dk1"/>
              </a:fillRef>
              <a:effectRef idx="2">
                <a:schemeClr val="dk1"/>
              </a:effectRef>
              <a:fontRef idx="minor">
                <a:schemeClr val="tx1"/>
              </a:fontRef>
            </p:style>
          </p:cxnSp>
        </p:grpSp>
      </p:grpSp>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7" name="TextBox 16">
            <a:extLst>
              <a:ext uri="{FF2B5EF4-FFF2-40B4-BE49-F238E27FC236}">
                <a16:creationId xmlns:a16="http://schemas.microsoft.com/office/drawing/2014/main" id="{B0E977D9-9E71-4D5F-9595-7DE15A3060FD}"/>
              </a:ext>
            </a:extLst>
          </p:cNvPr>
          <p:cNvSpPr txBox="1"/>
          <p:nvPr/>
        </p:nvSpPr>
        <p:spPr>
          <a:xfrm>
            <a:off x="7446404" y="5544498"/>
            <a:ext cx="1374094" cy="338554"/>
          </a:xfrm>
          <a:prstGeom prst="rect">
            <a:avLst/>
          </a:prstGeom>
          <a:noFill/>
        </p:spPr>
        <p:txBody>
          <a:bodyPr wrap="none" rtlCol="0">
            <a:spAutoFit/>
          </a:bodyPr>
          <a:lstStyle/>
          <a:p>
            <a:r>
              <a:rPr lang="en-US" sz="1600" dirty="0">
                <a:solidFill>
                  <a:schemeClr val="bg1"/>
                </a:solidFill>
              </a:rPr>
              <a:t>O(1) tile types</a:t>
            </a:r>
          </a:p>
        </p:txBody>
      </p:sp>
      <p:sp>
        <p:nvSpPr>
          <p:cNvPr id="163" name="TextBox 162">
            <a:extLst>
              <a:ext uri="{FF2B5EF4-FFF2-40B4-BE49-F238E27FC236}">
                <a16:creationId xmlns:a16="http://schemas.microsoft.com/office/drawing/2014/main" id="{E2789D83-E6F0-4F17-BA0B-359023473BF1}"/>
              </a:ext>
            </a:extLst>
          </p:cNvPr>
          <p:cNvSpPr txBox="1"/>
          <p:nvPr/>
        </p:nvSpPr>
        <p:spPr>
          <a:xfrm>
            <a:off x="4024157" y="4635484"/>
            <a:ext cx="2230098" cy="338554"/>
          </a:xfrm>
          <a:prstGeom prst="rect">
            <a:avLst/>
          </a:prstGeom>
          <a:noFill/>
        </p:spPr>
        <p:txBody>
          <a:bodyPr wrap="none" rtlCol="0">
            <a:spAutoFit/>
          </a:bodyPr>
          <a:lstStyle/>
          <a:p>
            <a:r>
              <a:rPr lang="en-US" sz="1600" dirty="0">
                <a:solidFill>
                  <a:schemeClr val="bg1"/>
                </a:solidFill>
              </a:rPr>
              <a:t>TM using O(1) tile types</a:t>
            </a:r>
          </a:p>
        </p:txBody>
      </p:sp>
      <p:sp>
        <p:nvSpPr>
          <p:cNvPr id="164" name="TextBox 163">
            <a:extLst>
              <a:ext uri="{FF2B5EF4-FFF2-40B4-BE49-F238E27FC236}">
                <a16:creationId xmlns:a16="http://schemas.microsoft.com/office/drawing/2014/main" id="{EA43C72D-B94D-4B68-B282-E4AB47C3EAF8}"/>
              </a:ext>
            </a:extLst>
          </p:cNvPr>
          <p:cNvSpPr txBox="1"/>
          <p:nvPr/>
        </p:nvSpPr>
        <p:spPr>
          <a:xfrm>
            <a:off x="1677472" y="788798"/>
            <a:ext cx="1762021" cy="369332"/>
          </a:xfrm>
          <a:prstGeom prst="rect">
            <a:avLst/>
          </a:prstGeom>
          <a:noFill/>
        </p:spPr>
        <p:txBody>
          <a:bodyPr wrap="none" rtlCol="0">
            <a:spAutoFit/>
          </a:bodyPr>
          <a:lstStyle/>
          <a:p>
            <a:r>
              <a:rPr lang="en-US" dirty="0">
                <a:solidFill>
                  <a:schemeClr val="bg1"/>
                </a:solidFill>
              </a:rPr>
              <a:t>distinct tile types</a:t>
            </a:r>
          </a:p>
        </p:txBody>
      </p:sp>
      <p:sp>
        <p:nvSpPr>
          <p:cNvPr id="165" name="TextBox 164">
            <a:extLst>
              <a:ext uri="{FF2B5EF4-FFF2-40B4-BE49-F238E27FC236}">
                <a16:creationId xmlns:a16="http://schemas.microsoft.com/office/drawing/2014/main" id="{2F8C397B-5E63-46A7-BF50-0E3D70B6CDFD}"/>
              </a:ext>
            </a:extLst>
          </p:cNvPr>
          <p:cNvSpPr txBox="1"/>
          <p:nvPr/>
        </p:nvSpPr>
        <p:spPr>
          <a:xfrm>
            <a:off x="1731992" y="2153576"/>
            <a:ext cx="2789738" cy="369332"/>
          </a:xfrm>
          <a:prstGeom prst="rect">
            <a:avLst/>
          </a:prstGeom>
          <a:noFill/>
        </p:spPr>
        <p:txBody>
          <a:bodyPr wrap="none" rtlCol="0">
            <a:spAutoFit/>
          </a:bodyPr>
          <a:lstStyle/>
          <a:p>
            <a:r>
              <a:rPr lang="en-US" u="sng" dirty="0">
                <a:solidFill>
                  <a:schemeClr val="bg1"/>
                </a:solidFill>
              </a:rPr>
              <a:t>Higher-Base Representation</a:t>
            </a:r>
          </a:p>
        </p:txBody>
      </p:sp>
      <p:sp>
        <p:nvSpPr>
          <p:cNvPr id="166" name="TextBox 165">
            <a:extLst>
              <a:ext uri="{FF2B5EF4-FFF2-40B4-BE49-F238E27FC236}">
                <a16:creationId xmlns:a16="http://schemas.microsoft.com/office/drawing/2014/main" id="{EAA4AE99-52BF-40DF-90D2-28D54F2E87CB}"/>
              </a:ext>
            </a:extLst>
          </p:cNvPr>
          <p:cNvSpPr txBox="1"/>
          <p:nvPr/>
        </p:nvSpPr>
        <p:spPr>
          <a:xfrm>
            <a:off x="3351599" y="2937732"/>
            <a:ext cx="3647152" cy="369332"/>
          </a:xfrm>
          <a:prstGeom prst="rect">
            <a:avLst/>
          </a:prstGeom>
          <a:noFill/>
        </p:spPr>
        <p:txBody>
          <a:bodyPr wrap="none" rtlCol="0">
            <a:spAutoFit/>
          </a:bodyPr>
          <a:lstStyle/>
          <a:p>
            <a:r>
              <a:rPr lang="en-US" u="sng" dirty="0">
                <a:solidFill>
                  <a:schemeClr val="bg1"/>
                </a:solidFill>
              </a:rPr>
              <a:t>Binary Representation of length K(S)</a:t>
            </a:r>
          </a:p>
        </p:txBody>
      </p:sp>
      <p:sp>
        <p:nvSpPr>
          <p:cNvPr id="167" name="TextBox 166">
            <a:extLst>
              <a:ext uri="{FF2B5EF4-FFF2-40B4-BE49-F238E27FC236}">
                <a16:creationId xmlns:a16="http://schemas.microsoft.com/office/drawing/2014/main" id="{246A6559-F5AD-46C0-941C-258BB587794E}"/>
              </a:ext>
            </a:extLst>
          </p:cNvPr>
          <p:cNvSpPr txBox="1"/>
          <p:nvPr/>
        </p:nvSpPr>
        <p:spPr>
          <a:xfrm>
            <a:off x="6740780" y="3718324"/>
            <a:ext cx="1915909" cy="369332"/>
          </a:xfrm>
          <a:prstGeom prst="rect">
            <a:avLst/>
          </a:prstGeom>
          <a:noFill/>
        </p:spPr>
        <p:txBody>
          <a:bodyPr wrap="none" rtlCol="0">
            <a:spAutoFit/>
          </a:bodyPr>
          <a:lstStyle/>
          <a:p>
            <a:r>
              <a:rPr lang="en-US" u="sng" dirty="0">
                <a:solidFill>
                  <a:schemeClr val="bg1"/>
                </a:solidFill>
              </a:rPr>
              <a:t>Explicit Encoding</a:t>
            </a:r>
          </a:p>
        </p:txBody>
      </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447704" cy="338554"/>
          </a:xfrm>
          <a:prstGeom prst="rect">
            <a:avLst/>
          </a:prstGeom>
          <a:noFill/>
        </p:spPr>
        <p:txBody>
          <a:bodyPr wrap="none" rtlCol="0">
            <a:spAutoFit/>
          </a:bodyPr>
          <a:lstStyle/>
          <a:p>
            <a:r>
              <a:rPr lang="en-US" sz="1600" dirty="0">
                <a:solidFill>
                  <a:schemeClr val="bg1"/>
                </a:solidFill>
              </a:rPr>
              <a:t>Self Assembles</a:t>
            </a:r>
          </a:p>
        </p:txBody>
      </p:sp>
      <p:sp>
        <p:nvSpPr>
          <p:cNvPr id="181" name="TextBox 180">
            <a:extLst>
              <a:ext uri="{FF2B5EF4-FFF2-40B4-BE49-F238E27FC236}">
                <a16:creationId xmlns:a16="http://schemas.microsoft.com/office/drawing/2014/main" id="{1C8C29DE-1286-4EE6-A89B-F5FCF4AD12D9}"/>
              </a:ext>
            </a:extLst>
          </p:cNvPr>
          <p:cNvSpPr txBox="1"/>
          <p:nvPr/>
        </p:nvSpPr>
        <p:spPr>
          <a:xfrm>
            <a:off x="9972999" y="4113749"/>
            <a:ext cx="1422184" cy="369332"/>
          </a:xfrm>
          <a:prstGeom prst="rect">
            <a:avLst/>
          </a:prstGeom>
          <a:noFill/>
        </p:spPr>
        <p:txBody>
          <a:bodyPr wrap="none" rtlCol="0">
            <a:spAutoFit/>
          </a:bodyPr>
          <a:lstStyle/>
          <a:p>
            <a:r>
              <a:rPr lang="en-US" u="sng" dirty="0">
                <a:solidFill>
                  <a:schemeClr val="bg1"/>
                </a:solidFill>
              </a:rPr>
              <a:t>Scaled Shape</a:t>
            </a:r>
          </a:p>
        </p:txBody>
      </p:sp>
      <p:grpSp>
        <p:nvGrpSpPr>
          <p:cNvPr id="20" name="Group 19">
            <a:extLst>
              <a:ext uri="{FF2B5EF4-FFF2-40B4-BE49-F238E27FC236}">
                <a16:creationId xmlns:a16="http://schemas.microsoft.com/office/drawing/2014/main" id="{948FC53F-9B66-496A-AF45-965340E29953}"/>
              </a:ext>
            </a:extLst>
          </p:cNvPr>
          <p:cNvGrpSpPr/>
          <p:nvPr/>
        </p:nvGrpSpPr>
        <p:grpSpPr>
          <a:xfrm>
            <a:off x="203174" y="647383"/>
            <a:ext cx="1677062" cy="584775"/>
            <a:chOff x="2877923" y="1258626"/>
            <a:chExt cx="1677062" cy="584775"/>
          </a:xfrm>
        </p:grpSpPr>
        <p:grpSp>
          <p:nvGrpSpPr>
            <p:cNvPr id="174" name="Group 173">
              <a:extLst>
                <a:ext uri="{FF2B5EF4-FFF2-40B4-BE49-F238E27FC236}">
                  <a16:creationId xmlns:a16="http://schemas.microsoft.com/office/drawing/2014/main" id="{0485483A-602F-42A9-A60E-BBF1EE8A6B7D}"/>
                </a:ext>
              </a:extLst>
            </p:cNvPr>
            <p:cNvGrpSpPr/>
            <p:nvPr/>
          </p:nvGrpSpPr>
          <p:grpSpPr>
            <a:xfrm>
              <a:off x="3351599" y="1301863"/>
              <a:ext cx="920445" cy="529053"/>
              <a:chOff x="1041705" y="3992508"/>
              <a:chExt cx="920445" cy="529053"/>
            </a:xfrm>
          </p:grpSpPr>
          <p:sp>
            <p:nvSpPr>
              <p:cNvPr id="175" name="TextBox 174">
                <a:extLst>
                  <a:ext uri="{FF2B5EF4-FFF2-40B4-BE49-F238E27FC236}">
                    <a16:creationId xmlns:a16="http://schemas.microsoft.com/office/drawing/2014/main" id="{5F9F15ED-962B-4FC6-ABF2-DE9CD711123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76" name="Straight Connector 175">
                <a:extLst>
                  <a:ext uri="{FF2B5EF4-FFF2-40B4-BE49-F238E27FC236}">
                    <a16:creationId xmlns:a16="http://schemas.microsoft.com/office/drawing/2014/main" id="{BEB28611-EC70-40B6-8997-241985D0D2B2}"/>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28A34A84-BF9D-412F-B91D-C7C8324F6DB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6" name="TextBox 185">
              <a:extLst>
                <a:ext uri="{FF2B5EF4-FFF2-40B4-BE49-F238E27FC236}">
                  <a16:creationId xmlns:a16="http://schemas.microsoft.com/office/drawing/2014/main" id="{3349DA4E-0CE9-4C02-8622-DA089EF7EF20}"/>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nvGrpSpPr>
          <p:cNvPr id="194" name="Group 193">
            <a:extLst>
              <a:ext uri="{FF2B5EF4-FFF2-40B4-BE49-F238E27FC236}">
                <a16:creationId xmlns:a16="http://schemas.microsoft.com/office/drawing/2014/main" id="{D7FB1177-F169-467D-AB59-CBD7961EA614}"/>
              </a:ext>
            </a:extLst>
          </p:cNvPr>
          <p:cNvGrpSpPr/>
          <p:nvPr/>
        </p:nvGrpSpPr>
        <p:grpSpPr>
          <a:xfrm>
            <a:off x="743298" y="3908474"/>
            <a:ext cx="3343112" cy="584775"/>
            <a:chOff x="986344" y="3656157"/>
            <a:chExt cx="3343112" cy="584775"/>
          </a:xfrm>
        </p:grpSpPr>
        <p:sp>
          <p:nvSpPr>
            <p:cNvPr id="178" name="TextBox 177">
              <a:extLst>
                <a:ext uri="{FF2B5EF4-FFF2-40B4-BE49-F238E27FC236}">
                  <a16:creationId xmlns:a16="http://schemas.microsoft.com/office/drawing/2014/main" id="{4B658B26-5786-4592-BE91-0CBFC25BA4BE}"/>
                </a:ext>
              </a:extLst>
            </p:cNvPr>
            <p:cNvSpPr txBox="1"/>
            <p:nvPr/>
          </p:nvSpPr>
          <p:spPr>
            <a:xfrm>
              <a:off x="986344" y="3781695"/>
              <a:ext cx="989373" cy="338554"/>
            </a:xfrm>
            <a:prstGeom prst="rect">
              <a:avLst/>
            </a:prstGeom>
            <a:noFill/>
          </p:spPr>
          <p:txBody>
            <a:bodyPr wrap="none" rtlCol="0">
              <a:spAutoFit/>
            </a:bodyPr>
            <a:lstStyle/>
            <a:p>
              <a:r>
                <a:rPr lang="en-US" sz="1600" dirty="0">
                  <a:solidFill>
                    <a:schemeClr val="bg1"/>
                  </a:solidFill>
                </a:rPr>
                <a:t>TM using</a:t>
              </a:r>
            </a:p>
          </p:txBody>
        </p:sp>
        <p:sp>
          <p:nvSpPr>
            <p:cNvPr id="179" name="TextBox 178">
              <a:extLst>
                <a:ext uri="{FF2B5EF4-FFF2-40B4-BE49-F238E27FC236}">
                  <a16:creationId xmlns:a16="http://schemas.microsoft.com/office/drawing/2014/main" id="{B659BAF7-6502-427F-BC98-BBDB7732F0C2}"/>
                </a:ext>
              </a:extLst>
            </p:cNvPr>
            <p:cNvSpPr txBox="1"/>
            <p:nvPr/>
          </p:nvSpPr>
          <p:spPr>
            <a:xfrm>
              <a:off x="3394585" y="3797529"/>
              <a:ext cx="934871" cy="338554"/>
            </a:xfrm>
            <a:prstGeom prst="rect">
              <a:avLst/>
            </a:prstGeom>
            <a:noFill/>
          </p:spPr>
          <p:txBody>
            <a:bodyPr wrap="none" rtlCol="0">
              <a:spAutoFit/>
            </a:bodyPr>
            <a:lstStyle/>
            <a:p>
              <a:r>
                <a:rPr lang="en-US" sz="1600" dirty="0">
                  <a:solidFill>
                    <a:schemeClr val="bg1"/>
                  </a:solidFill>
                </a:rPr>
                <a:t>tile types</a:t>
              </a:r>
            </a:p>
          </p:txBody>
        </p:sp>
        <p:grpSp>
          <p:nvGrpSpPr>
            <p:cNvPr id="187" name="Group 186">
              <a:extLst>
                <a:ext uri="{FF2B5EF4-FFF2-40B4-BE49-F238E27FC236}">
                  <a16:creationId xmlns:a16="http://schemas.microsoft.com/office/drawing/2014/main" id="{97E1A4A8-7EAD-478E-9B38-420112D9E593}"/>
                </a:ext>
              </a:extLst>
            </p:cNvPr>
            <p:cNvGrpSpPr/>
            <p:nvPr/>
          </p:nvGrpSpPr>
          <p:grpSpPr>
            <a:xfrm>
              <a:off x="1908667" y="3656157"/>
              <a:ext cx="1677062" cy="584775"/>
              <a:chOff x="2877923" y="1258626"/>
              <a:chExt cx="1677062" cy="584775"/>
            </a:xfrm>
          </p:grpSpPr>
          <p:grpSp>
            <p:nvGrpSpPr>
              <p:cNvPr id="188" name="Group 187">
                <a:extLst>
                  <a:ext uri="{FF2B5EF4-FFF2-40B4-BE49-F238E27FC236}">
                    <a16:creationId xmlns:a16="http://schemas.microsoft.com/office/drawing/2014/main" id="{6648B426-4ACC-4BC2-8704-85E1A7522CC6}"/>
                  </a:ext>
                </a:extLst>
              </p:cNvPr>
              <p:cNvGrpSpPr/>
              <p:nvPr/>
            </p:nvGrpSpPr>
            <p:grpSpPr>
              <a:xfrm>
                <a:off x="3351599" y="1301863"/>
                <a:ext cx="920445" cy="529053"/>
                <a:chOff x="1041705" y="3992508"/>
                <a:chExt cx="920445" cy="529053"/>
              </a:xfrm>
            </p:grpSpPr>
            <p:sp>
              <p:nvSpPr>
                <p:cNvPr id="190" name="TextBox 189">
                  <a:extLst>
                    <a:ext uri="{FF2B5EF4-FFF2-40B4-BE49-F238E27FC236}">
                      <a16:creationId xmlns:a16="http://schemas.microsoft.com/office/drawing/2014/main" id="{E0830B86-9DF3-474F-95AD-90F4C1AFD127}"/>
                    </a:ext>
                  </a:extLst>
                </p:cNvPr>
                <p:cNvSpPr txBox="1"/>
                <p:nvPr/>
              </p:nvSpPr>
              <p:spPr>
                <a:xfrm>
                  <a:off x="1041705" y="4213784"/>
                  <a:ext cx="920445" cy="307777"/>
                </a:xfrm>
                <a:prstGeom prst="rect">
                  <a:avLst/>
                </a:prstGeom>
                <a:noFill/>
              </p:spPr>
              <p:txBody>
                <a:bodyPr wrap="square" rtlCol="0">
                  <a:spAutoFit/>
                </a:bodyPr>
                <a:lstStyle/>
                <a:p>
                  <a:r>
                    <a:rPr lang="en-US" sz="1400" dirty="0">
                      <a:solidFill>
                        <a:schemeClr val="bg1"/>
                      </a:solidFill>
                    </a:rPr>
                    <a:t>log(K(S))</a:t>
                  </a:r>
                </a:p>
              </p:txBody>
            </p:sp>
            <p:cxnSp>
              <p:nvCxnSpPr>
                <p:cNvPr id="191" name="Straight Connector 190">
                  <a:extLst>
                    <a:ext uri="{FF2B5EF4-FFF2-40B4-BE49-F238E27FC236}">
                      <a16:creationId xmlns:a16="http://schemas.microsoft.com/office/drawing/2014/main" id="{AD51F425-45B2-4EB5-93CE-967981544DD0}"/>
                    </a:ext>
                  </a:extLst>
                </p:cNvPr>
                <p:cNvCxnSpPr>
                  <a:cxnSpLocks/>
                </p:cNvCxnSpPr>
                <p:nvPr/>
              </p:nvCxnSpPr>
              <p:spPr>
                <a:xfrm>
                  <a:off x="1092295" y="4270935"/>
                  <a:ext cx="815844" cy="0"/>
                </a:xfrm>
                <a:prstGeom prst="line">
                  <a:avLst/>
                </a:prstGeom>
              </p:spPr>
              <p:style>
                <a:lnRef idx="1">
                  <a:schemeClr val="dk1"/>
                </a:lnRef>
                <a:fillRef idx="0">
                  <a:schemeClr val="dk1"/>
                </a:fillRef>
                <a:effectRef idx="0">
                  <a:schemeClr val="dk1"/>
                </a:effectRef>
                <a:fontRef idx="minor">
                  <a:schemeClr val="tx1"/>
                </a:fontRef>
              </p:style>
            </p:cxnSp>
            <p:sp>
              <p:nvSpPr>
                <p:cNvPr id="192" name="TextBox 191">
                  <a:extLst>
                    <a:ext uri="{FF2B5EF4-FFF2-40B4-BE49-F238E27FC236}">
                      <a16:creationId xmlns:a16="http://schemas.microsoft.com/office/drawing/2014/main" id="{3946CCB3-DC7A-4B44-ADEC-6B7F58EE819A}"/>
                    </a:ext>
                  </a:extLst>
                </p:cNvPr>
                <p:cNvSpPr txBox="1"/>
                <p:nvPr/>
              </p:nvSpPr>
              <p:spPr>
                <a:xfrm>
                  <a:off x="1210464" y="3992508"/>
                  <a:ext cx="697676" cy="307777"/>
                </a:xfrm>
                <a:prstGeom prst="rect">
                  <a:avLst/>
                </a:prstGeom>
                <a:noFill/>
              </p:spPr>
              <p:txBody>
                <a:bodyPr wrap="square" rtlCol="0">
                  <a:spAutoFit/>
                </a:bodyPr>
                <a:lstStyle/>
                <a:p>
                  <a:r>
                    <a:rPr lang="en-US" sz="1400" dirty="0">
                      <a:solidFill>
                        <a:schemeClr val="bg1"/>
                      </a:solidFill>
                    </a:rPr>
                    <a:t>K(S)</a:t>
                  </a:r>
                </a:p>
              </p:txBody>
            </p:sp>
          </p:grpSp>
          <p:sp>
            <p:nvSpPr>
              <p:cNvPr id="189" name="TextBox 188">
                <a:extLst>
                  <a:ext uri="{FF2B5EF4-FFF2-40B4-BE49-F238E27FC236}">
                    <a16:creationId xmlns:a16="http://schemas.microsoft.com/office/drawing/2014/main" id="{952D3241-A891-4BE7-8C6D-F9A221C7CF21}"/>
                  </a:ext>
                </a:extLst>
              </p:cNvPr>
              <p:cNvSpPr txBox="1"/>
              <p:nvPr/>
            </p:nvSpPr>
            <p:spPr>
              <a:xfrm>
                <a:off x="2877923" y="1258626"/>
                <a:ext cx="1677062" cy="584775"/>
              </a:xfrm>
              <a:prstGeom prst="rect">
                <a:avLst/>
              </a:prstGeom>
              <a:noFill/>
            </p:spPr>
            <p:txBody>
              <a:bodyPr wrap="none" rtlCol="0">
                <a:spAutoFit/>
              </a:bodyPr>
              <a:lstStyle/>
              <a:p>
                <a:r>
                  <a:rPr lang="en-US" sz="3200" dirty="0">
                    <a:solidFill>
                      <a:schemeClr val="bg1"/>
                    </a:solidFill>
                  </a:rPr>
                  <a:t>O(        ) </a:t>
                </a:r>
              </a:p>
            </p:txBody>
          </p:sp>
        </p:grpSp>
      </p:grpSp>
      <p:cxnSp>
        <p:nvCxnSpPr>
          <p:cNvPr id="193" name="Straight Connector 192">
            <a:extLst>
              <a:ext uri="{FF2B5EF4-FFF2-40B4-BE49-F238E27FC236}">
                <a16:creationId xmlns:a16="http://schemas.microsoft.com/office/drawing/2014/main" id="{F23FF927-B29C-4426-8D5F-29C37E4F5A5B}"/>
              </a:ext>
            </a:extLst>
          </p:cNvPr>
          <p:cNvCxnSpPr/>
          <p:nvPr/>
        </p:nvCxnSpPr>
        <p:spPr>
          <a:xfrm>
            <a:off x="282639" y="1197104"/>
            <a:ext cx="3099614" cy="0"/>
          </a:xfrm>
          <a:prstGeom prst="line">
            <a:avLst/>
          </a:prstGeom>
        </p:spPr>
        <p:style>
          <a:lnRef idx="2">
            <a:schemeClr val="dk1"/>
          </a:lnRef>
          <a:fillRef idx="0">
            <a:schemeClr val="dk1"/>
          </a:fillRef>
          <a:effectRef idx="1">
            <a:schemeClr val="dk1"/>
          </a:effectRef>
          <a:fontRef idx="minor">
            <a:schemeClr val="tx1"/>
          </a:fontRef>
        </p:style>
      </p:cxnSp>
      <p:grpSp>
        <p:nvGrpSpPr>
          <p:cNvPr id="195" name="Group 194">
            <a:extLst>
              <a:ext uri="{FF2B5EF4-FFF2-40B4-BE49-F238E27FC236}">
                <a16:creationId xmlns:a16="http://schemas.microsoft.com/office/drawing/2014/main" id="{55B53A76-D56C-4F48-B6B1-D3AFBE3B3054}"/>
              </a:ext>
            </a:extLst>
          </p:cNvPr>
          <p:cNvGrpSpPr/>
          <p:nvPr/>
        </p:nvGrpSpPr>
        <p:grpSpPr>
          <a:xfrm>
            <a:off x="2735453" y="3110214"/>
            <a:ext cx="436046" cy="393700"/>
            <a:chOff x="947440" y="2425700"/>
            <a:chExt cx="436046" cy="393700"/>
          </a:xfrm>
        </p:grpSpPr>
        <p:cxnSp>
          <p:nvCxnSpPr>
            <p:cNvPr id="196" name="Straight Connector 195">
              <a:extLst>
                <a:ext uri="{FF2B5EF4-FFF2-40B4-BE49-F238E27FC236}">
                  <a16:creationId xmlns:a16="http://schemas.microsoft.com/office/drawing/2014/main" id="{6EF27FFB-05CB-48B3-A954-2A4CB9E86DB2}"/>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97" name="Straight Arrow Connector 196">
              <a:extLst>
                <a:ext uri="{FF2B5EF4-FFF2-40B4-BE49-F238E27FC236}">
                  <a16:creationId xmlns:a16="http://schemas.microsoft.com/office/drawing/2014/main" id="{A2603C93-4197-4308-ACEA-06CC2BB605E6}"/>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98" name="Group 197">
            <a:extLst>
              <a:ext uri="{FF2B5EF4-FFF2-40B4-BE49-F238E27FC236}">
                <a16:creationId xmlns:a16="http://schemas.microsoft.com/office/drawing/2014/main" id="{265A3C86-22FA-4829-B7AF-EB5787D08001}"/>
              </a:ext>
            </a:extLst>
          </p:cNvPr>
          <p:cNvGrpSpPr/>
          <p:nvPr/>
        </p:nvGrpSpPr>
        <p:grpSpPr>
          <a:xfrm>
            <a:off x="5714112" y="3868932"/>
            <a:ext cx="436046" cy="393700"/>
            <a:chOff x="947440" y="2425700"/>
            <a:chExt cx="436046" cy="393700"/>
          </a:xfrm>
        </p:grpSpPr>
        <p:cxnSp>
          <p:nvCxnSpPr>
            <p:cNvPr id="199" name="Straight Connector 198">
              <a:extLst>
                <a:ext uri="{FF2B5EF4-FFF2-40B4-BE49-F238E27FC236}">
                  <a16:creationId xmlns:a16="http://schemas.microsoft.com/office/drawing/2014/main" id="{BC73A610-1C10-44DF-8A95-8149ABB18EAE}"/>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00" name="Straight Arrow Connector 199">
              <a:extLst>
                <a:ext uri="{FF2B5EF4-FFF2-40B4-BE49-F238E27FC236}">
                  <a16:creationId xmlns:a16="http://schemas.microsoft.com/office/drawing/2014/main" id="{EE12E0DA-55CA-45B6-9924-428DA741C3FB}"/>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01" name="Group 200">
            <a:extLst>
              <a:ext uri="{FF2B5EF4-FFF2-40B4-BE49-F238E27FC236}">
                <a16:creationId xmlns:a16="http://schemas.microsoft.com/office/drawing/2014/main" id="{68A315F1-DABA-49B7-B091-5315F4D43C2E}"/>
              </a:ext>
            </a:extLst>
          </p:cNvPr>
          <p:cNvGrpSpPr/>
          <p:nvPr/>
        </p:nvGrpSpPr>
        <p:grpSpPr>
          <a:xfrm>
            <a:off x="8769158" y="4539411"/>
            <a:ext cx="436046" cy="671218"/>
            <a:chOff x="947440" y="2425700"/>
            <a:chExt cx="436046" cy="393700"/>
          </a:xfrm>
        </p:grpSpPr>
        <p:cxnSp>
          <p:nvCxnSpPr>
            <p:cNvPr id="202" name="Straight Connector 201">
              <a:extLst>
                <a:ext uri="{FF2B5EF4-FFF2-40B4-BE49-F238E27FC236}">
                  <a16:creationId xmlns:a16="http://schemas.microsoft.com/office/drawing/2014/main" id="{E27CF774-8C38-4D24-A7EC-7D0C2739E67C}"/>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03" name="Straight Arrow Connector 202">
              <a:extLst>
                <a:ext uri="{FF2B5EF4-FFF2-40B4-BE49-F238E27FC236}">
                  <a16:creationId xmlns:a16="http://schemas.microsoft.com/office/drawing/2014/main" id="{6204134B-3876-4798-BD07-759DFBA372F7}"/>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05" name="Straight Connector 204">
            <a:extLst>
              <a:ext uri="{FF2B5EF4-FFF2-40B4-BE49-F238E27FC236}">
                <a16:creationId xmlns:a16="http://schemas.microsoft.com/office/drawing/2014/main" id="{97BF5A79-5F5B-45E5-BFD9-C7D9B9E6A1CD}"/>
              </a:ext>
            </a:extLst>
          </p:cNvPr>
          <p:cNvCxnSpPr/>
          <p:nvPr/>
        </p:nvCxnSpPr>
        <p:spPr>
          <a:xfrm flipV="1">
            <a:off x="2170902" y="3581121"/>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889F13C-7C90-42A3-9C8A-57899446BE2C}"/>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cxnSp>
        <p:nvCxnSpPr>
          <p:cNvPr id="208" name="Straight Connector 207">
            <a:extLst>
              <a:ext uri="{FF2B5EF4-FFF2-40B4-BE49-F238E27FC236}">
                <a16:creationId xmlns:a16="http://schemas.microsoft.com/office/drawing/2014/main" id="{60CD7B74-A001-4DC2-8A8D-0E1E430F4ECC}"/>
              </a:ext>
            </a:extLst>
          </p:cNvPr>
          <p:cNvCxnSpPr/>
          <p:nvPr/>
        </p:nvCxnSpPr>
        <p:spPr>
          <a:xfrm flipV="1">
            <a:off x="8273761" y="5301276"/>
            <a:ext cx="387580" cy="243222"/>
          </a:xfrm>
          <a:prstGeom prst="line">
            <a:avLst/>
          </a:prstGeom>
        </p:spPr>
        <p:style>
          <a:lnRef idx="1">
            <a:schemeClr val="dk1"/>
          </a:lnRef>
          <a:fillRef idx="0">
            <a:schemeClr val="dk1"/>
          </a:fillRef>
          <a:effectRef idx="0">
            <a:schemeClr val="dk1"/>
          </a:effectRef>
          <a:fontRef idx="minor">
            <a:schemeClr val="tx1"/>
          </a:fontRef>
        </p:style>
      </p:cxnSp>
      <p:sp>
        <p:nvSpPr>
          <p:cNvPr id="157" name="Rectangle 156">
            <a:extLst>
              <a:ext uri="{FF2B5EF4-FFF2-40B4-BE49-F238E27FC236}">
                <a16:creationId xmlns:a16="http://schemas.microsoft.com/office/drawing/2014/main" id="{866EF418-5903-4BAF-8C26-E3C0AD2C9B65}"/>
              </a:ext>
            </a:extLst>
          </p:cNvPr>
          <p:cNvSpPr/>
          <p:nvPr/>
        </p:nvSpPr>
        <p:spPr>
          <a:xfrm>
            <a:off x="-829" y="1244524"/>
            <a:ext cx="6304735" cy="3862316"/>
          </a:xfrm>
          <a:prstGeom prst="rect">
            <a:avLst/>
          </a:prstGeom>
          <a:solidFill>
            <a:schemeClr val="tx1">
              <a:lumMod val="85000"/>
              <a:alpha val="7098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0" name="Rectangle 159">
            <a:extLst>
              <a:ext uri="{FF2B5EF4-FFF2-40B4-BE49-F238E27FC236}">
                <a16:creationId xmlns:a16="http://schemas.microsoft.com/office/drawing/2014/main" id="{D29D4A6C-751D-4A31-B616-7720261385FD}"/>
              </a:ext>
            </a:extLst>
          </p:cNvPr>
          <p:cNvSpPr/>
          <p:nvPr/>
        </p:nvSpPr>
        <p:spPr>
          <a:xfrm>
            <a:off x="61187" y="423186"/>
            <a:ext cx="3542518" cy="847899"/>
          </a:xfrm>
          <a:prstGeom prst="rect">
            <a:avLst/>
          </a:prstGeom>
          <a:solidFill>
            <a:schemeClr val="tx1">
              <a:lumMod val="85000"/>
              <a:alpha val="7098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1" name="Rectangle 160">
            <a:extLst>
              <a:ext uri="{FF2B5EF4-FFF2-40B4-BE49-F238E27FC236}">
                <a16:creationId xmlns:a16="http://schemas.microsoft.com/office/drawing/2014/main" id="{8E514274-ED0D-4105-B0F9-B810BE073BBB}"/>
              </a:ext>
            </a:extLst>
          </p:cNvPr>
          <p:cNvSpPr/>
          <p:nvPr/>
        </p:nvSpPr>
        <p:spPr>
          <a:xfrm>
            <a:off x="6304735" y="2733222"/>
            <a:ext cx="658160" cy="847899"/>
          </a:xfrm>
          <a:prstGeom prst="rect">
            <a:avLst/>
          </a:prstGeom>
          <a:solidFill>
            <a:schemeClr val="tx1">
              <a:lumMod val="85000"/>
              <a:alpha val="7098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8" name="TextBox 157">
            <a:extLst>
              <a:ext uri="{FF2B5EF4-FFF2-40B4-BE49-F238E27FC236}">
                <a16:creationId xmlns:a16="http://schemas.microsoft.com/office/drawing/2014/main" id="{DF1454F6-68CD-4FAB-9535-6C0D3F0C2071}"/>
              </a:ext>
            </a:extLst>
          </p:cNvPr>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grpSp>
        <p:nvGrpSpPr>
          <p:cNvPr id="159" name="Group 158">
            <a:extLst>
              <a:ext uri="{FF2B5EF4-FFF2-40B4-BE49-F238E27FC236}">
                <a16:creationId xmlns:a16="http://schemas.microsoft.com/office/drawing/2014/main" id="{FA403F21-5FBC-4406-87B7-D75402D240FB}"/>
              </a:ext>
            </a:extLst>
          </p:cNvPr>
          <p:cNvGrpSpPr/>
          <p:nvPr/>
        </p:nvGrpSpPr>
        <p:grpSpPr>
          <a:xfrm>
            <a:off x="1844763" y="5525862"/>
            <a:ext cx="2414811" cy="867770"/>
            <a:chOff x="4543200" y="4407239"/>
            <a:chExt cx="2414811" cy="867770"/>
          </a:xfrm>
        </p:grpSpPr>
        <p:grpSp>
          <p:nvGrpSpPr>
            <p:cNvPr id="162" name="Group 161">
              <a:extLst>
                <a:ext uri="{FF2B5EF4-FFF2-40B4-BE49-F238E27FC236}">
                  <a16:creationId xmlns:a16="http://schemas.microsoft.com/office/drawing/2014/main" id="{DAF6473F-3068-4D20-B57E-66B97C4FD835}"/>
                </a:ext>
              </a:extLst>
            </p:cNvPr>
            <p:cNvGrpSpPr/>
            <p:nvPr/>
          </p:nvGrpSpPr>
          <p:grpSpPr>
            <a:xfrm>
              <a:off x="5321099" y="4474789"/>
              <a:ext cx="1636912" cy="800220"/>
              <a:chOff x="5678286" y="3403227"/>
              <a:chExt cx="1636912" cy="800220"/>
            </a:xfrm>
          </p:grpSpPr>
          <p:sp>
            <p:nvSpPr>
              <p:cNvPr id="169" name="TextBox 168">
                <a:extLst>
                  <a:ext uri="{FF2B5EF4-FFF2-40B4-BE49-F238E27FC236}">
                    <a16:creationId xmlns:a16="http://schemas.microsoft.com/office/drawing/2014/main" id="{F1060370-716B-4BE7-AF6C-22481D48CC56}"/>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170" name="Straight Connector 169">
                <a:extLst>
                  <a:ext uri="{FF2B5EF4-FFF2-40B4-BE49-F238E27FC236}">
                    <a16:creationId xmlns:a16="http://schemas.microsoft.com/office/drawing/2014/main" id="{1E5BD25A-45CA-48A4-BFD7-3984AC32D8A6}"/>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171" name="TextBox 170">
                <a:extLst>
                  <a:ext uri="{FF2B5EF4-FFF2-40B4-BE49-F238E27FC236}">
                    <a16:creationId xmlns:a16="http://schemas.microsoft.com/office/drawing/2014/main" id="{9FBE3616-1AC2-4372-A4CC-89AD20B4DD39}"/>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168" name="TextBox 167">
              <a:extLst>
                <a:ext uri="{FF2B5EF4-FFF2-40B4-BE49-F238E27FC236}">
                  <a16:creationId xmlns:a16="http://schemas.microsoft.com/office/drawing/2014/main" id="{A8A6D26A-EEA4-4B5E-BB78-747B131FB686}"/>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cxnSp>
        <p:nvCxnSpPr>
          <p:cNvPr id="6" name="Straight Connector 5">
            <a:extLst>
              <a:ext uri="{FF2B5EF4-FFF2-40B4-BE49-F238E27FC236}">
                <a16:creationId xmlns:a16="http://schemas.microsoft.com/office/drawing/2014/main" id="{43F5D887-AE6A-41D5-8F67-FF4F194E41F3}"/>
              </a:ext>
            </a:extLst>
          </p:cNvPr>
          <p:cNvCxnSpPr/>
          <p:nvPr/>
        </p:nvCxnSpPr>
        <p:spPr>
          <a:xfrm>
            <a:off x="1131102" y="4493249"/>
            <a:ext cx="1928640" cy="943175"/>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890147AE-8E30-47D3-B743-4953EAB9042F}"/>
              </a:ext>
            </a:extLst>
          </p:cNvPr>
          <p:cNvCxnSpPr>
            <a:cxnSpLocks/>
          </p:cNvCxnSpPr>
          <p:nvPr/>
        </p:nvCxnSpPr>
        <p:spPr>
          <a:xfrm flipV="1">
            <a:off x="3057382" y="4315311"/>
            <a:ext cx="2267561" cy="111941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175113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referRelativeResize="0">
            <a:picLocks/>
          </p:cNvPicPr>
          <p:nvPr/>
        </p:nvPicPr>
        <p:blipFill>
          <a:blip r:embed="rId2" cstate="print">
            <a:extLst>
              <a:ext uri="{28A0092B-C50C-407E-A947-70E740481C1C}">
                <a14:useLocalDpi xmlns:a14="http://schemas.microsoft.com/office/drawing/2010/main" val="0"/>
              </a:ext>
            </a:extLst>
          </a:blip>
          <a:stretch>
            <a:fillRect/>
          </a:stretch>
        </p:blipFill>
        <p:spPr>
          <a:xfrm>
            <a:off x="1828800" y="2843185"/>
            <a:ext cx="2359152" cy="146304"/>
          </a:xfrm>
          <a:prstGeom prst="rect">
            <a:avLst/>
          </a:prstGeom>
        </p:spPr>
      </p:pic>
      <p:sp>
        <p:nvSpPr>
          <p:cNvPr id="2" name="TextBox 1"/>
          <p:cNvSpPr txBox="1"/>
          <p:nvPr/>
        </p:nvSpPr>
        <p:spPr>
          <a:xfrm>
            <a:off x="818984" y="3291842"/>
            <a:ext cx="2550698" cy="338554"/>
          </a:xfrm>
          <a:prstGeom prst="rect">
            <a:avLst/>
          </a:prstGeom>
          <a:noFill/>
        </p:spPr>
        <p:txBody>
          <a:bodyPr wrap="square" rtlCol="0">
            <a:spAutoFit/>
          </a:bodyPr>
          <a:lstStyle/>
          <a:p>
            <a:r>
              <a:rPr lang="en-US" sz="1600" dirty="0">
                <a:solidFill>
                  <a:schemeClr val="bg1"/>
                </a:solidFill>
              </a:rPr>
              <a:t>Path-walking instructions</a:t>
            </a:r>
          </a:p>
        </p:txBody>
      </p:sp>
      <p:cxnSp>
        <p:nvCxnSpPr>
          <p:cNvPr id="6" name="Straight Connector 5"/>
          <p:cNvCxnSpPr>
            <a:cxnSpLocks/>
          </p:cNvCxnSpPr>
          <p:nvPr/>
        </p:nvCxnSpPr>
        <p:spPr>
          <a:xfrm flipH="1">
            <a:off x="1828800" y="3101009"/>
            <a:ext cx="265533" cy="1908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5616511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referRelativeResize="0">
            <a:picLocks/>
          </p:cNvPicPr>
          <p:nvPr/>
        </p:nvPicPr>
        <p:blipFill>
          <a:blip r:embed="rId2" cstate="print">
            <a:extLst>
              <a:ext uri="{28A0092B-C50C-407E-A947-70E740481C1C}">
                <a14:useLocalDpi xmlns:a14="http://schemas.microsoft.com/office/drawing/2010/main" val="0"/>
              </a:ext>
            </a:extLst>
          </a:blip>
          <a:stretch>
            <a:fillRect/>
          </a:stretch>
        </p:blipFill>
        <p:spPr>
          <a:xfrm>
            <a:off x="1828800" y="2843185"/>
            <a:ext cx="2359152" cy="14630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0429" y="3297786"/>
            <a:ext cx="5121642" cy="1466147"/>
          </a:xfrm>
          <a:prstGeom prst="rect">
            <a:avLst/>
          </a:prstGeom>
        </p:spPr>
      </p:pic>
      <p:grpSp>
        <p:nvGrpSpPr>
          <p:cNvPr id="13" name="Group 12"/>
          <p:cNvGrpSpPr/>
          <p:nvPr/>
        </p:nvGrpSpPr>
        <p:grpSpPr>
          <a:xfrm>
            <a:off x="1669774" y="1431235"/>
            <a:ext cx="9546348" cy="5199250"/>
            <a:chOff x="1669774" y="1431235"/>
            <a:chExt cx="9546348" cy="5199250"/>
          </a:xfrm>
        </p:grpSpPr>
        <p:sp>
          <p:nvSpPr>
            <p:cNvPr id="2" name="Oval 1"/>
            <p:cNvSpPr/>
            <p:nvPr/>
          </p:nvSpPr>
          <p:spPr>
            <a:xfrm>
              <a:off x="1669774" y="2650831"/>
              <a:ext cx="492981" cy="4929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926377" y="1431235"/>
              <a:ext cx="5289745" cy="51992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cxnSpLocks/>
              <a:stCxn id="2" idx="0"/>
            </p:cNvCxnSpPr>
            <p:nvPr/>
          </p:nvCxnSpPr>
          <p:spPr>
            <a:xfrm flipV="1">
              <a:off x="1916265" y="1431235"/>
              <a:ext cx="6424653" cy="1219596"/>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p:cNvCxnSpPr>
              <a:cxnSpLocks/>
              <a:stCxn id="2" idx="4"/>
            </p:cNvCxnSpPr>
            <p:nvPr/>
          </p:nvCxnSpPr>
          <p:spPr>
            <a:xfrm>
              <a:off x="1916265" y="3143812"/>
              <a:ext cx="5518205" cy="3241085"/>
            </a:xfrm>
            <a:prstGeom prst="line">
              <a:avLst/>
            </a:prstGeom>
          </p:spPr>
          <p:style>
            <a:lnRef idx="1">
              <a:schemeClr val="dk1"/>
            </a:lnRef>
            <a:fillRef idx="0">
              <a:schemeClr val="dk1"/>
            </a:fillRef>
            <a:effectRef idx="0">
              <a:schemeClr val="dk1"/>
            </a:effectRef>
            <a:fontRef idx="minor">
              <a:schemeClr val="tx1"/>
            </a:fontRef>
          </p:style>
        </p:cxnSp>
      </p:grpSp>
      <p:sp>
        <p:nvSpPr>
          <p:cNvPr id="10" name="TextBox 9"/>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
        <p:nvSpPr>
          <p:cNvPr id="4" name="TextBox 3"/>
          <p:cNvSpPr txBox="1"/>
          <p:nvPr/>
        </p:nvSpPr>
        <p:spPr>
          <a:xfrm>
            <a:off x="481460" y="5953693"/>
            <a:ext cx="3868751" cy="369332"/>
          </a:xfrm>
          <a:prstGeom prst="rect">
            <a:avLst/>
          </a:prstGeom>
          <a:noFill/>
        </p:spPr>
        <p:txBody>
          <a:bodyPr wrap="none" rtlCol="0">
            <a:spAutoFit/>
          </a:bodyPr>
          <a:lstStyle/>
          <a:p>
            <a:r>
              <a:rPr lang="en-US" dirty="0">
                <a:solidFill>
                  <a:schemeClr val="bg1"/>
                </a:solidFill>
              </a:rPr>
              <a:t>Inspired by (</a:t>
            </a:r>
            <a:r>
              <a:rPr lang="en-US" dirty="0" err="1">
                <a:solidFill>
                  <a:schemeClr val="bg1"/>
                </a:solidFill>
              </a:rPr>
              <a:t>Schweller</a:t>
            </a:r>
            <a:r>
              <a:rPr lang="en-US" dirty="0">
                <a:solidFill>
                  <a:schemeClr val="bg1"/>
                </a:solidFill>
              </a:rPr>
              <a:t>, Sherman, 2013)</a:t>
            </a:r>
          </a:p>
        </p:txBody>
      </p:sp>
    </p:spTree>
    <p:extLst>
      <p:ext uri="{BB962C8B-B14F-4D97-AF65-F5344CB8AC3E}">
        <p14:creationId xmlns:p14="http://schemas.microsoft.com/office/powerpoint/2010/main" val="36652104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799" y="2774819"/>
            <a:ext cx="2358512" cy="216209"/>
          </a:xfrm>
          <a:prstGeom prst="rect">
            <a:avLst/>
          </a:prstGeom>
        </p:spPr>
      </p:pic>
      <p:sp>
        <p:nvSpPr>
          <p:cNvPr id="2" name="TextBox 1"/>
          <p:cNvSpPr txBox="1"/>
          <p:nvPr/>
        </p:nvSpPr>
        <p:spPr>
          <a:xfrm>
            <a:off x="1828799" y="1952542"/>
            <a:ext cx="1896673" cy="369332"/>
          </a:xfrm>
          <a:prstGeom prst="rect">
            <a:avLst/>
          </a:prstGeom>
          <a:noFill/>
        </p:spPr>
        <p:txBody>
          <a:bodyPr wrap="none" rtlCol="0">
            <a:spAutoFit/>
          </a:bodyPr>
          <a:lstStyle/>
          <a:p>
            <a:r>
              <a:rPr lang="en-US" dirty="0">
                <a:solidFill>
                  <a:schemeClr val="bg1"/>
                </a:solidFill>
              </a:rPr>
              <a:t>Information Block</a:t>
            </a:r>
          </a:p>
        </p:txBody>
      </p:sp>
      <p:cxnSp>
        <p:nvCxnSpPr>
          <p:cNvPr id="6" name="Straight Connector 5"/>
          <p:cNvCxnSpPr/>
          <p:nvPr/>
        </p:nvCxnSpPr>
        <p:spPr>
          <a:xfrm flipV="1">
            <a:off x="1916264" y="2385391"/>
            <a:ext cx="174929" cy="2623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9766068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799" y="2774819"/>
            <a:ext cx="2358512" cy="216209"/>
          </a:xfrm>
          <a:prstGeom prst="rect">
            <a:avLst/>
          </a:prstGeom>
        </p:spPr>
      </p:pic>
      <p:grpSp>
        <p:nvGrpSpPr>
          <p:cNvPr id="8" name="Group 7"/>
          <p:cNvGrpSpPr/>
          <p:nvPr/>
        </p:nvGrpSpPr>
        <p:grpSpPr>
          <a:xfrm>
            <a:off x="1669774" y="1431235"/>
            <a:ext cx="9546348" cy="5199250"/>
            <a:chOff x="1669774" y="1431235"/>
            <a:chExt cx="9546348" cy="5199250"/>
          </a:xfrm>
        </p:grpSpPr>
        <p:sp>
          <p:nvSpPr>
            <p:cNvPr id="9" name="Oval 8"/>
            <p:cNvSpPr/>
            <p:nvPr/>
          </p:nvSpPr>
          <p:spPr>
            <a:xfrm>
              <a:off x="1669774" y="2650831"/>
              <a:ext cx="492981" cy="4929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926377" y="1431235"/>
              <a:ext cx="5289745" cy="51992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cxnSpLocks/>
              <a:stCxn id="9" idx="0"/>
            </p:cNvCxnSpPr>
            <p:nvPr/>
          </p:nvCxnSpPr>
          <p:spPr>
            <a:xfrm flipV="1">
              <a:off x="1916265" y="1431235"/>
              <a:ext cx="6424653" cy="1219596"/>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p:cNvCxnSpPr>
              <a:cxnSpLocks/>
              <a:stCxn id="9" idx="4"/>
            </p:cNvCxnSpPr>
            <p:nvPr/>
          </p:nvCxnSpPr>
          <p:spPr>
            <a:xfrm>
              <a:off x="1916265" y="3143812"/>
              <a:ext cx="5518205" cy="3241085"/>
            </a:xfrm>
            <a:prstGeom prst="line">
              <a:avLst/>
            </a:prstGeom>
          </p:spPr>
          <p:style>
            <a:lnRef idx="1">
              <a:schemeClr val="dk1"/>
            </a:lnRef>
            <a:fillRef idx="0">
              <a:schemeClr val="dk1"/>
            </a:fillRef>
            <a:effectRef idx="0">
              <a:schemeClr val="dk1"/>
            </a:effectRef>
            <a:fontRef idx="minor">
              <a:schemeClr val="tx1"/>
            </a:fontRef>
          </p:style>
        </p:cxn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26273" y="1876520"/>
            <a:ext cx="5073748" cy="2859554"/>
          </a:xfrm>
          <a:prstGeom prst="rect">
            <a:avLst/>
          </a:prstGeom>
        </p:spPr>
      </p:pic>
      <p:sp>
        <p:nvSpPr>
          <p:cNvPr id="13" name="TextBox 12"/>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18745237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5534" y="2774750"/>
            <a:ext cx="2222416" cy="212257"/>
          </a:xfrm>
          <a:prstGeom prst="rect">
            <a:avLst/>
          </a:prstGeom>
        </p:spPr>
      </p:pic>
      <p:cxnSp>
        <p:nvCxnSpPr>
          <p:cNvPr id="6" name="Straight Arrow Connector 5"/>
          <p:cNvCxnSpPr/>
          <p:nvPr/>
        </p:nvCxnSpPr>
        <p:spPr>
          <a:xfrm>
            <a:off x="2218414" y="2687540"/>
            <a:ext cx="58839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31071904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5534" y="2774750"/>
            <a:ext cx="2222416" cy="212257"/>
          </a:xfrm>
          <a:prstGeom prst="rect">
            <a:avLst/>
          </a:prstGeom>
        </p:spPr>
      </p:pic>
      <p:cxnSp>
        <p:nvCxnSpPr>
          <p:cNvPr id="6" name="Straight Arrow Connector 5"/>
          <p:cNvCxnSpPr/>
          <p:nvPr/>
        </p:nvCxnSpPr>
        <p:spPr>
          <a:xfrm>
            <a:off x="2218414" y="2687540"/>
            <a:ext cx="58839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5370" y="4943818"/>
            <a:ext cx="3503561" cy="1671667"/>
          </a:xfrm>
          <a:prstGeom prst="rect">
            <a:avLst/>
          </a:prstGeom>
        </p:spPr>
      </p:pic>
      <p:pic>
        <p:nvPicPr>
          <p:cNvPr id="30" name="Picture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5277" y="4914234"/>
            <a:ext cx="3244246" cy="1701251"/>
          </a:xfrm>
          <a:prstGeom prst="rect">
            <a:avLst/>
          </a:prstGeom>
        </p:spPr>
      </p:pic>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36155" y="4943818"/>
            <a:ext cx="3509161" cy="1671667"/>
          </a:xfrm>
          <a:prstGeom prst="rect">
            <a:avLst/>
          </a:prstGeom>
        </p:spPr>
      </p:pic>
      <p:grpSp>
        <p:nvGrpSpPr>
          <p:cNvPr id="43" name="Group 42"/>
          <p:cNvGrpSpPr/>
          <p:nvPr/>
        </p:nvGrpSpPr>
        <p:grpSpPr>
          <a:xfrm>
            <a:off x="294198" y="2650831"/>
            <a:ext cx="2417197" cy="1467945"/>
            <a:chOff x="294198" y="2650831"/>
            <a:chExt cx="2417197" cy="1467945"/>
          </a:xfrm>
        </p:grpSpPr>
        <p:sp>
          <p:nvSpPr>
            <p:cNvPr id="8" name="Oval 7"/>
            <p:cNvSpPr/>
            <p:nvPr/>
          </p:nvSpPr>
          <p:spPr>
            <a:xfrm>
              <a:off x="2218414" y="2650831"/>
              <a:ext cx="492981" cy="4929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cxnSpLocks/>
            </p:cNvCxnSpPr>
            <p:nvPr/>
          </p:nvCxnSpPr>
          <p:spPr>
            <a:xfrm flipH="1">
              <a:off x="294198" y="2650831"/>
              <a:ext cx="2075292" cy="1467945"/>
            </a:xfrm>
            <a:prstGeom prst="line">
              <a:avLst/>
            </a:prstGeom>
          </p:spPr>
          <p:style>
            <a:lnRef idx="1">
              <a:schemeClr val="dk1"/>
            </a:lnRef>
            <a:fillRef idx="0">
              <a:schemeClr val="dk1"/>
            </a:fillRef>
            <a:effectRef idx="0">
              <a:schemeClr val="dk1"/>
            </a:effectRef>
            <a:fontRef idx="minor">
              <a:schemeClr val="tx1"/>
            </a:fontRef>
          </p:style>
        </p:cxnSp>
      </p:grpSp>
      <p:cxnSp>
        <p:nvCxnSpPr>
          <p:cNvPr id="44" name="Straight Connector 43"/>
          <p:cNvCxnSpPr>
            <a:cxnSpLocks/>
            <a:stCxn id="8" idx="0"/>
          </p:cNvCxnSpPr>
          <p:nvPr/>
        </p:nvCxnSpPr>
        <p:spPr>
          <a:xfrm>
            <a:off x="2464905" y="2650831"/>
            <a:ext cx="9032681" cy="1380480"/>
          </a:xfrm>
          <a:prstGeom prst="line">
            <a:avLst/>
          </a:prstGeom>
        </p:spPr>
        <p:style>
          <a:lnRef idx="1">
            <a:schemeClr val="dk1"/>
          </a:lnRef>
          <a:fillRef idx="0">
            <a:schemeClr val="dk1"/>
          </a:fillRef>
          <a:effectRef idx="0">
            <a:schemeClr val="dk1"/>
          </a:effectRef>
          <a:fontRef idx="minor">
            <a:schemeClr val="tx1"/>
          </a:fontRef>
        </p:style>
      </p:cxnSp>
      <p:sp>
        <p:nvSpPr>
          <p:cNvPr id="45" name="Freeform: Shape 44"/>
          <p:cNvSpPr/>
          <p:nvPr/>
        </p:nvSpPr>
        <p:spPr>
          <a:xfrm>
            <a:off x="-5301" y="3443487"/>
            <a:ext cx="12197301" cy="747484"/>
          </a:xfrm>
          <a:custGeom>
            <a:avLst/>
            <a:gdLst>
              <a:gd name="connsiteX0" fmla="*/ 0 w 12197301"/>
              <a:gd name="connsiteY0" fmla="*/ 747484 h 747484"/>
              <a:gd name="connsiteX1" fmla="*/ 5128591 w 12197301"/>
              <a:gd name="connsiteY1" fmla="*/ 61 h 747484"/>
              <a:gd name="connsiteX2" fmla="*/ 12197301 w 12197301"/>
              <a:gd name="connsiteY2" fmla="*/ 707727 h 747484"/>
            </a:gdLst>
            <a:ahLst/>
            <a:cxnLst>
              <a:cxn ang="0">
                <a:pos x="connsiteX0" y="connsiteY0"/>
              </a:cxn>
              <a:cxn ang="0">
                <a:pos x="connsiteX1" y="connsiteY1"/>
              </a:cxn>
              <a:cxn ang="0">
                <a:pos x="connsiteX2" y="connsiteY2"/>
              </a:cxn>
            </a:cxnLst>
            <a:rect l="l" t="t" r="r" b="b"/>
            <a:pathLst>
              <a:path w="12197301" h="747484">
                <a:moveTo>
                  <a:pt x="0" y="747484"/>
                </a:moveTo>
                <a:cubicBezTo>
                  <a:pt x="1547854" y="377085"/>
                  <a:pt x="3095708" y="6687"/>
                  <a:pt x="5128591" y="61"/>
                </a:cubicBezTo>
                <a:cubicBezTo>
                  <a:pt x="7161475" y="-6565"/>
                  <a:pt x="11322658" y="524847"/>
                  <a:pt x="12197301" y="707727"/>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TextBox 12"/>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16253736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5534" y="2774749"/>
            <a:ext cx="2222421" cy="212257"/>
          </a:xfrm>
          <a:prstGeom prst="rect">
            <a:avLst/>
          </a:prstGeom>
        </p:spPr>
      </p:pic>
      <p:cxnSp>
        <p:nvCxnSpPr>
          <p:cNvPr id="5" name="Straight Arrow Connector 4"/>
          <p:cNvCxnSpPr/>
          <p:nvPr/>
        </p:nvCxnSpPr>
        <p:spPr>
          <a:xfrm>
            <a:off x="3297092" y="2647783"/>
            <a:ext cx="58839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6347358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5534" y="2774749"/>
            <a:ext cx="2222421" cy="212257"/>
          </a:xfrm>
          <a:prstGeom prst="rect">
            <a:avLst/>
          </a:prstGeom>
        </p:spPr>
      </p:pic>
      <p:cxnSp>
        <p:nvCxnSpPr>
          <p:cNvPr id="5" name="Straight Arrow Connector 4"/>
          <p:cNvCxnSpPr/>
          <p:nvPr/>
        </p:nvCxnSpPr>
        <p:spPr>
          <a:xfrm>
            <a:off x="3297092" y="2647783"/>
            <a:ext cx="58839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pic>
        <p:nvPicPr>
          <p:cNvPr id="3" name="Graphic 2">
            <a:extLst>
              <a:ext uri="{FF2B5EF4-FFF2-40B4-BE49-F238E27FC236}">
                <a16:creationId xmlns:a16="http://schemas.microsoft.com/office/drawing/2014/main" id="{2A44AF62-E04C-4264-88AC-2BF44A349E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7127" y="4647452"/>
            <a:ext cx="3456814" cy="1744264"/>
          </a:xfrm>
          <a:prstGeom prst="rect">
            <a:avLst/>
          </a:prstGeom>
        </p:spPr>
      </p:pic>
      <p:pic>
        <p:nvPicPr>
          <p:cNvPr id="4" name="Graphic 3">
            <a:extLst>
              <a:ext uri="{FF2B5EF4-FFF2-40B4-BE49-F238E27FC236}">
                <a16:creationId xmlns:a16="http://schemas.microsoft.com/office/drawing/2014/main" id="{73CF7A05-152A-40C0-AA6D-559EDA928D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2329" y="4647453"/>
            <a:ext cx="3323973" cy="1744263"/>
          </a:xfrm>
          <a:prstGeom prst="rect">
            <a:avLst/>
          </a:prstGeom>
        </p:spPr>
      </p:pic>
      <p:pic>
        <p:nvPicPr>
          <p:cNvPr id="7" name="Graphic 6">
            <a:extLst>
              <a:ext uri="{FF2B5EF4-FFF2-40B4-BE49-F238E27FC236}">
                <a16:creationId xmlns:a16="http://schemas.microsoft.com/office/drawing/2014/main" id="{C74126AE-D7C3-4645-901E-F06CF96DF4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14626" y="4590707"/>
            <a:ext cx="3540247" cy="1857753"/>
          </a:xfrm>
          <a:prstGeom prst="rect">
            <a:avLst/>
          </a:prstGeom>
        </p:spPr>
      </p:pic>
      <p:grpSp>
        <p:nvGrpSpPr>
          <p:cNvPr id="8" name="Group 7">
            <a:extLst>
              <a:ext uri="{FF2B5EF4-FFF2-40B4-BE49-F238E27FC236}">
                <a16:creationId xmlns:a16="http://schemas.microsoft.com/office/drawing/2014/main" id="{0E9234C3-B9E0-4D50-ABD0-7013CE792B2C}"/>
              </a:ext>
            </a:extLst>
          </p:cNvPr>
          <p:cNvGrpSpPr/>
          <p:nvPr/>
        </p:nvGrpSpPr>
        <p:grpSpPr>
          <a:xfrm>
            <a:off x="0" y="2647782"/>
            <a:ext cx="4382731" cy="1543187"/>
            <a:chOff x="-1061736" y="2650831"/>
            <a:chExt cx="3773131" cy="1380480"/>
          </a:xfrm>
        </p:grpSpPr>
        <p:sp>
          <p:nvSpPr>
            <p:cNvPr id="9" name="Oval 8">
              <a:extLst>
                <a:ext uri="{FF2B5EF4-FFF2-40B4-BE49-F238E27FC236}">
                  <a16:creationId xmlns:a16="http://schemas.microsoft.com/office/drawing/2014/main" id="{DF686C8E-D7DD-4022-90A0-10F96296E33D}"/>
                </a:ext>
              </a:extLst>
            </p:cNvPr>
            <p:cNvSpPr/>
            <p:nvPr/>
          </p:nvSpPr>
          <p:spPr>
            <a:xfrm>
              <a:off x="2218414" y="2650831"/>
              <a:ext cx="492981" cy="4929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5E49C849-CDBC-4980-B708-04DAA1AEA83B}"/>
                </a:ext>
              </a:extLst>
            </p:cNvPr>
            <p:cNvCxnSpPr>
              <a:cxnSpLocks/>
            </p:cNvCxnSpPr>
            <p:nvPr/>
          </p:nvCxnSpPr>
          <p:spPr>
            <a:xfrm flipH="1">
              <a:off x="-1061736" y="2650831"/>
              <a:ext cx="3431226" cy="1380480"/>
            </a:xfrm>
            <a:prstGeom prst="line">
              <a:avLst/>
            </a:prstGeom>
          </p:spPr>
          <p:style>
            <a:lnRef idx="1">
              <a:schemeClr val="dk1"/>
            </a:lnRef>
            <a:fillRef idx="0">
              <a:schemeClr val="dk1"/>
            </a:fillRef>
            <a:effectRef idx="0">
              <a:schemeClr val="dk1"/>
            </a:effectRef>
            <a:fontRef idx="minor">
              <a:schemeClr val="tx1"/>
            </a:fontRef>
          </p:style>
        </p:cxnSp>
      </p:grpSp>
      <p:cxnSp>
        <p:nvCxnSpPr>
          <p:cNvPr id="11" name="Straight Connector 10">
            <a:extLst>
              <a:ext uri="{FF2B5EF4-FFF2-40B4-BE49-F238E27FC236}">
                <a16:creationId xmlns:a16="http://schemas.microsoft.com/office/drawing/2014/main" id="{A484A2F5-6C5C-4131-8C52-85E2D7A4A92D}"/>
              </a:ext>
            </a:extLst>
          </p:cNvPr>
          <p:cNvCxnSpPr>
            <a:cxnSpLocks/>
            <a:stCxn id="9" idx="0"/>
            <a:endCxn id="12" idx="2"/>
          </p:cNvCxnSpPr>
          <p:nvPr/>
        </p:nvCxnSpPr>
        <p:spPr>
          <a:xfrm>
            <a:off x="4096417" y="2647782"/>
            <a:ext cx="8095583" cy="1503432"/>
          </a:xfrm>
          <a:prstGeom prst="line">
            <a:avLst/>
          </a:prstGeom>
        </p:spPr>
        <p:style>
          <a:lnRef idx="1">
            <a:schemeClr val="dk1"/>
          </a:lnRef>
          <a:fillRef idx="0">
            <a:schemeClr val="dk1"/>
          </a:fillRef>
          <a:effectRef idx="0">
            <a:schemeClr val="dk1"/>
          </a:effectRef>
          <a:fontRef idx="minor">
            <a:schemeClr val="tx1"/>
          </a:fontRef>
        </p:style>
      </p:cxnSp>
      <p:sp>
        <p:nvSpPr>
          <p:cNvPr id="12" name="Freeform: Shape 11">
            <a:extLst>
              <a:ext uri="{FF2B5EF4-FFF2-40B4-BE49-F238E27FC236}">
                <a16:creationId xmlns:a16="http://schemas.microsoft.com/office/drawing/2014/main" id="{959FD34A-8B99-4371-9473-D23D66D241A3}"/>
              </a:ext>
            </a:extLst>
          </p:cNvPr>
          <p:cNvSpPr/>
          <p:nvPr/>
        </p:nvSpPr>
        <p:spPr>
          <a:xfrm>
            <a:off x="-5301" y="3443487"/>
            <a:ext cx="12197301" cy="747484"/>
          </a:xfrm>
          <a:custGeom>
            <a:avLst/>
            <a:gdLst>
              <a:gd name="connsiteX0" fmla="*/ 0 w 12197301"/>
              <a:gd name="connsiteY0" fmla="*/ 747484 h 747484"/>
              <a:gd name="connsiteX1" fmla="*/ 5128591 w 12197301"/>
              <a:gd name="connsiteY1" fmla="*/ 61 h 747484"/>
              <a:gd name="connsiteX2" fmla="*/ 12197301 w 12197301"/>
              <a:gd name="connsiteY2" fmla="*/ 707727 h 747484"/>
            </a:gdLst>
            <a:ahLst/>
            <a:cxnLst>
              <a:cxn ang="0">
                <a:pos x="connsiteX0" y="connsiteY0"/>
              </a:cxn>
              <a:cxn ang="0">
                <a:pos x="connsiteX1" y="connsiteY1"/>
              </a:cxn>
              <a:cxn ang="0">
                <a:pos x="connsiteX2" y="connsiteY2"/>
              </a:cxn>
            </a:cxnLst>
            <a:rect l="l" t="t" r="r" b="b"/>
            <a:pathLst>
              <a:path w="12197301" h="747484">
                <a:moveTo>
                  <a:pt x="0" y="747484"/>
                </a:moveTo>
                <a:cubicBezTo>
                  <a:pt x="1547854" y="377085"/>
                  <a:pt x="3095708" y="6687"/>
                  <a:pt x="5128591" y="61"/>
                </a:cubicBezTo>
                <a:cubicBezTo>
                  <a:pt x="7161475" y="-6565"/>
                  <a:pt x="11322658" y="524847"/>
                  <a:pt x="12197301" y="707727"/>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518914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5534" y="2774748"/>
            <a:ext cx="2359770" cy="212258"/>
          </a:xfrm>
          <a:prstGeom prst="rect">
            <a:avLst/>
          </a:prstGeom>
        </p:spPr>
      </p:pic>
      <p:sp>
        <p:nvSpPr>
          <p:cNvPr id="2" name="TextBox 1"/>
          <p:cNvSpPr txBox="1"/>
          <p:nvPr/>
        </p:nvSpPr>
        <p:spPr>
          <a:xfrm>
            <a:off x="4472829" y="2266121"/>
            <a:ext cx="1537600" cy="369332"/>
          </a:xfrm>
          <a:prstGeom prst="rect">
            <a:avLst/>
          </a:prstGeom>
          <a:noFill/>
        </p:spPr>
        <p:txBody>
          <a:bodyPr wrap="none" rtlCol="0">
            <a:spAutoFit/>
          </a:bodyPr>
          <a:lstStyle/>
          <a:p>
            <a:r>
              <a:rPr lang="en-US" dirty="0">
                <a:solidFill>
                  <a:schemeClr val="bg1"/>
                </a:solidFill>
              </a:rPr>
              <a:t>Outlining Path</a:t>
            </a:r>
          </a:p>
        </p:txBody>
      </p:sp>
      <p:cxnSp>
        <p:nvCxnSpPr>
          <p:cNvPr id="6" name="Straight Connector 5"/>
          <p:cNvCxnSpPr>
            <a:cxnSpLocks/>
          </p:cNvCxnSpPr>
          <p:nvPr/>
        </p:nvCxnSpPr>
        <p:spPr>
          <a:xfrm flipV="1">
            <a:off x="4345505" y="2576775"/>
            <a:ext cx="254647" cy="24542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11566164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5534" y="2774748"/>
            <a:ext cx="2359770" cy="212258"/>
          </a:xfrm>
          <a:prstGeom prst="rect">
            <a:avLst/>
          </a:prstGeom>
        </p:spPr>
      </p:pic>
      <p:grpSp>
        <p:nvGrpSpPr>
          <p:cNvPr id="14" name="Group 13"/>
          <p:cNvGrpSpPr/>
          <p:nvPr/>
        </p:nvGrpSpPr>
        <p:grpSpPr>
          <a:xfrm>
            <a:off x="4045581" y="1333263"/>
            <a:ext cx="7862773" cy="5199250"/>
            <a:chOff x="1669774" y="1316935"/>
            <a:chExt cx="7862773" cy="5199250"/>
          </a:xfrm>
        </p:grpSpPr>
        <p:sp>
          <p:nvSpPr>
            <p:cNvPr id="15" name="Oval 14"/>
            <p:cNvSpPr/>
            <p:nvPr/>
          </p:nvSpPr>
          <p:spPr>
            <a:xfrm>
              <a:off x="1669774" y="2650831"/>
              <a:ext cx="492981" cy="4929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242802" y="1316935"/>
              <a:ext cx="5289745" cy="51992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cxnSpLocks/>
              <a:stCxn id="15" idx="0"/>
            </p:cNvCxnSpPr>
            <p:nvPr/>
          </p:nvCxnSpPr>
          <p:spPr>
            <a:xfrm flipV="1">
              <a:off x="1916265" y="1528686"/>
              <a:ext cx="3929364" cy="1122145"/>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cxnSpLocks/>
              <a:stCxn id="15" idx="4"/>
              <a:endCxn id="16" idx="3"/>
            </p:cNvCxnSpPr>
            <p:nvPr/>
          </p:nvCxnSpPr>
          <p:spPr>
            <a:xfrm>
              <a:off x="1916265" y="3143812"/>
              <a:ext cx="3101202" cy="2610960"/>
            </a:xfrm>
            <a:prstGeom prst="line">
              <a:avLst/>
            </a:prstGeom>
          </p:spPr>
          <p:style>
            <a:lnRef idx="1">
              <a:schemeClr val="dk1"/>
            </a:lnRef>
            <a:fillRef idx="0">
              <a:schemeClr val="dk1"/>
            </a:fillRef>
            <a:effectRef idx="0">
              <a:schemeClr val="dk1"/>
            </a:effectRef>
            <a:fontRef idx="minor">
              <a:schemeClr val="tx1"/>
            </a:fontRef>
          </p:style>
        </p:cxnSp>
      </p:grpSp>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34470" y="3160140"/>
            <a:ext cx="4589394" cy="1536688"/>
          </a:xfrm>
          <a:prstGeom prst="rect">
            <a:avLst/>
          </a:prstGeom>
        </p:spPr>
      </p:pic>
      <p:sp>
        <p:nvSpPr>
          <p:cNvPr id="10" name="TextBox 9"/>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11815852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5534" y="2774748"/>
            <a:ext cx="2359770" cy="212258"/>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14841414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02265" y="2774691"/>
            <a:ext cx="2223039" cy="212315"/>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8174081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02265" y="2774691"/>
            <a:ext cx="2223039" cy="212315"/>
          </a:xfrm>
          <a:prstGeom prst="rect">
            <a:avLst/>
          </a:prstGeom>
        </p:spPr>
      </p:pic>
      <p:sp>
        <p:nvSpPr>
          <p:cNvPr id="12" name="Oval 11"/>
          <p:cNvSpPr/>
          <p:nvPr/>
        </p:nvSpPr>
        <p:spPr>
          <a:xfrm>
            <a:off x="1876509" y="2650831"/>
            <a:ext cx="492981" cy="4929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a:cxnSpLocks/>
            <a:stCxn id="12" idx="0"/>
          </p:cNvCxnSpPr>
          <p:nvPr/>
        </p:nvCxnSpPr>
        <p:spPr>
          <a:xfrm>
            <a:off x="2123000" y="2650831"/>
            <a:ext cx="9374586" cy="138048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cxnSpLocks/>
            <a:stCxn id="12" idx="1"/>
          </p:cNvCxnSpPr>
          <p:nvPr/>
        </p:nvCxnSpPr>
        <p:spPr>
          <a:xfrm flipH="1">
            <a:off x="294198" y="2723026"/>
            <a:ext cx="1654506" cy="1395750"/>
          </a:xfrm>
          <a:prstGeom prst="line">
            <a:avLst/>
          </a:prstGeom>
        </p:spPr>
        <p:style>
          <a:lnRef idx="1">
            <a:schemeClr val="dk1"/>
          </a:lnRef>
          <a:fillRef idx="0">
            <a:schemeClr val="dk1"/>
          </a:fillRef>
          <a:effectRef idx="0">
            <a:schemeClr val="dk1"/>
          </a:effectRef>
          <a:fontRef idx="minor">
            <a:schemeClr val="tx1"/>
          </a:fontRef>
        </p:style>
      </p:cxn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782" y="4573751"/>
            <a:ext cx="2710642" cy="1958890"/>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05359" y="4616906"/>
            <a:ext cx="2572909" cy="1969657"/>
          </a:xfrm>
          <a:prstGeom prst="rect">
            <a:avLst/>
          </a:prstGeom>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87204" y="4575604"/>
            <a:ext cx="2572909" cy="1967804"/>
          </a:xfrm>
          <a:prstGeom prst="rect">
            <a:avLst/>
          </a:prstGeom>
        </p:spPr>
      </p:pic>
      <p:sp>
        <p:nvSpPr>
          <p:cNvPr id="23" name="Freeform: Shape 22"/>
          <p:cNvSpPr/>
          <p:nvPr/>
        </p:nvSpPr>
        <p:spPr>
          <a:xfrm>
            <a:off x="-5301" y="3443487"/>
            <a:ext cx="12197301" cy="747484"/>
          </a:xfrm>
          <a:custGeom>
            <a:avLst/>
            <a:gdLst>
              <a:gd name="connsiteX0" fmla="*/ 0 w 12197301"/>
              <a:gd name="connsiteY0" fmla="*/ 747484 h 747484"/>
              <a:gd name="connsiteX1" fmla="*/ 5128591 w 12197301"/>
              <a:gd name="connsiteY1" fmla="*/ 61 h 747484"/>
              <a:gd name="connsiteX2" fmla="*/ 12197301 w 12197301"/>
              <a:gd name="connsiteY2" fmla="*/ 707727 h 747484"/>
            </a:gdLst>
            <a:ahLst/>
            <a:cxnLst>
              <a:cxn ang="0">
                <a:pos x="connsiteX0" y="connsiteY0"/>
              </a:cxn>
              <a:cxn ang="0">
                <a:pos x="connsiteX1" y="connsiteY1"/>
              </a:cxn>
              <a:cxn ang="0">
                <a:pos x="connsiteX2" y="connsiteY2"/>
              </a:cxn>
            </a:cxnLst>
            <a:rect l="l" t="t" r="r" b="b"/>
            <a:pathLst>
              <a:path w="12197301" h="747484">
                <a:moveTo>
                  <a:pt x="0" y="747484"/>
                </a:moveTo>
                <a:cubicBezTo>
                  <a:pt x="1547854" y="377085"/>
                  <a:pt x="3095708" y="6687"/>
                  <a:pt x="5128591" y="61"/>
                </a:cubicBezTo>
                <a:cubicBezTo>
                  <a:pt x="7161475" y="-6565"/>
                  <a:pt x="11322658" y="524847"/>
                  <a:pt x="12197301" y="707727"/>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TextBox 10"/>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8042344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referRelativeResize="0">
            <a:picLocks/>
          </p:cNvPicPr>
          <p:nvPr/>
        </p:nvPicPr>
        <p:blipFill>
          <a:blip r:embed="rId2" cstate="print">
            <a:extLst>
              <a:ext uri="{28A0092B-C50C-407E-A947-70E740481C1C}">
                <a14:useLocalDpi xmlns:a14="http://schemas.microsoft.com/office/drawing/2010/main" val="0"/>
              </a:ext>
            </a:extLst>
          </a:blip>
          <a:stretch>
            <a:fillRect/>
          </a:stretch>
        </p:blipFill>
        <p:spPr>
          <a:xfrm>
            <a:off x="2102263" y="2774318"/>
            <a:ext cx="2223039" cy="219456"/>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8922766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02265" y="2775236"/>
            <a:ext cx="2360404" cy="212315"/>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8062083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46119" y="2775236"/>
            <a:ext cx="3053552" cy="212315"/>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36583144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57741" y="1108107"/>
            <a:ext cx="7059088" cy="3810163"/>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60335802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2328" y="1108107"/>
            <a:ext cx="6523048" cy="5685800"/>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1602594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02581" y="1178222"/>
            <a:ext cx="5822795" cy="5541954"/>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5632654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2161" y="1178222"/>
            <a:ext cx="5683215" cy="5539730"/>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93398436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2161" y="1178222"/>
            <a:ext cx="5683215" cy="5539729"/>
          </a:xfrm>
          <a:prstGeom prst="rect">
            <a:avLst/>
          </a:prstGeom>
        </p:spPr>
      </p:pic>
      <p:sp>
        <p:nvSpPr>
          <p:cNvPr id="6" name="TextBox 5"/>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2838163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1648" y="1179576"/>
            <a:ext cx="5684788" cy="5541264"/>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367948326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1648" y="1179576"/>
            <a:ext cx="5684788" cy="5541264"/>
          </a:xfrm>
          <a:prstGeom prst="rect">
            <a:avLst/>
          </a:prstGeom>
        </p:spPr>
      </p:pic>
      <p:sp>
        <p:nvSpPr>
          <p:cNvPr id="5" name="Oval 4"/>
          <p:cNvSpPr/>
          <p:nvPr/>
        </p:nvSpPr>
        <p:spPr>
          <a:xfrm>
            <a:off x="3885489" y="2674685"/>
            <a:ext cx="492981" cy="4929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a:cxnSpLocks/>
            <a:stCxn id="5" idx="7"/>
          </p:cNvCxnSpPr>
          <p:nvPr/>
        </p:nvCxnSpPr>
        <p:spPr>
          <a:xfrm flipH="1" flipV="1">
            <a:off x="3369926" y="697161"/>
            <a:ext cx="936349" cy="2049719"/>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a:cxnSpLocks/>
            <a:stCxn id="5" idx="5"/>
          </p:cNvCxnSpPr>
          <p:nvPr/>
        </p:nvCxnSpPr>
        <p:spPr>
          <a:xfrm flipH="1">
            <a:off x="3261222" y="3095471"/>
            <a:ext cx="1045053" cy="2963423"/>
          </a:xfrm>
          <a:prstGeom prst="line">
            <a:avLst/>
          </a:prstGeom>
        </p:spPr>
        <p:style>
          <a:lnRef idx="1">
            <a:schemeClr val="dk1"/>
          </a:lnRef>
          <a:fillRef idx="0">
            <a:schemeClr val="dk1"/>
          </a:fillRef>
          <a:effectRef idx="0">
            <a:schemeClr val="dk1"/>
          </a:effectRef>
          <a:fontRef idx="minor">
            <a:schemeClr val="tx1"/>
          </a:fontRef>
        </p:style>
      </p:cxn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1804" y="373995"/>
            <a:ext cx="2670498" cy="1510463"/>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804" y="2338179"/>
            <a:ext cx="2478880" cy="1514583"/>
          </a:xfrm>
          <a:prstGeom prst="rect">
            <a:avLst/>
          </a:prstGeom>
        </p:spPr>
      </p:pic>
      <p:pic>
        <p:nvPicPr>
          <p:cNvPr id="16" name="Picture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8556" y="4373713"/>
            <a:ext cx="2703746" cy="1514583"/>
          </a:xfrm>
          <a:prstGeom prst="rect">
            <a:avLst/>
          </a:prstGeom>
        </p:spPr>
      </p:pic>
      <p:sp>
        <p:nvSpPr>
          <p:cNvPr id="26" name="Freeform: Shape 25"/>
          <p:cNvSpPr/>
          <p:nvPr/>
        </p:nvSpPr>
        <p:spPr>
          <a:xfrm>
            <a:off x="3074070" y="-3976"/>
            <a:ext cx="675457" cy="6861976"/>
          </a:xfrm>
          <a:custGeom>
            <a:avLst/>
            <a:gdLst>
              <a:gd name="connsiteX0" fmla="*/ 0 w 882639"/>
              <a:gd name="connsiteY0" fmla="*/ 0 h 6861976"/>
              <a:gd name="connsiteX1" fmla="*/ 882595 w 882639"/>
              <a:gd name="connsiteY1" fmla="*/ 2727298 h 6861976"/>
              <a:gd name="connsiteX2" fmla="*/ 39757 w 882639"/>
              <a:gd name="connsiteY2" fmla="*/ 6861976 h 6861976"/>
            </a:gdLst>
            <a:ahLst/>
            <a:cxnLst>
              <a:cxn ang="0">
                <a:pos x="connsiteX0" y="connsiteY0"/>
              </a:cxn>
              <a:cxn ang="0">
                <a:pos x="connsiteX1" y="connsiteY1"/>
              </a:cxn>
              <a:cxn ang="0">
                <a:pos x="connsiteX2" y="connsiteY2"/>
              </a:cxn>
            </a:cxnLst>
            <a:rect l="l" t="t" r="r" b="b"/>
            <a:pathLst>
              <a:path w="882639" h="6861976">
                <a:moveTo>
                  <a:pt x="0" y="0"/>
                </a:moveTo>
                <a:cubicBezTo>
                  <a:pt x="437984" y="791817"/>
                  <a:pt x="875969" y="1583635"/>
                  <a:pt x="882595" y="2727298"/>
                </a:cubicBezTo>
                <a:cubicBezTo>
                  <a:pt x="889221" y="3870961"/>
                  <a:pt x="160352" y="6208644"/>
                  <a:pt x="39757" y="6861976"/>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TextBox 10"/>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343479534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referRelativeResize="0">
            <a:picLocks/>
          </p:cNvPicPr>
          <p:nvPr/>
        </p:nvPicPr>
        <p:blipFill>
          <a:blip r:embed="rId2" cstate="print">
            <a:extLst>
              <a:ext uri="{28A0092B-C50C-407E-A947-70E740481C1C}">
                <a14:useLocalDpi xmlns:a14="http://schemas.microsoft.com/office/drawing/2010/main" val="0"/>
              </a:ext>
            </a:extLst>
          </a:blip>
          <a:stretch>
            <a:fillRect/>
          </a:stretch>
        </p:blipFill>
        <p:spPr>
          <a:xfrm>
            <a:off x="4041647" y="1037420"/>
            <a:ext cx="5687568" cy="5687568"/>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19220087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1648" y="1037419"/>
            <a:ext cx="5820670" cy="5683421"/>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305081031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referRelativeResize="0">
            <a:picLocks/>
          </p:cNvPicPr>
          <p:nvPr/>
        </p:nvPicPr>
        <p:blipFill>
          <a:blip r:embed="rId2" cstate="print">
            <a:extLst>
              <a:ext uri="{28A0092B-C50C-407E-A947-70E740481C1C}">
                <a14:useLocalDpi xmlns:a14="http://schemas.microsoft.com/office/drawing/2010/main" val="0"/>
              </a:ext>
            </a:extLst>
          </a:blip>
          <a:stretch>
            <a:fillRect/>
          </a:stretch>
        </p:blipFill>
        <p:spPr>
          <a:xfrm>
            <a:off x="4041646" y="1037419"/>
            <a:ext cx="5820672" cy="5820581"/>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29482106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1647" y="1037419"/>
            <a:ext cx="5820671" cy="5820671"/>
          </a:xfrm>
          <a:prstGeom prst="rect">
            <a:avLst/>
          </a:prstGeom>
        </p:spPr>
      </p:pic>
      <p:sp>
        <p:nvSpPr>
          <p:cNvPr id="5" name="TextBox 4"/>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spTree>
    <p:extLst>
      <p:ext uri="{BB962C8B-B14F-4D97-AF65-F5344CB8AC3E}">
        <p14:creationId xmlns:p14="http://schemas.microsoft.com/office/powerpoint/2010/main" val="404706752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2463" y="1694993"/>
            <a:ext cx="4137379" cy="4137379"/>
          </a:xfrm>
          <a:prstGeom prst="rect">
            <a:avLst/>
          </a:prstGeom>
        </p:spPr>
      </p:pic>
      <p:sp>
        <p:nvSpPr>
          <p:cNvPr id="8" name="Arrow: Right 7"/>
          <p:cNvSpPr/>
          <p:nvPr/>
        </p:nvSpPr>
        <p:spPr>
          <a:xfrm>
            <a:off x="5104575" y="3170151"/>
            <a:ext cx="905854" cy="467051"/>
          </a:xfrm>
          <a:prstGeom prst="rightArrow">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extBox 6"/>
          <p:cNvSpPr txBox="1"/>
          <p:nvPr/>
        </p:nvSpPr>
        <p:spPr>
          <a:xfrm>
            <a:off x="4244566" y="373996"/>
            <a:ext cx="3531736" cy="646331"/>
          </a:xfrm>
          <a:prstGeom prst="rect">
            <a:avLst/>
          </a:prstGeom>
          <a:noFill/>
        </p:spPr>
        <p:txBody>
          <a:bodyPr wrap="none" rtlCol="0">
            <a:spAutoFit/>
          </a:bodyPr>
          <a:lstStyle/>
          <a:p>
            <a:pPr algn="ctr"/>
            <a:r>
              <a:rPr lang="en-US" sz="3600" dirty="0">
                <a:solidFill>
                  <a:schemeClr val="bg1"/>
                </a:solidFill>
              </a:rPr>
              <a:t>Process Overview</a:t>
            </a:r>
            <a:endParaRPr lang="en-US" sz="1600" dirty="0">
              <a:solidFill>
                <a:schemeClr val="bg1"/>
              </a:solidFill>
            </a:endParaRPr>
          </a:p>
        </p:txBody>
      </p:sp>
      <p:grpSp>
        <p:nvGrpSpPr>
          <p:cNvPr id="4" name="Group 3">
            <a:extLst>
              <a:ext uri="{FF2B5EF4-FFF2-40B4-BE49-F238E27FC236}">
                <a16:creationId xmlns:a16="http://schemas.microsoft.com/office/drawing/2014/main" id="{0584ED8C-A0F2-4314-904F-471078B4E9F7}"/>
              </a:ext>
            </a:extLst>
          </p:cNvPr>
          <p:cNvGrpSpPr/>
          <p:nvPr/>
        </p:nvGrpSpPr>
        <p:grpSpPr>
          <a:xfrm>
            <a:off x="795311" y="2782667"/>
            <a:ext cx="3537230" cy="1242017"/>
            <a:chOff x="504998" y="2485001"/>
            <a:chExt cx="3537230" cy="1242017"/>
          </a:xfrm>
        </p:grpSpPr>
        <p:grpSp>
          <p:nvGrpSpPr>
            <p:cNvPr id="23" name="Group 22">
              <a:extLst>
                <a:ext uri="{FF2B5EF4-FFF2-40B4-BE49-F238E27FC236}">
                  <a16:creationId xmlns:a16="http://schemas.microsoft.com/office/drawing/2014/main" id="{0C4C002C-F06D-48F2-9A86-BBC75A854D1C}"/>
                </a:ext>
              </a:extLst>
            </p:cNvPr>
            <p:cNvGrpSpPr/>
            <p:nvPr/>
          </p:nvGrpSpPr>
          <p:grpSpPr>
            <a:xfrm>
              <a:off x="2761113" y="2485001"/>
              <a:ext cx="1281115" cy="1242017"/>
              <a:chOff x="6281735" y="3261458"/>
              <a:chExt cx="642899" cy="622851"/>
            </a:xfrm>
          </p:grpSpPr>
          <p:sp>
            <p:nvSpPr>
              <p:cNvPr id="24" name="Rectangle 23">
                <a:extLst>
                  <a:ext uri="{FF2B5EF4-FFF2-40B4-BE49-F238E27FC236}">
                    <a16:creationId xmlns:a16="http://schemas.microsoft.com/office/drawing/2014/main" id="{EFBF8833-DB8F-41EC-B78A-9E446A65B76B}"/>
                  </a:ext>
                </a:extLst>
              </p:cNvPr>
              <p:cNvSpPr/>
              <p:nvPr/>
            </p:nvSpPr>
            <p:spPr>
              <a:xfrm>
                <a:off x="6650038"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9CAAD97-5156-4CAD-BA36-346FE2034049}"/>
                  </a:ext>
                </a:extLst>
              </p:cNvPr>
              <p:cNvSpPr/>
              <p:nvPr/>
            </p:nvSpPr>
            <p:spPr>
              <a:xfrm>
                <a:off x="6557963" y="3261458"/>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DAA86E5-CD21-444D-93A7-FAB086C902E9}"/>
                  </a:ext>
                </a:extLst>
              </p:cNvPr>
              <p:cNvSpPr/>
              <p:nvPr/>
            </p:nvSpPr>
            <p:spPr>
              <a:xfrm>
                <a:off x="6650038"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8CC0FB9-A236-4331-922F-E928E71BCF70}"/>
                  </a:ext>
                </a:extLst>
              </p:cNvPr>
              <p:cNvSpPr/>
              <p:nvPr/>
            </p:nvSpPr>
            <p:spPr>
              <a:xfrm>
                <a:off x="6557963" y="3351224"/>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0859373-FA88-4295-B8C7-53755971019F}"/>
                  </a:ext>
                </a:extLst>
              </p:cNvPr>
              <p:cNvSpPr/>
              <p:nvPr/>
            </p:nvSpPr>
            <p:spPr>
              <a:xfrm>
                <a:off x="6650038"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92D7DFB-23B4-4BDB-ADBE-3FFA69D69AEB}"/>
                  </a:ext>
                </a:extLst>
              </p:cNvPr>
              <p:cNvSpPr/>
              <p:nvPr/>
            </p:nvSpPr>
            <p:spPr>
              <a:xfrm>
                <a:off x="6742113"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2357A76-AB52-4533-9BC5-9FD1CB8739AB}"/>
                  </a:ext>
                </a:extLst>
              </p:cNvPr>
              <p:cNvSpPr/>
              <p:nvPr/>
            </p:nvSpPr>
            <p:spPr>
              <a:xfrm>
                <a:off x="6742112"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7D82096-76D4-4746-9957-DFF030A784C4}"/>
                  </a:ext>
                </a:extLst>
              </p:cNvPr>
              <p:cNvSpPr/>
              <p:nvPr/>
            </p:nvSpPr>
            <p:spPr>
              <a:xfrm>
                <a:off x="6742112"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4DAB21D-3B76-4945-9D36-5E3AD9B0BD81}"/>
                  </a:ext>
                </a:extLst>
              </p:cNvPr>
              <p:cNvSpPr/>
              <p:nvPr/>
            </p:nvSpPr>
            <p:spPr>
              <a:xfrm>
                <a:off x="6832559"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687FE38-D40B-4652-B626-9812E0343C1A}"/>
                  </a:ext>
                </a:extLst>
              </p:cNvPr>
              <p:cNvSpPr/>
              <p:nvPr/>
            </p:nvSpPr>
            <p:spPr>
              <a:xfrm>
                <a:off x="6557962"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AB9EFA1-C9FB-43D0-A436-E4200F76B8BE}"/>
                  </a:ext>
                </a:extLst>
              </p:cNvPr>
              <p:cNvSpPr/>
              <p:nvPr/>
            </p:nvSpPr>
            <p:spPr>
              <a:xfrm>
                <a:off x="6465887"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9EAAAD2-8008-4058-BBA7-55F5053BAD9D}"/>
                  </a:ext>
                </a:extLst>
              </p:cNvPr>
              <p:cNvSpPr/>
              <p:nvPr/>
            </p:nvSpPr>
            <p:spPr>
              <a:xfrm>
                <a:off x="6373811"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7C1DE81-0CD9-4BFD-A0E5-5A77DDD1D0D6}"/>
                  </a:ext>
                </a:extLst>
              </p:cNvPr>
              <p:cNvSpPr/>
              <p:nvPr/>
            </p:nvSpPr>
            <p:spPr>
              <a:xfrm>
                <a:off x="6281735" y="3440990"/>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ED6EF56-F7BB-45A9-A7D3-AE94121833D5}"/>
                  </a:ext>
                </a:extLst>
              </p:cNvPr>
              <p:cNvSpPr/>
              <p:nvPr/>
            </p:nvSpPr>
            <p:spPr>
              <a:xfrm>
                <a:off x="6373810" y="3530756"/>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D79190A-47BE-4BFB-A5E4-E23A489AD649}"/>
                  </a:ext>
                </a:extLst>
              </p:cNvPr>
              <p:cNvSpPr/>
              <p:nvPr/>
            </p:nvSpPr>
            <p:spPr>
              <a:xfrm>
                <a:off x="6373810"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03EDB05-5F6C-45D3-8D38-78FB76A11A70}"/>
                  </a:ext>
                </a:extLst>
              </p:cNvPr>
              <p:cNvSpPr/>
              <p:nvPr/>
            </p:nvSpPr>
            <p:spPr>
              <a:xfrm>
                <a:off x="6465886"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58606B6-2D95-47F9-A22D-9FDE3CEBFBF2}"/>
                  </a:ext>
                </a:extLst>
              </p:cNvPr>
              <p:cNvSpPr/>
              <p:nvPr/>
            </p:nvSpPr>
            <p:spPr>
              <a:xfrm>
                <a:off x="6557961"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A80BFD7-450F-462B-80E2-BCC014233985}"/>
                  </a:ext>
                </a:extLst>
              </p:cNvPr>
              <p:cNvSpPr/>
              <p:nvPr/>
            </p:nvSpPr>
            <p:spPr>
              <a:xfrm>
                <a:off x="6650037" y="361630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76DAA41-8FB9-4F19-B52A-E6B530E7E476}"/>
                  </a:ext>
                </a:extLst>
              </p:cNvPr>
              <p:cNvSpPr/>
              <p:nvPr/>
            </p:nvSpPr>
            <p:spPr>
              <a:xfrm>
                <a:off x="6465478" y="379454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5FF15C2-2326-400F-9822-84CD540A786D}"/>
                  </a:ext>
                </a:extLst>
              </p:cNvPr>
              <p:cNvSpPr/>
              <p:nvPr/>
            </p:nvSpPr>
            <p:spPr>
              <a:xfrm>
                <a:off x="6466125"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FF872E3-E00E-4604-B2BA-F347DE8F38C0}"/>
                  </a:ext>
                </a:extLst>
              </p:cNvPr>
              <p:cNvSpPr/>
              <p:nvPr/>
            </p:nvSpPr>
            <p:spPr>
              <a:xfrm>
                <a:off x="6557144" y="3794543"/>
                <a:ext cx="91837"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D08091E-8982-47DB-8829-44131B70937B}"/>
                  </a:ext>
                </a:extLst>
              </p:cNvPr>
              <p:cNvSpPr/>
              <p:nvPr/>
            </p:nvSpPr>
            <p:spPr>
              <a:xfrm>
                <a:off x="6556332" y="3705423"/>
                <a:ext cx="92075" cy="89766"/>
              </a:xfrm>
              <a:prstGeom prst="rect">
                <a:avLst/>
              </a:prstGeom>
              <a:solidFill>
                <a:schemeClr val="tx1">
                  <a:lumMod val="65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a:extLst>
                <a:ext uri="{FF2B5EF4-FFF2-40B4-BE49-F238E27FC236}">
                  <a16:creationId xmlns:a16="http://schemas.microsoft.com/office/drawing/2014/main" id="{E96AC067-8A98-45BC-9B4A-DCC1129A2C62}"/>
                </a:ext>
              </a:extLst>
            </p:cNvPr>
            <p:cNvSpPr txBox="1"/>
            <p:nvPr/>
          </p:nvSpPr>
          <p:spPr>
            <a:xfrm>
              <a:off x="504998" y="2782845"/>
              <a:ext cx="2619659" cy="646331"/>
            </a:xfrm>
            <a:prstGeom prst="rect">
              <a:avLst/>
            </a:prstGeom>
            <a:noFill/>
          </p:spPr>
          <p:txBody>
            <a:bodyPr wrap="square" rtlCol="0">
              <a:spAutoFit/>
            </a:bodyPr>
            <a:lstStyle/>
            <a:p>
              <a:r>
                <a:rPr lang="en-US" dirty="0">
                  <a:solidFill>
                    <a:schemeClr val="bg1"/>
                  </a:solidFill>
                </a:rPr>
                <a:t>Optimal description </a:t>
              </a:r>
            </a:p>
            <a:p>
              <a:r>
                <a:rPr lang="en-US" dirty="0">
                  <a:solidFill>
                    <a:schemeClr val="bg1"/>
                  </a:solidFill>
                </a:rPr>
                <a:t>of shape S:</a:t>
              </a:r>
            </a:p>
          </p:txBody>
        </p:sp>
      </p:grpSp>
    </p:spTree>
    <p:extLst>
      <p:ext uri="{BB962C8B-B14F-4D97-AF65-F5344CB8AC3E}">
        <p14:creationId xmlns:p14="http://schemas.microsoft.com/office/powerpoint/2010/main" val="140411080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20417" y="373996"/>
            <a:ext cx="1980030" cy="646331"/>
          </a:xfrm>
          <a:prstGeom prst="rect">
            <a:avLst/>
          </a:prstGeom>
          <a:noFill/>
        </p:spPr>
        <p:txBody>
          <a:bodyPr wrap="none" rtlCol="0">
            <a:spAutoFit/>
          </a:bodyPr>
          <a:lstStyle/>
          <a:p>
            <a:pPr algn="ctr"/>
            <a:r>
              <a:rPr lang="en-US" sz="3600" dirty="0">
                <a:solidFill>
                  <a:schemeClr val="bg1"/>
                </a:solidFill>
              </a:rPr>
              <a:t>Summary</a:t>
            </a:r>
            <a:endParaRPr lang="en-US" sz="1600" dirty="0">
              <a:solidFill>
                <a:schemeClr val="bg1"/>
              </a:solidFill>
            </a:endParaRPr>
          </a:p>
        </p:txBody>
      </p:sp>
      <p:graphicFrame>
        <p:nvGraphicFramePr>
          <p:cNvPr id="14" name="Table 13">
            <a:extLst>
              <a:ext uri="{FF2B5EF4-FFF2-40B4-BE49-F238E27FC236}">
                <a16:creationId xmlns:a16="http://schemas.microsoft.com/office/drawing/2014/main" id="{56AFFBB3-DBFB-4D08-AE9D-84F5C2F94FE2}"/>
              </a:ext>
            </a:extLst>
          </p:cNvPr>
          <p:cNvGraphicFramePr>
            <a:graphicFrameLocks noGrp="1"/>
          </p:cNvGraphicFramePr>
          <p:nvPr/>
        </p:nvGraphicFramePr>
        <p:xfrm>
          <a:off x="1990108" y="1126306"/>
          <a:ext cx="8127999" cy="3114040"/>
        </p:xfrm>
        <a:graphic>
          <a:graphicData uri="http://schemas.openxmlformats.org/drawingml/2006/table">
            <a:tbl>
              <a:tblPr firstRow="1" bandRow="1">
                <a:tableStyleId>{D27102A9-8310-4765-A935-A1911B00CA55}</a:tableStyleId>
              </a:tblPr>
              <a:tblGrid>
                <a:gridCol w="2709333">
                  <a:extLst>
                    <a:ext uri="{9D8B030D-6E8A-4147-A177-3AD203B41FA5}">
                      <a16:colId xmlns:a16="http://schemas.microsoft.com/office/drawing/2014/main" val="2592576974"/>
                    </a:ext>
                  </a:extLst>
                </a:gridCol>
                <a:gridCol w="2709333">
                  <a:extLst>
                    <a:ext uri="{9D8B030D-6E8A-4147-A177-3AD203B41FA5}">
                      <a16:colId xmlns:a16="http://schemas.microsoft.com/office/drawing/2014/main" val="2222684993"/>
                    </a:ext>
                  </a:extLst>
                </a:gridCol>
                <a:gridCol w="2709333">
                  <a:extLst>
                    <a:ext uri="{9D8B030D-6E8A-4147-A177-3AD203B41FA5}">
                      <a16:colId xmlns:a16="http://schemas.microsoft.com/office/drawing/2014/main" val="3233655410"/>
                    </a:ext>
                  </a:extLst>
                </a:gridCol>
              </a:tblGrid>
              <a:tr h="370840">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Tile Complexity</a:t>
                      </a:r>
                    </a:p>
                  </a:txBody>
                  <a:tcPr anchor="ctr"/>
                </a:tc>
                <a:tc>
                  <a:txBody>
                    <a:bodyPr/>
                    <a:lstStyle/>
                    <a:p>
                      <a:pPr algn="ctr"/>
                      <a:r>
                        <a:rPr lang="en-US" dirty="0">
                          <a:solidFill>
                            <a:sysClr val="windowText" lastClr="000000"/>
                          </a:solidFill>
                        </a:rPr>
                        <a:t>Scale Factor</a:t>
                      </a:r>
                    </a:p>
                  </a:txBody>
                  <a:tcPr anchor="ctr"/>
                </a:tc>
                <a:extLst>
                  <a:ext uri="{0D108BD9-81ED-4DB2-BD59-A6C34878D82A}">
                    <a16:rowId xmlns:a16="http://schemas.microsoft.com/office/drawing/2014/main" val="1662199568"/>
                  </a:ext>
                </a:extLst>
              </a:tr>
              <a:tr h="370840">
                <a:tc>
                  <a:txBody>
                    <a:bodyPr/>
                    <a:lstStyle/>
                    <a:p>
                      <a:pPr algn="ctr"/>
                      <a:r>
                        <a:rPr lang="en-US" sz="2000" dirty="0" err="1">
                          <a:solidFill>
                            <a:schemeClr val="tx1">
                              <a:lumMod val="50000"/>
                            </a:schemeClr>
                          </a:solidFill>
                        </a:rPr>
                        <a:t>aTAM</a:t>
                      </a:r>
                      <a:endParaRPr lang="en-US" sz="2000" dirty="0">
                        <a:solidFill>
                          <a:schemeClr val="tx1">
                            <a:lumMod val="50000"/>
                          </a:schemeClr>
                        </a:solidFill>
                      </a:endParaRPr>
                    </a:p>
                    <a:p>
                      <a:pPr algn="ctr"/>
                      <a:r>
                        <a:rPr lang="en-US" sz="1600" dirty="0">
                          <a:solidFill>
                            <a:schemeClr val="tx1">
                              <a:lumMod val="50000"/>
                            </a:schemeClr>
                          </a:solidFill>
                        </a:rPr>
                        <a:t>(</a:t>
                      </a:r>
                      <a:r>
                        <a:rPr lang="en-US" sz="1600" dirty="0" err="1">
                          <a:solidFill>
                            <a:schemeClr val="tx1">
                              <a:lumMod val="50000"/>
                            </a:schemeClr>
                          </a:solidFill>
                        </a:rPr>
                        <a:t>Soloveichik</a:t>
                      </a:r>
                      <a:r>
                        <a:rPr lang="en-US" sz="1600" dirty="0">
                          <a:solidFill>
                            <a:schemeClr val="tx1">
                              <a:lumMod val="50000"/>
                            </a:schemeClr>
                          </a:solidFill>
                        </a:rPr>
                        <a:t>, </a:t>
                      </a:r>
                      <a:r>
                        <a:rPr lang="en-US" sz="1600" dirty="0" err="1">
                          <a:solidFill>
                            <a:schemeClr val="tx1">
                              <a:lumMod val="50000"/>
                            </a:schemeClr>
                          </a:solidFill>
                        </a:rPr>
                        <a:t>Winfree</a:t>
                      </a:r>
                      <a:r>
                        <a:rPr lang="en-US" sz="1600" dirty="0">
                          <a:solidFill>
                            <a:schemeClr val="tx1">
                              <a:lumMod val="50000"/>
                            </a:schemeClr>
                          </a:solidFill>
                        </a:rPr>
                        <a:t>, 2007)</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370840">
                <a:tc>
                  <a:txBody>
                    <a:bodyPr/>
                    <a:lstStyle/>
                    <a:p>
                      <a:pPr algn="ctr"/>
                      <a:r>
                        <a:rPr lang="en-US" sz="2000" dirty="0">
                          <a:solidFill>
                            <a:schemeClr val="tx1">
                              <a:lumMod val="50000"/>
                            </a:schemeClr>
                          </a:solidFill>
                        </a:rPr>
                        <a:t>Staged </a:t>
                      </a:r>
                      <a:r>
                        <a:rPr lang="en-US" sz="2000" dirty="0" err="1">
                          <a:solidFill>
                            <a:schemeClr val="tx1">
                              <a:lumMod val="50000"/>
                            </a:schemeClr>
                          </a:solidFill>
                        </a:rPr>
                        <a:t>RNAse</a:t>
                      </a:r>
                      <a:endParaRPr lang="en-US" sz="2000" dirty="0">
                        <a:solidFill>
                          <a:schemeClr val="tx1">
                            <a:lumMod val="50000"/>
                          </a:schemeClr>
                        </a:solidFill>
                      </a:endParaRPr>
                    </a:p>
                    <a:p>
                      <a:pPr algn="ctr"/>
                      <a:r>
                        <a:rPr lang="en-US" sz="1600" dirty="0">
                          <a:solidFill>
                            <a:schemeClr val="tx1">
                              <a:lumMod val="50000"/>
                            </a:schemeClr>
                          </a:solidFill>
                        </a:rPr>
                        <a:t>(</a:t>
                      </a:r>
                      <a:r>
                        <a:rPr lang="en-US" sz="1600" dirty="0" err="1">
                          <a:solidFill>
                            <a:schemeClr val="tx1">
                              <a:lumMod val="50000"/>
                            </a:schemeClr>
                          </a:solidFill>
                        </a:rPr>
                        <a:t>Demaine</a:t>
                      </a:r>
                      <a:r>
                        <a:rPr lang="en-US" sz="1600" dirty="0">
                          <a:solidFill>
                            <a:schemeClr val="tx1">
                              <a:lumMod val="50000"/>
                            </a:schemeClr>
                          </a:solidFill>
                        </a:rPr>
                        <a:t>, </a:t>
                      </a:r>
                      <a:r>
                        <a:rPr lang="en-US" sz="1600" dirty="0" err="1">
                          <a:solidFill>
                            <a:schemeClr val="tx1">
                              <a:lumMod val="50000"/>
                            </a:schemeClr>
                          </a:solidFill>
                        </a:rPr>
                        <a:t>Patitz</a:t>
                      </a:r>
                      <a:r>
                        <a:rPr lang="en-US" sz="1600" dirty="0">
                          <a:solidFill>
                            <a:schemeClr val="tx1">
                              <a:lumMod val="50000"/>
                            </a:schemeClr>
                          </a:solidFill>
                        </a:rPr>
                        <a:t>, </a:t>
                      </a:r>
                      <a:r>
                        <a:rPr lang="en-US" sz="1600" dirty="0" err="1">
                          <a:solidFill>
                            <a:schemeClr val="tx1">
                              <a:lumMod val="50000"/>
                            </a:schemeClr>
                          </a:solidFill>
                        </a:rPr>
                        <a:t>Schweller</a:t>
                      </a:r>
                      <a:r>
                        <a:rPr lang="en-US" sz="1600" dirty="0">
                          <a:solidFill>
                            <a:schemeClr val="tx1">
                              <a:lumMod val="50000"/>
                            </a:schemeClr>
                          </a:solidFill>
                        </a:rPr>
                        <a:t>, and Summers, 2010)</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1979431764"/>
                  </a:ext>
                </a:extLst>
              </a:tr>
              <a:tr h="370840">
                <a:tc>
                  <a:txBody>
                    <a:bodyPr/>
                    <a:lstStyle/>
                    <a:p>
                      <a:pPr algn="ctr"/>
                      <a:r>
                        <a:rPr lang="en-US" sz="2000" dirty="0">
                          <a:solidFill>
                            <a:sysClr val="windowText" lastClr="000000"/>
                          </a:solidFill>
                        </a:rPr>
                        <a:t>Negative Glue 2HAM</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15" name="Group 14">
            <a:extLst>
              <a:ext uri="{FF2B5EF4-FFF2-40B4-BE49-F238E27FC236}">
                <a16:creationId xmlns:a16="http://schemas.microsoft.com/office/drawing/2014/main" id="{53D4BB52-E88C-442D-BC8C-A9EE435192AC}"/>
              </a:ext>
            </a:extLst>
          </p:cNvPr>
          <p:cNvGrpSpPr/>
          <p:nvPr/>
        </p:nvGrpSpPr>
        <p:grpSpPr>
          <a:xfrm>
            <a:off x="4919023" y="3303498"/>
            <a:ext cx="2414811" cy="867770"/>
            <a:chOff x="4543200" y="4407239"/>
            <a:chExt cx="2414811" cy="867770"/>
          </a:xfrm>
        </p:grpSpPr>
        <p:grpSp>
          <p:nvGrpSpPr>
            <p:cNvPr id="16" name="Group 15">
              <a:extLst>
                <a:ext uri="{FF2B5EF4-FFF2-40B4-BE49-F238E27FC236}">
                  <a16:creationId xmlns:a16="http://schemas.microsoft.com/office/drawing/2014/main" id="{F3C6A788-C6C0-4E63-B285-76BDA809DC20}"/>
                </a:ext>
              </a:extLst>
            </p:cNvPr>
            <p:cNvGrpSpPr/>
            <p:nvPr/>
          </p:nvGrpSpPr>
          <p:grpSpPr>
            <a:xfrm>
              <a:off x="5321099" y="4474789"/>
              <a:ext cx="1636912" cy="800220"/>
              <a:chOff x="5678286" y="3403227"/>
              <a:chExt cx="1636912" cy="800220"/>
            </a:xfrm>
          </p:grpSpPr>
          <p:sp>
            <p:nvSpPr>
              <p:cNvPr id="18" name="TextBox 17">
                <a:extLst>
                  <a:ext uri="{FF2B5EF4-FFF2-40B4-BE49-F238E27FC236}">
                    <a16:creationId xmlns:a16="http://schemas.microsoft.com/office/drawing/2014/main" id="{A8B7DC60-4122-4541-AA76-45DC11A53E56}"/>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19" name="Straight Connector 18">
                <a:extLst>
                  <a:ext uri="{FF2B5EF4-FFF2-40B4-BE49-F238E27FC236}">
                    <a16:creationId xmlns:a16="http://schemas.microsoft.com/office/drawing/2014/main" id="{F370C296-8B67-41C3-8676-D66A5F6A65C3}"/>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169BB57C-2FE3-49A7-B54D-2C166C1D40AC}"/>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17" name="TextBox 16">
              <a:extLst>
                <a:ext uri="{FF2B5EF4-FFF2-40B4-BE49-F238E27FC236}">
                  <a16:creationId xmlns:a16="http://schemas.microsoft.com/office/drawing/2014/main" id="{AB5243E0-7E8D-44C0-9441-47EC67B980E4}"/>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grpSp>
        <p:nvGrpSpPr>
          <p:cNvPr id="21" name="Group 20">
            <a:extLst>
              <a:ext uri="{FF2B5EF4-FFF2-40B4-BE49-F238E27FC236}">
                <a16:creationId xmlns:a16="http://schemas.microsoft.com/office/drawing/2014/main" id="{32BB3F61-E92E-46C9-8F04-64C52ED63523}"/>
              </a:ext>
            </a:extLst>
          </p:cNvPr>
          <p:cNvGrpSpPr/>
          <p:nvPr/>
        </p:nvGrpSpPr>
        <p:grpSpPr>
          <a:xfrm>
            <a:off x="4919023" y="1478651"/>
            <a:ext cx="2414811" cy="867770"/>
            <a:chOff x="4543200" y="4407239"/>
            <a:chExt cx="2414811" cy="867770"/>
          </a:xfrm>
        </p:grpSpPr>
        <p:grpSp>
          <p:nvGrpSpPr>
            <p:cNvPr id="22" name="Group 21">
              <a:extLst>
                <a:ext uri="{FF2B5EF4-FFF2-40B4-BE49-F238E27FC236}">
                  <a16:creationId xmlns:a16="http://schemas.microsoft.com/office/drawing/2014/main" id="{11CA3E40-0D8A-48E9-8E3C-8A6F757FE89F}"/>
                </a:ext>
              </a:extLst>
            </p:cNvPr>
            <p:cNvGrpSpPr/>
            <p:nvPr/>
          </p:nvGrpSpPr>
          <p:grpSpPr>
            <a:xfrm>
              <a:off x="5321099" y="4474789"/>
              <a:ext cx="1636912" cy="800220"/>
              <a:chOff x="5678286" y="3403227"/>
              <a:chExt cx="1636912" cy="800220"/>
            </a:xfrm>
          </p:grpSpPr>
          <p:sp>
            <p:nvSpPr>
              <p:cNvPr id="24" name="TextBox 23">
                <a:extLst>
                  <a:ext uri="{FF2B5EF4-FFF2-40B4-BE49-F238E27FC236}">
                    <a16:creationId xmlns:a16="http://schemas.microsoft.com/office/drawing/2014/main" id="{032E4D18-B946-417F-8853-7F48D113B5E1}"/>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tx1">
                        <a:lumMod val="50000"/>
                      </a:schemeClr>
                    </a:solidFill>
                  </a:rPr>
                  <a:t>log(K(S))</a:t>
                </a:r>
              </a:p>
            </p:txBody>
          </p:sp>
          <p:cxnSp>
            <p:nvCxnSpPr>
              <p:cNvPr id="25" name="Straight Connector 24">
                <a:extLst>
                  <a:ext uri="{FF2B5EF4-FFF2-40B4-BE49-F238E27FC236}">
                    <a16:creationId xmlns:a16="http://schemas.microsoft.com/office/drawing/2014/main" id="{DE2775F1-E718-4211-AFB4-167AF7AA979E}"/>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D6FB6203-124B-4DA8-B991-6C3A68465CDD}"/>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tx1">
                        <a:lumMod val="50000"/>
                      </a:schemeClr>
                    </a:solidFill>
                  </a:rPr>
                  <a:t>K(S)</a:t>
                </a:r>
              </a:p>
            </p:txBody>
          </p:sp>
        </p:grpSp>
        <p:sp>
          <p:nvSpPr>
            <p:cNvPr id="23" name="TextBox 22">
              <a:extLst>
                <a:ext uri="{FF2B5EF4-FFF2-40B4-BE49-F238E27FC236}">
                  <a16:creationId xmlns:a16="http://schemas.microsoft.com/office/drawing/2014/main" id="{2927AA58-07DA-475D-B84A-3293F0911FCE}"/>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tx1">
                      <a:lumMod val="50000"/>
                    </a:schemeClr>
                  </a:solidFill>
                </a:rPr>
                <a:t>O(        )</a:t>
              </a:r>
            </a:p>
          </p:txBody>
        </p:sp>
      </p:grpSp>
      <p:sp>
        <p:nvSpPr>
          <p:cNvPr id="27" name="TextBox 26">
            <a:extLst>
              <a:ext uri="{FF2B5EF4-FFF2-40B4-BE49-F238E27FC236}">
                <a16:creationId xmlns:a16="http://schemas.microsoft.com/office/drawing/2014/main" id="{443018CE-41B5-46B9-AF9D-A7A5E80EFBD7}"/>
              </a:ext>
            </a:extLst>
          </p:cNvPr>
          <p:cNvSpPr txBox="1"/>
          <p:nvPr/>
        </p:nvSpPr>
        <p:spPr>
          <a:xfrm>
            <a:off x="8015679" y="1653333"/>
            <a:ext cx="1420582" cy="523220"/>
          </a:xfrm>
          <a:prstGeom prst="rect">
            <a:avLst/>
          </a:prstGeom>
          <a:noFill/>
        </p:spPr>
        <p:txBody>
          <a:bodyPr wrap="none" rtlCol="0">
            <a:spAutoFit/>
          </a:bodyPr>
          <a:lstStyle/>
          <a:p>
            <a:r>
              <a:rPr lang="en-US" sz="2800" dirty="0">
                <a:solidFill>
                  <a:schemeClr val="tx1">
                    <a:lumMod val="50000"/>
                  </a:schemeClr>
                </a:solidFill>
              </a:rPr>
              <a:t>arbitrary</a:t>
            </a:r>
          </a:p>
        </p:txBody>
      </p:sp>
      <p:grpSp>
        <p:nvGrpSpPr>
          <p:cNvPr id="28" name="Group 27">
            <a:extLst>
              <a:ext uri="{FF2B5EF4-FFF2-40B4-BE49-F238E27FC236}">
                <a16:creationId xmlns:a16="http://schemas.microsoft.com/office/drawing/2014/main" id="{06D3C43E-E797-447A-952C-218895BEAFC0}"/>
              </a:ext>
            </a:extLst>
          </p:cNvPr>
          <p:cNvGrpSpPr/>
          <p:nvPr/>
        </p:nvGrpSpPr>
        <p:grpSpPr>
          <a:xfrm>
            <a:off x="4919023" y="2392374"/>
            <a:ext cx="2414811" cy="867770"/>
            <a:chOff x="4543200" y="4407239"/>
            <a:chExt cx="2414811" cy="867770"/>
          </a:xfrm>
        </p:grpSpPr>
        <p:grpSp>
          <p:nvGrpSpPr>
            <p:cNvPr id="29" name="Group 28">
              <a:extLst>
                <a:ext uri="{FF2B5EF4-FFF2-40B4-BE49-F238E27FC236}">
                  <a16:creationId xmlns:a16="http://schemas.microsoft.com/office/drawing/2014/main" id="{11D7D634-9773-425B-BDC3-AB9A11A7D1C0}"/>
                </a:ext>
              </a:extLst>
            </p:cNvPr>
            <p:cNvGrpSpPr/>
            <p:nvPr/>
          </p:nvGrpSpPr>
          <p:grpSpPr>
            <a:xfrm>
              <a:off x="5321099" y="4474789"/>
              <a:ext cx="1636912" cy="800220"/>
              <a:chOff x="5678286" y="3403227"/>
              <a:chExt cx="1636912" cy="800220"/>
            </a:xfrm>
          </p:grpSpPr>
          <p:sp>
            <p:nvSpPr>
              <p:cNvPr id="31" name="TextBox 30">
                <a:extLst>
                  <a:ext uri="{FF2B5EF4-FFF2-40B4-BE49-F238E27FC236}">
                    <a16:creationId xmlns:a16="http://schemas.microsoft.com/office/drawing/2014/main" id="{49E3F67D-A6B8-4C97-A905-F1AA522F5701}"/>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tx1">
                        <a:lumMod val="50000"/>
                      </a:schemeClr>
                    </a:solidFill>
                  </a:rPr>
                  <a:t>log(K(S))</a:t>
                </a:r>
              </a:p>
            </p:txBody>
          </p:sp>
          <p:cxnSp>
            <p:nvCxnSpPr>
              <p:cNvPr id="32" name="Straight Connector 31">
                <a:extLst>
                  <a:ext uri="{FF2B5EF4-FFF2-40B4-BE49-F238E27FC236}">
                    <a16:creationId xmlns:a16="http://schemas.microsoft.com/office/drawing/2014/main" id="{0C7E12EC-B309-4104-B14F-253F941C65D2}"/>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EBB733E7-78BA-423F-9674-CE116E67211D}"/>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tx1">
                        <a:lumMod val="50000"/>
                      </a:schemeClr>
                    </a:solidFill>
                  </a:rPr>
                  <a:t>K(S)</a:t>
                </a:r>
              </a:p>
            </p:txBody>
          </p:sp>
        </p:grpSp>
        <p:sp>
          <p:nvSpPr>
            <p:cNvPr id="30" name="TextBox 29">
              <a:extLst>
                <a:ext uri="{FF2B5EF4-FFF2-40B4-BE49-F238E27FC236}">
                  <a16:creationId xmlns:a16="http://schemas.microsoft.com/office/drawing/2014/main" id="{1FBDE1B3-A5FC-4CB3-A260-63FED824B519}"/>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tx1">
                      <a:lumMod val="50000"/>
                    </a:schemeClr>
                  </a:solidFill>
                </a:rPr>
                <a:t>O(        )</a:t>
              </a:r>
            </a:p>
          </p:txBody>
        </p:sp>
      </p:grpSp>
      <p:sp>
        <p:nvSpPr>
          <p:cNvPr id="34" name="TextBox 33">
            <a:extLst>
              <a:ext uri="{FF2B5EF4-FFF2-40B4-BE49-F238E27FC236}">
                <a16:creationId xmlns:a16="http://schemas.microsoft.com/office/drawing/2014/main" id="{2428191F-CEA4-4F74-8F91-2CB54F7DF0F0}"/>
              </a:ext>
            </a:extLst>
          </p:cNvPr>
          <p:cNvSpPr txBox="1"/>
          <p:nvPr/>
        </p:nvSpPr>
        <p:spPr>
          <a:xfrm>
            <a:off x="7807289" y="2546262"/>
            <a:ext cx="1837362" cy="523220"/>
          </a:xfrm>
          <a:prstGeom prst="rect">
            <a:avLst/>
          </a:prstGeom>
          <a:noFill/>
        </p:spPr>
        <p:txBody>
          <a:bodyPr wrap="none" rtlCol="0">
            <a:spAutoFit/>
          </a:bodyPr>
          <a:lstStyle/>
          <a:p>
            <a:r>
              <a:rPr lang="en-US" sz="2800" dirty="0">
                <a:solidFill>
                  <a:schemeClr val="tx1">
                    <a:lumMod val="50000"/>
                  </a:schemeClr>
                </a:solidFill>
              </a:rPr>
              <a:t>logarithmic</a:t>
            </a:r>
          </a:p>
        </p:txBody>
      </p:sp>
      <p:sp>
        <p:nvSpPr>
          <p:cNvPr id="35" name="TextBox 34">
            <a:extLst>
              <a:ext uri="{FF2B5EF4-FFF2-40B4-BE49-F238E27FC236}">
                <a16:creationId xmlns:a16="http://schemas.microsoft.com/office/drawing/2014/main" id="{484DA71E-503A-41A7-8D63-BA549E5D0644}"/>
              </a:ext>
            </a:extLst>
          </p:cNvPr>
          <p:cNvSpPr txBox="1"/>
          <p:nvPr/>
        </p:nvSpPr>
        <p:spPr>
          <a:xfrm>
            <a:off x="8036518" y="3457386"/>
            <a:ext cx="1378904" cy="523220"/>
          </a:xfrm>
          <a:prstGeom prst="rect">
            <a:avLst/>
          </a:prstGeom>
          <a:noFill/>
        </p:spPr>
        <p:txBody>
          <a:bodyPr wrap="none" rtlCol="0">
            <a:spAutoFit/>
          </a:bodyPr>
          <a:lstStyle/>
          <a:p>
            <a:r>
              <a:rPr lang="en-US" sz="2800" dirty="0">
                <a:solidFill>
                  <a:schemeClr val="bg1"/>
                </a:solidFill>
              </a:rPr>
              <a:t>constant</a:t>
            </a:r>
          </a:p>
        </p:txBody>
      </p:sp>
    </p:spTree>
    <p:extLst>
      <p:ext uri="{BB962C8B-B14F-4D97-AF65-F5344CB8AC3E}">
        <p14:creationId xmlns:p14="http://schemas.microsoft.com/office/powerpoint/2010/main" val="284087993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20417" y="373996"/>
            <a:ext cx="1980030" cy="646331"/>
          </a:xfrm>
          <a:prstGeom prst="rect">
            <a:avLst/>
          </a:prstGeom>
          <a:noFill/>
        </p:spPr>
        <p:txBody>
          <a:bodyPr wrap="none" rtlCol="0">
            <a:spAutoFit/>
          </a:bodyPr>
          <a:lstStyle/>
          <a:p>
            <a:pPr algn="ctr"/>
            <a:r>
              <a:rPr lang="en-US" sz="3600" dirty="0">
                <a:solidFill>
                  <a:schemeClr val="bg1"/>
                </a:solidFill>
              </a:rPr>
              <a:t>Summary</a:t>
            </a:r>
            <a:endParaRPr lang="en-US" sz="1600" dirty="0">
              <a:solidFill>
                <a:schemeClr val="bg1"/>
              </a:solidFill>
            </a:endParaRPr>
          </a:p>
        </p:txBody>
      </p:sp>
      <p:grpSp>
        <p:nvGrpSpPr>
          <p:cNvPr id="7" name="Group 6">
            <a:extLst>
              <a:ext uri="{FF2B5EF4-FFF2-40B4-BE49-F238E27FC236}">
                <a16:creationId xmlns:a16="http://schemas.microsoft.com/office/drawing/2014/main" id="{3CB0DA3B-1F47-4E03-B8A3-66201E11A5CA}"/>
              </a:ext>
            </a:extLst>
          </p:cNvPr>
          <p:cNvGrpSpPr/>
          <p:nvPr/>
        </p:nvGrpSpPr>
        <p:grpSpPr>
          <a:xfrm>
            <a:off x="2120302" y="4708006"/>
            <a:ext cx="4474302" cy="806939"/>
            <a:chOff x="1936792" y="3524089"/>
            <a:chExt cx="4474302" cy="806939"/>
          </a:xfrm>
        </p:grpSpPr>
        <p:sp>
          <p:nvSpPr>
            <p:cNvPr id="3" name="TextBox 2"/>
            <p:cNvSpPr txBox="1"/>
            <p:nvPr/>
          </p:nvSpPr>
          <p:spPr>
            <a:xfrm>
              <a:off x="1936792" y="3961696"/>
              <a:ext cx="4474302" cy="369332"/>
            </a:xfrm>
            <a:prstGeom prst="rect">
              <a:avLst/>
            </a:prstGeom>
            <a:noFill/>
          </p:spPr>
          <p:txBody>
            <a:bodyPr wrap="none" rtlCol="0">
              <a:spAutoFit/>
            </a:bodyPr>
            <a:lstStyle/>
            <a:p>
              <a:r>
                <a:rPr lang="en-US" dirty="0">
                  <a:solidFill>
                    <a:schemeClr val="bg1"/>
                  </a:solidFill>
                </a:rPr>
                <a:t>Can we reduce the tile complexity even more?</a:t>
              </a:r>
            </a:p>
          </p:txBody>
        </p:sp>
        <p:sp>
          <p:nvSpPr>
            <p:cNvPr id="6" name="TextBox 5">
              <a:extLst>
                <a:ext uri="{FF2B5EF4-FFF2-40B4-BE49-F238E27FC236}">
                  <a16:creationId xmlns:a16="http://schemas.microsoft.com/office/drawing/2014/main" id="{BB68B30A-F3A3-4311-8CCE-6359E687C087}"/>
                </a:ext>
              </a:extLst>
            </p:cNvPr>
            <p:cNvSpPr txBox="1"/>
            <p:nvPr/>
          </p:nvSpPr>
          <p:spPr>
            <a:xfrm>
              <a:off x="2194109" y="3524089"/>
              <a:ext cx="1479892" cy="523220"/>
            </a:xfrm>
            <a:prstGeom prst="rect">
              <a:avLst/>
            </a:prstGeom>
            <a:noFill/>
          </p:spPr>
          <p:txBody>
            <a:bodyPr wrap="none" rtlCol="0">
              <a:spAutoFit/>
            </a:bodyPr>
            <a:lstStyle/>
            <a:p>
              <a:pPr algn="ctr"/>
              <a:r>
                <a:rPr lang="en-US" sz="2800" u="sng" dirty="0">
                  <a:solidFill>
                    <a:schemeClr val="bg1"/>
                  </a:solidFill>
                </a:rPr>
                <a:t>Question</a:t>
              </a:r>
            </a:p>
          </p:txBody>
        </p:sp>
      </p:grpSp>
      <p:graphicFrame>
        <p:nvGraphicFramePr>
          <p:cNvPr id="14" name="Table 13">
            <a:extLst>
              <a:ext uri="{FF2B5EF4-FFF2-40B4-BE49-F238E27FC236}">
                <a16:creationId xmlns:a16="http://schemas.microsoft.com/office/drawing/2014/main" id="{56AFFBB3-DBFB-4D08-AE9D-84F5C2F94FE2}"/>
              </a:ext>
            </a:extLst>
          </p:cNvPr>
          <p:cNvGraphicFramePr>
            <a:graphicFrameLocks noGrp="1"/>
          </p:cNvGraphicFramePr>
          <p:nvPr/>
        </p:nvGraphicFramePr>
        <p:xfrm>
          <a:off x="1990108" y="1126306"/>
          <a:ext cx="8127999" cy="3114040"/>
        </p:xfrm>
        <a:graphic>
          <a:graphicData uri="http://schemas.openxmlformats.org/drawingml/2006/table">
            <a:tbl>
              <a:tblPr firstRow="1" bandRow="1">
                <a:tableStyleId>{D27102A9-8310-4765-A935-A1911B00CA55}</a:tableStyleId>
              </a:tblPr>
              <a:tblGrid>
                <a:gridCol w="2709333">
                  <a:extLst>
                    <a:ext uri="{9D8B030D-6E8A-4147-A177-3AD203B41FA5}">
                      <a16:colId xmlns:a16="http://schemas.microsoft.com/office/drawing/2014/main" val="2592576974"/>
                    </a:ext>
                  </a:extLst>
                </a:gridCol>
                <a:gridCol w="2709333">
                  <a:extLst>
                    <a:ext uri="{9D8B030D-6E8A-4147-A177-3AD203B41FA5}">
                      <a16:colId xmlns:a16="http://schemas.microsoft.com/office/drawing/2014/main" val="2222684993"/>
                    </a:ext>
                  </a:extLst>
                </a:gridCol>
                <a:gridCol w="2709333">
                  <a:extLst>
                    <a:ext uri="{9D8B030D-6E8A-4147-A177-3AD203B41FA5}">
                      <a16:colId xmlns:a16="http://schemas.microsoft.com/office/drawing/2014/main" val="3233655410"/>
                    </a:ext>
                  </a:extLst>
                </a:gridCol>
              </a:tblGrid>
              <a:tr h="370840">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Tile Complexity</a:t>
                      </a:r>
                    </a:p>
                  </a:txBody>
                  <a:tcPr anchor="ctr"/>
                </a:tc>
                <a:tc>
                  <a:txBody>
                    <a:bodyPr/>
                    <a:lstStyle/>
                    <a:p>
                      <a:pPr algn="ctr"/>
                      <a:r>
                        <a:rPr lang="en-US" dirty="0">
                          <a:solidFill>
                            <a:sysClr val="windowText" lastClr="000000"/>
                          </a:solidFill>
                        </a:rPr>
                        <a:t>Scale Factor</a:t>
                      </a:r>
                    </a:p>
                  </a:txBody>
                  <a:tcPr anchor="ctr"/>
                </a:tc>
                <a:extLst>
                  <a:ext uri="{0D108BD9-81ED-4DB2-BD59-A6C34878D82A}">
                    <a16:rowId xmlns:a16="http://schemas.microsoft.com/office/drawing/2014/main" val="1662199568"/>
                  </a:ext>
                </a:extLst>
              </a:tr>
              <a:tr h="370840">
                <a:tc>
                  <a:txBody>
                    <a:bodyPr/>
                    <a:lstStyle/>
                    <a:p>
                      <a:pPr algn="ctr"/>
                      <a:r>
                        <a:rPr lang="en-US" sz="2000" dirty="0" err="1">
                          <a:solidFill>
                            <a:schemeClr val="tx1">
                              <a:lumMod val="50000"/>
                            </a:schemeClr>
                          </a:solidFill>
                        </a:rPr>
                        <a:t>aTAM</a:t>
                      </a:r>
                      <a:endParaRPr lang="en-US" sz="2000" dirty="0">
                        <a:solidFill>
                          <a:schemeClr val="tx1">
                            <a:lumMod val="50000"/>
                          </a:schemeClr>
                        </a:solidFill>
                      </a:endParaRPr>
                    </a:p>
                    <a:p>
                      <a:pPr algn="ctr"/>
                      <a:r>
                        <a:rPr lang="en-US" sz="1600" dirty="0">
                          <a:solidFill>
                            <a:schemeClr val="tx1">
                              <a:lumMod val="50000"/>
                            </a:schemeClr>
                          </a:solidFill>
                        </a:rPr>
                        <a:t>(</a:t>
                      </a:r>
                      <a:r>
                        <a:rPr lang="en-US" sz="1600" dirty="0" err="1">
                          <a:solidFill>
                            <a:schemeClr val="tx1">
                              <a:lumMod val="50000"/>
                            </a:schemeClr>
                          </a:solidFill>
                        </a:rPr>
                        <a:t>Soloveichik</a:t>
                      </a:r>
                      <a:r>
                        <a:rPr lang="en-US" sz="1600" dirty="0">
                          <a:solidFill>
                            <a:schemeClr val="tx1">
                              <a:lumMod val="50000"/>
                            </a:schemeClr>
                          </a:solidFill>
                        </a:rPr>
                        <a:t>, </a:t>
                      </a:r>
                      <a:r>
                        <a:rPr lang="en-US" sz="1600" dirty="0" err="1">
                          <a:solidFill>
                            <a:schemeClr val="tx1">
                              <a:lumMod val="50000"/>
                            </a:schemeClr>
                          </a:solidFill>
                        </a:rPr>
                        <a:t>Winfree</a:t>
                      </a:r>
                      <a:r>
                        <a:rPr lang="en-US" sz="1600" dirty="0">
                          <a:solidFill>
                            <a:schemeClr val="tx1">
                              <a:lumMod val="50000"/>
                            </a:schemeClr>
                          </a:solidFill>
                        </a:rPr>
                        <a:t>, 2007)</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370840">
                <a:tc>
                  <a:txBody>
                    <a:bodyPr/>
                    <a:lstStyle/>
                    <a:p>
                      <a:pPr algn="ctr"/>
                      <a:r>
                        <a:rPr lang="en-US" sz="2000" dirty="0">
                          <a:solidFill>
                            <a:schemeClr val="tx1">
                              <a:lumMod val="50000"/>
                            </a:schemeClr>
                          </a:solidFill>
                        </a:rPr>
                        <a:t>Staged </a:t>
                      </a:r>
                      <a:r>
                        <a:rPr lang="en-US" sz="2000" dirty="0" err="1">
                          <a:solidFill>
                            <a:schemeClr val="tx1">
                              <a:lumMod val="50000"/>
                            </a:schemeClr>
                          </a:solidFill>
                        </a:rPr>
                        <a:t>RNAse</a:t>
                      </a:r>
                      <a:endParaRPr lang="en-US" sz="2000" dirty="0">
                        <a:solidFill>
                          <a:schemeClr val="tx1">
                            <a:lumMod val="50000"/>
                          </a:schemeClr>
                        </a:solidFill>
                      </a:endParaRPr>
                    </a:p>
                    <a:p>
                      <a:pPr algn="ctr"/>
                      <a:r>
                        <a:rPr lang="en-US" sz="1600" dirty="0">
                          <a:solidFill>
                            <a:schemeClr val="tx1">
                              <a:lumMod val="50000"/>
                            </a:schemeClr>
                          </a:solidFill>
                        </a:rPr>
                        <a:t>(</a:t>
                      </a:r>
                      <a:r>
                        <a:rPr lang="en-US" sz="1600" dirty="0" err="1">
                          <a:solidFill>
                            <a:schemeClr val="tx1">
                              <a:lumMod val="50000"/>
                            </a:schemeClr>
                          </a:solidFill>
                        </a:rPr>
                        <a:t>Demaine</a:t>
                      </a:r>
                      <a:r>
                        <a:rPr lang="en-US" sz="1600" dirty="0">
                          <a:solidFill>
                            <a:schemeClr val="tx1">
                              <a:lumMod val="50000"/>
                            </a:schemeClr>
                          </a:solidFill>
                        </a:rPr>
                        <a:t>, </a:t>
                      </a:r>
                      <a:r>
                        <a:rPr lang="en-US" sz="1600" dirty="0" err="1">
                          <a:solidFill>
                            <a:schemeClr val="tx1">
                              <a:lumMod val="50000"/>
                            </a:schemeClr>
                          </a:solidFill>
                        </a:rPr>
                        <a:t>Patitz</a:t>
                      </a:r>
                      <a:r>
                        <a:rPr lang="en-US" sz="1600" dirty="0">
                          <a:solidFill>
                            <a:schemeClr val="tx1">
                              <a:lumMod val="50000"/>
                            </a:schemeClr>
                          </a:solidFill>
                        </a:rPr>
                        <a:t>, </a:t>
                      </a:r>
                      <a:r>
                        <a:rPr lang="en-US" sz="1600" dirty="0" err="1">
                          <a:solidFill>
                            <a:schemeClr val="tx1">
                              <a:lumMod val="50000"/>
                            </a:schemeClr>
                          </a:solidFill>
                        </a:rPr>
                        <a:t>Schweller</a:t>
                      </a:r>
                      <a:r>
                        <a:rPr lang="en-US" sz="1600" dirty="0">
                          <a:solidFill>
                            <a:schemeClr val="tx1">
                              <a:lumMod val="50000"/>
                            </a:schemeClr>
                          </a:solidFill>
                        </a:rPr>
                        <a:t>, and Summers, 2010)</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1979431764"/>
                  </a:ext>
                </a:extLst>
              </a:tr>
              <a:tr h="370840">
                <a:tc>
                  <a:txBody>
                    <a:bodyPr/>
                    <a:lstStyle/>
                    <a:p>
                      <a:pPr algn="ctr"/>
                      <a:r>
                        <a:rPr lang="en-US" sz="2000" dirty="0">
                          <a:solidFill>
                            <a:sysClr val="windowText" lastClr="000000"/>
                          </a:solidFill>
                        </a:rPr>
                        <a:t>Negative Glue 2HAM</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15" name="Group 14">
            <a:extLst>
              <a:ext uri="{FF2B5EF4-FFF2-40B4-BE49-F238E27FC236}">
                <a16:creationId xmlns:a16="http://schemas.microsoft.com/office/drawing/2014/main" id="{53D4BB52-E88C-442D-BC8C-A9EE435192AC}"/>
              </a:ext>
            </a:extLst>
          </p:cNvPr>
          <p:cNvGrpSpPr/>
          <p:nvPr/>
        </p:nvGrpSpPr>
        <p:grpSpPr>
          <a:xfrm>
            <a:off x="4919023" y="3303498"/>
            <a:ext cx="2414811" cy="867770"/>
            <a:chOff x="4543200" y="4407239"/>
            <a:chExt cx="2414811" cy="867770"/>
          </a:xfrm>
        </p:grpSpPr>
        <p:grpSp>
          <p:nvGrpSpPr>
            <p:cNvPr id="16" name="Group 15">
              <a:extLst>
                <a:ext uri="{FF2B5EF4-FFF2-40B4-BE49-F238E27FC236}">
                  <a16:creationId xmlns:a16="http://schemas.microsoft.com/office/drawing/2014/main" id="{F3C6A788-C6C0-4E63-B285-76BDA809DC20}"/>
                </a:ext>
              </a:extLst>
            </p:cNvPr>
            <p:cNvGrpSpPr/>
            <p:nvPr/>
          </p:nvGrpSpPr>
          <p:grpSpPr>
            <a:xfrm>
              <a:off x="5321099" y="4474789"/>
              <a:ext cx="1636912" cy="800220"/>
              <a:chOff x="5678286" y="3403227"/>
              <a:chExt cx="1636912" cy="800220"/>
            </a:xfrm>
          </p:grpSpPr>
          <p:sp>
            <p:nvSpPr>
              <p:cNvPr id="18" name="TextBox 17">
                <a:extLst>
                  <a:ext uri="{FF2B5EF4-FFF2-40B4-BE49-F238E27FC236}">
                    <a16:creationId xmlns:a16="http://schemas.microsoft.com/office/drawing/2014/main" id="{A8B7DC60-4122-4541-AA76-45DC11A53E56}"/>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19" name="Straight Connector 18">
                <a:extLst>
                  <a:ext uri="{FF2B5EF4-FFF2-40B4-BE49-F238E27FC236}">
                    <a16:creationId xmlns:a16="http://schemas.microsoft.com/office/drawing/2014/main" id="{F370C296-8B67-41C3-8676-D66A5F6A65C3}"/>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169BB57C-2FE3-49A7-B54D-2C166C1D40AC}"/>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17" name="TextBox 16">
              <a:extLst>
                <a:ext uri="{FF2B5EF4-FFF2-40B4-BE49-F238E27FC236}">
                  <a16:creationId xmlns:a16="http://schemas.microsoft.com/office/drawing/2014/main" id="{AB5243E0-7E8D-44C0-9441-47EC67B980E4}"/>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grpSp>
        <p:nvGrpSpPr>
          <p:cNvPr id="21" name="Group 20">
            <a:extLst>
              <a:ext uri="{FF2B5EF4-FFF2-40B4-BE49-F238E27FC236}">
                <a16:creationId xmlns:a16="http://schemas.microsoft.com/office/drawing/2014/main" id="{32BB3F61-E92E-46C9-8F04-64C52ED63523}"/>
              </a:ext>
            </a:extLst>
          </p:cNvPr>
          <p:cNvGrpSpPr/>
          <p:nvPr/>
        </p:nvGrpSpPr>
        <p:grpSpPr>
          <a:xfrm>
            <a:off x="4919023" y="1478651"/>
            <a:ext cx="2414811" cy="867770"/>
            <a:chOff x="4543200" y="4407239"/>
            <a:chExt cx="2414811" cy="867770"/>
          </a:xfrm>
        </p:grpSpPr>
        <p:grpSp>
          <p:nvGrpSpPr>
            <p:cNvPr id="22" name="Group 21">
              <a:extLst>
                <a:ext uri="{FF2B5EF4-FFF2-40B4-BE49-F238E27FC236}">
                  <a16:creationId xmlns:a16="http://schemas.microsoft.com/office/drawing/2014/main" id="{11CA3E40-0D8A-48E9-8E3C-8A6F757FE89F}"/>
                </a:ext>
              </a:extLst>
            </p:cNvPr>
            <p:cNvGrpSpPr/>
            <p:nvPr/>
          </p:nvGrpSpPr>
          <p:grpSpPr>
            <a:xfrm>
              <a:off x="5321099" y="4474789"/>
              <a:ext cx="1636912" cy="800220"/>
              <a:chOff x="5678286" y="3403227"/>
              <a:chExt cx="1636912" cy="800220"/>
            </a:xfrm>
          </p:grpSpPr>
          <p:sp>
            <p:nvSpPr>
              <p:cNvPr id="24" name="TextBox 23">
                <a:extLst>
                  <a:ext uri="{FF2B5EF4-FFF2-40B4-BE49-F238E27FC236}">
                    <a16:creationId xmlns:a16="http://schemas.microsoft.com/office/drawing/2014/main" id="{032E4D18-B946-417F-8853-7F48D113B5E1}"/>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tx1">
                        <a:lumMod val="50000"/>
                      </a:schemeClr>
                    </a:solidFill>
                  </a:rPr>
                  <a:t>log(K(S))</a:t>
                </a:r>
              </a:p>
            </p:txBody>
          </p:sp>
          <p:cxnSp>
            <p:nvCxnSpPr>
              <p:cNvPr id="25" name="Straight Connector 24">
                <a:extLst>
                  <a:ext uri="{FF2B5EF4-FFF2-40B4-BE49-F238E27FC236}">
                    <a16:creationId xmlns:a16="http://schemas.microsoft.com/office/drawing/2014/main" id="{DE2775F1-E718-4211-AFB4-167AF7AA979E}"/>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D6FB6203-124B-4DA8-B991-6C3A68465CDD}"/>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tx1">
                        <a:lumMod val="50000"/>
                      </a:schemeClr>
                    </a:solidFill>
                  </a:rPr>
                  <a:t>K(S)</a:t>
                </a:r>
              </a:p>
            </p:txBody>
          </p:sp>
        </p:grpSp>
        <p:sp>
          <p:nvSpPr>
            <p:cNvPr id="23" name="TextBox 22">
              <a:extLst>
                <a:ext uri="{FF2B5EF4-FFF2-40B4-BE49-F238E27FC236}">
                  <a16:creationId xmlns:a16="http://schemas.microsoft.com/office/drawing/2014/main" id="{2927AA58-07DA-475D-B84A-3293F0911FCE}"/>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tx1">
                      <a:lumMod val="50000"/>
                    </a:schemeClr>
                  </a:solidFill>
                </a:rPr>
                <a:t>O(        )</a:t>
              </a:r>
            </a:p>
          </p:txBody>
        </p:sp>
      </p:grpSp>
      <p:sp>
        <p:nvSpPr>
          <p:cNvPr id="27" name="TextBox 26">
            <a:extLst>
              <a:ext uri="{FF2B5EF4-FFF2-40B4-BE49-F238E27FC236}">
                <a16:creationId xmlns:a16="http://schemas.microsoft.com/office/drawing/2014/main" id="{443018CE-41B5-46B9-AF9D-A7A5E80EFBD7}"/>
              </a:ext>
            </a:extLst>
          </p:cNvPr>
          <p:cNvSpPr txBox="1"/>
          <p:nvPr/>
        </p:nvSpPr>
        <p:spPr>
          <a:xfrm>
            <a:off x="8015679" y="1653333"/>
            <a:ext cx="1420582" cy="523220"/>
          </a:xfrm>
          <a:prstGeom prst="rect">
            <a:avLst/>
          </a:prstGeom>
          <a:noFill/>
        </p:spPr>
        <p:txBody>
          <a:bodyPr wrap="none" rtlCol="0">
            <a:spAutoFit/>
          </a:bodyPr>
          <a:lstStyle/>
          <a:p>
            <a:r>
              <a:rPr lang="en-US" sz="2800" dirty="0">
                <a:solidFill>
                  <a:schemeClr val="tx1">
                    <a:lumMod val="50000"/>
                  </a:schemeClr>
                </a:solidFill>
              </a:rPr>
              <a:t>arbitrary</a:t>
            </a:r>
          </a:p>
        </p:txBody>
      </p:sp>
      <p:grpSp>
        <p:nvGrpSpPr>
          <p:cNvPr id="28" name="Group 27">
            <a:extLst>
              <a:ext uri="{FF2B5EF4-FFF2-40B4-BE49-F238E27FC236}">
                <a16:creationId xmlns:a16="http://schemas.microsoft.com/office/drawing/2014/main" id="{06D3C43E-E797-447A-952C-218895BEAFC0}"/>
              </a:ext>
            </a:extLst>
          </p:cNvPr>
          <p:cNvGrpSpPr/>
          <p:nvPr/>
        </p:nvGrpSpPr>
        <p:grpSpPr>
          <a:xfrm>
            <a:off x="4919023" y="2392374"/>
            <a:ext cx="2414811" cy="867770"/>
            <a:chOff x="4543200" y="4407239"/>
            <a:chExt cx="2414811" cy="867770"/>
          </a:xfrm>
        </p:grpSpPr>
        <p:grpSp>
          <p:nvGrpSpPr>
            <p:cNvPr id="29" name="Group 28">
              <a:extLst>
                <a:ext uri="{FF2B5EF4-FFF2-40B4-BE49-F238E27FC236}">
                  <a16:creationId xmlns:a16="http://schemas.microsoft.com/office/drawing/2014/main" id="{11D7D634-9773-425B-BDC3-AB9A11A7D1C0}"/>
                </a:ext>
              </a:extLst>
            </p:cNvPr>
            <p:cNvGrpSpPr/>
            <p:nvPr/>
          </p:nvGrpSpPr>
          <p:grpSpPr>
            <a:xfrm>
              <a:off x="5321099" y="4474789"/>
              <a:ext cx="1636912" cy="800220"/>
              <a:chOff x="5678286" y="3403227"/>
              <a:chExt cx="1636912" cy="800220"/>
            </a:xfrm>
          </p:grpSpPr>
          <p:sp>
            <p:nvSpPr>
              <p:cNvPr id="31" name="TextBox 30">
                <a:extLst>
                  <a:ext uri="{FF2B5EF4-FFF2-40B4-BE49-F238E27FC236}">
                    <a16:creationId xmlns:a16="http://schemas.microsoft.com/office/drawing/2014/main" id="{49E3F67D-A6B8-4C97-A905-F1AA522F5701}"/>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tx1">
                        <a:lumMod val="50000"/>
                      </a:schemeClr>
                    </a:solidFill>
                  </a:rPr>
                  <a:t>log(K(S))</a:t>
                </a:r>
              </a:p>
            </p:txBody>
          </p:sp>
          <p:cxnSp>
            <p:nvCxnSpPr>
              <p:cNvPr id="32" name="Straight Connector 31">
                <a:extLst>
                  <a:ext uri="{FF2B5EF4-FFF2-40B4-BE49-F238E27FC236}">
                    <a16:creationId xmlns:a16="http://schemas.microsoft.com/office/drawing/2014/main" id="{0C7E12EC-B309-4104-B14F-253F941C65D2}"/>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EBB733E7-78BA-423F-9674-CE116E67211D}"/>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tx1">
                        <a:lumMod val="50000"/>
                      </a:schemeClr>
                    </a:solidFill>
                  </a:rPr>
                  <a:t>K(S)</a:t>
                </a:r>
              </a:p>
            </p:txBody>
          </p:sp>
        </p:grpSp>
        <p:sp>
          <p:nvSpPr>
            <p:cNvPr id="30" name="TextBox 29">
              <a:extLst>
                <a:ext uri="{FF2B5EF4-FFF2-40B4-BE49-F238E27FC236}">
                  <a16:creationId xmlns:a16="http://schemas.microsoft.com/office/drawing/2014/main" id="{1FBDE1B3-A5FC-4CB3-A260-63FED824B519}"/>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tx1">
                      <a:lumMod val="50000"/>
                    </a:schemeClr>
                  </a:solidFill>
                </a:rPr>
                <a:t>O(        )</a:t>
              </a:r>
            </a:p>
          </p:txBody>
        </p:sp>
      </p:grpSp>
      <p:sp>
        <p:nvSpPr>
          <p:cNvPr id="34" name="TextBox 33">
            <a:extLst>
              <a:ext uri="{FF2B5EF4-FFF2-40B4-BE49-F238E27FC236}">
                <a16:creationId xmlns:a16="http://schemas.microsoft.com/office/drawing/2014/main" id="{2428191F-CEA4-4F74-8F91-2CB54F7DF0F0}"/>
              </a:ext>
            </a:extLst>
          </p:cNvPr>
          <p:cNvSpPr txBox="1"/>
          <p:nvPr/>
        </p:nvSpPr>
        <p:spPr>
          <a:xfrm>
            <a:off x="7807289" y="2546262"/>
            <a:ext cx="1837362" cy="523220"/>
          </a:xfrm>
          <a:prstGeom prst="rect">
            <a:avLst/>
          </a:prstGeom>
          <a:noFill/>
        </p:spPr>
        <p:txBody>
          <a:bodyPr wrap="none" rtlCol="0">
            <a:spAutoFit/>
          </a:bodyPr>
          <a:lstStyle/>
          <a:p>
            <a:r>
              <a:rPr lang="en-US" sz="2800" dirty="0">
                <a:solidFill>
                  <a:schemeClr val="tx1">
                    <a:lumMod val="50000"/>
                  </a:schemeClr>
                </a:solidFill>
              </a:rPr>
              <a:t>logarithmic</a:t>
            </a:r>
          </a:p>
        </p:txBody>
      </p:sp>
      <p:sp>
        <p:nvSpPr>
          <p:cNvPr id="35" name="TextBox 34">
            <a:extLst>
              <a:ext uri="{FF2B5EF4-FFF2-40B4-BE49-F238E27FC236}">
                <a16:creationId xmlns:a16="http://schemas.microsoft.com/office/drawing/2014/main" id="{484DA71E-503A-41A7-8D63-BA549E5D0644}"/>
              </a:ext>
            </a:extLst>
          </p:cNvPr>
          <p:cNvSpPr txBox="1"/>
          <p:nvPr/>
        </p:nvSpPr>
        <p:spPr>
          <a:xfrm>
            <a:off x="8036518" y="3457386"/>
            <a:ext cx="1378904" cy="523220"/>
          </a:xfrm>
          <a:prstGeom prst="rect">
            <a:avLst/>
          </a:prstGeom>
          <a:noFill/>
        </p:spPr>
        <p:txBody>
          <a:bodyPr wrap="none" rtlCol="0">
            <a:spAutoFit/>
          </a:bodyPr>
          <a:lstStyle/>
          <a:p>
            <a:r>
              <a:rPr lang="en-US" sz="2800" dirty="0">
                <a:solidFill>
                  <a:schemeClr val="bg1"/>
                </a:solidFill>
              </a:rPr>
              <a:t>constant</a:t>
            </a:r>
          </a:p>
        </p:txBody>
      </p:sp>
    </p:spTree>
    <p:extLst>
      <p:ext uri="{BB962C8B-B14F-4D97-AF65-F5344CB8AC3E}">
        <p14:creationId xmlns:p14="http://schemas.microsoft.com/office/powerpoint/2010/main" val="38973886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20417" y="373996"/>
            <a:ext cx="1980030" cy="646331"/>
          </a:xfrm>
          <a:prstGeom prst="rect">
            <a:avLst/>
          </a:prstGeom>
          <a:noFill/>
        </p:spPr>
        <p:txBody>
          <a:bodyPr wrap="none" rtlCol="0">
            <a:spAutoFit/>
          </a:bodyPr>
          <a:lstStyle/>
          <a:p>
            <a:pPr algn="ctr"/>
            <a:r>
              <a:rPr lang="en-US" sz="3600" dirty="0">
                <a:solidFill>
                  <a:schemeClr val="bg1"/>
                </a:solidFill>
              </a:rPr>
              <a:t>Summary</a:t>
            </a:r>
            <a:endParaRPr lang="en-US" sz="1600" dirty="0">
              <a:solidFill>
                <a:schemeClr val="bg1"/>
              </a:solidFill>
            </a:endParaRPr>
          </a:p>
        </p:txBody>
      </p:sp>
      <p:grpSp>
        <p:nvGrpSpPr>
          <p:cNvPr id="7" name="Group 6">
            <a:extLst>
              <a:ext uri="{FF2B5EF4-FFF2-40B4-BE49-F238E27FC236}">
                <a16:creationId xmlns:a16="http://schemas.microsoft.com/office/drawing/2014/main" id="{3CB0DA3B-1F47-4E03-B8A3-66201E11A5CA}"/>
              </a:ext>
            </a:extLst>
          </p:cNvPr>
          <p:cNvGrpSpPr/>
          <p:nvPr/>
        </p:nvGrpSpPr>
        <p:grpSpPr>
          <a:xfrm>
            <a:off x="2120302" y="4708006"/>
            <a:ext cx="7092647" cy="806939"/>
            <a:chOff x="1936792" y="3524089"/>
            <a:chExt cx="7092647" cy="806939"/>
          </a:xfrm>
        </p:grpSpPr>
        <p:sp>
          <p:nvSpPr>
            <p:cNvPr id="3" name="TextBox 2"/>
            <p:cNvSpPr txBox="1"/>
            <p:nvPr/>
          </p:nvSpPr>
          <p:spPr>
            <a:xfrm>
              <a:off x="1936792" y="3961696"/>
              <a:ext cx="7092647" cy="369332"/>
            </a:xfrm>
            <a:prstGeom prst="rect">
              <a:avLst/>
            </a:prstGeom>
            <a:noFill/>
          </p:spPr>
          <p:txBody>
            <a:bodyPr wrap="none" rtlCol="0">
              <a:spAutoFit/>
            </a:bodyPr>
            <a:lstStyle/>
            <a:p>
              <a:r>
                <a:rPr lang="en-US" dirty="0">
                  <a:solidFill>
                    <a:schemeClr val="bg1"/>
                  </a:solidFill>
                </a:rPr>
                <a:t>Can we move the information complexity to a different part of the system?</a:t>
              </a:r>
            </a:p>
          </p:txBody>
        </p:sp>
        <p:sp>
          <p:nvSpPr>
            <p:cNvPr id="6" name="TextBox 5">
              <a:extLst>
                <a:ext uri="{FF2B5EF4-FFF2-40B4-BE49-F238E27FC236}">
                  <a16:creationId xmlns:a16="http://schemas.microsoft.com/office/drawing/2014/main" id="{BB68B30A-F3A3-4311-8CCE-6359E687C087}"/>
                </a:ext>
              </a:extLst>
            </p:cNvPr>
            <p:cNvSpPr txBox="1"/>
            <p:nvPr/>
          </p:nvSpPr>
          <p:spPr>
            <a:xfrm>
              <a:off x="2194109" y="3524089"/>
              <a:ext cx="1479892" cy="523220"/>
            </a:xfrm>
            <a:prstGeom prst="rect">
              <a:avLst/>
            </a:prstGeom>
            <a:noFill/>
          </p:spPr>
          <p:txBody>
            <a:bodyPr wrap="none" rtlCol="0">
              <a:spAutoFit/>
            </a:bodyPr>
            <a:lstStyle/>
            <a:p>
              <a:pPr algn="ctr"/>
              <a:r>
                <a:rPr lang="en-US" sz="2800" u="sng" dirty="0">
                  <a:solidFill>
                    <a:schemeClr val="bg1"/>
                  </a:solidFill>
                </a:rPr>
                <a:t>Question</a:t>
              </a:r>
            </a:p>
          </p:txBody>
        </p:sp>
      </p:grpSp>
      <p:graphicFrame>
        <p:nvGraphicFramePr>
          <p:cNvPr id="14" name="Table 13">
            <a:extLst>
              <a:ext uri="{FF2B5EF4-FFF2-40B4-BE49-F238E27FC236}">
                <a16:creationId xmlns:a16="http://schemas.microsoft.com/office/drawing/2014/main" id="{56AFFBB3-DBFB-4D08-AE9D-84F5C2F94FE2}"/>
              </a:ext>
            </a:extLst>
          </p:cNvPr>
          <p:cNvGraphicFramePr>
            <a:graphicFrameLocks noGrp="1"/>
          </p:cNvGraphicFramePr>
          <p:nvPr/>
        </p:nvGraphicFramePr>
        <p:xfrm>
          <a:off x="1990108" y="1126306"/>
          <a:ext cx="8127999" cy="3114040"/>
        </p:xfrm>
        <a:graphic>
          <a:graphicData uri="http://schemas.openxmlformats.org/drawingml/2006/table">
            <a:tbl>
              <a:tblPr firstRow="1" bandRow="1">
                <a:tableStyleId>{D27102A9-8310-4765-A935-A1911B00CA55}</a:tableStyleId>
              </a:tblPr>
              <a:tblGrid>
                <a:gridCol w="2709333">
                  <a:extLst>
                    <a:ext uri="{9D8B030D-6E8A-4147-A177-3AD203B41FA5}">
                      <a16:colId xmlns:a16="http://schemas.microsoft.com/office/drawing/2014/main" val="2592576974"/>
                    </a:ext>
                  </a:extLst>
                </a:gridCol>
                <a:gridCol w="2709333">
                  <a:extLst>
                    <a:ext uri="{9D8B030D-6E8A-4147-A177-3AD203B41FA5}">
                      <a16:colId xmlns:a16="http://schemas.microsoft.com/office/drawing/2014/main" val="2222684993"/>
                    </a:ext>
                  </a:extLst>
                </a:gridCol>
                <a:gridCol w="2709333">
                  <a:extLst>
                    <a:ext uri="{9D8B030D-6E8A-4147-A177-3AD203B41FA5}">
                      <a16:colId xmlns:a16="http://schemas.microsoft.com/office/drawing/2014/main" val="3233655410"/>
                    </a:ext>
                  </a:extLst>
                </a:gridCol>
              </a:tblGrid>
              <a:tr h="370840">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Tile Complexity</a:t>
                      </a:r>
                    </a:p>
                  </a:txBody>
                  <a:tcPr anchor="ctr"/>
                </a:tc>
                <a:tc>
                  <a:txBody>
                    <a:bodyPr/>
                    <a:lstStyle/>
                    <a:p>
                      <a:pPr algn="ctr"/>
                      <a:r>
                        <a:rPr lang="en-US" dirty="0">
                          <a:solidFill>
                            <a:sysClr val="windowText" lastClr="000000"/>
                          </a:solidFill>
                        </a:rPr>
                        <a:t>Scale Factor</a:t>
                      </a:r>
                    </a:p>
                  </a:txBody>
                  <a:tcPr anchor="ctr"/>
                </a:tc>
                <a:extLst>
                  <a:ext uri="{0D108BD9-81ED-4DB2-BD59-A6C34878D82A}">
                    <a16:rowId xmlns:a16="http://schemas.microsoft.com/office/drawing/2014/main" val="1662199568"/>
                  </a:ext>
                </a:extLst>
              </a:tr>
              <a:tr h="370840">
                <a:tc>
                  <a:txBody>
                    <a:bodyPr/>
                    <a:lstStyle/>
                    <a:p>
                      <a:pPr algn="ctr"/>
                      <a:r>
                        <a:rPr lang="en-US" sz="2000" dirty="0" err="1">
                          <a:solidFill>
                            <a:schemeClr val="tx1">
                              <a:lumMod val="50000"/>
                            </a:schemeClr>
                          </a:solidFill>
                        </a:rPr>
                        <a:t>aTAM</a:t>
                      </a:r>
                      <a:endParaRPr lang="en-US" sz="2000" dirty="0">
                        <a:solidFill>
                          <a:schemeClr val="tx1">
                            <a:lumMod val="50000"/>
                          </a:schemeClr>
                        </a:solidFill>
                      </a:endParaRPr>
                    </a:p>
                    <a:p>
                      <a:pPr algn="ctr"/>
                      <a:r>
                        <a:rPr lang="en-US" sz="1600" dirty="0">
                          <a:solidFill>
                            <a:schemeClr val="tx1">
                              <a:lumMod val="50000"/>
                            </a:schemeClr>
                          </a:solidFill>
                        </a:rPr>
                        <a:t>(</a:t>
                      </a:r>
                      <a:r>
                        <a:rPr lang="en-US" sz="1600" dirty="0" err="1">
                          <a:solidFill>
                            <a:schemeClr val="tx1">
                              <a:lumMod val="50000"/>
                            </a:schemeClr>
                          </a:solidFill>
                        </a:rPr>
                        <a:t>Soloveichik</a:t>
                      </a:r>
                      <a:r>
                        <a:rPr lang="en-US" sz="1600" dirty="0">
                          <a:solidFill>
                            <a:schemeClr val="tx1">
                              <a:lumMod val="50000"/>
                            </a:schemeClr>
                          </a:solidFill>
                        </a:rPr>
                        <a:t>, </a:t>
                      </a:r>
                      <a:r>
                        <a:rPr lang="en-US" sz="1600" dirty="0" err="1">
                          <a:solidFill>
                            <a:schemeClr val="tx1">
                              <a:lumMod val="50000"/>
                            </a:schemeClr>
                          </a:solidFill>
                        </a:rPr>
                        <a:t>Winfree</a:t>
                      </a:r>
                      <a:r>
                        <a:rPr lang="en-US" sz="1600" dirty="0">
                          <a:solidFill>
                            <a:schemeClr val="tx1">
                              <a:lumMod val="50000"/>
                            </a:schemeClr>
                          </a:solidFill>
                        </a:rPr>
                        <a:t>, 2007)</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370840">
                <a:tc>
                  <a:txBody>
                    <a:bodyPr/>
                    <a:lstStyle/>
                    <a:p>
                      <a:pPr algn="ctr"/>
                      <a:r>
                        <a:rPr lang="en-US" sz="2000" dirty="0">
                          <a:solidFill>
                            <a:schemeClr val="tx1">
                              <a:lumMod val="50000"/>
                            </a:schemeClr>
                          </a:solidFill>
                        </a:rPr>
                        <a:t>Staged </a:t>
                      </a:r>
                      <a:r>
                        <a:rPr lang="en-US" sz="2000" dirty="0" err="1">
                          <a:solidFill>
                            <a:schemeClr val="tx1">
                              <a:lumMod val="50000"/>
                            </a:schemeClr>
                          </a:solidFill>
                        </a:rPr>
                        <a:t>RNAse</a:t>
                      </a:r>
                      <a:endParaRPr lang="en-US" sz="2000" dirty="0">
                        <a:solidFill>
                          <a:schemeClr val="tx1">
                            <a:lumMod val="50000"/>
                          </a:schemeClr>
                        </a:solidFill>
                      </a:endParaRPr>
                    </a:p>
                    <a:p>
                      <a:pPr algn="ctr"/>
                      <a:r>
                        <a:rPr lang="en-US" sz="1600" dirty="0">
                          <a:solidFill>
                            <a:schemeClr val="tx1">
                              <a:lumMod val="50000"/>
                            </a:schemeClr>
                          </a:solidFill>
                        </a:rPr>
                        <a:t>(</a:t>
                      </a:r>
                      <a:r>
                        <a:rPr lang="en-US" sz="1600" dirty="0" err="1">
                          <a:solidFill>
                            <a:schemeClr val="tx1">
                              <a:lumMod val="50000"/>
                            </a:schemeClr>
                          </a:solidFill>
                        </a:rPr>
                        <a:t>Demaine</a:t>
                      </a:r>
                      <a:r>
                        <a:rPr lang="en-US" sz="1600" dirty="0">
                          <a:solidFill>
                            <a:schemeClr val="tx1">
                              <a:lumMod val="50000"/>
                            </a:schemeClr>
                          </a:solidFill>
                        </a:rPr>
                        <a:t>, </a:t>
                      </a:r>
                      <a:r>
                        <a:rPr lang="en-US" sz="1600" dirty="0" err="1">
                          <a:solidFill>
                            <a:schemeClr val="tx1">
                              <a:lumMod val="50000"/>
                            </a:schemeClr>
                          </a:solidFill>
                        </a:rPr>
                        <a:t>Patitz</a:t>
                      </a:r>
                      <a:r>
                        <a:rPr lang="en-US" sz="1600" dirty="0">
                          <a:solidFill>
                            <a:schemeClr val="tx1">
                              <a:lumMod val="50000"/>
                            </a:schemeClr>
                          </a:solidFill>
                        </a:rPr>
                        <a:t>, </a:t>
                      </a:r>
                      <a:r>
                        <a:rPr lang="en-US" sz="1600" dirty="0" err="1">
                          <a:solidFill>
                            <a:schemeClr val="tx1">
                              <a:lumMod val="50000"/>
                            </a:schemeClr>
                          </a:solidFill>
                        </a:rPr>
                        <a:t>Schweller</a:t>
                      </a:r>
                      <a:r>
                        <a:rPr lang="en-US" sz="1600" dirty="0">
                          <a:solidFill>
                            <a:schemeClr val="tx1">
                              <a:lumMod val="50000"/>
                            </a:schemeClr>
                          </a:solidFill>
                        </a:rPr>
                        <a:t>, and Summers, 2010)</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1979431764"/>
                  </a:ext>
                </a:extLst>
              </a:tr>
              <a:tr h="370840">
                <a:tc>
                  <a:txBody>
                    <a:bodyPr/>
                    <a:lstStyle/>
                    <a:p>
                      <a:pPr algn="ctr"/>
                      <a:r>
                        <a:rPr lang="en-US" sz="2000" dirty="0">
                          <a:solidFill>
                            <a:sysClr val="windowText" lastClr="000000"/>
                          </a:solidFill>
                        </a:rPr>
                        <a:t>Negative Glue 2HAM</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15" name="Group 14">
            <a:extLst>
              <a:ext uri="{FF2B5EF4-FFF2-40B4-BE49-F238E27FC236}">
                <a16:creationId xmlns:a16="http://schemas.microsoft.com/office/drawing/2014/main" id="{53D4BB52-E88C-442D-BC8C-A9EE435192AC}"/>
              </a:ext>
            </a:extLst>
          </p:cNvPr>
          <p:cNvGrpSpPr/>
          <p:nvPr/>
        </p:nvGrpSpPr>
        <p:grpSpPr>
          <a:xfrm>
            <a:off x="4919023" y="3303498"/>
            <a:ext cx="2414811" cy="867770"/>
            <a:chOff x="4543200" y="4407239"/>
            <a:chExt cx="2414811" cy="867770"/>
          </a:xfrm>
        </p:grpSpPr>
        <p:grpSp>
          <p:nvGrpSpPr>
            <p:cNvPr id="16" name="Group 15">
              <a:extLst>
                <a:ext uri="{FF2B5EF4-FFF2-40B4-BE49-F238E27FC236}">
                  <a16:creationId xmlns:a16="http://schemas.microsoft.com/office/drawing/2014/main" id="{F3C6A788-C6C0-4E63-B285-76BDA809DC20}"/>
                </a:ext>
              </a:extLst>
            </p:cNvPr>
            <p:cNvGrpSpPr/>
            <p:nvPr/>
          </p:nvGrpSpPr>
          <p:grpSpPr>
            <a:xfrm>
              <a:off x="5321099" y="4474789"/>
              <a:ext cx="1636912" cy="800220"/>
              <a:chOff x="5678286" y="3403227"/>
              <a:chExt cx="1636912" cy="800220"/>
            </a:xfrm>
          </p:grpSpPr>
          <p:sp>
            <p:nvSpPr>
              <p:cNvPr id="18" name="TextBox 17">
                <a:extLst>
                  <a:ext uri="{FF2B5EF4-FFF2-40B4-BE49-F238E27FC236}">
                    <a16:creationId xmlns:a16="http://schemas.microsoft.com/office/drawing/2014/main" id="{A8B7DC60-4122-4541-AA76-45DC11A53E56}"/>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19" name="Straight Connector 18">
                <a:extLst>
                  <a:ext uri="{FF2B5EF4-FFF2-40B4-BE49-F238E27FC236}">
                    <a16:creationId xmlns:a16="http://schemas.microsoft.com/office/drawing/2014/main" id="{F370C296-8B67-41C3-8676-D66A5F6A65C3}"/>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169BB57C-2FE3-49A7-B54D-2C166C1D40AC}"/>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17" name="TextBox 16">
              <a:extLst>
                <a:ext uri="{FF2B5EF4-FFF2-40B4-BE49-F238E27FC236}">
                  <a16:creationId xmlns:a16="http://schemas.microsoft.com/office/drawing/2014/main" id="{AB5243E0-7E8D-44C0-9441-47EC67B980E4}"/>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grpSp>
        <p:nvGrpSpPr>
          <p:cNvPr id="21" name="Group 20">
            <a:extLst>
              <a:ext uri="{FF2B5EF4-FFF2-40B4-BE49-F238E27FC236}">
                <a16:creationId xmlns:a16="http://schemas.microsoft.com/office/drawing/2014/main" id="{32BB3F61-E92E-46C9-8F04-64C52ED63523}"/>
              </a:ext>
            </a:extLst>
          </p:cNvPr>
          <p:cNvGrpSpPr/>
          <p:nvPr/>
        </p:nvGrpSpPr>
        <p:grpSpPr>
          <a:xfrm>
            <a:off x="4919023" y="1478651"/>
            <a:ext cx="2414811" cy="867770"/>
            <a:chOff x="4543200" y="4407239"/>
            <a:chExt cx="2414811" cy="867770"/>
          </a:xfrm>
        </p:grpSpPr>
        <p:grpSp>
          <p:nvGrpSpPr>
            <p:cNvPr id="22" name="Group 21">
              <a:extLst>
                <a:ext uri="{FF2B5EF4-FFF2-40B4-BE49-F238E27FC236}">
                  <a16:creationId xmlns:a16="http://schemas.microsoft.com/office/drawing/2014/main" id="{11CA3E40-0D8A-48E9-8E3C-8A6F757FE89F}"/>
                </a:ext>
              </a:extLst>
            </p:cNvPr>
            <p:cNvGrpSpPr/>
            <p:nvPr/>
          </p:nvGrpSpPr>
          <p:grpSpPr>
            <a:xfrm>
              <a:off x="5321099" y="4474789"/>
              <a:ext cx="1636912" cy="800220"/>
              <a:chOff x="5678286" y="3403227"/>
              <a:chExt cx="1636912" cy="800220"/>
            </a:xfrm>
          </p:grpSpPr>
          <p:sp>
            <p:nvSpPr>
              <p:cNvPr id="24" name="TextBox 23">
                <a:extLst>
                  <a:ext uri="{FF2B5EF4-FFF2-40B4-BE49-F238E27FC236}">
                    <a16:creationId xmlns:a16="http://schemas.microsoft.com/office/drawing/2014/main" id="{032E4D18-B946-417F-8853-7F48D113B5E1}"/>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tx1">
                        <a:lumMod val="50000"/>
                      </a:schemeClr>
                    </a:solidFill>
                  </a:rPr>
                  <a:t>log(K(S))</a:t>
                </a:r>
              </a:p>
            </p:txBody>
          </p:sp>
          <p:cxnSp>
            <p:nvCxnSpPr>
              <p:cNvPr id="25" name="Straight Connector 24">
                <a:extLst>
                  <a:ext uri="{FF2B5EF4-FFF2-40B4-BE49-F238E27FC236}">
                    <a16:creationId xmlns:a16="http://schemas.microsoft.com/office/drawing/2014/main" id="{DE2775F1-E718-4211-AFB4-167AF7AA979E}"/>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D6FB6203-124B-4DA8-B991-6C3A68465CDD}"/>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tx1">
                        <a:lumMod val="50000"/>
                      </a:schemeClr>
                    </a:solidFill>
                  </a:rPr>
                  <a:t>K(S)</a:t>
                </a:r>
              </a:p>
            </p:txBody>
          </p:sp>
        </p:grpSp>
        <p:sp>
          <p:nvSpPr>
            <p:cNvPr id="23" name="TextBox 22">
              <a:extLst>
                <a:ext uri="{FF2B5EF4-FFF2-40B4-BE49-F238E27FC236}">
                  <a16:creationId xmlns:a16="http://schemas.microsoft.com/office/drawing/2014/main" id="{2927AA58-07DA-475D-B84A-3293F0911FCE}"/>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tx1">
                      <a:lumMod val="50000"/>
                    </a:schemeClr>
                  </a:solidFill>
                </a:rPr>
                <a:t>O(        )</a:t>
              </a:r>
            </a:p>
          </p:txBody>
        </p:sp>
      </p:grpSp>
      <p:sp>
        <p:nvSpPr>
          <p:cNvPr id="27" name="TextBox 26">
            <a:extLst>
              <a:ext uri="{FF2B5EF4-FFF2-40B4-BE49-F238E27FC236}">
                <a16:creationId xmlns:a16="http://schemas.microsoft.com/office/drawing/2014/main" id="{443018CE-41B5-46B9-AF9D-A7A5E80EFBD7}"/>
              </a:ext>
            </a:extLst>
          </p:cNvPr>
          <p:cNvSpPr txBox="1"/>
          <p:nvPr/>
        </p:nvSpPr>
        <p:spPr>
          <a:xfrm>
            <a:off x="8015679" y="1653333"/>
            <a:ext cx="1420582" cy="523220"/>
          </a:xfrm>
          <a:prstGeom prst="rect">
            <a:avLst/>
          </a:prstGeom>
          <a:noFill/>
        </p:spPr>
        <p:txBody>
          <a:bodyPr wrap="none" rtlCol="0">
            <a:spAutoFit/>
          </a:bodyPr>
          <a:lstStyle/>
          <a:p>
            <a:r>
              <a:rPr lang="en-US" sz="2800" dirty="0">
                <a:solidFill>
                  <a:schemeClr val="tx1">
                    <a:lumMod val="50000"/>
                  </a:schemeClr>
                </a:solidFill>
              </a:rPr>
              <a:t>arbitrary</a:t>
            </a:r>
          </a:p>
        </p:txBody>
      </p:sp>
      <p:grpSp>
        <p:nvGrpSpPr>
          <p:cNvPr id="28" name="Group 27">
            <a:extLst>
              <a:ext uri="{FF2B5EF4-FFF2-40B4-BE49-F238E27FC236}">
                <a16:creationId xmlns:a16="http://schemas.microsoft.com/office/drawing/2014/main" id="{06D3C43E-E797-447A-952C-218895BEAFC0}"/>
              </a:ext>
            </a:extLst>
          </p:cNvPr>
          <p:cNvGrpSpPr/>
          <p:nvPr/>
        </p:nvGrpSpPr>
        <p:grpSpPr>
          <a:xfrm>
            <a:off x="4919023" y="2392374"/>
            <a:ext cx="2414811" cy="867770"/>
            <a:chOff x="4543200" y="4407239"/>
            <a:chExt cx="2414811" cy="867770"/>
          </a:xfrm>
        </p:grpSpPr>
        <p:grpSp>
          <p:nvGrpSpPr>
            <p:cNvPr id="29" name="Group 28">
              <a:extLst>
                <a:ext uri="{FF2B5EF4-FFF2-40B4-BE49-F238E27FC236}">
                  <a16:creationId xmlns:a16="http://schemas.microsoft.com/office/drawing/2014/main" id="{11D7D634-9773-425B-BDC3-AB9A11A7D1C0}"/>
                </a:ext>
              </a:extLst>
            </p:cNvPr>
            <p:cNvGrpSpPr/>
            <p:nvPr/>
          </p:nvGrpSpPr>
          <p:grpSpPr>
            <a:xfrm>
              <a:off x="5321099" y="4474789"/>
              <a:ext cx="1636912" cy="800220"/>
              <a:chOff x="5678286" y="3403227"/>
              <a:chExt cx="1636912" cy="800220"/>
            </a:xfrm>
          </p:grpSpPr>
          <p:sp>
            <p:nvSpPr>
              <p:cNvPr id="31" name="TextBox 30">
                <a:extLst>
                  <a:ext uri="{FF2B5EF4-FFF2-40B4-BE49-F238E27FC236}">
                    <a16:creationId xmlns:a16="http://schemas.microsoft.com/office/drawing/2014/main" id="{49E3F67D-A6B8-4C97-A905-F1AA522F5701}"/>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tx1">
                        <a:lumMod val="50000"/>
                      </a:schemeClr>
                    </a:solidFill>
                  </a:rPr>
                  <a:t>log(K(S))</a:t>
                </a:r>
              </a:p>
            </p:txBody>
          </p:sp>
          <p:cxnSp>
            <p:nvCxnSpPr>
              <p:cNvPr id="32" name="Straight Connector 31">
                <a:extLst>
                  <a:ext uri="{FF2B5EF4-FFF2-40B4-BE49-F238E27FC236}">
                    <a16:creationId xmlns:a16="http://schemas.microsoft.com/office/drawing/2014/main" id="{0C7E12EC-B309-4104-B14F-253F941C65D2}"/>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EBB733E7-78BA-423F-9674-CE116E67211D}"/>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tx1">
                        <a:lumMod val="50000"/>
                      </a:schemeClr>
                    </a:solidFill>
                  </a:rPr>
                  <a:t>K(S)</a:t>
                </a:r>
              </a:p>
            </p:txBody>
          </p:sp>
        </p:grpSp>
        <p:sp>
          <p:nvSpPr>
            <p:cNvPr id="30" name="TextBox 29">
              <a:extLst>
                <a:ext uri="{FF2B5EF4-FFF2-40B4-BE49-F238E27FC236}">
                  <a16:creationId xmlns:a16="http://schemas.microsoft.com/office/drawing/2014/main" id="{1FBDE1B3-A5FC-4CB3-A260-63FED824B519}"/>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tx1">
                      <a:lumMod val="50000"/>
                    </a:schemeClr>
                  </a:solidFill>
                </a:rPr>
                <a:t>O(        )</a:t>
              </a:r>
            </a:p>
          </p:txBody>
        </p:sp>
      </p:grpSp>
      <p:sp>
        <p:nvSpPr>
          <p:cNvPr id="34" name="TextBox 33">
            <a:extLst>
              <a:ext uri="{FF2B5EF4-FFF2-40B4-BE49-F238E27FC236}">
                <a16:creationId xmlns:a16="http://schemas.microsoft.com/office/drawing/2014/main" id="{2428191F-CEA4-4F74-8F91-2CB54F7DF0F0}"/>
              </a:ext>
            </a:extLst>
          </p:cNvPr>
          <p:cNvSpPr txBox="1"/>
          <p:nvPr/>
        </p:nvSpPr>
        <p:spPr>
          <a:xfrm>
            <a:off x="7807289" y="2546262"/>
            <a:ext cx="1837362" cy="523220"/>
          </a:xfrm>
          <a:prstGeom prst="rect">
            <a:avLst/>
          </a:prstGeom>
          <a:noFill/>
        </p:spPr>
        <p:txBody>
          <a:bodyPr wrap="none" rtlCol="0">
            <a:spAutoFit/>
          </a:bodyPr>
          <a:lstStyle/>
          <a:p>
            <a:r>
              <a:rPr lang="en-US" sz="2800" dirty="0">
                <a:solidFill>
                  <a:schemeClr val="tx1">
                    <a:lumMod val="50000"/>
                  </a:schemeClr>
                </a:solidFill>
              </a:rPr>
              <a:t>logarithmic</a:t>
            </a:r>
          </a:p>
        </p:txBody>
      </p:sp>
      <p:sp>
        <p:nvSpPr>
          <p:cNvPr id="35" name="TextBox 34">
            <a:extLst>
              <a:ext uri="{FF2B5EF4-FFF2-40B4-BE49-F238E27FC236}">
                <a16:creationId xmlns:a16="http://schemas.microsoft.com/office/drawing/2014/main" id="{484DA71E-503A-41A7-8D63-BA549E5D0644}"/>
              </a:ext>
            </a:extLst>
          </p:cNvPr>
          <p:cNvSpPr txBox="1"/>
          <p:nvPr/>
        </p:nvSpPr>
        <p:spPr>
          <a:xfrm>
            <a:off x="8036518" y="3457386"/>
            <a:ext cx="1378904" cy="523220"/>
          </a:xfrm>
          <a:prstGeom prst="rect">
            <a:avLst/>
          </a:prstGeom>
          <a:noFill/>
        </p:spPr>
        <p:txBody>
          <a:bodyPr wrap="none" rtlCol="0">
            <a:spAutoFit/>
          </a:bodyPr>
          <a:lstStyle/>
          <a:p>
            <a:r>
              <a:rPr lang="en-US" sz="2800" dirty="0">
                <a:solidFill>
                  <a:schemeClr val="bg1"/>
                </a:solidFill>
              </a:rPr>
              <a:t>constant</a:t>
            </a:r>
          </a:p>
        </p:txBody>
      </p:sp>
    </p:spTree>
    <p:extLst>
      <p:ext uri="{BB962C8B-B14F-4D97-AF65-F5344CB8AC3E}">
        <p14:creationId xmlns:p14="http://schemas.microsoft.com/office/powerpoint/2010/main" val="38146550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Outline</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bg1"/>
                </a:solidFill>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constant scale</a:t>
            </a:r>
          </a:p>
          <a:p>
            <a:pPr lvl="0">
              <a:lnSpc>
                <a:spcPct val="200000"/>
              </a:lnSpc>
              <a:buClr>
                <a:srgbClr val="000000"/>
              </a:buClr>
              <a:buSzPts val="2800"/>
            </a:pPr>
            <a:r>
              <a:rPr lang="en-US" sz="2800" dirty="0">
                <a:solidFill>
                  <a:schemeClr val="dk1"/>
                </a:solidFill>
                <a:latin typeface="Calibri" panose="020F0502020204030204" pitchFamily="34" charset="0"/>
                <a:ea typeface="Quicksand"/>
                <a:cs typeface="Calibri" panose="020F0502020204030204" pitchFamily="34" charset="0"/>
                <a:sym typeface="Quicksand"/>
              </a:rPr>
              <a:t>     </a:t>
            </a:r>
            <a:r>
              <a:rPr lang="en-US" sz="2800" dirty="0">
                <a:solidFill>
                  <a:srgbClr val="FA9930"/>
                </a:solidFill>
                <a:latin typeface="Calibri" panose="020F0502020204030204" pitchFamily="34" charset="0"/>
                <a:ea typeface="Quicksand"/>
                <a:cs typeface="Calibri" panose="020F0502020204030204" pitchFamily="34" charset="0"/>
                <a:sym typeface="Quicksand"/>
              </a:rPr>
              <a:t>- constant tile types</a:t>
            </a:r>
            <a:endParaRPr lang="en-US" sz="2800"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Guided 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a:t>
            </a:r>
            <a:r>
              <a:rPr lang="en-US" sz="2800" dirty="0">
                <a:solidFill>
                  <a:schemeClr val="dk1"/>
                </a:solidFill>
                <a:latin typeface="Calibri" panose="020F0502020204030204" pitchFamily="34" charset="0"/>
                <a:ea typeface="Quicksand"/>
                <a:cs typeface="Calibri" panose="020F0502020204030204" pitchFamily="34" charset="0"/>
                <a:sym typeface="Quicksand"/>
              </a:rPr>
              <a:t>universal constructors</a:t>
            </a:r>
            <a:endPar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9" name="Picture 8">
            <a:extLst>
              <a:ext uri="{FF2B5EF4-FFF2-40B4-BE49-F238E27FC236}">
                <a16:creationId xmlns:a16="http://schemas.microsoft.com/office/drawing/2014/main" id="{0F41244C-C405-4742-9224-7CB913E3B4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6504" y="1484103"/>
            <a:ext cx="2214881" cy="2214881"/>
          </a:xfrm>
          <a:prstGeom prst="rect">
            <a:avLst/>
          </a:prstGeom>
        </p:spPr>
      </p:pic>
      <p:pic>
        <p:nvPicPr>
          <p:cNvPr id="10" name="Picture 9">
            <a:extLst>
              <a:ext uri="{FF2B5EF4-FFF2-40B4-BE49-F238E27FC236}">
                <a16:creationId xmlns:a16="http://schemas.microsoft.com/office/drawing/2014/main" id="{BEEE5719-CBC2-4EF0-A268-43464255DE9B}"/>
              </a:ext>
            </a:extLst>
          </p:cNvPr>
          <p:cNvPicPr>
            <a:picLocks noChangeAspect="1"/>
          </p:cNvPicPr>
          <p:nvPr/>
        </p:nvPicPr>
        <p:blipFill>
          <a:blip r:embed="rId4"/>
          <a:stretch>
            <a:fillRect/>
          </a:stretch>
        </p:blipFill>
        <p:spPr>
          <a:xfrm>
            <a:off x="327889" y="2341930"/>
            <a:ext cx="2295871" cy="1096799"/>
          </a:xfrm>
          <a:prstGeom prst="rect">
            <a:avLst/>
          </a:prstGeom>
        </p:spPr>
      </p:pic>
      <p:sp>
        <p:nvSpPr>
          <p:cNvPr id="31" name="TextBox 30">
            <a:extLst>
              <a:ext uri="{FF2B5EF4-FFF2-40B4-BE49-F238E27FC236}">
                <a16:creationId xmlns:a16="http://schemas.microsoft.com/office/drawing/2014/main" id="{ABAD6CF0-F010-4B52-9E66-C6AB90E2E9AB}"/>
              </a:ext>
            </a:extLst>
          </p:cNvPr>
          <p:cNvSpPr txBox="1"/>
          <p:nvPr/>
        </p:nvSpPr>
        <p:spPr>
          <a:xfrm>
            <a:off x="7641593" y="5473005"/>
            <a:ext cx="4629647" cy="1169551"/>
          </a:xfrm>
          <a:prstGeom prst="rect">
            <a:avLst/>
          </a:prstGeom>
          <a:noFill/>
        </p:spPr>
        <p:txBody>
          <a:bodyPr wrap="square" rtlCol="0">
            <a:spAutoFit/>
          </a:bodyPr>
          <a:lstStyle/>
          <a:p>
            <a:r>
              <a:rPr lang="en-US" sz="1400" u="sng" dirty="0">
                <a:solidFill>
                  <a:schemeClr val="bg1"/>
                </a:solidFill>
              </a:rPr>
              <a:t>The following portion of this presentation was published as:</a:t>
            </a:r>
            <a:br>
              <a:rPr lang="en-US" sz="1400" dirty="0">
                <a:solidFill>
                  <a:schemeClr val="bg1"/>
                </a:solidFill>
              </a:rPr>
            </a:br>
            <a:r>
              <a:rPr lang="en-US" sz="1400" dirty="0">
                <a:solidFill>
                  <a:schemeClr val="bg1"/>
                </a:solidFill>
              </a:rPr>
              <a:t>Chalk, Luchsinger, </a:t>
            </a:r>
            <a:r>
              <a:rPr lang="en-US" sz="1400" dirty="0" err="1">
                <a:solidFill>
                  <a:schemeClr val="bg1"/>
                </a:solidFill>
              </a:rPr>
              <a:t>Schweller</a:t>
            </a:r>
            <a:r>
              <a:rPr lang="en-US" sz="1400" dirty="0">
                <a:solidFill>
                  <a:schemeClr val="bg1"/>
                </a:solidFill>
              </a:rPr>
              <a:t>, Wylie, </a:t>
            </a:r>
            <a:r>
              <a:rPr lang="en-US" sz="1400" i="1" dirty="0">
                <a:solidFill>
                  <a:schemeClr val="bg1"/>
                </a:solidFill>
              </a:rPr>
              <a:t>Self-Assembly of Any Shape with Constant Tile Types using High Temperature,</a:t>
            </a:r>
            <a:r>
              <a:rPr lang="en-US" sz="1400" dirty="0">
                <a:solidFill>
                  <a:schemeClr val="bg1"/>
                </a:solidFill>
              </a:rPr>
              <a:t> In Proceedings of the 26</a:t>
            </a:r>
            <a:r>
              <a:rPr lang="en-US" sz="1400" baseline="30000" dirty="0">
                <a:solidFill>
                  <a:schemeClr val="bg1"/>
                </a:solidFill>
              </a:rPr>
              <a:t>th</a:t>
            </a:r>
            <a:r>
              <a:rPr lang="en-US" sz="1400" dirty="0">
                <a:solidFill>
                  <a:schemeClr val="bg1"/>
                </a:solidFill>
              </a:rPr>
              <a:t> Annual European Symposium on Algorithms, 2018</a:t>
            </a:r>
            <a:endParaRPr lang="en-US" sz="1400" dirty="0">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3143736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05616"/>
            <a:ext cx="12192000" cy="461665"/>
          </a:xfrm>
          <a:prstGeom prst="rect">
            <a:avLst/>
          </a:prstGeom>
          <a:noFill/>
        </p:spPr>
        <p:txBody>
          <a:bodyPr wrap="square" rtlCol="0">
            <a:spAutoFit/>
          </a:bodyPr>
          <a:lstStyle/>
          <a:p>
            <a:pPr algn="ctr"/>
            <a:r>
              <a:rPr lang="en-US" sz="2400" dirty="0">
                <a:solidFill>
                  <a:schemeClr val="bg1"/>
                </a:solidFill>
              </a:rPr>
              <a:t>Problem: Given a shape S, design a tile system T that builds a scaled version of S.</a:t>
            </a:r>
          </a:p>
        </p:txBody>
      </p:sp>
      <p:sp>
        <p:nvSpPr>
          <p:cNvPr id="4" name="TextBox 3"/>
          <p:cNvSpPr txBox="1"/>
          <p:nvPr/>
        </p:nvSpPr>
        <p:spPr>
          <a:xfrm>
            <a:off x="-1" y="373996"/>
            <a:ext cx="12191999" cy="646331"/>
          </a:xfrm>
          <a:prstGeom prst="rect">
            <a:avLst/>
          </a:prstGeom>
          <a:noFill/>
        </p:spPr>
        <p:txBody>
          <a:bodyPr wrap="square" rtlCol="0">
            <a:spAutoFit/>
          </a:bodyPr>
          <a:lstStyle/>
          <a:p>
            <a:pPr algn="ctr"/>
            <a:r>
              <a:rPr lang="en-US" sz="3600" dirty="0">
                <a:solidFill>
                  <a:schemeClr val="bg1"/>
                </a:solidFill>
              </a:rPr>
              <a:t>Self-Assembly of Shapes</a:t>
            </a:r>
          </a:p>
        </p:txBody>
      </p:sp>
      <p:grpSp>
        <p:nvGrpSpPr>
          <p:cNvPr id="33" name="Group 32">
            <a:extLst>
              <a:ext uri="{FF2B5EF4-FFF2-40B4-BE49-F238E27FC236}">
                <a16:creationId xmlns:a16="http://schemas.microsoft.com/office/drawing/2014/main" id="{4EF4150C-77CF-4376-BFE0-1648441895B3}"/>
              </a:ext>
            </a:extLst>
          </p:cNvPr>
          <p:cNvGrpSpPr/>
          <p:nvPr/>
        </p:nvGrpSpPr>
        <p:grpSpPr>
          <a:xfrm>
            <a:off x="1029754" y="3267358"/>
            <a:ext cx="3150669" cy="1960023"/>
            <a:chOff x="5092693" y="3577993"/>
            <a:chExt cx="3587757" cy="2083603"/>
          </a:xfrm>
          <a:solidFill>
            <a:schemeClr val="tx1">
              <a:lumMod val="50000"/>
            </a:schemeClr>
          </a:solidFill>
        </p:grpSpPr>
        <p:sp>
          <p:nvSpPr>
            <p:cNvPr id="23" name="Rectangle 22">
              <a:extLst>
                <a:ext uri="{FF2B5EF4-FFF2-40B4-BE49-F238E27FC236}">
                  <a16:creationId xmlns:a16="http://schemas.microsoft.com/office/drawing/2014/main" id="{4A1939B6-973E-437C-B203-D970B446BDD1}"/>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513E89D-3CFA-461F-83BC-12722C626551}"/>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4941C7E-64D9-4876-A995-42B2D1DF9617}"/>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E1D532A-42EC-4106-8F00-4479552E8A3A}"/>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8E91377-0EF7-4882-9FDB-171F9E9670C8}"/>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97385B0-AC2D-4580-A2F4-DF432EC08219}"/>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64FB455-BB2E-4516-AB62-A4EFF83C2671}"/>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E298452-4E64-42DE-B1D5-BC8BDBB9D03E}"/>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049C984-84BF-4517-8758-9DF4A1F7519C}"/>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A4D877B-B1D7-4099-ADB2-99DFC2BCC1F3}"/>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55AD29A1-25B7-4718-9C51-AAC010B1E3DF}"/>
              </a:ext>
            </a:extLst>
          </p:cNvPr>
          <p:cNvGrpSpPr/>
          <p:nvPr/>
        </p:nvGrpSpPr>
        <p:grpSpPr>
          <a:xfrm>
            <a:off x="8209001" y="3267358"/>
            <a:ext cx="3456965" cy="2084033"/>
            <a:chOff x="8043901" y="3744165"/>
            <a:chExt cx="3456965" cy="2084033"/>
          </a:xfrm>
          <a:pattFill prst="lgGrid">
            <a:fgClr>
              <a:schemeClr val="bg1">
                <a:lumMod val="95000"/>
                <a:lumOff val="5000"/>
              </a:schemeClr>
            </a:fgClr>
            <a:bgClr>
              <a:schemeClr val="tx1">
                <a:lumMod val="50000"/>
              </a:schemeClr>
            </a:bgClr>
          </a:pattFill>
        </p:grpSpPr>
        <p:sp>
          <p:nvSpPr>
            <p:cNvPr id="69" name="Rectangle 68">
              <a:extLst>
                <a:ext uri="{FF2B5EF4-FFF2-40B4-BE49-F238E27FC236}">
                  <a16:creationId xmlns:a16="http://schemas.microsoft.com/office/drawing/2014/main" id="{00F93881-2394-437D-8EF2-1181594A43D2}"/>
                </a:ext>
              </a:extLst>
            </p:cNvPr>
            <p:cNvSpPr/>
            <p:nvPr/>
          </p:nvSpPr>
          <p:spPr>
            <a:xfrm>
              <a:off x="9426688" y="3744166"/>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79A81AE2-BEC3-4656-87B0-59E1BCBB756E}"/>
                </a:ext>
              </a:extLst>
            </p:cNvPr>
            <p:cNvSpPr/>
            <p:nvPr/>
          </p:nvSpPr>
          <p:spPr>
            <a:xfrm>
              <a:off x="10118080" y="3744166"/>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8EA1EABE-0880-4A1C-B31A-86CBEC2AD3ED}"/>
                </a:ext>
              </a:extLst>
            </p:cNvPr>
            <p:cNvSpPr/>
            <p:nvPr/>
          </p:nvSpPr>
          <p:spPr>
            <a:xfrm>
              <a:off x="8735295" y="4438036"/>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340FEBE4-97C6-4AEF-8775-259E684828DF}"/>
                </a:ext>
              </a:extLst>
            </p:cNvPr>
            <p:cNvSpPr/>
            <p:nvPr/>
          </p:nvSpPr>
          <p:spPr>
            <a:xfrm>
              <a:off x="8735295" y="5131369"/>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46EE69D-8F56-4011-A044-672457420A55}"/>
                </a:ext>
              </a:extLst>
            </p:cNvPr>
            <p:cNvSpPr/>
            <p:nvPr/>
          </p:nvSpPr>
          <p:spPr>
            <a:xfrm>
              <a:off x="10118080" y="4440995"/>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86C9D7E-FFC8-4653-8A38-AE449AF0C7E9}"/>
                </a:ext>
              </a:extLst>
            </p:cNvPr>
            <p:cNvSpPr/>
            <p:nvPr/>
          </p:nvSpPr>
          <p:spPr>
            <a:xfrm>
              <a:off x="9426688" y="5131369"/>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92E28AF8-4992-4579-95A8-2052149DD89A}"/>
                </a:ext>
              </a:extLst>
            </p:cNvPr>
            <p:cNvSpPr/>
            <p:nvPr/>
          </p:nvSpPr>
          <p:spPr>
            <a:xfrm>
              <a:off x="10118080" y="5129485"/>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171FAD17-FD19-44D6-9FBE-CC99218033AE}"/>
                </a:ext>
              </a:extLst>
            </p:cNvPr>
            <p:cNvSpPr/>
            <p:nvPr/>
          </p:nvSpPr>
          <p:spPr>
            <a:xfrm>
              <a:off x="8043901" y="5129485"/>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1104350-4E38-4F71-B8CC-F473FF0B921C}"/>
                </a:ext>
              </a:extLst>
            </p:cNvPr>
            <p:cNvSpPr/>
            <p:nvPr/>
          </p:nvSpPr>
          <p:spPr>
            <a:xfrm>
              <a:off x="10809472" y="3744166"/>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463AC7F4-C926-4750-87E1-AED0BF57A195}"/>
                </a:ext>
              </a:extLst>
            </p:cNvPr>
            <p:cNvSpPr/>
            <p:nvPr/>
          </p:nvSpPr>
          <p:spPr>
            <a:xfrm>
              <a:off x="8735295" y="3744165"/>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7576DDBB-3790-4B7E-8762-4E6B4C6E74EA}"/>
              </a:ext>
            </a:extLst>
          </p:cNvPr>
          <p:cNvSpPr/>
          <p:nvPr/>
        </p:nvSpPr>
        <p:spPr>
          <a:xfrm>
            <a:off x="1799832" y="2621315"/>
            <a:ext cx="736099" cy="369332"/>
          </a:xfrm>
          <a:prstGeom prst="rect">
            <a:avLst/>
          </a:prstGeom>
        </p:spPr>
        <p:txBody>
          <a:bodyPr wrap="none">
            <a:spAutoFit/>
          </a:bodyPr>
          <a:lstStyle/>
          <a:p>
            <a:pPr algn="ctr"/>
            <a:r>
              <a:rPr lang="en-US" u="sng" dirty="0">
                <a:solidFill>
                  <a:schemeClr val="bg1"/>
                </a:solidFill>
              </a:rPr>
              <a:t>Input:</a:t>
            </a:r>
          </a:p>
        </p:txBody>
      </p:sp>
      <p:sp>
        <p:nvSpPr>
          <p:cNvPr id="79" name="Rectangle 78">
            <a:extLst>
              <a:ext uri="{FF2B5EF4-FFF2-40B4-BE49-F238E27FC236}">
                <a16:creationId xmlns:a16="http://schemas.microsoft.com/office/drawing/2014/main" id="{092489DF-CE7B-444C-8694-F3C7753FC1F4}"/>
              </a:ext>
            </a:extLst>
          </p:cNvPr>
          <p:cNvSpPr/>
          <p:nvPr/>
        </p:nvSpPr>
        <p:spPr>
          <a:xfrm>
            <a:off x="7456723" y="2665455"/>
            <a:ext cx="889988" cy="369332"/>
          </a:xfrm>
          <a:prstGeom prst="rect">
            <a:avLst/>
          </a:prstGeom>
        </p:spPr>
        <p:txBody>
          <a:bodyPr wrap="none">
            <a:spAutoFit/>
          </a:bodyPr>
          <a:lstStyle/>
          <a:p>
            <a:pPr algn="ctr"/>
            <a:r>
              <a:rPr lang="en-US" u="sng" dirty="0">
                <a:solidFill>
                  <a:schemeClr val="bg1"/>
                </a:solidFill>
              </a:rPr>
              <a:t>Output:</a:t>
            </a:r>
          </a:p>
        </p:txBody>
      </p:sp>
      <p:sp>
        <p:nvSpPr>
          <p:cNvPr id="5" name="Arrow: Right 4">
            <a:extLst>
              <a:ext uri="{FF2B5EF4-FFF2-40B4-BE49-F238E27FC236}">
                <a16:creationId xmlns:a16="http://schemas.microsoft.com/office/drawing/2014/main" id="{00E0CC58-3FFE-43B3-B5B6-C04E652B3C55}"/>
              </a:ext>
            </a:extLst>
          </p:cNvPr>
          <p:cNvSpPr/>
          <p:nvPr/>
        </p:nvSpPr>
        <p:spPr>
          <a:xfrm>
            <a:off x="7683399" y="3942675"/>
            <a:ext cx="436637" cy="418671"/>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B55B803-68C0-46D8-B680-07F93A46F6C5}"/>
              </a:ext>
            </a:extLst>
          </p:cNvPr>
          <p:cNvGrpSpPr/>
          <p:nvPr/>
        </p:nvGrpSpPr>
        <p:grpSpPr>
          <a:xfrm>
            <a:off x="5613739" y="3458677"/>
            <a:ext cx="1670865" cy="1701932"/>
            <a:chOff x="5162752" y="3143213"/>
            <a:chExt cx="1670865" cy="1701932"/>
          </a:xfrm>
        </p:grpSpPr>
        <p:grpSp>
          <p:nvGrpSpPr>
            <p:cNvPr id="82" name="Group 81">
              <a:extLst>
                <a:ext uri="{FF2B5EF4-FFF2-40B4-BE49-F238E27FC236}">
                  <a16:creationId xmlns:a16="http://schemas.microsoft.com/office/drawing/2014/main" id="{4CCA610D-8C37-40F4-9C3C-A91F6B654EB7}"/>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112" name="Rectangle 111">
                <a:extLst>
                  <a:ext uri="{FF2B5EF4-FFF2-40B4-BE49-F238E27FC236}">
                    <a16:creationId xmlns:a16="http://schemas.microsoft.com/office/drawing/2014/main" id="{56341395-E455-4F0A-B1D4-7BEF7513F021}"/>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3" name="Rectangle 112">
                <a:extLst>
                  <a:ext uri="{FF2B5EF4-FFF2-40B4-BE49-F238E27FC236}">
                    <a16:creationId xmlns:a16="http://schemas.microsoft.com/office/drawing/2014/main" id="{83C6B195-3279-476A-A233-E2D18769D053}"/>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6166AF90-286B-48CE-AED3-675F90451623}"/>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A904000F-B148-48F1-BA89-C9AE642DCC72}"/>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1A42B023-A8D3-480E-8125-FC9272DBC987}"/>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90BF8344-E79B-485B-A60F-CC93060FC497}"/>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3" name="Group 82">
              <a:extLst>
                <a:ext uri="{FF2B5EF4-FFF2-40B4-BE49-F238E27FC236}">
                  <a16:creationId xmlns:a16="http://schemas.microsoft.com/office/drawing/2014/main" id="{54E2DF73-8D2F-4FF0-9663-0F6517D8ED55}"/>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107" name="Rectangle 106">
                <a:extLst>
                  <a:ext uri="{FF2B5EF4-FFF2-40B4-BE49-F238E27FC236}">
                    <a16:creationId xmlns:a16="http://schemas.microsoft.com/office/drawing/2014/main" id="{31F41C4D-8220-40EF-888F-C8E9CFDC4954}"/>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8" name="Rectangle 107">
                <a:extLst>
                  <a:ext uri="{FF2B5EF4-FFF2-40B4-BE49-F238E27FC236}">
                    <a16:creationId xmlns:a16="http://schemas.microsoft.com/office/drawing/2014/main" id="{4ED0B1B2-86F1-41DB-9CFC-F1B3B52D1E60}"/>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6FDB30ED-4261-4CFB-BA84-6AA0645EB0E5}"/>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229C803F-0510-4154-A5D4-D2F6FBAD3A02}"/>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Rectangle 110">
                <a:extLst>
                  <a:ext uri="{FF2B5EF4-FFF2-40B4-BE49-F238E27FC236}">
                    <a16:creationId xmlns:a16="http://schemas.microsoft.com/office/drawing/2014/main" id="{E016913D-8382-4D55-AF5B-1A02C7E05325}"/>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4" name="Group 83">
              <a:extLst>
                <a:ext uri="{FF2B5EF4-FFF2-40B4-BE49-F238E27FC236}">
                  <a16:creationId xmlns:a16="http://schemas.microsoft.com/office/drawing/2014/main" id="{E584C965-F5CC-4B08-A43A-8ACDAC2BC774}"/>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102" name="Rectangle 101">
                <a:extLst>
                  <a:ext uri="{FF2B5EF4-FFF2-40B4-BE49-F238E27FC236}">
                    <a16:creationId xmlns:a16="http://schemas.microsoft.com/office/drawing/2014/main" id="{88600547-FCB1-46CA-AAC6-7BC5787373B1}"/>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E6F637B5-418F-4C11-8A2A-6DE446FB5662}"/>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987B0668-B215-4228-BA45-706DDDB7979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9358A923-6BF5-4A6C-9F7C-4BAC8E7E2C56}"/>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315E21F7-3CFD-4A19-88A5-C70F261A62D3}"/>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5" name="Group 84">
              <a:extLst>
                <a:ext uri="{FF2B5EF4-FFF2-40B4-BE49-F238E27FC236}">
                  <a16:creationId xmlns:a16="http://schemas.microsoft.com/office/drawing/2014/main" id="{779D0B3E-EFC5-4F27-9FC2-A2DA630BD28A}"/>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98" name="Rectangle 97">
                <a:extLst>
                  <a:ext uri="{FF2B5EF4-FFF2-40B4-BE49-F238E27FC236}">
                    <a16:creationId xmlns:a16="http://schemas.microsoft.com/office/drawing/2014/main" id="{5DAB926B-14FD-4117-BA66-CCE22B4A53EF}"/>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9" name="Rectangle 98">
                <a:extLst>
                  <a:ext uri="{FF2B5EF4-FFF2-40B4-BE49-F238E27FC236}">
                    <a16:creationId xmlns:a16="http://schemas.microsoft.com/office/drawing/2014/main" id="{C0A60627-4167-4DB8-89FE-31BB09F7B5E8}"/>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0" name="Rectangle 99">
                <a:extLst>
                  <a:ext uri="{FF2B5EF4-FFF2-40B4-BE49-F238E27FC236}">
                    <a16:creationId xmlns:a16="http://schemas.microsoft.com/office/drawing/2014/main" id="{51DB9F6F-2493-43C4-A0AB-A84E37641C30}"/>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1" name="Rectangle 100">
                <a:extLst>
                  <a:ext uri="{FF2B5EF4-FFF2-40B4-BE49-F238E27FC236}">
                    <a16:creationId xmlns:a16="http://schemas.microsoft.com/office/drawing/2014/main" id="{3F601B45-CC41-4E3E-9E74-C20AC3111B6B}"/>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6" name="Group 85">
              <a:extLst>
                <a:ext uri="{FF2B5EF4-FFF2-40B4-BE49-F238E27FC236}">
                  <a16:creationId xmlns:a16="http://schemas.microsoft.com/office/drawing/2014/main" id="{B0EDF47A-A7D3-4ED9-9EA5-B952CDD9FFF5}"/>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92" name="Rectangle 91">
                <a:extLst>
                  <a:ext uri="{FF2B5EF4-FFF2-40B4-BE49-F238E27FC236}">
                    <a16:creationId xmlns:a16="http://schemas.microsoft.com/office/drawing/2014/main" id="{C4D5C90B-340F-4D00-B88E-F5C9503EEBAF}"/>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3" name="Rectangle 92">
                <a:extLst>
                  <a:ext uri="{FF2B5EF4-FFF2-40B4-BE49-F238E27FC236}">
                    <a16:creationId xmlns:a16="http://schemas.microsoft.com/office/drawing/2014/main" id="{0A967DC7-2E6B-4732-A2D1-6D0D2E6B2D67}"/>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4" name="Rectangle 93">
                <a:extLst>
                  <a:ext uri="{FF2B5EF4-FFF2-40B4-BE49-F238E27FC236}">
                    <a16:creationId xmlns:a16="http://schemas.microsoft.com/office/drawing/2014/main" id="{36B6E6A5-0BAD-43A7-B2E2-5F32E65EBDD0}"/>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5" name="Rectangle 94">
                <a:extLst>
                  <a:ext uri="{FF2B5EF4-FFF2-40B4-BE49-F238E27FC236}">
                    <a16:creationId xmlns:a16="http://schemas.microsoft.com/office/drawing/2014/main" id="{550CA401-A558-4AEC-8A8F-A92F55F07556}"/>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6" name="Rectangle 95">
                <a:extLst>
                  <a:ext uri="{FF2B5EF4-FFF2-40B4-BE49-F238E27FC236}">
                    <a16:creationId xmlns:a16="http://schemas.microsoft.com/office/drawing/2014/main" id="{B8DF9102-E681-42D6-8318-CB7B67D4CB3A}"/>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7" name="Rectangle 96">
                <a:extLst>
                  <a:ext uri="{FF2B5EF4-FFF2-40B4-BE49-F238E27FC236}">
                    <a16:creationId xmlns:a16="http://schemas.microsoft.com/office/drawing/2014/main" id="{510937E0-1892-4A40-B70B-5E872D7B9390}"/>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7" name="Group 86">
              <a:extLst>
                <a:ext uri="{FF2B5EF4-FFF2-40B4-BE49-F238E27FC236}">
                  <a16:creationId xmlns:a16="http://schemas.microsoft.com/office/drawing/2014/main" id="{F681358C-FDF3-43CE-9DCB-43A88AB3839F}"/>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88" name="Rectangle 87">
                <a:extLst>
                  <a:ext uri="{FF2B5EF4-FFF2-40B4-BE49-F238E27FC236}">
                    <a16:creationId xmlns:a16="http://schemas.microsoft.com/office/drawing/2014/main" id="{73DFDF74-3A1C-4EB2-B066-4F18AE41749B}"/>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Rectangle 88">
                <a:extLst>
                  <a:ext uri="{FF2B5EF4-FFF2-40B4-BE49-F238E27FC236}">
                    <a16:creationId xmlns:a16="http://schemas.microsoft.com/office/drawing/2014/main" id="{AC855FDB-FAB2-45EB-AFA7-09F9BFB3F33B}"/>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0" name="Rectangle 89">
                <a:extLst>
                  <a:ext uri="{FF2B5EF4-FFF2-40B4-BE49-F238E27FC236}">
                    <a16:creationId xmlns:a16="http://schemas.microsoft.com/office/drawing/2014/main" id="{54841666-2EAF-428F-AC46-8E18AF96F8C5}"/>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1" name="Rectangle 90">
                <a:extLst>
                  <a:ext uri="{FF2B5EF4-FFF2-40B4-BE49-F238E27FC236}">
                    <a16:creationId xmlns:a16="http://schemas.microsoft.com/office/drawing/2014/main" id="{20A19A9A-1C48-4E95-9EE5-3678BCAB4858}"/>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8" name="Rectangle 7">
            <a:extLst>
              <a:ext uri="{FF2B5EF4-FFF2-40B4-BE49-F238E27FC236}">
                <a16:creationId xmlns:a16="http://schemas.microsoft.com/office/drawing/2014/main" id="{6A4D138A-2E39-4625-B090-DC004535167D}"/>
              </a:ext>
            </a:extLst>
          </p:cNvPr>
          <p:cNvSpPr/>
          <p:nvPr/>
        </p:nvSpPr>
        <p:spPr>
          <a:xfrm>
            <a:off x="4565227" y="3843845"/>
            <a:ext cx="979179" cy="769441"/>
          </a:xfrm>
          <a:prstGeom prst="rect">
            <a:avLst/>
          </a:prstGeom>
        </p:spPr>
        <p:txBody>
          <a:bodyPr wrap="none">
            <a:spAutoFit/>
          </a:bodyPr>
          <a:lstStyle/>
          <a:p>
            <a:r>
              <a:rPr lang="en-US" sz="4400" dirty="0">
                <a:solidFill>
                  <a:schemeClr val="bg1"/>
                </a:solidFill>
              </a:rPr>
              <a:t>T =</a:t>
            </a:r>
            <a:endParaRPr lang="en-US" dirty="0"/>
          </a:p>
        </p:txBody>
      </p:sp>
      <p:sp>
        <p:nvSpPr>
          <p:cNvPr id="11" name="Rectangle 10">
            <a:extLst>
              <a:ext uri="{FF2B5EF4-FFF2-40B4-BE49-F238E27FC236}">
                <a16:creationId xmlns:a16="http://schemas.microsoft.com/office/drawing/2014/main" id="{15249234-8D73-4386-A61A-B0AB4A1871A4}"/>
              </a:ext>
            </a:extLst>
          </p:cNvPr>
          <p:cNvSpPr/>
          <p:nvPr/>
        </p:nvSpPr>
        <p:spPr>
          <a:xfrm>
            <a:off x="292217" y="3838915"/>
            <a:ext cx="958917" cy="769441"/>
          </a:xfrm>
          <a:prstGeom prst="rect">
            <a:avLst/>
          </a:prstGeom>
        </p:spPr>
        <p:txBody>
          <a:bodyPr wrap="none">
            <a:spAutoFit/>
          </a:bodyPr>
          <a:lstStyle/>
          <a:p>
            <a:r>
              <a:rPr lang="en-US" sz="4400" dirty="0">
                <a:solidFill>
                  <a:schemeClr val="bg1"/>
                </a:solidFill>
              </a:rPr>
              <a:t>S =</a:t>
            </a:r>
            <a:endParaRPr lang="en-US" sz="4400" dirty="0"/>
          </a:p>
        </p:txBody>
      </p:sp>
    </p:spTree>
    <p:extLst>
      <p:ext uri="{BB962C8B-B14F-4D97-AF65-F5344CB8AC3E}">
        <p14:creationId xmlns:p14="http://schemas.microsoft.com/office/powerpoint/2010/main" val="332853294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05616"/>
            <a:ext cx="12192000" cy="461665"/>
          </a:xfrm>
          <a:prstGeom prst="rect">
            <a:avLst/>
          </a:prstGeom>
          <a:noFill/>
        </p:spPr>
        <p:txBody>
          <a:bodyPr wrap="square" rtlCol="0">
            <a:spAutoFit/>
          </a:bodyPr>
          <a:lstStyle/>
          <a:p>
            <a:pPr algn="ctr"/>
            <a:r>
              <a:rPr lang="en-US" sz="2400" dirty="0">
                <a:solidFill>
                  <a:schemeClr val="bg1"/>
                </a:solidFill>
              </a:rPr>
              <a:t>Problem: Given a shape S, design a tile system T that builds a scaled version of S.</a:t>
            </a:r>
          </a:p>
        </p:txBody>
      </p:sp>
      <p:sp>
        <p:nvSpPr>
          <p:cNvPr id="4" name="TextBox 3"/>
          <p:cNvSpPr txBox="1"/>
          <p:nvPr/>
        </p:nvSpPr>
        <p:spPr>
          <a:xfrm>
            <a:off x="-1" y="373996"/>
            <a:ext cx="12191999" cy="646331"/>
          </a:xfrm>
          <a:prstGeom prst="rect">
            <a:avLst/>
          </a:prstGeom>
          <a:noFill/>
        </p:spPr>
        <p:txBody>
          <a:bodyPr wrap="square" rtlCol="0">
            <a:spAutoFit/>
          </a:bodyPr>
          <a:lstStyle/>
          <a:p>
            <a:pPr algn="ctr"/>
            <a:r>
              <a:rPr lang="en-US" sz="3600" dirty="0">
                <a:solidFill>
                  <a:schemeClr val="bg1"/>
                </a:solidFill>
              </a:rPr>
              <a:t>Self-Assembly of Shapes</a:t>
            </a:r>
          </a:p>
        </p:txBody>
      </p:sp>
      <p:grpSp>
        <p:nvGrpSpPr>
          <p:cNvPr id="166" name="Group 165">
            <a:extLst>
              <a:ext uri="{FF2B5EF4-FFF2-40B4-BE49-F238E27FC236}">
                <a16:creationId xmlns:a16="http://schemas.microsoft.com/office/drawing/2014/main" id="{5A70AA84-EB79-4F25-AC29-C878C9F0BA98}"/>
              </a:ext>
            </a:extLst>
          </p:cNvPr>
          <p:cNvGrpSpPr/>
          <p:nvPr/>
        </p:nvGrpSpPr>
        <p:grpSpPr>
          <a:xfrm>
            <a:off x="1029754" y="3267358"/>
            <a:ext cx="3150669" cy="1960023"/>
            <a:chOff x="5092693" y="3577993"/>
            <a:chExt cx="3587757" cy="2083603"/>
          </a:xfrm>
          <a:solidFill>
            <a:schemeClr val="tx1">
              <a:lumMod val="50000"/>
            </a:schemeClr>
          </a:solidFill>
        </p:grpSpPr>
        <p:sp>
          <p:nvSpPr>
            <p:cNvPr id="167" name="Rectangle 166">
              <a:extLst>
                <a:ext uri="{FF2B5EF4-FFF2-40B4-BE49-F238E27FC236}">
                  <a16:creationId xmlns:a16="http://schemas.microsoft.com/office/drawing/2014/main" id="{BF398404-48F8-41C6-9A7B-6BA8CC6DAED0}"/>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98556516-08B1-4669-9D7F-C162C555A2F3}"/>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A06136FF-B941-4980-8983-7F393003B460}"/>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C087FCE6-AA1F-4177-A567-F14AD9D4897D}"/>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81E5E261-9949-4E31-9BAF-FAFCFE97C49E}"/>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D0866AD0-95EB-475E-9C98-B8F540A62F1D}"/>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B0474C92-1097-4DE9-AE7A-FB43FE4C12F3}"/>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F8B311B2-78B8-45B6-9FC9-852791385942}"/>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A11EE079-435C-4D95-AE50-76FA3DB4D2CB}"/>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B0309423-F489-4654-A9A8-79726F75B7A7}"/>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8" name="Rectangle 187">
            <a:extLst>
              <a:ext uri="{FF2B5EF4-FFF2-40B4-BE49-F238E27FC236}">
                <a16:creationId xmlns:a16="http://schemas.microsoft.com/office/drawing/2014/main" id="{0A18902B-9A93-4B91-BA39-50BE47C7A5AF}"/>
              </a:ext>
            </a:extLst>
          </p:cNvPr>
          <p:cNvSpPr/>
          <p:nvPr/>
        </p:nvSpPr>
        <p:spPr>
          <a:xfrm>
            <a:off x="1799832" y="2621315"/>
            <a:ext cx="736099" cy="369332"/>
          </a:xfrm>
          <a:prstGeom prst="rect">
            <a:avLst/>
          </a:prstGeom>
        </p:spPr>
        <p:txBody>
          <a:bodyPr wrap="none">
            <a:spAutoFit/>
          </a:bodyPr>
          <a:lstStyle/>
          <a:p>
            <a:pPr algn="ctr"/>
            <a:r>
              <a:rPr lang="en-US" u="sng" dirty="0">
                <a:solidFill>
                  <a:schemeClr val="bg1"/>
                </a:solidFill>
              </a:rPr>
              <a:t>Input:</a:t>
            </a:r>
          </a:p>
        </p:txBody>
      </p:sp>
      <p:sp>
        <p:nvSpPr>
          <p:cNvPr id="189" name="Rectangle 188">
            <a:extLst>
              <a:ext uri="{FF2B5EF4-FFF2-40B4-BE49-F238E27FC236}">
                <a16:creationId xmlns:a16="http://schemas.microsoft.com/office/drawing/2014/main" id="{6A444D99-ABC3-4F04-9566-CD21D87FB4D5}"/>
              </a:ext>
            </a:extLst>
          </p:cNvPr>
          <p:cNvSpPr/>
          <p:nvPr/>
        </p:nvSpPr>
        <p:spPr>
          <a:xfrm>
            <a:off x="7456723" y="2665455"/>
            <a:ext cx="889988" cy="369332"/>
          </a:xfrm>
          <a:prstGeom prst="rect">
            <a:avLst/>
          </a:prstGeom>
        </p:spPr>
        <p:txBody>
          <a:bodyPr wrap="none">
            <a:spAutoFit/>
          </a:bodyPr>
          <a:lstStyle/>
          <a:p>
            <a:pPr algn="ctr"/>
            <a:r>
              <a:rPr lang="en-US" u="sng" dirty="0">
                <a:solidFill>
                  <a:schemeClr val="bg1"/>
                </a:solidFill>
              </a:rPr>
              <a:t>Output:</a:t>
            </a:r>
          </a:p>
        </p:txBody>
      </p:sp>
      <p:sp>
        <p:nvSpPr>
          <p:cNvPr id="190" name="Arrow: Right 189">
            <a:extLst>
              <a:ext uri="{FF2B5EF4-FFF2-40B4-BE49-F238E27FC236}">
                <a16:creationId xmlns:a16="http://schemas.microsoft.com/office/drawing/2014/main" id="{C182B4FE-BD70-4F1D-83C5-8D0FBF55ADDD}"/>
              </a:ext>
            </a:extLst>
          </p:cNvPr>
          <p:cNvSpPr/>
          <p:nvPr/>
        </p:nvSpPr>
        <p:spPr>
          <a:xfrm>
            <a:off x="7683399" y="3942675"/>
            <a:ext cx="436637" cy="418671"/>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1" name="Group 190">
            <a:extLst>
              <a:ext uri="{FF2B5EF4-FFF2-40B4-BE49-F238E27FC236}">
                <a16:creationId xmlns:a16="http://schemas.microsoft.com/office/drawing/2014/main" id="{ADDD088C-80D6-4BF6-9E9E-26B2A35C2384}"/>
              </a:ext>
            </a:extLst>
          </p:cNvPr>
          <p:cNvGrpSpPr/>
          <p:nvPr/>
        </p:nvGrpSpPr>
        <p:grpSpPr>
          <a:xfrm>
            <a:off x="5613739" y="3458677"/>
            <a:ext cx="1670865" cy="1701932"/>
            <a:chOff x="5162752" y="3143213"/>
            <a:chExt cx="1670865" cy="1701932"/>
          </a:xfrm>
        </p:grpSpPr>
        <p:grpSp>
          <p:nvGrpSpPr>
            <p:cNvPr id="192" name="Group 191">
              <a:extLst>
                <a:ext uri="{FF2B5EF4-FFF2-40B4-BE49-F238E27FC236}">
                  <a16:creationId xmlns:a16="http://schemas.microsoft.com/office/drawing/2014/main" id="{C1594B08-193B-4AB7-A9B7-B3BE92518F8C}"/>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222" name="Rectangle 221">
                <a:extLst>
                  <a:ext uri="{FF2B5EF4-FFF2-40B4-BE49-F238E27FC236}">
                    <a16:creationId xmlns:a16="http://schemas.microsoft.com/office/drawing/2014/main" id="{5F1EA9D7-DDC8-4B9C-AF73-E72AB47CD062}"/>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3" name="Rectangle 222">
                <a:extLst>
                  <a:ext uri="{FF2B5EF4-FFF2-40B4-BE49-F238E27FC236}">
                    <a16:creationId xmlns:a16="http://schemas.microsoft.com/office/drawing/2014/main" id="{D46C69A4-2076-440D-B069-DE2E3E1E4BCA}"/>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EA07EDCC-FCBE-475A-9316-2E7AE98B8F9B}"/>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FBF01CDC-AAD9-4E3F-9A65-8A59919C923D}"/>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91B94349-6614-497C-86FC-8A2972499083}"/>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B183C84D-FAAF-4609-BBC8-55458986DA28}"/>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3" name="Group 192">
              <a:extLst>
                <a:ext uri="{FF2B5EF4-FFF2-40B4-BE49-F238E27FC236}">
                  <a16:creationId xmlns:a16="http://schemas.microsoft.com/office/drawing/2014/main" id="{CF0E42E0-B4E7-441B-B307-1018BFD5D79E}"/>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217" name="Rectangle 216">
                <a:extLst>
                  <a:ext uri="{FF2B5EF4-FFF2-40B4-BE49-F238E27FC236}">
                    <a16:creationId xmlns:a16="http://schemas.microsoft.com/office/drawing/2014/main" id="{02A9C01C-134B-4949-8AD0-17ED2A3235E9}"/>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5B3CE967-3251-4DB4-8B91-2173593B1996}"/>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9FAA94AB-4CED-4ECE-BDF2-D7324617A6D9}"/>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CCD80EC6-027D-416C-BEE1-44EC6FF4C1C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50AC7073-C3A5-4E7E-94E0-A2137ED662A1}"/>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4" name="Group 193">
              <a:extLst>
                <a:ext uri="{FF2B5EF4-FFF2-40B4-BE49-F238E27FC236}">
                  <a16:creationId xmlns:a16="http://schemas.microsoft.com/office/drawing/2014/main" id="{2D4102BB-912F-497B-AF6D-FE4B6A9B392D}"/>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212" name="Rectangle 211">
                <a:extLst>
                  <a:ext uri="{FF2B5EF4-FFF2-40B4-BE49-F238E27FC236}">
                    <a16:creationId xmlns:a16="http://schemas.microsoft.com/office/drawing/2014/main" id="{0D059B00-5343-48C3-B1E3-A65E64B028F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3" name="Rectangle 212">
                <a:extLst>
                  <a:ext uri="{FF2B5EF4-FFF2-40B4-BE49-F238E27FC236}">
                    <a16:creationId xmlns:a16="http://schemas.microsoft.com/office/drawing/2014/main" id="{01016E6A-56D6-49D3-8829-8CF56ED875C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6BF19A4B-F65B-4D76-9B27-B4F71E793F4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C5C2DFEB-C165-4165-8EC1-30953B8A0008}"/>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92D1098E-521A-486F-BBE2-219362048421}"/>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5" name="Group 194">
              <a:extLst>
                <a:ext uri="{FF2B5EF4-FFF2-40B4-BE49-F238E27FC236}">
                  <a16:creationId xmlns:a16="http://schemas.microsoft.com/office/drawing/2014/main" id="{3028C8CC-8239-4432-82FC-353F9E33D297}"/>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208" name="Rectangle 207">
                <a:extLst>
                  <a:ext uri="{FF2B5EF4-FFF2-40B4-BE49-F238E27FC236}">
                    <a16:creationId xmlns:a16="http://schemas.microsoft.com/office/drawing/2014/main" id="{A5811E74-8E5C-40BD-8E89-93385E05A1D7}"/>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9" name="Rectangle 208">
                <a:extLst>
                  <a:ext uri="{FF2B5EF4-FFF2-40B4-BE49-F238E27FC236}">
                    <a16:creationId xmlns:a16="http://schemas.microsoft.com/office/drawing/2014/main" id="{09D41627-1C18-4D68-8995-8531D64BFCCC}"/>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0" name="Rectangle 209">
                <a:extLst>
                  <a:ext uri="{FF2B5EF4-FFF2-40B4-BE49-F238E27FC236}">
                    <a16:creationId xmlns:a16="http://schemas.microsoft.com/office/drawing/2014/main" id="{2F3C6234-69E5-423D-9521-A254C249DBC0}"/>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1" name="Rectangle 210">
                <a:extLst>
                  <a:ext uri="{FF2B5EF4-FFF2-40B4-BE49-F238E27FC236}">
                    <a16:creationId xmlns:a16="http://schemas.microsoft.com/office/drawing/2014/main" id="{374A6585-F0E6-4F09-929D-B7C2BFFC8932}"/>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6" name="Group 195">
              <a:extLst>
                <a:ext uri="{FF2B5EF4-FFF2-40B4-BE49-F238E27FC236}">
                  <a16:creationId xmlns:a16="http://schemas.microsoft.com/office/drawing/2014/main" id="{C57805C7-B5BA-483D-9E43-2CF87C3AFC2F}"/>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202" name="Rectangle 201">
                <a:extLst>
                  <a:ext uri="{FF2B5EF4-FFF2-40B4-BE49-F238E27FC236}">
                    <a16:creationId xmlns:a16="http://schemas.microsoft.com/office/drawing/2014/main" id="{69FB627B-54A9-4F20-9A38-97FCEA1E20E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3" name="Rectangle 202">
                <a:extLst>
                  <a:ext uri="{FF2B5EF4-FFF2-40B4-BE49-F238E27FC236}">
                    <a16:creationId xmlns:a16="http://schemas.microsoft.com/office/drawing/2014/main" id="{8EC42FD6-16F1-4AE0-AF67-BA6CF6D329B8}"/>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4" name="Rectangle 203">
                <a:extLst>
                  <a:ext uri="{FF2B5EF4-FFF2-40B4-BE49-F238E27FC236}">
                    <a16:creationId xmlns:a16="http://schemas.microsoft.com/office/drawing/2014/main" id="{54CD03E4-CC38-484C-95D1-688008BE4314}"/>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5" name="Rectangle 204">
                <a:extLst>
                  <a:ext uri="{FF2B5EF4-FFF2-40B4-BE49-F238E27FC236}">
                    <a16:creationId xmlns:a16="http://schemas.microsoft.com/office/drawing/2014/main" id="{694E32D5-CBEE-4CA1-A675-A0E4B468E5B6}"/>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6" name="Rectangle 205">
                <a:extLst>
                  <a:ext uri="{FF2B5EF4-FFF2-40B4-BE49-F238E27FC236}">
                    <a16:creationId xmlns:a16="http://schemas.microsoft.com/office/drawing/2014/main" id="{DCBD1010-FEAD-48B7-84D7-D42FFC310AD1}"/>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7" name="Rectangle 206">
                <a:extLst>
                  <a:ext uri="{FF2B5EF4-FFF2-40B4-BE49-F238E27FC236}">
                    <a16:creationId xmlns:a16="http://schemas.microsoft.com/office/drawing/2014/main" id="{85DE6664-62A1-4655-9AF4-1261A5EC0094}"/>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7" name="Group 196">
              <a:extLst>
                <a:ext uri="{FF2B5EF4-FFF2-40B4-BE49-F238E27FC236}">
                  <a16:creationId xmlns:a16="http://schemas.microsoft.com/office/drawing/2014/main" id="{C31F822E-D706-4DAC-A075-AB1AF9A59466}"/>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198" name="Rectangle 197">
                <a:extLst>
                  <a:ext uri="{FF2B5EF4-FFF2-40B4-BE49-F238E27FC236}">
                    <a16:creationId xmlns:a16="http://schemas.microsoft.com/office/drawing/2014/main" id="{780054AE-83BF-406A-B4A7-453063DB25C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9" name="Rectangle 198">
                <a:extLst>
                  <a:ext uri="{FF2B5EF4-FFF2-40B4-BE49-F238E27FC236}">
                    <a16:creationId xmlns:a16="http://schemas.microsoft.com/office/drawing/2014/main" id="{1E422C78-3E8D-4DD9-A97C-9DC76BA1A4E6}"/>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0" name="Rectangle 199">
                <a:extLst>
                  <a:ext uri="{FF2B5EF4-FFF2-40B4-BE49-F238E27FC236}">
                    <a16:creationId xmlns:a16="http://schemas.microsoft.com/office/drawing/2014/main" id="{AA0A11D1-4C5C-47CE-8EBE-EBE9894C45BF}"/>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1" name="Rectangle 200">
                <a:extLst>
                  <a:ext uri="{FF2B5EF4-FFF2-40B4-BE49-F238E27FC236}">
                    <a16:creationId xmlns:a16="http://schemas.microsoft.com/office/drawing/2014/main" id="{1474A554-D8A0-4CA7-9F9B-A71EF7E7E4D8}"/>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228" name="Rectangle 227">
            <a:extLst>
              <a:ext uri="{FF2B5EF4-FFF2-40B4-BE49-F238E27FC236}">
                <a16:creationId xmlns:a16="http://schemas.microsoft.com/office/drawing/2014/main" id="{F1C6DFE3-9BA1-4290-A699-1134469A183A}"/>
              </a:ext>
            </a:extLst>
          </p:cNvPr>
          <p:cNvSpPr/>
          <p:nvPr/>
        </p:nvSpPr>
        <p:spPr>
          <a:xfrm>
            <a:off x="4565227" y="3843845"/>
            <a:ext cx="979179" cy="769441"/>
          </a:xfrm>
          <a:prstGeom prst="rect">
            <a:avLst/>
          </a:prstGeom>
        </p:spPr>
        <p:txBody>
          <a:bodyPr wrap="none">
            <a:spAutoFit/>
          </a:bodyPr>
          <a:lstStyle/>
          <a:p>
            <a:r>
              <a:rPr lang="en-US" sz="4400" dirty="0">
                <a:solidFill>
                  <a:schemeClr val="bg1"/>
                </a:solidFill>
              </a:rPr>
              <a:t>T =</a:t>
            </a:r>
            <a:endParaRPr lang="en-US" dirty="0"/>
          </a:p>
        </p:txBody>
      </p:sp>
      <p:sp>
        <p:nvSpPr>
          <p:cNvPr id="229" name="Rectangle 228">
            <a:extLst>
              <a:ext uri="{FF2B5EF4-FFF2-40B4-BE49-F238E27FC236}">
                <a16:creationId xmlns:a16="http://schemas.microsoft.com/office/drawing/2014/main" id="{149DF6AE-57FB-46F9-B9B1-7E611BAB8E70}"/>
              </a:ext>
            </a:extLst>
          </p:cNvPr>
          <p:cNvSpPr/>
          <p:nvPr/>
        </p:nvSpPr>
        <p:spPr>
          <a:xfrm>
            <a:off x="292217" y="3838915"/>
            <a:ext cx="958917" cy="769441"/>
          </a:xfrm>
          <a:prstGeom prst="rect">
            <a:avLst/>
          </a:prstGeom>
        </p:spPr>
        <p:txBody>
          <a:bodyPr wrap="none">
            <a:spAutoFit/>
          </a:bodyPr>
          <a:lstStyle/>
          <a:p>
            <a:r>
              <a:rPr lang="en-US" sz="4400" dirty="0">
                <a:solidFill>
                  <a:schemeClr val="bg1"/>
                </a:solidFill>
              </a:rPr>
              <a:t>S =</a:t>
            </a:r>
            <a:endParaRPr lang="en-US" sz="4400" dirty="0"/>
          </a:p>
        </p:txBody>
      </p:sp>
      <p:grpSp>
        <p:nvGrpSpPr>
          <p:cNvPr id="69" name="Group 68">
            <a:extLst>
              <a:ext uri="{FF2B5EF4-FFF2-40B4-BE49-F238E27FC236}">
                <a16:creationId xmlns:a16="http://schemas.microsoft.com/office/drawing/2014/main" id="{83FCFC75-8B15-437B-BF31-352FECD1F483}"/>
              </a:ext>
            </a:extLst>
          </p:cNvPr>
          <p:cNvGrpSpPr/>
          <p:nvPr/>
        </p:nvGrpSpPr>
        <p:grpSpPr>
          <a:xfrm>
            <a:off x="8209001" y="3267358"/>
            <a:ext cx="3456965" cy="2084033"/>
            <a:chOff x="8043901" y="3744165"/>
            <a:chExt cx="3456965" cy="2084033"/>
          </a:xfrm>
          <a:pattFill prst="lgGrid">
            <a:fgClr>
              <a:schemeClr val="bg1">
                <a:lumMod val="95000"/>
                <a:lumOff val="5000"/>
              </a:schemeClr>
            </a:fgClr>
            <a:bgClr>
              <a:schemeClr val="tx1">
                <a:lumMod val="50000"/>
              </a:schemeClr>
            </a:bgClr>
          </a:pattFill>
        </p:grpSpPr>
        <p:sp>
          <p:nvSpPr>
            <p:cNvPr id="70" name="Rectangle 69">
              <a:extLst>
                <a:ext uri="{FF2B5EF4-FFF2-40B4-BE49-F238E27FC236}">
                  <a16:creationId xmlns:a16="http://schemas.microsoft.com/office/drawing/2014/main" id="{8EDB9818-4EB4-4B8E-BD18-A8845BCF8BEA}"/>
                </a:ext>
              </a:extLst>
            </p:cNvPr>
            <p:cNvSpPr/>
            <p:nvPr/>
          </p:nvSpPr>
          <p:spPr>
            <a:xfrm>
              <a:off x="9426688" y="3744166"/>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25CC2353-CE52-4F36-A83C-AF64B50679E1}"/>
                </a:ext>
              </a:extLst>
            </p:cNvPr>
            <p:cNvSpPr/>
            <p:nvPr/>
          </p:nvSpPr>
          <p:spPr>
            <a:xfrm>
              <a:off x="10118080" y="3744166"/>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F561C296-ADA1-43B9-9FBB-96A1F4D84D1A}"/>
                </a:ext>
              </a:extLst>
            </p:cNvPr>
            <p:cNvSpPr/>
            <p:nvPr/>
          </p:nvSpPr>
          <p:spPr>
            <a:xfrm>
              <a:off x="8735295" y="4438036"/>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F9CBCACB-E277-440B-BE90-00209EF29A4F}"/>
                </a:ext>
              </a:extLst>
            </p:cNvPr>
            <p:cNvSpPr/>
            <p:nvPr/>
          </p:nvSpPr>
          <p:spPr>
            <a:xfrm>
              <a:off x="8735295" y="5131369"/>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67112F6-0706-4577-9913-78EE6040E97E}"/>
                </a:ext>
              </a:extLst>
            </p:cNvPr>
            <p:cNvSpPr/>
            <p:nvPr/>
          </p:nvSpPr>
          <p:spPr>
            <a:xfrm>
              <a:off x="10118080" y="4440995"/>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87242919-2AFB-43AA-BDE6-5A145F37FE69}"/>
                </a:ext>
              </a:extLst>
            </p:cNvPr>
            <p:cNvSpPr/>
            <p:nvPr/>
          </p:nvSpPr>
          <p:spPr>
            <a:xfrm>
              <a:off x="9426688" y="5131369"/>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103B1E4A-F591-42B4-BBE3-A4B46D500379}"/>
                </a:ext>
              </a:extLst>
            </p:cNvPr>
            <p:cNvSpPr/>
            <p:nvPr/>
          </p:nvSpPr>
          <p:spPr>
            <a:xfrm>
              <a:off x="10118080" y="5129485"/>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899D835F-A7DC-4993-8B83-AD27B88A27EC}"/>
                </a:ext>
              </a:extLst>
            </p:cNvPr>
            <p:cNvSpPr/>
            <p:nvPr/>
          </p:nvSpPr>
          <p:spPr>
            <a:xfrm>
              <a:off x="8043901" y="5129485"/>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64ABDDC6-B704-4818-B56E-4B5D64815BDA}"/>
                </a:ext>
              </a:extLst>
            </p:cNvPr>
            <p:cNvSpPr/>
            <p:nvPr/>
          </p:nvSpPr>
          <p:spPr>
            <a:xfrm>
              <a:off x="10809472" y="3744166"/>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9D6FCA7F-D5ED-48AC-A18B-8EAEE59E4B4A}"/>
                </a:ext>
              </a:extLst>
            </p:cNvPr>
            <p:cNvSpPr/>
            <p:nvPr/>
          </p:nvSpPr>
          <p:spPr>
            <a:xfrm>
              <a:off x="8735295" y="3744165"/>
              <a:ext cx="691394" cy="696829"/>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0" name="Rectangle: Rounded Corners 79">
            <a:extLst>
              <a:ext uri="{FF2B5EF4-FFF2-40B4-BE49-F238E27FC236}">
                <a16:creationId xmlns:a16="http://schemas.microsoft.com/office/drawing/2014/main" id="{84E17A08-540A-4AAC-AED8-941FD858D056}"/>
              </a:ext>
            </a:extLst>
          </p:cNvPr>
          <p:cNvSpPr/>
          <p:nvPr/>
        </p:nvSpPr>
        <p:spPr>
          <a:xfrm>
            <a:off x="3798147" y="4753167"/>
            <a:ext cx="4591451" cy="1267698"/>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r>
              <a:rPr lang="en-US" sz="2400" b="1" u="sng" dirty="0">
                <a:solidFill>
                  <a:srgbClr val="FF0000"/>
                </a:solidFill>
              </a:rPr>
              <a:t>Goal</a:t>
            </a:r>
            <a:r>
              <a:rPr lang="en-US" sz="2400" b="1" dirty="0">
                <a:solidFill>
                  <a:srgbClr val="FF0000"/>
                </a:solidFill>
              </a:rPr>
              <a:t>: Design a tile system which does this using as few tile types as possible.</a:t>
            </a:r>
          </a:p>
        </p:txBody>
      </p:sp>
    </p:spTree>
    <p:extLst>
      <p:ext uri="{BB962C8B-B14F-4D97-AF65-F5344CB8AC3E}">
        <p14:creationId xmlns:p14="http://schemas.microsoft.com/office/powerpoint/2010/main" val="21929428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3145322" y="2449416"/>
          <a:ext cx="5901352" cy="1959168"/>
        </p:xfrm>
        <a:graphic>
          <a:graphicData uri="http://schemas.openxmlformats.org/drawingml/2006/table">
            <a:tbl>
              <a:tblPr firstRow="1" bandRow="1">
                <a:tableStyleId>{D27102A9-8310-4765-A935-A1911B00CA55}</a:tableStyleId>
              </a:tblPr>
              <a:tblGrid>
                <a:gridCol w="2950676">
                  <a:extLst>
                    <a:ext uri="{9D8B030D-6E8A-4147-A177-3AD203B41FA5}">
                      <a16:colId xmlns:a16="http://schemas.microsoft.com/office/drawing/2014/main" val="2592576974"/>
                    </a:ext>
                  </a:extLst>
                </a:gridCol>
                <a:gridCol w="2950676">
                  <a:extLst>
                    <a:ext uri="{9D8B030D-6E8A-4147-A177-3AD203B41FA5}">
                      <a16:colId xmlns:a16="http://schemas.microsoft.com/office/drawing/2014/main" val="2222684993"/>
                    </a:ext>
                  </a:extLst>
                </a:gridCol>
              </a:tblGrid>
              <a:tr h="441415">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No. of Tile Types</a:t>
                      </a:r>
                    </a:p>
                  </a:txBody>
                  <a:tcPr anchor="ctr"/>
                </a:tc>
                <a:extLst>
                  <a:ext uri="{0D108BD9-81ED-4DB2-BD59-A6C34878D82A}">
                    <a16:rowId xmlns:a16="http://schemas.microsoft.com/office/drawing/2014/main" val="1662199568"/>
                  </a:ext>
                </a:extLst>
              </a:tr>
              <a:tr h="761894">
                <a:tc>
                  <a:txBody>
                    <a:bodyPr/>
                    <a:lstStyle/>
                    <a:p>
                      <a:pPr algn="ctr"/>
                      <a:r>
                        <a:rPr lang="en-US" sz="2000" dirty="0" err="1">
                          <a:solidFill>
                            <a:sysClr val="windowText" lastClr="000000"/>
                          </a:solidFill>
                        </a:rPr>
                        <a:t>aTAM</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Soloveichik</a:t>
                      </a:r>
                      <a:r>
                        <a:rPr lang="en-US" sz="1600" dirty="0">
                          <a:solidFill>
                            <a:schemeClr val="bg1"/>
                          </a:solidFill>
                        </a:rPr>
                        <a:t>, </a:t>
                      </a:r>
                      <a:r>
                        <a:rPr lang="en-US" sz="1600" dirty="0" err="1">
                          <a:solidFill>
                            <a:schemeClr val="bg1"/>
                          </a:solidFill>
                        </a:rPr>
                        <a:t>Winfree</a:t>
                      </a:r>
                      <a:r>
                        <a:rPr lang="en-US" sz="1600" dirty="0">
                          <a:solidFill>
                            <a:schemeClr val="bg1"/>
                          </a:solidFill>
                        </a:rPr>
                        <a:t>, 2007</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755859">
                <a:tc>
                  <a:txBody>
                    <a:bodyPr/>
                    <a:lstStyle/>
                    <a:p>
                      <a:pPr algn="ctr"/>
                      <a:r>
                        <a:rPr lang="en-US" sz="2000" dirty="0">
                          <a:solidFill>
                            <a:sysClr val="windowText" lastClr="000000"/>
                          </a:solidFill>
                        </a:rPr>
                        <a:t>Negative Glue 2HAM</a:t>
                      </a:r>
                    </a:p>
                    <a:p>
                      <a:pPr algn="ctr"/>
                      <a:r>
                        <a:rPr lang="en-US" sz="2000" dirty="0">
                          <a:solidFill>
                            <a:sysClr val="windowText" lastClr="000000"/>
                          </a:solidFill>
                        </a:rPr>
                        <a:t>w/ High Temperature</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26" name="Group 25">
            <a:extLst>
              <a:ext uri="{FF2B5EF4-FFF2-40B4-BE49-F238E27FC236}">
                <a16:creationId xmlns:a16="http://schemas.microsoft.com/office/drawing/2014/main" id="{4C0E9DED-153D-4879-B969-154B54345376}"/>
              </a:ext>
            </a:extLst>
          </p:cNvPr>
          <p:cNvGrpSpPr/>
          <p:nvPr/>
        </p:nvGrpSpPr>
        <p:grpSpPr>
          <a:xfrm>
            <a:off x="6344268" y="2781146"/>
            <a:ext cx="2414811" cy="867770"/>
            <a:chOff x="4543200" y="4407239"/>
            <a:chExt cx="2414811" cy="867770"/>
          </a:xfrm>
        </p:grpSpPr>
        <p:grpSp>
          <p:nvGrpSpPr>
            <p:cNvPr id="27" name="Group 26">
              <a:extLst>
                <a:ext uri="{FF2B5EF4-FFF2-40B4-BE49-F238E27FC236}">
                  <a16:creationId xmlns:a16="http://schemas.microsoft.com/office/drawing/2014/main" id="{F6B5E656-DF8B-4DD7-A1AE-6003B723F67B}"/>
                </a:ext>
              </a:extLst>
            </p:cNvPr>
            <p:cNvGrpSpPr/>
            <p:nvPr/>
          </p:nvGrpSpPr>
          <p:grpSpPr>
            <a:xfrm>
              <a:off x="5321099" y="4474789"/>
              <a:ext cx="1636912" cy="800220"/>
              <a:chOff x="5678286" y="3403227"/>
              <a:chExt cx="1636912" cy="800220"/>
            </a:xfrm>
          </p:grpSpPr>
          <p:sp>
            <p:nvSpPr>
              <p:cNvPr id="29" name="TextBox 28">
                <a:extLst>
                  <a:ext uri="{FF2B5EF4-FFF2-40B4-BE49-F238E27FC236}">
                    <a16:creationId xmlns:a16="http://schemas.microsoft.com/office/drawing/2014/main" id="{03CC1786-500B-4C8B-9FE7-55E17918C04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0" name="Straight Connector 29">
                <a:extLst>
                  <a:ext uri="{FF2B5EF4-FFF2-40B4-BE49-F238E27FC236}">
                    <a16:creationId xmlns:a16="http://schemas.microsoft.com/office/drawing/2014/main" id="{C98B2380-1241-4E53-812F-D66E9B58E1BA}"/>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FD79B5C4-6FB9-422A-8C81-761D62F2641B}"/>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28" name="TextBox 27">
              <a:extLst>
                <a:ext uri="{FF2B5EF4-FFF2-40B4-BE49-F238E27FC236}">
                  <a16:creationId xmlns:a16="http://schemas.microsoft.com/office/drawing/2014/main" id="{9E95B950-4135-4BDF-979E-DDD874BCC880}"/>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11" name="TextBox 10">
            <a:extLst>
              <a:ext uri="{FF2B5EF4-FFF2-40B4-BE49-F238E27FC236}">
                <a16:creationId xmlns:a16="http://schemas.microsoft.com/office/drawing/2014/main" id="{7181A62A-1F99-4EEB-A429-C4ADEC883EA0}"/>
              </a:ext>
            </a:extLst>
          </p:cNvPr>
          <p:cNvSpPr txBox="1"/>
          <p:nvPr/>
        </p:nvSpPr>
        <p:spPr>
          <a:xfrm>
            <a:off x="-1" y="373996"/>
            <a:ext cx="12191999" cy="646331"/>
          </a:xfrm>
          <a:prstGeom prst="rect">
            <a:avLst/>
          </a:prstGeom>
          <a:noFill/>
        </p:spPr>
        <p:txBody>
          <a:bodyPr wrap="square" rtlCol="0">
            <a:spAutoFit/>
          </a:bodyPr>
          <a:lstStyle/>
          <a:p>
            <a:pPr algn="ctr"/>
            <a:r>
              <a:rPr lang="en-US" sz="3600" dirty="0">
                <a:solidFill>
                  <a:schemeClr val="bg1"/>
                </a:solidFill>
              </a:rPr>
              <a:t>Self-Assembly of Shapes</a:t>
            </a:r>
          </a:p>
        </p:txBody>
      </p:sp>
    </p:spTree>
    <p:extLst>
      <p:ext uri="{BB962C8B-B14F-4D97-AF65-F5344CB8AC3E}">
        <p14:creationId xmlns:p14="http://schemas.microsoft.com/office/powerpoint/2010/main" val="5727834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3145322" y="2449416"/>
          <a:ext cx="5901352" cy="1959168"/>
        </p:xfrm>
        <a:graphic>
          <a:graphicData uri="http://schemas.openxmlformats.org/drawingml/2006/table">
            <a:tbl>
              <a:tblPr firstRow="1" bandRow="1">
                <a:tableStyleId>{D27102A9-8310-4765-A935-A1911B00CA55}</a:tableStyleId>
              </a:tblPr>
              <a:tblGrid>
                <a:gridCol w="2950676">
                  <a:extLst>
                    <a:ext uri="{9D8B030D-6E8A-4147-A177-3AD203B41FA5}">
                      <a16:colId xmlns:a16="http://schemas.microsoft.com/office/drawing/2014/main" val="2592576974"/>
                    </a:ext>
                  </a:extLst>
                </a:gridCol>
                <a:gridCol w="2950676">
                  <a:extLst>
                    <a:ext uri="{9D8B030D-6E8A-4147-A177-3AD203B41FA5}">
                      <a16:colId xmlns:a16="http://schemas.microsoft.com/office/drawing/2014/main" val="2222684993"/>
                    </a:ext>
                  </a:extLst>
                </a:gridCol>
              </a:tblGrid>
              <a:tr h="441415">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No. of Tile Types</a:t>
                      </a:r>
                    </a:p>
                  </a:txBody>
                  <a:tcPr anchor="ctr"/>
                </a:tc>
                <a:extLst>
                  <a:ext uri="{0D108BD9-81ED-4DB2-BD59-A6C34878D82A}">
                    <a16:rowId xmlns:a16="http://schemas.microsoft.com/office/drawing/2014/main" val="1662199568"/>
                  </a:ext>
                </a:extLst>
              </a:tr>
              <a:tr h="761894">
                <a:tc>
                  <a:txBody>
                    <a:bodyPr/>
                    <a:lstStyle/>
                    <a:p>
                      <a:pPr algn="ctr"/>
                      <a:r>
                        <a:rPr lang="en-US" sz="2000" dirty="0" err="1">
                          <a:solidFill>
                            <a:sysClr val="windowText" lastClr="000000"/>
                          </a:solidFill>
                        </a:rPr>
                        <a:t>aTAM</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Soloveichik</a:t>
                      </a:r>
                      <a:r>
                        <a:rPr lang="en-US" sz="1600" dirty="0">
                          <a:solidFill>
                            <a:schemeClr val="bg1"/>
                          </a:solidFill>
                        </a:rPr>
                        <a:t>, </a:t>
                      </a:r>
                      <a:r>
                        <a:rPr lang="en-US" sz="1600" dirty="0" err="1">
                          <a:solidFill>
                            <a:schemeClr val="bg1"/>
                          </a:solidFill>
                        </a:rPr>
                        <a:t>Winfree</a:t>
                      </a:r>
                      <a:r>
                        <a:rPr lang="en-US" sz="1600" dirty="0">
                          <a:solidFill>
                            <a:schemeClr val="bg1"/>
                          </a:solidFill>
                        </a:rPr>
                        <a:t>, 2007</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755859">
                <a:tc>
                  <a:txBody>
                    <a:bodyPr/>
                    <a:lstStyle/>
                    <a:p>
                      <a:pPr algn="ctr"/>
                      <a:r>
                        <a:rPr lang="en-US" sz="2000" dirty="0">
                          <a:solidFill>
                            <a:sysClr val="windowText" lastClr="000000"/>
                          </a:solidFill>
                        </a:rPr>
                        <a:t>Negative Glue 2HAM</a:t>
                      </a:r>
                    </a:p>
                    <a:p>
                      <a:pPr algn="ctr"/>
                      <a:r>
                        <a:rPr lang="en-US" sz="2000" dirty="0">
                          <a:solidFill>
                            <a:sysClr val="windowText" lastClr="000000"/>
                          </a:solidFill>
                        </a:rPr>
                        <a:t>w/ High Temperature</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26" name="Group 25">
            <a:extLst>
              <a:ext uri="{FF2B5EF4-FFF2-40B4-BE49-F238E27FC236}">
                <a16:creationId xmlns:a16="http://schemas.microsoft.com/office/drawing/2014/main" id="{4C0E9DED-153D-4879-B969-154B54345376}"/>
              </a:ext>
            </a:extLst>
          </p:cNvPr>
          <p:cNvGrpSpPr/>
          <p:nvPr/>
        </p:nvGrpSpPr>
        <p:grpSpPr>
          <a:xfrm>
            <a:off x="6344268" y="2781146"/>
            <a:ext cx="2414811" cy="867770"/>
            <a:chOff x="4543200" y="4407239"/>
            <a:chExt cx="2414811" cy="867770"/>
          </a:xfrm>
        </p:grpSpPr>
        <p:grpSp>
          <p:nvGrpSpPr>
            <p:cNvPr id="27" name="Group 26">
              <a:extLst>
                <a:ext uri="{FF2B5EF4-FFF2-40B4-BE49-F238E27FC236}">
                  <a16:creationId xmlns:a16="http://schemas.microsoft.com/office/drawing/2014/main" id="{F6B5E656-DF8B-4DD7-A1AE-6003B723F67B}"/>
                </a:ext>
              </a:extLst>
            </p:cNvPr>
            <p:cNvGrpSpPr/>
            <p:nvPr/>
          </p:nvGrpSpPr>
          <p:grpSpPr>
            <a:xfrm>
              <a:off x="5321099" y="4474789"/>
              <a:ext cx="1636912" cy="800220"/>
              <a:chOff x="5678286" y="3403227"/>
              <a:chExt cx="1636912" cy="800220"/>
            </a:xfrm>
          </p:grpSpPr>
          <p:sp>
            <p:nvSpPr>
              <p:cNvPr id="29" name="TextBox 28">
                <a:extLst>
                  <a:ext uri="{FF2B5EF4-FFF2-40B4-BE49-F238E27FC236}">
                    <a16:creationId xmlns:a16="http://schemas.microsoft.com/office/drawing/2014/main" id="{03CC1786-500B-4C8B-9FE7-55E17918C04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0" name="Straight Connector 29">
                <a:extLst>
                  <a:ext uri="{FF2B5EF4-FFF2-40B4-BE49-F238E27FC236}">
                    <a16:creationId xmlns:a16="http://schemas.microsoft.com/office/drawing/2014/main" id="{C98B2380-1241-4E53-812F-D66E9B58E1BA}"/>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FD79B5C4-6FB9-422A-8C81-761D62F2641B}"/>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28" name="TextBox 27">
              <a:extLst>
                <a:ext uri="{FF2B5EF4-FFF2-40B4-BE49-F238E27FC236}">
                  <a16:creationId xmlns:a16="http://schemas.microsoft.com/office/drawing/2014/main" id="{9E95B950-4135-4BDF-979E-DDD874BCC880}"/>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11" name="TextBox 10">
            <a:extLst>
              <a:ext uri="{FF2B5EF4-FFF2-40B4-BE49-F238E27FC236}">
                <a16:creationId xmlns:a16="http://schemas.microsoft.com/office/drawing/2014/main" id="{7181A62A-1F99-4EEB-A429-C4ADEC883EA0}"/>
              </a:ext>
            </a:extLst>
          </p:cNvPr>
          <p:cNvSpPr txBox="1"/>
          <p:nvPr/>
        </p:nvSpPr>
        <p:spPr>
          <a:xfrm>
            <a:off x="-1" y="373996"/>
            <a:ext cx="12191999" cy="646331"/>
          </a:xfrm>
          <a:prstGeom prst="rect">
            <a:avLst/>
          </a:prstGeom>
          <a:noFill/>
        </p:spPr>
        <p:txBody>
          <a:bodyPr wrap="square" rtlCol="0">
            <a:spAutoFit/>
          </a:bodyPr>
          <a:lstStyle/>
          <a:p>
            <a:pPr algn="ctr"/>
            <a:r>
              <a:rPr lang="en-US" sz="3600" dirty="0">
                <a:solidFill>
                  <a:schemeClr val="bg1"/>
                </a:solidFill>
              </a:rPr>
              <a:t>Self-Assembly of Shapes</a:t>
            </a:r>
          </a:p>
        </p:txBody>
      </p:sp>
      <p:sp>
        <p:nvSpPr>
          <p:cNvPr id="13" name="TextBox 12">
            <a:extLst>
              <a:ext uri="{FF2B5EF4-FFF2-40B4-BE49-F238E27FC236}">
                <a16:creationId xmlns:a16="http://schemas.microsoft.com/office/drawing/2014/main" id="{497AD119-EA03-410C-9172-B917F5A79600}"/>
              </a:ext>
            </a:extLst>
          </p:cNvPr>
          <p:cNvSpPr txBox="1"/>
          <p:nvPr/>
        </p:nvSpPr>
        <p:spPr>
          <a:xfrm>
            <a:off x="6750156" y="3528374"/>
            <a:ext cx="1346844" cy="830997"/>
          </a:xfrm>
          <a:prstGeom prst="rect">
            <a:avLst/>
          </a:prstGeom>
          <a:noFill/>
        </p:spPr>
        <p:txBody>
          <a:bodyPr wrap="none" rtlCol="0">
            <a:spAutoFit/>
          </a:bodyPr>
          <a:lstStyle/>
          <a:p>
            <a:r>
              <a:rPr lang="en-US" sz="4800" dirty="0">
                <a:solidFill>
                  <a:schemeClr val="bg1"/>
                </a:solidFill>
              </a:rPr>
              <a:t>O(1)</a:t>
            </a:r>
          </a:p>
        </p:txBody>
      </p:sp>
    </p:spTree>
    <p:extLst>
      <p:ext uri="{BB962C8B-B14F-4D97-AF65-F5344CB8AC3E}">
        <p14:creationId xmlns:p14="http://schemas.microsoft.com/office/powerpoint/2010/main" val="391815047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3145322" y="2449416"/>
          <a:ext cx="5901352" cy="1959168"/>
        </p:xfrm>
        <a:graphic>
          <a:graphicData uri="http://schemas.openxmlformats.org/drawingml/2006/table">
            <a:tbl>
              <a:tblPr firstRow="1" bandRow="1">
                <a:tableStyleId>{D27102A9-8310-4765-A935-A1911B00CA55}</a:tableStyleId>
              </a:tblPr>
              <a:tblGrid>
                <a:gridCol w="2950676">
                  <a:extLst>
                    <a:ext uri="{9D8B030D-6E8A-4147-A177-3AD203B41FA5}">
                      <a16:colId xmlns:a16="http://schemas.microsoft.com/office/drawing/2014/main" val="2592576974"/>
                    </a:ext>
                  </a:extLst>
                </a:gridCol>
                <a:gridCol w="2950676">
                  <a:extLst>
                    <a:ext uri="{9D8B030D-6E8A-4147-A177-3AD203B41FA5}">
                      <a16:colId xmlns:a16="http://schemas.microsoft.com/office/drawing/2014/main" val="2222684993"/>
                    </a:ext>
                  </a:extLst>
                </a:gridCol>
              </a:tblGrid>
              <a:tr h="441415">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No. of Tile Types</a:t>
                      </a:r>
                    </a:p>
                  </a:txBody>
                  <a:tcPr anchor="ctr"/>
                </a:tc>
                <a:extLst>
                  <a:ext uri="{0D108BD9-81ED-4DB2-BD59-A6C34878D82A}">
                    <a16:rowId xmlns:a16="http://schemas.microsoft.com/office/drawing/2014/main" val="1662199568"/>
                  </a:ext>
                </a:extLst>
              </a:tr>
              <a:tr h="761894">
                <a:tc>
                  <a:txBody>
                    <a:bodyPr/>
                    <a:lstStyle/>
                    <a:p>
                      <a:pPr algn="ctr"/>
                      <a:r>
                        <a:rPr lang="en-US" sz="2000" dirty="0" err="1">
                          <a:solidFill>
                            <a:sysClr val="windowText" lastClr="000000"/>
                          </a:solidFill>
                        </a:rPr>
                        <a:t>aTAM</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Soloveichik</a:t>
                      </a:r>
                      <a:r>
                        <a:rPr lang="en-US" sz="1600" dirty="0">
                          <a:solidFill>
                            <a:schemeClr val="bg1"/>
                          </a:solidFill>
                        </a:rPr>
                        <a:t>, </a:t>
                      </a:r>
                      <a:r>
                        <a:rPr lang="en-US" sz="1600" dirty="0" err="1">
                          <a:solidFill>
                            <a:schemeClr val="bg1"/>
                          </a:solidFill>
                        </a:rPr>
                        <a:t>Winfree</a:t>
                      </a:r>
                      <a:r>
                        <a:rPr lang="en-US" sz="1600" dirty="0">
                          <a:solidFill>
                            <a:schemeClr val="bg1"/>
                          </a:solidFill>
                        </a:rPr>
                        <a:t>, 2007</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755859">
                <a:tc>
                  <a:txBody>
                    <a:bodyPr/>
                    <a:lstStyle/>
                    <a:p>
                      <a:pPr algn="ctr"/>
                      <a:r>
                        <a:rPr lang="en-US" sz="2000" dirty="0">
                          <a:solidFill>
                            <a:sysClr val="windowText" lastClr="000000"/>
                          </a:solidFill>
                        </a:rPr>
                        <a:t>Negative Glue 2HAM</a:t>
                      </a:r>
                    </a:p>
                    <a:p>
                      <a:pPr algn="ctr"/>
                      <a:r>
                        <a:rPr lang="en-US" sz="2000" dirty="0">
                          <a:solidFill>
                            <a:sysClr val="windowText" lastClr="000000"/>
                          </a:solidFill>
                        </a:rPr>
                        <a:t>w/ High Temperature</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26" name="Group 25">
            <a:extLst>
              <a:ext uri="{FF2B5EF4-FFF2-40B4-BE49-F238E27FC236}">
                <a16:creationId xmlns:a16="http://schemas.microsoft.com/office/drawing/2014/main" id="{4C0E9DED-153D-4879-B969-154B54345376}"/>
              </a:ext>
            </a:extLst>
          </p:cNvPr>
          <p:cNvGrpSpPr/>
          <p:nvPr/>
        </p:nvGrpSpPr>
        <p:grpSpPr>
          <a:xfrm>
            <a:off x="6344268" y="2781146"/>
            <a:ext cx="2414811" cy="867770"/>
            <a:chOff x="4543200" y="4407239"/>
            <a:chExt cx="2414811" cy="867770"/>
          </a:xfrm>
        </p:grpSpPr>
        <p:grpSp>
          <p:nvGrpSpPr>
            <p:cNvPr id="27" name="Group 26">
              <a:extLst>
                <a:ext uri="{FF2B5EF4-FFF2-40B4-BE49-F238E27FC236}">
                  <a16:creationId xmlns:a16="http://schemas.microsoft.com/office/drawing/2014/main" id="{F6B5E656-DF8B-4DD7-A1AE-6003B723F67B}"/>
                </a:ext>
              </a:extLst>
            </p:cNvPr>
            <p:cNvGrpSpPr/>
            <p:nvPr/>
          </p:nvGrpSpPr>
          <p:grpSpPr>
            <a:xfrm>
              <a:off x="5321099" y="4474789"/>
              <a:ext cx="1636912" cy="800220"/>
              <a:chOff x="5678286" y="3403227"/>
              <a:chExt cx="1636912" cy="800220"/>
            </a:xfrm>
          </p:grpSpPr>
          <p:sp>
            <p:nvSpPr>
              <p:cNvPr id="29" name="TextBox 28">
                <a:extLst>
                  <a:ext uri="{FF2B5EF4-FFF2-40B4-BE49-F238E27FC236}">
                    <a16:creationId xmlns:a16="http://schemas.microsoft.com/office/drawing/2014/main" id="{03CC1786-500B-4C8B-9FE7-55E17918C04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0" name="Straight Connector 29">
                <a:extLst>
                  <a:ext uri="{FF2B5EF4-FFF2-40B4-BE49-F238E27FC236}">
                    <a16:creationId xmlns:a16="http://schemas.microsoft.com/office/drawing/2014/main" id="{C98B2380-1241-4E53-812F-D66E9B58E1BA}"/>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FD79B5C4-6FB9-422A-8C81-761D62F2641B}"/>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28" name="TextBox 27">
              <a:extLst>
                <a:ext uri="{FF2B5EF4-FFF2-40B4-BE49-F238E27FC236}">
                  <a16:creationId xmlns:a16="http://schemas.microsoft.com/office/drawing/2014/main" id="{9E95B950-4135-4BDF-979E-DDD874BCC880}"/>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11" name="TextBox 10">
            <a:extLst>
              <a:ext uri="{FF2B5EF4-FFF2-40B4-BE49-F238E27FC236}">
                <a16:creationId xmlns:a16="http://schemas.microsoft.com/office/drawing/2014/main" id="{7181A62A-1F99-4EEB-A429-C4ADEC883EA0}"/>
              </a:ext>
            </a:extLst>
          </p:cNvPr>
          <p:cNvSpPr txBox="1"/>
          <p:nvPr/>
        </p:nvSpPr>
        <p:spPr>
          <a:xfrm>
            <a:off x="-1" y="373996"/>
            <a:ext cx="12191999" cy="646331"/>
          </a:xfrm>
          <a:prstGeom prst="rect">
            <a:avLst/>
          </a:prstGeom>
          <a:noFill/>
        </p:spPr>
        <p:txBody>
          <a:bodyPr wrap="square" rtlCol="0">
            <a:spAutoFit/>
          </a:bodyPr>
          <a:lstStyle/>
          <a:p>
            <a:pPr algn="ctr"/>
            <a:r>
              <a:rPr lang="en-US" sz="3600" dirty="0">
                <a:solidFill>
                  <a:schemeClr val="bg1"/>
                </a:solidFill>
              </a:rPr>
              <a:t>Self-Assembly of Shapes</a:t>
            </a:r>
          </a:p>
        </p:txBody>
      </p:sp>
      <p:sp>
        <p:nvSpPr>
          <p:cNvPr id="13" name="TextBox 12">
            <a:extLst>
              <a:ext uri="{FF2B5EF4-FFF2-40B4-BE49-F238E27FC236}">
                <a16:creationId xmlns:a16="http://schemas.microsoft.com/office/drawing/2014/main" id="{497AD119-EA03-410C-9172-B917F5A79600}"/>
              </a:ext>
            </a:extLst>
          </p:cNvPr>
          <p:cNvSpPr txBox="1"/>
          <p:nvPr/>
        </p:nvSpPr>
        <p:spPr>
          <a:xfrm>
            <a:off x="6750156" y="3528374"/>
            <a:ext cx="1346844" cy="830997"/>
          </a:xfrm>
          <a:prstGeom prst="rect">
            <a:avLst/>
          </a:prstGeom>
          <a:noFill/>
        </p:spPr>
        <p:txBody>
          <a:bodyPr wrap="none" rtlCol="0">
            <a:spAutoFit/>
          </a:bodyPr>
          <a:lstStyle/>
          <a:p>
            <a:r>
              <a:rPr lang="en-US" sz="4800" dirty="0">
                <a:solidFill>
                  <a:schemeClr val="bg1"/>
                </a:solidFill>
              </a:rPr>
              <a:t>O(1)</a:t>
            </a:r>
          </a:p>
        </p:txBody>
      </p:sp>
      <p:sp>
        <p:nvSpPr>
          <p:cNvPr id="12" name="TextBox 11">
            <a:extLst>
              <a:ext uri="{FF2B5EF4-FFF2-40B4-BE49-F238E27FC236}">
                <a16:creationId xmlns:a16="http://schemas.microsoft.com/office/drawing/2014/main" id="{98A00057-D04F-44F9-AE10-E37453E62B3A}"/>
              </a:ext>
            </a:extLst>
          </p:cNvPr>
          <p:cNvSpPr txBox="1"/>
          <p:nvPr/>
        </p:nvSpPr>
        <p:spPr>
          <a:xfrm>
            <a:off x="-2" y="4783433"/>
            <a:ext cx="12192000" cy="646331"/>
          </a:xfrm>
          <a:prstGeom prst="rect">
            <a:avLst/>
          </a:prstGeom>
          <a:noFill/>
        </p:spPr>
        <p:txBody>
          <a:bodyPr wrap="square" rtlCol="0">
            <a:spAutoFit/>
          </a:bodyPr>
          <a:lstStyle/>
          <a:p>
            <a:pPr algn="ctr"/>
            <a:r>
              <a:rPr lang="en-US" sz="3600" dirty="0">
                <a:solidFill>
                  <a:schemeClr val="bg1"/>
                </a:solidFill>
              </a:rPr>
              <a:t>How is this possible?</a:t>
            </a:r>
          </a:p>
        </p:txBody>
      </p:sp>
    </p:spTree>
    <p:extLst>
      <p:ext uri="{BB962C8B-B14F-4D97-AF65-F5344CB8AC3E}">
        <p14:creationId xmlns:p14="http://schemas.microsoft.com/office/powerpoint/2010/main" val="283453184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2042560" y="2449416"/>
          <a:ext cx="8106879" cy="1959168"/>
        </p:xfrm>
        <a:graphic>
          <a:graphicData uri="http://schemas.openxmlformats.org/drawingml/2006/table">
            <a:tbl>
              <a:tblPr firstRow="1" bandRow="1">
                <a:tableStyleId>{D27102A9-8310-4765-A935-A1911B00CA55}</a:tableStyleId>
              </a:tblPr>
              <a:tblGrid>
                <a:gridCol w="2918928">
                  <a:extLst>
                    <a:ext uri="{9D8B030D-6E8A-4147-A177-3AD203B41FA5}">
                      <a16:colId xmlns:a16="http://schemas.microsoft.com/office/drawing/2014/main" val="2592576974"/>
                    </a:ext>
                  </a:extLst>
                </a:gridCol>
                <a:gridCol w="2597150">
                  <a:extLst>
                    <a:ext uri="{9D8B030D-6E8A-4147-A177-3AD203B41FA5}">
                      <a16:colId xmlns:a16="http://schemas.microsoft.com/office/drawing/2014/main" val="2222684993"/>
                    </a:ext>
                  </a:extLst>
                </a:gridCol>
                <a:gridCol w="2590801">
                  <a:extLst>
                    <a:ext uri="{9D8B030D-6E8A-4147-A177-3AD203B41FA5}">
                      <a16:colId xmlns:a16="http://schemas.microsoft.com/office/drawing/2014/main" val="1678677303"/>
                    </a:ext>
                  </a:extLst>
                </a:gridCol>
              </a:tblGrid>
              <a:tr h="441415">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No. of Tile Types</a:t>
                      </a:r>
                    </a:p>
                  </a:txBody>
                  <a:tcPr anchor="ctr"/>
                </a:tc>
                <a:tc>
                  <a:txBody>
                    <a:bodyPr/>
                    <a:lstStyle/>
                    <a:p>
                      <a:pPr algn="ctr"/>
                      <a:r>
                        <a:rPr lang="en-US" dirty="0">
                          <a:solidFill>
                            <a:sysClr val="windowText" lastClr="000000"/>
                          </a:solidFill>
                        </a:rPr>
                        <a:t> Temp. &amp; Glue Function</a:t>
                      </a:r>
                    </a:p>
                  </a:txBody>
                  <a:tcPr anchor="ctr"/>
                </a:tc>
                <a:extLst>
                  <a:ext uri="{0D108BD9-81ED-4DB2-BD59-A6C34878D82A}">
                    <a16:rowId xmlns:a16="http://schemas.microsoft.com/office/drawing/2014/main" val="1662199568"/>
                  </a:ext>
                </a:extLst>
              </a:tr>
              <a:tr h="761894">
                <a:tc>
                  <a:txBody>
                    <a:bodyPr/>
                    <a:lstStyle/>
                    <a:p>
                      <a:pPr algn="ctr"/>
                      <a:r>
                        <a:rPr lang="en-US" sz="2000" dirty="0" err="1">
                          <a:solidFill>
                            <a:sysClr val="windowText" lastClr="000000"/>
                          </a:solidFill>
                        </a:rPr>
                        <a:t>aTAM</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Soloveichik</a:t>
                      </a:r>
                      <a:r>
                        <a:rPr lang="en-US" sz="1600" dirty="0">
                          <a:solidFill>
                            <a:schemeClr val="bg1"/>
                          </a:solidFill>
                        </a:rPr>
                        <a:t>, </a:t>
                      </a:r>
                      <a:r>
                        <a:rPr lang="en-US" sz="1600" dirty="0" err="1">
                          <a:solidFill>
                            <a:schemeClr val="bg1"/>
                          </a:solidFill>
                        </a:rPr>
                        <a:t>Winfree</a:t>
                      </a:r>
                      <a:r>
                        <a:rPr lang="en-US" sz="1600" dirty="0">
                          <a:solidFill>
                            <a:schemeClr val="bg1"/>
                          </a:solidFill>
                        </a:rPr>
                        <a:t>, 2007</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755859">
                <a:tc>
                  <a:txBody>
                    <a:bodyPr/>
                    <a:lstStyle/>
                    <a:p>
                      <a:pPr algn="ctr"/>
                      <a:r>
                        <a:rPr lang="en-US" sz="2000" dirty="0">
                          <a:solidFill>
                            <a:sysClr val="windowText" lastClr="000000"/>
                          </a:solidFill>
                        </a:rPr>
                        <a:t>Negative Glue 2HAM</a:t>
                      </a:r>
                    </a:p>
                    <a:p>
                      <a:pPr algn="ctr"/>
                      <a:r>
                        <a:rPr lang="en-US" sz="2000" dirty="0">
                          <a:solidFill>
                            <a:sysClr val="windowText" lastClr="000000"/>
                          </a:solidFill>
                        </a:rPr>
                        <a:t>w/ High Temperature</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26" name="Group 25">
            <a:extLst>
              <a:ext uri="{FF2B5EF4-FFF2-40B4-BE49-F238E27FC236}">
                <a16:creationId xmlns:a16="http://schemas.microsoft.com/office/drawing/2014/main" id="{4C0E9DED-153D-4879-B969-154B54345376}"/>
              </a:ext>
            </a:extLst>
          </p:cNvPr>
          <p:cNvGrpSpPr/>
          <p:nvPr/>
        </p:nvGrpSpPr>
        <p:grpSpPr>
          <a:xfrm>
            <a:off x="5041481" y="2781146"/>
            <a:ext cx="2414811" cy="867770"/>
            <a:chOff x="4543200" y="4407239"/>
            <a:chExt cx="2414811" cy="867770"/>
          </a:xfrm>
        </p:grpSpPr>
        <p:grpSp>
          <p:nvGrpSpPr>
            <p:cNvPr id="27" name="Group 26">
              <a:extLst>
                <a:ext uri="{FF2B5EF4-FFF2-40B4-BE49-F238E27FC236}">
                  <a16:creationId xmlns:a16="http://schemas.microsoft.com/office/drawing/2014/main" id="{F6B5E656-DF8B-4DD7-A1AE-6003B723F67B}"/>
                </a:ext>
              </a:extLst>
            </p:cNvPr>
            <p:cNvGrpSpPr/>
            <p:nvPr/>
          </p:nvGrpSpPr>
          <p:grpSpPr>
            <a:xfrm>
              <a:off x="5321099" y="4474789"/>
              <a:ext cx="1636912" cy="800220"/>
              <a:chOff x="5678286" y="3403227"/>
              <a:chExt cx="1636912" cy="800220"/>
            </a:xfrm>
          </p:grpSpPr>
          <p:sp>
            <p:nvSpPr>
              <p:cNvPr id="29" name="TextBox 28">
                <a:extLst>
                  <a:ext uri="{FF2B5EF4-FFF2-40B4-BE49-F238E27FC236}">
                    <a16:creationId xmlns:a16="http://schemas.microsoft.com/office/drawing/2014/main" id="{03CC1786-500B-4C8B-9FE7-55E17918C04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solidFill>
                  </a:rPr>
                  <a:t>log(K(S))</a:t>
                </a:r>
              </a:p>
            </p:txBody>
          </p:sp>
          <p:cxnSp>
            <p:nvCxnSpPr>
              <p:cNvPr id="30" name="Straight Connector 29">
                <a:extLst>
                  <a:ext uri="{FF2B5EF4-FFF2-40B4-BE49-F238E27FC236}">
                    <a16:creationId xmlns:a16="http://schemas.microsoft.com/office/drawing/2014/main" id="{C98B2380-1241-4E53-812F-D66E9B58E1BA}"/>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FD79B5C4-6FB9-422A-8C81-761D62F2641B}"/>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solidFill>
                  </a:rPr>
                  <a:t>K(S)</a:t>
                </a:r>
              </a:p>
            </p:txBody>
          </p:sp>
        </p:grpSp>
        <p:sp>
          <p:nvSpPr>
            <p:cNvPr id="28" name="TextBox 27">
              <a:extLst>
                <a:ext uri="{FF2B5EF4-FFF2-40B4-BE49-F238E27FC236}">
                  <a16:creationId xmlns:a16="http://schemas.microsoft.com/office/drawing/2014/main" id="{9E95B950-4135-4BDF-979E-DDD874BCC880}"/>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solidFill>
                </a:rPr>
                <a:t>O(        )</a:t>
              </a:r>
            </a:p>
          </p:txBody>
        </p:sp>
      </p:grpSp>
      <p:sp>
        <p:nvSpPr>
          <p:cNvPr id="11" name="TextBox 10">
            <a:extLst>
              <a:ext uri="{FF2B5EF4-FFF2-40B4-BE49-F238E27FC236}">
                <a16:creationId xmlns:a16="http://schemas.microsoft.com/office/drawing/2014/main" id="{7181A62A-1F99-4EEB-A429-C4ADEC883EA0}"/>
              </a:ext>
            </a:extLst>
          </p:cNvPr>
          <p:cNvSpPr txBox="1"/>
          <p:nvPr/>
        </p:nvSpPr>
        <p:spPr>
          <a:xfrm>
            <a:off x="-1" y="373996"/>
            <a:ext cx="12191999" cy="646331"/>
          </a:xfrm>
          <a:prstGeom prst="rect">
            <a:avLst/>
          </a:prstGeom>
          <a:noFill/>
        </p:spPr>
        <p:txBody>
          <a:bodyPr wrap="square" rtlCol="0">
            <a:spAutoFit/>
          </a:bodyPr>
          <a:lstStyle/>
          <a:p>
            <a:pPr algn="ctr"/>
            <a:r>
              <a:rPr lang="en-US" sz="3600" dirty="0">
                <a:solidFill>
                  <a:schemeClr val="bg1"/>
                </a:solidFill>
              </a:rPr>
              <a:t>Self-Assembly of Shapes</a:t>
            </a:r>
          </a:p>
        </p:txBody>
      </p:sp>
      <p:sp>
        <p:nvSpPr>
          <p:cNvPr id="13" name="TextBox 12">
            <a:extLst>
              <a:ext uri="{FF2B5EF4-FFF2-40B4-BE49-F238E27FC236}">
                <a16:creationId xmlns:a16="http://schemas.microsoft.com/office/drawing/2014/main" id="{497AD119-EA03-410C-9172-B917F5A79600}"/>
              </a:ext>
            </a:extLst>
          </p:cNvPr>
          <p:cNvSpPr txBox="1"/>
          <p:nvPr/>
        </p:nvSpPr>
        <p:spPr>
          <a:xfrm>
            <a:off x="5475944" y="3528374"/>
            <a:ext cx="1346844" cy="830997"/>
          </a:xfrm>
          <a:prstGeom prst="rect">
            <a:avLst/>
          </a:prstGeom>
          <a:noFill/>
        </p:spPr>
        <p:txBody>
          <a:bodyPr wrap="none" rtlCol="0">
            <a:spAutoFit/>
          </a:bodyPr>
          <a:lstStyle/>
          <a:p>
            <a:r>
              <a:rPr lang="en-US" sz="4800" dirty="0">
                <a:solidFill>
                  <a:schemeClr val="bg1"/>
                </a:solidFill>
              </a:rPr>
              <a:t>O(1)</a:t>
            </a:r>
          </a:p>
        </p:txBody>
      </p:sp>
      <p:sp>
        <p:nvSpPr>
          <p:cNvPr id="14" name="TextBox 13">
            <a:extLst>
              <a:ext uri="{FF2B5EF4-FFF2-40B4-BE49-F238E27FC236}">
                <a16:creationId xmlns:a16="http://schemas.microsoft.com/office/drawing/2014/main" id="{C66E2626-7F45-4D11-BAF5-2BCD21F9786B}"/>
              </a:ext>
            </a:extLst>
          </p:cNvPr>
          <p:cNvSpPr txBox="1"/>
          <p:nvPr/>
        </p:nvSpPr>
        <p:spPr>
          <a:xfrm>
            <a:off x="8046718" y="2817919"/>
            <a:ext cx="1346844" cy="830997"/>
          </a:xfrm>
          <a:prstGeom prst="rect">
            <a:avLst/>
          </a:prstGeom>
          <a:noFill/>
        </p:spPr>
        <p:txBody>
          <a:bodyPr wrap="none" rtlCol="0">
            <a:spAutoFit/>
          </a:bodyPr>
          <a:lstStyle/>
          <a:p>
            <a:r>
              <a:rPr lang="en-US" sz="4800" dirty="0">
                <a:solidFill>
                  <a:schemeClr val="bg1"/>
                </a:solidFill>
              </a:rPr>
              <a:t>O(1)</a:t>
            </a:r>
          </a:p>
        </p:txBody>
      </p:sp>
    </p:spTree>
    <p:extLst>
      <p:ext uri="{BB962C8B-B14F-4D97-AF65-F5344CB8AC3E}">
        <p14:creationId xmlns:p14="http://schemas.microsoft.com/office/powerpoint/2010/main" val="4558876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2042560" y="2449416"/>
          <a:ext cx="8106879" cy="1959168"/>
        </p:xfrm>
        <a:graphic>
          <a:graphicData uri="http://schemas.openxmlformats.org/drawingml/2006/table">
            <a:tbl>
              <a:tblPr firstRow="1" bandRow="1">
                <a:tableStyleId>{D27102A9-8310-4765-A935-A1911B00CA55}</a:tableStyleId>
              </a:tblPr>
              <a:tblGrid>
                <a:gridCol w="2918928">
                  <a:extLst>
                    <a:ext uri="{9D8B030D-6E8A-4147-A177-3AD203B41FA5}">
                      <a16:colId xmlns:a16="http://schemas.microsoft.com/office/drawing/2014/main" val="2592576974"/>
                    </a:ext>
                  </a:extLst>
                </a:gridCol>
                <a:gridCol w="2597150">
                  <a:extLst>
                    <a:ext uri="{9D8B030D-6E8A-4147-A177-3AD203B41FA5}">
                      <a16:colId xmlns:a16="http://schemas.microsoft.com/office/drawing/2014/main" val="2222684993"/>
                    </a:ext>
                  </a:extLst>
                </a:gridCol>
                <a:gridCol w="2590801">
                  <a:extLst>
                    <a:ext uri="{9D8B030D-6E8A-4147-A177-3AD203B41FA5}">
                      <a16:colId xmlns:a16="http://schemas.microsoft.com/office/drawing/2014/main" val="1678677303"/>
                    </a:ext>
                  </a:extLst>
                </a:gridCol>
              </a:tblGrid>
              <a:tr h="441415">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No. of Tile Types</a:t>
                      </a:r>
                    </a:p>
                  </a:txBody>
                  <a:tcPr anchor="ctr"/>
                </a:tc>
                <a:tc>
                  <a:txBody>
                    <a:bodyPr/>
                    <a:lstStyle/>
                    <a:p>
                      <a:pPr algn="ctr"/>
                      <a:r>
                        <a:rPr lang="en-US" dirty="0">
                          <a:solidFill>
                            <a:sysClr val="windowText" lastClr="000000"/>
                          </a:solidFill>
                        </a:rPr>
                        <a:t> Temp. &amp; Glue Function</a:t>
                      </a:r>
                    </a:p>
                  </a:txBody>
                  <a:tcPr anchor="ctr"/>
                </a:tc>
                <a:extLst>
                  <a:ext uri="{0D108BD9-81ED-4DB2-BD59-A6C34878D82A}">
                    <a16:rowId xmlns:a16="http://schemas.microsoft.com/office/drawing/2014/main" val="1662199568"/>
                  </a:ext>
                </a:extLst>
              </a:tr>
              <a:tr h="761894">
                <a:tc>
                  <a:txBody>
                    <a:bodyPr/>
                    <a:lstStyle/>
                    <a:p>
                      <a:pPr algn="ctr"/>
                      <a:r>
                        <a:rPr lang="en-US" sz="2000" dirty="0" err="1">
                          <a:solidFill>
                            <a:sysClr val="windowText" lastClr="000000"/>
                          </a:solidFill>
                        </a:rPr>
                        <a:t>aTAM</a:t>
                      </a:r>
                      <a:endParaRPr lang="en-US" sz="2000" dirty="0">
                        <a:solidFill>
                          <a:sysClr val="windowText" lastClr="000000"/>
                        </a:solidFill>
                      </a:endParaRPr>
                    </a:p>
                    <a:p>
                      <a:pPr algn="ctr"/>
                      <a:r>
                        <a:rPr lang="en-US" sz="1600" dirty="0">
                          <a:solidFill>
                            <a:sysClr val="windowText" lastClr="000000"/>
                          </a:solidFill>
                        </a:rPr>
                        <a:t>(</a:t>
                      </a:r>
                      <a:r>
                        <a:rPr lang="en-US" sz="1600" dirty="0" err="1">
                          <a:solidFill>
                            <a:schemeClr val="bg1"/>
                          </a:solidFill>
                        </a:rPr>
                        <a:t>Soloveichik</a:t>
                      </a:r>
                      <a:r>
                        <a:rPr lang="en-US" sz="1600" dirty="0">
                          <a:solidFill>
                            <a:schemeClr val="bg1"/>
                          </a:solidFill>
                        </a:rPr>
                        <a:t>, </a:t>
                      </a:r>
                      <a:r>
                        <a:rPr lang="en-US" sz="1600" dirty="0" err="1">
                          <a:solidFill>
                            <a:schemeClr val="bg1"/>
                          </a:solidFill>
                        </a:rPr>
                        <a:t>Winfree</a:t>
                      </a:r>
                      <a:r>
                        <a:rPr lang="en-US" sz="1600" dirty="0">
                          <a:solidFill>
                            <a:schemeClr val="bg1"/>
                          </a:solidFill>
                        </a:rPr>
                        <a:t>, 2007</a:t>
                      </a:r>
                      <a:r>
                        <a:rPr lang="en-US" sz="1600" dirty="0">
                          <a:solidFill>
                            <a:sysClr val="windowText" lastClr="000000"/>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755859">
                <a:tc>
                  <a:txBody>
                    <a:bodyPr/>
                    <a:lstStyle/>
                    <a:p>
                      <a:pPr algn="ctr"/>
                      <a:r>
                        <a:rPr lang="en-US" sz="2000" dirty="0">
                          <a:solidFill>
                            <a:sysClr val="windowText" lastClr="000000"/>
                          </a:solidFill>
                        </a:rPr>
                        <a:t>Negative Glue 2HAM</a:t>
                      </a:r>
                    </a:p>
                    <a:p>
                      <a:pPr algn="ctr"/>
                      <a:r>
                        <a:rPr lang="en-US" sz="2000" dirty="0">
                          <a:solidFill>
                            <a:sysClr val="windowText" lastClr="000000"/>
                          </a:solidFill>
                        </a:rPr>
                        <a:t>w/ High Temperature</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tc>
                  <a:txBody>
                    <a:bodyPr/>
                    <a:lstStyle/>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sp>
        <p:nvSpPr>
          <p:cNvPr id="11" name="TextBox 10">
            <a:extLst>
              <a:ext uri="{FF2B5EF4-FFF2-40B4-BE49-F238E27FC236}">
                <a16:creationId xmlns:a16="http://schemas.microsoft.com/office/drawing/2014/main" id="{7181A62A-1F99-4EEB-A429-C4ADEC883EA0}"/>
              </a:ext>
            </a:extLst>
          </p:cNvPr>
          <p:cNvSpPr txBox="1"/>
          <p:nvPr/>
        </p:nvSpPr>
        <p:spPr>
          <a:xfrm>
            <a:off x="-1" y="373996"/>
            <a:ext cx="12191999" cy="646331"/>
          </a:xfrm>
          <a:prstGeom prst="rect">
            <a:avLst/>
          </a:prstGeom>
          <a:noFill/>
        </p:spPr>
        <p:txBody>
          <a:bodyPr wrap="square" rtlCol="0">
            <a:spAutoFit/>
          </a:bodyPr>
          <a:lstStyle/>
          <a:p>
            <a:pPr algn="ctr"/>
            <a:r>
              <a:rPr lang="en-US" sz="3600" dirty="0">
                <a:solidFill>
                  <a:schemeClr val="bg1"/>
                </a:solidFill>
              </a:rPr>
              <a:t>Self-Assembly of Shapes</a:t>
            </a:r>
          </a:p>
        </p:txBody>
      </p:sp>
      <p:sp>
        <p:nvSpPr>
          <p:cNvPr id="16" name="TextBox 15">
            <a:extLst>
              <a:ext uri="{FF2B5EF4-FFF2-40B4-BE49-F238E27FC236}">
                <a16:creationId xmlns:a16="http://schemas.microsoft.com/office/drawing/2014/main" id="{87817C89-EB52-4E38-9951-E6F161C5FFA3}"/>
              </a:ext>
            </a:extLst>
          </p:cNvPr>
          <p:cNvSpPr txBox="1"/>
          <p:nvPr/>
        </p:nvSpPr>
        <p:spPr>
          <a:xfrm>
            <a:off x="7840360" y="3533453"/>
            <a:ext cx="2012089" cy="830997"/>
          </a:xfrm>
          <a:prstGeom prst="rect">
            <a:avLst/>
          </a:prstGeom>
          <a:noFill/>
        </p:spPr>
        <p:txBody>
          <a:bodyPr wrap="none" rtlCol="0">
            <a:spAutoFit/>
          </a:bodyPr>
          <a:lstStyle/>
          <a:p>
            <a:r>
              <a:rPr lang="en-US" sz="4800" dirty="0">
                <a:solidFill>
                  <a:schemeClr val="bg1"/>
                </a:solidFill>
              </a:rPr>
              <a:t>O(</a:t>
            </a:r>
            <a:r>
              <a:rPr lang="en-US" sz="2000" dirty="0">
                <a:solidFill>
                  <a:schemeClr val="bg1"/>
                </a:solidFill>
              </a:rPr>
              <a:t> </a:t>
            </a:r>
            <a:r>
              <a:rPr lang="en-US" sz="4800" dirty="0">
                <a:solidFill>
                  <a:schemeClr val="bg1"/>
                </a:solidFill>
              </a:rPr>
              <a:t>2</a:t>
            </a:r>
            <a:r>
              <a:rPr lang="en-US" sz="3200" baseline="75000" dirty="0">
                <a:solidFill>
                  <a:schemeClr val="bg1"/>
                </a:solidFill>
              </a:rPr>
              <a:t>K(S) </a:t>
            </a:r>
            <a:r>
              <a:rPr lang="en-US" sz="4800" dirty="0">
                <a:solidFill>
                  <a:schemeClr val="bg1"/>
                </a:solidFill>
              </a:rPr>
              <a:t>)</a:t>
            </a:r>
          </a:p>
        </p:txBody>
      </p:sp>
      <p:sp>
        <p:nvSpPr>
          <p:cNvPr id="15" name="Arrow: Right 14">
            <a:extLst>
              <a:ext uri="{FF2B5EF4-FFF2-40B4-BE49-F238E27FC236}">
                <a16:creationId xmlns:a16="http://schemas.microsoft.com/office/drawing/2014/main" id="{9EA461DD-5EF9-4367-B25B-2FA14896B55B}"/>
              </a:ext>
            </a:extLst>
          </p:cNvPr>
          <p:cNvSpPr/>
          <p:nvPr/>
        </p:nvSpPr>
        <p:spPr>
          <a:xfrm rot="1855890">
            <a:off x="7250103" y="3328388"/>
            <a:ext cx="722787" cy="582298"/>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FB678862-1AE5-4371-8039-881CB3700465}"/>
              </a:ext>
            </a:extLst>
          </p:cNvPr>
          <p:cNvGrpSpPr/>
          <p:nvPr/>
        </p:nvGrpSpPr>
        <p:grpSpPr>
          <a:xfrm>
            <a:off x="5041481" y="2781146"/>
            <a:ext cx="2414811" cy="867770"/>
            <a:chOff x="4543200" y="4407239"/>
            <a:chExt cx="2414811" cy="867770"/>
          </a:xfrm>
        </p:grpSpPr>
        <p:grpSp>
          <p:nvGrpSpPr>
            <p:cNvPr id="18" name="Group 17">
              <a:extLst>
                <a:ext uri="{FF2B5EF4-FFF2-40B4-BE49-F238E27FC236}">
                  <a16:creationId xmlns:a16="http://schemas.microsoft.com/office/drawing/2014/main" id="{AE6859A8-2BEA-4A1E-8C63-1025400A140C}"/>
                </a:ext>
              </a:extLst>
            </p:cNvPr>
            <p:cNvGrpSpPr/>
            <p:nvPr/>
          </p:nvGrpSpPr>
          <p:grpSpPr>
            <a:xfrm>
              <a:off x="5321099" y="4474789"/>
              <a:ext cx="1636912" cy="800220"/>
              <a:chOff x="5678286" y="3403227"/>
              <a:chExt cx="1636912" cy="800220"/>
            </a:xfrm>
          </p:grpSpPr>
          <p:sp>
            <p:nvSpPr>
              <p:cNvPr id="20" name="TextBox 19">
                <a:extLst>
                  <a:ext uri="{FF2B5EF4-FFF2-40B4-BE49-F238E27FC236}">
                    <a16:creationId xmlns:a16="http://schemas.microsoft.com/office/drawing/2014/main" id="{C10CD9B6-182E-4498-A478-E2D23C0B6F58}"/>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alpha val="50000"/>
                      </a:schemeClr>
                    </a:solidFill>
                  </a:rPr>
                  <a:t>log(K(S))</a:t>
                </a:r>
              </a:p>
            </p:txBody>
          </p:sp>
          <p:cxnSp>
            <p:nvCxnSpPr>
              <p:cNvPr id="21" name="Straight Connector 20">
                <a:extLst>
                  <a:ext uri="{FF2B5EF4-FFF2-40B4-BE49-F238E27FC236}">
                    <a16:creationId xmlns:a16="http://schemas.microsoft.com/office/drawing/2014/main" id="{7286C283-9955-46C3-B821-605B1AA89294}"/>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015C95F3-91EA-4F35-A911-C4CE45464041}"/>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alpha val="50000"/>
                      </a:schemeClr>
                    </a:solidFill>
                  </a:rPr>
                  <a:t>K(S)</a:t>
                </a:r>
              </a:p>
            </p:txBody>
          </p:sp>
        </p:grpSp>
        <p:sp>
          <p:nvSpPr>
            <p:cNvPr id="19" name="TextBox 18">
              <a:extLst>
                <a:ext uri="{FF2B5EF4-FFF2-40B4-BE49-F238E27FC236}">
                  <a16:creationId xmlns:a16="http://schemas.microsoft.com/office/drawing/2014/main" id="{BF62AB6F-24B1-44BF-8413-91F702487A5C}"/>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alpha val="50000"/>
                    </a:schemeClr>
                  </a:solidFill>
                </a:rPr>
                <a:t>O(        )</a:t>
              </a:r>
            </a:p>
          </p:txBody>
        </p:sp>
      </p:grpSp>
      <p:sp>
        <p:nvSpPr>
          <p:cNvPr id="23" name="TextBox 22">
            <a:extLst>
              <a:ext uri="{FF2B5EF4-FFF2-40B4-BE49-F238E27FC236}">
                <a16:creationId xmlns:a16="http://schemas.microsoft.com/office/drawing/2014/main" id="{55F30A73-6310-4CAD-84EB-290EE5CA4A3B}"/>
              </a:ext>
            </a:extLst>
          </p:cNvPr>
          <p:cNvSpPr txBox="1"/>
          <p:nvPr/>
        </p:nvSpPr>
        <p:spPr>
          <a:xfrm>
            <a:off x="5475944" y="3528374"/>
            <a:ext cx="1346844" cy="830997"/>
          </a:xfrm>
          <a:prstGeom prst="rect">
            <a:avLst/>
          </a:prstGeom>
          <a:noFill/>
        </p:spPr>
        <p:txBody>
          <a:bodyPr wrap="none" rtlCol="0">
            <a:spAutoFit/>
          </a:bodyPr>
          <a:lstStyle/>
          <a:p>
            <a:r>
              <a:rPr lang="en-US" sz="4800" dirty="0">
                <a:solidFill>
                  <a:schemeClr val="bg1"/>
                </a:solidFill>
              </a:rPr>
              <a:t>O(1)</a:t>
            </a:r>
          </a:p>
        </p:txBody>
      </p:sp>
      <p:sp>
        <p:nvSpPr>
          <p:cNvPr id="24" name="TextBox 23">
            <a:extLst>
              <a:ext uri="{FF2B5EF4-FFF2-40B4-BE49-F238E27FC236}">
                <a16:creationId xmlns:a16="http://schemas.microsoft.com/office/drawing/2014/main" id="{6F1F1B7D-C65D-4868-AB9D-37FAA5E54DAF}"/>
              </a:ext>
            </a:extLst>
          </p:cNvPr>
          <p:cNvSpPr txBox="1"/>
          <p:nvPr/>
        </p:nvSpPr>
        <p:spPr>
          <a:xfrm>
            <a:off x="8046718" y="2817919"/>
            <a:ext cx="1346844" cy="830997"/>
          </a:xfrm>
          <a:prstGeom prst="rect">
            <a:avLst/>
          </a:prstGeom>
          <a:noFill/>
        </p:spPr>
        <p:txBody>
          <a:bodyPr wrap="none" rtlCol="0">
            <a:spAutoFit/>
          </a:bodyPr>
          <a:lstStyle/>
          <a:p>
            <a:r>
              <a:rPr lang="en-US" sz="4800" dirty="0">
                <a:solidFill>
                  <a:schemeClr val="bg1"/>
                </a:solidFill>
              </a:rPr>
              <a:t>O(1)</a:t>
            </a:r>
          </a:p>
        </p:txBody>
      </p:sp>
    </p:spTree>
    <p:extLst>
      <p:ext uri="{BB962C8B-B14F-4D97-AF65-F5344CB8AC3E}">
        <p14:creationId xmlns:p14="http://schemas.microsoft.com/office/powerpoint/2010/main" val="5931182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TextBox 57"/>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1" name="Group 10"/>
          <p:cNvGrpSpPr/>
          <p:nvPr/>
        </p:nvGrpSpPr>
        <p:grpSpPr>
          <a:xfrm>
            <a:off x="3846526" y="2292601"/>
            <a:ext cx="736657" cy="1332800"/>
            <a:chOff x="3800723" y="2591968"/>
            <a:chExt cx="736657" cy="1332800"/>
          </a:xfrm>
        </p:grpSpPr>
        <p:sp>
          <p:nvSpPr>
            <p:cNvPr id="6" name="Rectangle: Rounded Corners 5"/>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Rounded Corners 157"/>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87970" y="2885885"/>
              <a:ext cx="381663" cy="286037"/>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160" name="TextBox 159"/>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sp>
        <p:nvSpPr>
          <p:cNvPr id="161" name="TextBox 160"/>
          <p:cNvSpPr txBox="1"/>
          <p:nvPr/>
        </p:nvSpPr>
        <p:spPr>
          <a:xfrm>
            <a:off x="1021885" y="1811976"/>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68" name="Rectangle 167"/>
          <p:cNvSpPr/>
          <p:nvPr/>
        </p:nvSpPr>
        <p:spPr>
          <a:xfrm>
            <a:off x="1096233" y="2181308"/>
            <a:ext cx="2358836" cy="325844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TextBox 115"/>
          <p:cNvSpPr txBox="1"/>
          <p:nvPr/>
        </p:nvSpPr>
        <p:spPr>
          <a:xfrm>
            <a:off x="7145883" y="1636741"/>
            <a:ext cx="2307042" cy="646331"/>
          </a:xfrm>
          <a:prstGeom prst="rect">
            <a:avLst/>
          </a:prstGeom>
          <a:noFill/>
        </p:spPr>
        <p:txBody>
          <a:bodyPr wrap="none" rtlCol="0">
            <a:spAutoFit/>
          </a:bodyPr>
          <a:lstStyle/>
          <a:p>
            <a:r>
              <a:rPr lang="en-US" dirty="0">
                <a:solidFill>
                  <a:schemeClr val="bg1"/>
                </a:solidFill>
              </a:rPr>
              <a:t>This system uniquely</a:t>
            </a:r>
            <a:br>
              <a:rPr lang="en-US" dirty="0">
                <a:solidFill>
                  <a:schemeClr val="bg1"/>
                </a:solidFill>
              </a:rPr>
            </a:br>
            <a:r>
              <a:rPr lang="en-US" dirty="0">
                <a:solidFill>
                  <a:schemeClr val="bg1"/>
                </a:solidFill>
              </a:rPr>
              <a:t>produces a 3x3 square:</a:t>
            </a:r>
          </a:p>
        </p:txBody>
      </p:sp>
      <p:sp>
        <p:nvSpPr>
          <p:cNvPr id="117" name="TextBox 116"/>
          <p:cNvSpPr txBox="1"/>
          <p:nvPr/>
        </p:nvSpPr>
        <p:spPr>
          <a:xfrm>
            <a:off x="1833391" y="6039284"/>
            <a:ext cx="2449710" cy="369332"/>
          </a:xfrm>
          <a:prstGeom prst="rect">
            <a:avLst/>
          </a:prstGeom>
          <a:noFill/>
        </p:spPr>
        <p:txBody>
          <a:bodyPr wrap="none" rtlCol="0">
            <a:spAutoFit/>
          </a:bodyPr>
          <a:lstStyle/>
          <a:p>
            <a:r>
              <a:rPr lang="en-US" dirty="0">
                <a:solidFill>
                  <a:schemeClr val="bg1"/>
                </a:solidFill>
              </a:rPr>
              <a:t>Number of tile types = 6</a:t>
            </a:r>
          </a:p>
        </p:txBody>
      </p:sp>
      <p:cxnSp>
        <p:nvCxnSpPr>
          <p:cNvPr id="118" name="Straight Connector 117"/>
          <p:cNvCxnSpPr>
            <a:cxnSpLocks/>
            <a:endCxn id="117" idx="0"/>
          </p:cNvCxnSpPr>
          <p:nvPr/>
        </p:nvCxnSpPr>
        <p:spPr>
          <a:xfrm>
            <a:off x="2272487" y="5572054"/>
            <a:ext cx="785759" cy="467230"/>
          </a:xfrm>
          <a:prstGeom prst="line">
            <a:avLst/>
          </a:prstGeom>
        </p:spPr>
        <p:style>
          <a:lnRef idx="1">
            <a:schemeClr val="dk1"/>
          </a:lnRef>
          <a:fillRef idx="0">
            <a:schemeClr val="dk1"/>
          </a:fillRef>
          <a:effectRef idx="0">
            <a:schemeClr val="dk1"/>
          </a:effectRef>
          <a:fontRef idx="minor">
            <a:schemeClr val="tx1"/>
          </a:fontRef>
        </p:style>
      </p:cxnSp>
      <p:grpSp>
        <p:nvGrpSpPr>
          <p:cNvPr id="206" name="Group 205">
            <a:extLst>
              <a:ext uri="{FF2B5EF4-FFF2-40B4-BE49-F238E27FC236}">
                <a16:creationId xmlns:a16="http://schemas.microsoft.com/office/drawing/2014/main" id="{57C316DD-DAFE-453E-A212-7B4AE329C761}"/>
              </a:ext>
            </a:extLst>
          </p:cNvPr>
          <p:cNvGrpSpPr/>
          <p:nvPr/>
        </p:nvGrpSpPr>
        <p:grpSpPr>
          <a:xfrm>
            <a:off x="1198103" y="2269115"/>
            <a:ext cx="1985668" cy="2922976"/>
            <a:chOff x="1172407" y="197026"/>
            <a:chExt cx="1292387" cy="1930154"/>
          </a:xfrm>
        </p:grpSpPr>
        <p:grpSp>
          <p:nvGrpSpPr>
            <p:cNvPr id="207" name="Group 206">
              <a:extLst>
                <a:ext uri="{FF2B5EF4-FFF2-40B4-BE49-F238E27FC236}">
                  <a16:creationId xmlns:a16="http://schemas.microsoft.com/office/drawing/2014/main" id="{FD495F04-161D-4224-B749-850C8A91B1A2}"/>
                </a:ext>
              </a:extLst>
            </p:cNvPr>
            <p:cNvGrpSpPr/>
            <p:nvPr/>
          </p:nvGrpSpPr>
          <p:grpSpPr>
            <a:xfrm>
              <a:off x="1937147" y="197026"/>
              <a:ext cx="521228" cy="510538"/>
              <a:chOff x="2274846" y="1095709"/>
              <a:chExt cx="1352962" cy="1355911"/>
            </a:xfrm>
            <a:effectLst>
              <a:outerShdw blurRad="50800" dist="38100" dir="2700000" algn="tl" rotWithShape="0">
                <a:prstClr val="black">
                  <a:alpha val="40000"/>
                </a:prstClr>
              </a:outerShdw>
            </a:effectLst>
          </p:grpSpPr>
          <p:sp>
            <p:nvSpPr>
              <p:cNvPr id="237" name="Rectangle 236">
                <a:extLst>
                  <a:ext uri="{FF2B5EF4-FFF2-40B4-BE49-F238E27FC236}">
                    <a16:creationId xmlns:a16="http://schemas.microsoft.com/office/drawing/2014/main" id="{74128F66-891F-4EFF-8813-02E41B6AA264}"/>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36A12556-F173-4C8D-A493-2DB3B30ABB25}"/>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9" name="Rectangle 238">
                <a:extLst>
                  <a:ext uri="{FF2B5EF4-FFF2-40B4-BE49-F238E27FC236}">
                    <a16:creationId xmlns:a16="http://schemas.microsoft.com/office/drawing/2014/main" id="{12E15D8D-1088-43E1-9D0D-2C2BF0AB31E0}"/>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0" name="Rectangle 239">
                <a:extLst>
                  <a:ext uri="{FF2B5EF4-FFF2-40B4-BE49-F238E27FC236}">
                    <a16:creationId xmlns:a16="http://schemas.microsoft.com/office/drawing/2014/main" id="{539F1A23-F093-42C6-87F9-DBB6C603D457}"/>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1" name="Rectangle 240">
                <a:extLst>
                  <a:ext uri="{FF2B5EF4-FFF2-40B4-BE49-F238E27FC236}">
                    <a16:creationId xmlns:a16="http://schemas.microsoft.com/office/drawing/2014/main" id="{61224CB0-6C7B-4821-89FE-B1E182E07E12}"/>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04EE8211-0E2A-451E-A673-1ADA57C1AFD7}"/>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D79E74C1-D294-4332-88D7-757CF6F871A8}"/>
                </a:ext>
              </a:extLst>
            </p:cNvPr>
            <p:cNvGrpSpPr/>
            <p:nvPr/>
          </p:nvGrpSpPr>
          <p:grpSpPr>
            <a:xfrm>
              <a:off x="1179279" y="205090"/>
              <a:ext cx="521294" cy="510538"/>
              <a:chOff x="9356965" y="2466176"/>
              <a:chExt cx="1353133" cy="1353312"/>
            </a:xfrm>
            <a:effectLst>
              <a:outerShdw blurRad="50800" dist="38100" dir="2700000" algn="tl" rotWithShape="0">
                <a:prstClr val="black">
                  <a:alpha val="40000"/>
                </a:prstClr>
              </a:outerShdw>
            </a:effectLst>
          </p:grpSpPr>
          <p:sp>
            <p:nvSpPr>
              <p:cNvPr id="232" name="Rectangle 231">
                <a:extLst>
                  <a:ext uri="{FF2B5EF4-FFF2-40B4-BE49-F238E27FC236}">
                    <a16:creationId xmlns:a16="http://schemas.microsoft.com/office/drawing/2014/main" id="{823AC184-8633-44C5-AB47-E811432F26D8}"/>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3" name="Rectangle 232">
                <a:extLst>
                  <a:ext uri="{FF2B5EF4-FFF2-40B4-BE49-F238E27FC236}">
                    <a16:creationId xmlns:a16="http://schemas.microsoft.com/office/drawing/2014/main" id="{122710E0-F97C-4AEE-A375-F23EEF3BF8EF}"/>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A8C00335-94BE-4153-AB62-10960C0B7850}"/>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Rectangle 234">
                <a:extLst>
                  <a:ext uri="{FF2B5EF4-FFF2-40B4-BE49-F238E27FC236}">
                    <a16:creationId xmlns:a16="http://schemas.microsoft.com/office/drawing/2014/main" id="{0F2DA6B9-7CC2-4A04-B1D9-5CEF14E2832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Rectangle 235">
                <a:extLst>
                  <a:ext uri="{FF2B5EF4-FFF2-40B4-BE49-F238E27FC236}">
                    <a16:creationId xmlns:a16="http://schemas.microsoft.com/office/drawing/2014/main" id="{6F5DAAE4-DE7C-4B1D-A08E-7E0BF50C829E}"/>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9" name="Group 208">
              <a:extLst>
                <a:ext uri="{FF2B5EF4-FFF2-40B4-BE49-F238E27FC236}">
                  <a16:creationId xmlns:a16="http://schemas.microsoft.com/office/drawing/2014/main" id="{18C3B41A-E6AB-48D5-9D01-ED529732FEDD}"/>
                </a:ext>
              </a:extLst>
            </p:cNvPr>
            <p:cNvGrpSpPr/>
            <p:nvPr/>
          </p:nvGrpSpPr>
          <p:grpSpPr>
            <a:xfrm>
              <a:off x="1931568" y="1603106"/>
              <a:ext cx="524570" cy="510538"/>
              <a:chOff x="9180347" y="987490"/>
              <a:chExt cx="1352962" cy="1353312"/>
            </a:xfrm>
            <a:effectLst>
              <a:outerShdw blurRad="50800" dist="38100" dir="2700000" algn="tl" rotWithShape="0">
                <a:prstClr val="black">
                  <a:alpha val="40000"/>
                </a:prstClr>
              </a:outerShdw>
            </a:effectLst>
          </p:grpSpPr>
          <p:sp>
            <p:nvSpPr>
              <p:cNvPr id="227" name="Rectangle 226">
                <a:extLst>
                  <a:ext uri="{FF2B5EF4-FFF2-40B4-BE49-F238E27FC236}">
                    <a16:creationId xmlns:a16="http://schemas.microsoft.com/office/drawing/2014/main" id="{005F9943-1612-4D48-ADFF-997ACA4CCE00}"/>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84BF5D34-A1CD-440A-834B-891FB9533CC3}"/>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9" name="Rectangle 228">
                <a:extLst>
                  <a:ext uri="{FF2B5EF4-FFF2-40B4-BE49-F238E27FC236}">
                    <a16:creationId xmlns:a16="http://schemas.microsoft.com/office/drawing/2014/main" id="{73638AEC-31F2-4D3D-A5C6-B64742EF4939}"/>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121D1377-BA6A-4BF3-B7E3-AC23A3818EAB}"/>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7D5960ED-FD7B-466A-9F47-BC4EA283ACDC}"/>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0" name="Group 209">
              <a:extLst>
                <a:ext uri="{FF2B5EF4-FFF2-40B4-BE49-F238E27FC236}">
                  <a16:creationId xmlns:a16="http://schemas.microsoft.com/office/drawing/2014/main" id="{DD42569D-D5E9-4EFE-B48E-79C79A174190}"/>
                </a:ext>
              </a:extLst>
            </p:cNvPr>
            <p:cNvGrpSpPr/>
            <p:nvPr/>
          </p:nvGrpSpPr>
          <p:grpSpPr>
            <a:xfrm>
              <a:off x="1938586" y="898943"/>
              <a:ext cx="526208" cy="510729"/>
              <a:chOff x="7605132" y="3950429"/>
              <a:chExt cx="1352962" cy="1353312"/>
            </a:xfrm>
            <a:effectLst>
              <a:outerShdw blurRad="50800" dist="38100" dir="2700000" algn="tl" rotWithShape="0">
                <a:prstClr val="black">
                  <a:alpha val="40000"/>
                </a:prstClr>
              </a:outerShdw>
            </a:effectLst>
          </p:grpSpPr>
          <p:sp>
            <p:nvSpPr>
              <p:cNvPr id="223" name="Rectangle 222">
                <a:extLst>
                  <a:ext uri="{FF2B5EF4-FFF2-40B4-BE49-F238E27FC236}">
                    <a16:creationId xmlns:a16="http://schemas.microsoft.com/office/drawing/2014/main" id="{AA70F6C9-8877-4300-8C8B-5C62EC4784F9}"/>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4" name="Rectangle 223">
                <a:extLst>
                  <a:ext uri="{FF2B5EF4-FFF2-40B4-BE49-F238E27FC236}">
                    <a16:creationId xmlns:a16="http://schemas.microsoft.com/office/drawing/2014/main" id="{8A2D6CCA-B937-420D-909B-382F34948768}"/>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4610A804-3611-45F4-8BCD-503D3EAA1AF0}"/>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6" name="Rectangle 225">
                <a:extLst>
                  <a:ext uri="{FF2B5EF4-FFF2-40B4-BE49-F238E27FC236}">
                    <a16:creationId xmlns:a16="http://schemas.microsoft.com/office/drawing/2014/main" id="{047D0395-B35F-4734-BEB7-B7890BD5CAA7}"/>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1" name="Group 210">
              <a:extLst>
                <a:ext uri="{FF2B5EF4-FFF2-40B4-BE49-F238E27FC236}">
                  <a16:creationId xmlns:a16="http://schemas.microsoft.com/office/drawing/2014/main" id="{D3461AB0-18EB-4F58-B4A3-07C50265EF71}"/>
                </a:ext>
              </a:extLst>
            </p:cNvPr>
            <p:cNvGrpSpPr/>
            <p:nvPr/>
          </p:nvGrpSpPr>
          <p:grpSpPr>
            <a:xfrm>
              <a:off x="1172407" y="1616226"/>
              <a:ext cx="524311" cy="510954"/>
              <a:chOff x="902841" y="1533868"/>
              <a:chExt cx="1353132" cy="1353312"/>
            </a:xfrm>
            <a:effectLst>
              <a:outerShdw blurRad="50800" dist="38100" dir="2700000" algn="tl" rotWithShape="0">
                <a:prstClr val="black">
                  <a:alpha val="40000"/>
                </a:prstClr>
              </a:outerShdw>
            </a:effectLst>
          </p:grpSpPr>
          <p:sp>
            <p:nvSpPr>
              <p:cNvPr id="217" name="Rectangle 216">
                <a:extLst>
                  <a:ext uri="{FF2B5EF4-FFF2-40B4-BE49-F238E27FC236}">
                    <a16:creationId xmlns:a16="http://schemas.microsoft.com/office/drawing/2014/main" id="{F05E2B1B-59BF-4852-9DFC-31EA782A036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Rectangle 217">
                <a:extLst>
                  <a:ext uri="{FF2B5EF4-FFF2-40B4-BE49-F238E27FC236}">
                    <a16:creationId xmlns:a16="http://schemas.microsoft.com/office/drawing/2014/main" id="{CD37E210-B9C1-4EB6-95BA-B9B86D9C9C81}"/>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9" name="Rectangle 218">
                <a:extLst>
                  <a:ext uri="{FF2B5EF4-FFF2-40B4-BE49-F238E27FC236}">
                    <a16:creationId xmlns:a16="http://schemas.microsoft.com/office/drawing/2014/main" id="{2E3F29B2-242C-4B28-91CA-D4284FA4801C}"/>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0" name="Rectangle 219">
                <a:extLst>
                  <a:ext uri="{FF2B5EF4-FFF2-40B4-BE49-F238E27FC236}">
                    <a16:creationId xmlns:a16="http://schemas.microsoft.com/office/drawing/2014/main" id="{7EB341D5-8C7C-4163-8FF2-D000FF7F4A6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1" name="Rectangle 220">
                <a:extLst>
                  <a:ext uri="{FF2B5EF4-FFF2-40B4-BE49-F238E27FC236}">
                    <a16:creationId xmlns:a16="http://schemas.microsoft.com/office/drawing/2014/main" id="{8702B6D8-AF2A-4F1C-AEE5-F4B96257CF40}"/>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2" name="Rectangle 221">
                <a:extLst>
                  <a:ext uri="{FF2B5EF4-FFF2-40B4-BE49-F238E27FC236}">
                    <a16:creationId xmlns:a16="http://schemas.microsoft.com/office/drawing/2014/main" id="{F0448AF3-F965-4BD9-9197-87F7A49E651C}"/>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12" name="Group 211">
              <a:extLst>
                <a:ext uri="{FF2B5EF4-FFF2-40B4-BE49-F238E27FC236}">
                  <a16:creationId xmlns:a16="http://schemas.microsoft.com/office/drawing/2014/main" id="{C3D737CF-3360-429B-9DD4-404BAB6D3223}"/>
                </a:ext>
              </a:extLst>
            </p:cNvPr>
            <p:cNvGrpSpPr/>
            <p:nvPr/>
          </p:nvGrpSpPr>
          <p:grpSpPr>
            <a:xfrm>
              <a:off x="1176724" y="905404"/>
              <a:ext cx="526013" cy="511218"/>
              <a:chOff x="7607604" y="4156548"/>
              <a:chExt cx="1352961" cy="1353312"/>
            </a:xfrm>
            <a:effectLst>
              <a:outerShdw blurRad="50800" dist="38100" dir="2700000" algn="tl" rotWithShape="0">
                <a:prstClr val="black">
                  <a:alpha val="40000"/>
                </a:prstClr>
              </a:outerShdw>
            </a:effectLst>
          </p:grpSpPr>
          <p:sp>
            <p:nvSpPr>
              <p:cNvPr id="213" name="Rectangle 212">
                <a:extLst>
                  <a:ext uri="{FF2B5EF4-FFF2-40B4-BE49-F238E27FC236}">
                    <a16:creationId xmlns:a16="http://schemas.microsoft.com/office/drawing/2014/main" id="{07CD00E7-F8C0-40A9-A1AE-209AF367E228}"/>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A83FED75-485F-4A31-B5FA-72D07767546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5" name="Rectangle 214">
                <a:extLst>
                  <a:ext uri="{FF2B5EF4-FFF2-40B4-BE49-F238E27FC236}">
                    <a16:creationId xmlns:a16="http://schemas.microsoft.com/office/drawing/2014/main" id="{74576711-40E1-48E8-9034-07071ED26B28}"/>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9733B4BE-C9A1-42EF-B34C-B39A73A25583}"/>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43" name="Group 242">
            <a:extLst>
              <a:ext uri="{FF2B5EF4-FFF2-40B4-BE49-F238E27FC236}">
                <a16:creationId xmlns:a16="http://schemas.microsoft.com/office/drawing/2014/main" id="{BA044379-AEC0-437C-BDC3-10D63DB8ED9F}"/>
              </a:ext>
            </a:extLst>
          </p:cNvPr>
          <p:cNvGrpSpPr/>
          <p:nvPr/>
        </p:nvGrpSpPr>
        <p:grpSpPr>
          <a:xfrm>
            <a:off x="6835912" y="2484644"/>
            <a:ext cx="2926984" cy="2994148"/>
            <a:chOff x="1116687" y="2876931"/>
            <a:chExt cx="1568989" cy="1534622"/>
          </a:xfrm>
          <a:effectLst>
            <a:outerShdw blurRad="50800" dist="38100" dir="2700000" algn="tl" rotWithShape="0">
              <a:prstClr val="black">
                <a:alpha val="40000"/>
              </a:prstClr>
            </a:outerShdw>
          </a:effectLst>
        </p:grpSpPr>
        <p:grpSp>
          <p:nvGrpSpPr>
            <p:cNvPr id="244" name="Group 243">
              <a:extLst>
                <a:ext uri="{FF2B5EF4-FFF2-40B4-BE49-F238E27FC236}">
                  <a16:creationId xmlns:a16="http://schemas.microsoft.com/office/drawing/2014/main" id="{80F25084-9199-477D-A0AA-32B6D218A7ED}"/>
                </a:ext>
              </a:extLst>
            </p:cNvPr>
            <p:cNvGrpSpPr/>
            <p:nvPr/>
          </p:nvGrpSpPr>
          <p:grpSpPr>
            <a:xfrm>
              <a:off x="1116687" y="3390252"/>
              <a:ext cx="521228" cy="510538"/>
              <a:chOff x="2274846" y="1095709"/>
              <a:chExt cx="1352962" cy="1355911"/>
            </a:xfrm>
            <a:effectLst/>
          </p:grpSpPr>
          <p:sp>
            <p:nvSpPr>
              <p:cNvPr id="314" name="Rectangle 313">
                <a:extLst>
                  <a:ext uri="{FF2B5EF4-FFF2-40B4-BE49-F238E27FC236}">
                    <a16:creationId xmlns:a16="http://schemas.microsoft.com/office/drawing/2014/main" id="{BE517BF6-62D7-445C-9D8B-EFAE76E08DCB}"/>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5" name="Rectangle 314">
                <a:extLst>
                  <a:ext uri="{FF2B5EF4-FFF2-40B4-BE49-F238E27FC236}">
                    <a16:creationId xmlns:a16="http://schemas.microsoft.com/office/drawing/2014/main" id="{9AA3E0BB-1BF0-4F18-9ED4-ACCF1FF0E21F}"/>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6" name="Rectangle 315">
                <a:extLst>
                  <a:ext uri="{FF2B5EF4-FFF2-40B4-BE49-F238E27FC236}">
                    <a16:creationId xmlns:a16="http://schemas.microsoft.com/office/drawing/2014/main" id="{62BAC7FF-A74A-4FFA-A7A0-891FBAD9B467}"/>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7" name="Rectangle 316">
                <a:extLst>
                  <a:ext uri="{FF2B5EF4-FFF2-40B4-BE49-F238E27FC236}">
                    <a16:creationId xmlns:a16="http://schemas.microsoft.com/office/drawing/2014/main" id="{63DBEA77-A449-49B4-B108-D5F99F69D6DE}"/>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8" name="Rectangle 317">
                <a:extLst>
                  <a:ext uri="{FF2B5EF4-FFF2-40B4-BE49-F238E27FC236}">
                    <a16:creationId xmlns:a16="http://schemas.microsoft.com/office/drawing/2014/main" id="{B44F4A3D-5255-4D32-A28C-820817205CAC}"/>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9" name="Rectangle 318">
                <a:extLst>
                  <a:ext uri="{FF2B5EF4-FFF2-40B4-BE49-F238E27FC236}">
                    <a16:creationId xmlns:a16="http://schemas.microsoft.com/office/drawing/2014/main" id="{5B009C11-0282-4A2D-9F9F-535A6D505436}"/>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5" name="Group 244">
              <a:extLst>
                <a:ext uri="{FF2B5EF4-FFF2-40B4-BE49-F238E27FC236}">
                  <a16:creationId xmlns:a16="http://schemas.microsoft.com/office/drawing/2014/main" id="{8F8E6544-6737-4046-8C60-3C8D8797EF57}"/>
                </a:ext>
              </a:extLst>
            </p:cNvPr>
            <p:cNvGrpSpPr/>
            <p:nvPr/>
          </p:nvGrpSpPr>
          <p:grpSpPr>
            <a:xfrm>
              <a:off x="1116753" y="3900790"/>
              <a:ext cx="521294" cy="510538"/>
              <a:chOff x="9356965" y="2466176"/>
              <a:chExt cx="1353133" cy="1353312"/>
            </a:xfrm>
            <a:effectLst/>
          </p:grpSpPr>
          <p:sp>
            <p:nvSpPr>
              <p:cNvPr id="309" name="Rectangle 308">
                <a:extLst>
                  <a:ext uri="{FF2B5EF4-FFF2-40B4-BE49-F238E27FC236}">
                    <a16:creationId xmlns:a16="http://schemas.microsoft.com/office/drawing/2014/main" id="{5D809EF2-9EC4-4C57-A242-0C9BE02675A3}"/>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0" name="Rectangle 309">
                <a:extLst>
                  <a:ext uri="{FF2B5EF4-FFF2-40B4-BE49-F238E27FC236}">
                    <a16:creationId xmlns:a16="http://schemas.microsoft.com/office/drawing/2014/main" id="{7885A917-7158-49A4-B507-EC41566FCBD5}"/>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1" name="Rectangle 310">
                <a:extLst>
                  <a:ext uri="{FF2B5EF4-FFF2-40B4-BE49-F238E27FC236}">
                    <a16:creationId xmlns:a16="http://schemas.microsoft.com/office/drawing/2014/main" id="{33B7533A-1951-417F-BEB8-436E267ABEA2}"/>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2" name="Rectangle 311">
                <a:extLst>
                  <a:ext uri="{FF2B5EF4-FFF2-40B4-BE49-F238E27FC236}">
                    <a16:creationId xmlns:a16="http://schemas.microsoft.com/office/drawing/2014/main" id="{EAA1C5BE-DD5F-479A-81A6-B74EA50F7652}"/>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3" name="Rectangle 312">
                <a:extLst>
                  <a:ext uri="{FF2B5EF4-FFF2-40B4-BE49-F238E27FC236}">
                    <a16:creationId xmlns:a16="http://schemas.microsoft.com/office/drawing/2014/main" id="{E1C8A756-C715-4B1C-B73B-FDC13DC6DD90}"/>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6" name="Group 245">
              <a:extLst>
                <a:ext uri="{FF2B5EF4-FFF2-40B4-BE49-F238E27FC236}">
                  <a16:creationId xmlns:a16="http://schemas.microsoft.com/office/drawing/2014/main" id="{811CD10E-6951-4B0B-88B8-A12F4A4F86EE}"/>
                </a:ext>
              </a:extLst>
            </p:cNvPr>
            <p:cNvGrpSpPr/>
            <p:nvPr/>
          </p:nvGrpSpPr>
          <p:grpSpPr>
            <a:xfrm>
              <a:off x="1636117" y="3391429"/>
              <a:ext cx="524570" cy="510538"/>
              <a:chOff x="9180347" y="987490"/>
              <a:chExt cx="1352962" cy="1353312"/>
            </a:xfrm>
            <a:effectLst/>
          </p:grpSpPr>
          <p:sp>
            <p:nvSpPr>
              <p:cNvPr id="304" name="Rectangle 303">
                <a:extLst>
                  <a:ext uri="{FF2B5EF4-FFF2-40B4-BE49-F238E27FC236}">
                    <a16:creationId xmlns:a16="http://schemas.microsoft.com/office/drawing/2014/main" id="{75BEA1CF-2232-4649-BBDD-9CB8F87C3A4E}"/>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ectangle 304">
                <a:extLst>
                  <a:ext uri="{FF2B5EF4-FFF2-40B4-BE49-F238E27FC236}">
                    <a16:creationId xmlns:a16="http://schemas.microsoft.com/office/drawing/2014/main" id="{FA9ECBA8-05C7-4D99-B5D2-D803967D95F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6" name="Rectangle 305">
                <a:extLst>
                  <a:ext uri="{FF2B5EF4-FFF2-40B4-BE49-F238E27FC236}">
                    <a16:creationId xmlns:a16="http://schemas.microsoft.com/office/drawing/2014/main" id="{CB8517D6-99B6-4FE8-B016-4CF532F8B54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7" name="Rectangle 306">
                <a:extLst>
                  <a:ext uri="{FF2B5EF4-FFF2-40B4-BE49-F238E27FC236}">
                    <a16:creationId xmlns:a16="http://schemas.microsoft.com/office/drawing/2014/main" id="{DF504D78-FD6F-479F-872C-DFFF1567EE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8" name="Rectangle 307">
                <a:extLst>
                  <a:ext uri="{FF2B5EF4-FFF2-40B4-BE49-F238E27FC236}">
                    <a16:creationId xmlns:a16="http://schemas.microsoft.com/office/drawing/2014/main" id="{392FA0D4-FDE1-422B-B1C6-9D6333B7AD69}"/>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7" name="Group 246">
              <a:extLst>
                <a:ext uri="{FF2B5EF4-FFF2-40B4-BE49-F238E27FC236}">
                  <a16:creationId xmlns:a16="http://schemas.microsoft.com/office/drawing/2014/main" id="{4ACE8CAA-EEC4-4CD5-AD02-8F53BCB78F0B}"/>
                </a:ext>
              </a:extLst>
            </p:cNvPr>
            <p:cNvGrpSpPr/>
            <p:nvPr/>
          </p:nvGrpSpPr>
          <p:grpSpPr>
            <a:xfrm>
              <a:off x="1636561" y="3900582"/>
              <a:ext cx="524311" cy="510954"/>
              <a:chOff x="902841" y="1533868"/>
              <a:chExt cx="1353132" cy="1353312"/>
            </a:xfrm>
            <a:effectLst/>
          </p:grpSpPr>
          <p:sp>
            <p:nvSpPr>
              <p:cNvPr id="298" name="Rectangle 297">
                <a:extLst>
                  <a:ext uri="{FF2B5EF4-FFF2-40B4-BE49-F238E27FC236}">
                    <a16:creationId xmlns:a16="http://schemas.microsoft.com/office/drawing/2014/main" id="{1D84B7F7-CB5D-4787-AF0E-195FA2998937}"/>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85B2028F-00B9-4049-A8BA-432F3EDEC9D0}"/>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0" name="Rectangle 299">
                <a:extLst>
                  <a:ext uri="{FF2B5EF4-FFF2-40B4-BE49-F238E27FC236}">
                    <a16:creationId xmlns:a16="http://schemas.microsoft.com/office/drawing/2014/main" id="{E318BCF7-740E-45CF-AFB3-B231C32DD78E}"/>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99B0B6F8-6500-407C-93F1-0BA7FD020AFB}"/>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45CC1E88-CBA3-49AD-9221-93F7E5607A12}"/>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D896A065-A4B8-4E95-8F7A-D8AFA675A8CA}"/>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8" name="Group 247">
              <a:extLst>
                <a:ext uri="{FF2B5EF4-FFF2-40B4-BE49-F238E27FC236}">
                  <a16:creationId xmlns:a16="http://schemas.microsoft.com/office/drawing/2014/main" id="{6EA73519-77D4-4862-B7E7-C8F9461605A9}"/>
                </a:ext>
              </a:extLst>
            </p:cNvPr>
            <p:cNvGrpSpPr/>
            <p:nvPr/>
          </p:nvGrpSpPr>
          <p:grpSpPr>
            <a:xfrm>
              <a:off x="2159663" y="3900335"/>
              <a:ext cx="526013" cy="511218"/>
              <a:chOff x="7607604" y="4156548"/>
              <a:chExt cx="1352961" cy="1353312"/>
            </a:xfrm>
            <a:effectLst/>
          </p:grpSpPr>
          <p:sp>
            <p:nvSpPr>
              <p:cNvPr id="294" name="Rectangle 293">
                <a:extLst>
                  <a:ext uri="{FF2B5EF4-FFF2-40B4-BE49-F238E27FC236}">
                    <a16:creationId xmlns:a16="http://schemas.microsoft.com/office/drawing/2014/main" id="{0DE223A2-2CB6-4975-9203-E37B9744A7F9}"/>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C33EF04A-1422-4E40-8954-6CFCA22F4539}"/>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2DF8C10D-7E19-47BC-A37C-E1FB73591D1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E96084C0-AC12-43B4-9C87-4CCD287D21F7}"/>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9" name="Group 248">
              <a:extLst>
                <a:ext uri="{FF2B5EF4-FFF2-40B4-BE49-F238E27FC236}">
                  <a16:creationId xmlns:a16="http://schemas.microsoft.com/office/drawing/2014/main" id="{20250AE7-C9BE-4187-91BB-9E7DE9626136}"/>
                </a:ext>
              </a:extLst>
            </p:cNvPr>
            <p:cNvGrpSpPr/>
            <p:nvPr/>
          </p:nvGrpSpPr>
          <p:grpSpPr>
            <a:xfrm>
              <a:off x="2160384" y="3389702"/>
              <a:ext cx="524570" cy="510538"/>
              <a:chOff x="9180347" y="987490"/>
              <a:chExt cx="1352962" cy="1353312"/>
            </a:xfrm>
            <a:effectLst/>
          </p:grpSpPr>
          <p:sp>
            <p:nvSpPr>
              <p:cNvPr id="289" name="Rectangle 288">
                <a:extLst>
                  <a:ext uri="{FF2B5EF4-FFF2-40B4-BE49-F238E27FC236}">
                    <a16:creationId xmlns:a16="http://schemas.microsoft.com/office/drawing/2014/main" id="{CCA60996-CCEC-4947-B8E4-5FE08E604FB9}"/>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347C40A1-8307-41CB-ADE3-6B7242F2181F}"/>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B306437D-502A-4652-BB7C-411E4EF89C8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DCCAE69C-C24F-46A9-9A34-27C1179FDC30}"/>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EF80612C-82A1-486D-9C74-8207506E5CFA}"/>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0" name="Group 249">
              <a:extLst>
                <a:ext uri="{FF2B5EF4-FFF2-40B4-BE49-F238E27FC236}">
                  <a16:creationId xmlns:a16="http://schemas.microsoft.com/office/drawing/2014/main" id="{846823F2-783E-49D9-BF4C-7C5D6921438D}"/>
                </a:ext>
              </a:extLst>
            </p:cNvPr>
            <p:cNvGrpSpPr/>
            <p:nvPr/>
          </p:nvGrpSpPr>
          <p:grpSpPr>
            <a:xfrm>
              <a:off x="2158868" y="2878823"/>
              <a:ext cx="524570" cy="510538"/>
              <a:chOff x="9180347" y="987490"/>
              <a:chExt cx="1352962" cy="1353312"/>
            </a:xfrm>
            <a:effectLst/>
          </p:grpSpPr>
          <p:sp>
            <p:nvSpPr>
              <p:cNvPr id="262" name="Rectangle 261">
                <a:extLst>
                  <a:ext uri="{FF2B5EF4-FFF2-40B4-BE49-F238E27FC236}">
                    <a16:creationId xmlns:a16="http://schemas.microsoft.com/office/drawing/2014/main" id="{E537CA19-418B-4C61-AAA9-D6C5EE513166}"/>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D9F4EF80-717B-439B-AA55-896FD5B2D4ED}"/>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E1BBD547-9E17-4DD7-AE48-BC8E890DE12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7" name="Rectangle 286">
                <a:extLst>
                  <a:ext uri="{FF2B5EF4-FFF2-40B4-BE49-F238E27FC236}">
                    <a16:creationId xmlns:a16="http://schemas.microsoft.com/office/drawing/2014/main" id="{06975995-DF89-49EE-A7DE-F7E5D5C24FA9}"/>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8" name="Rectangle 287">
                <a:extLst>
                  <a:ext uri="{FF2B5EF4-FFF2-40B4-BE49-F238E27FC236}">
                    <a16:creationId xmlns:a16="http://schemas.microsoft.com/office/drawing/2014/main" id="{787DE338-74A1-4C5F-B856-EA0DBEDD37F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1" name="Group 250">
              <a:extLst>
                <a:ext uri="{FF2B5EF4-FFF2-40B4-BE49-F238E27FC236}">
                  <a16:creationId xmlns:a16="http://schemas.microsoft.com/office/drawing/2014/main" id="{D0CC68BA-7AA5-48B8-B3C7-CD14B3BFFAFC}"/>
                </a:ext>
              </a:extLst>
            </p:cNvPr>
            <p:cNvGrpSpPr/>
            <p:nvPr/>
          </p:nvGrpSpPr>
          <p:grpSpPr>
            <a:xfrm>
              <a:off x="1633186" y="2878106"/>
              <a:ext cx="524570" cy="510538"/>
              <a:chOff x="9180347" y="987490"/>
              <a:chExt cx="1352962" cy="1353312"/>
            </a:xfrm>
            <a:effectLst/>
          </p:grpSpPr>
          <p:sp>
            <p:nvSpPr>
              <p:cNvPr id="257" name="Rectangle 256">
                <a:extLst>
                  <a:ext uri="{FF2B5EF4-FFF2-40B4-BE49-F238E27FC236}">
                    <a16:creationId xmlns:a16="http://schemas.microsoft.com/office/drawing/2014/main" id="{431F536E-3524-46D5-BEA9-ACC2FF0E91A7}"/>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50AE51CE-5EF3-4BAB-84BA-F3ABDEE0642C}"/>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E918156D-23B0-4644-9F47-549D46DAE2BA}"/>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1E6E81CA-21C9-4E44-AD4D-04311C8A89D7}"/>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16A8E727-5AB3-4D81-A43F-87E80EA87E3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52" name="Group 251">
              <a:extLst>
                <a:ext uri="{FF2B5EF4-FFF2-40B4-BE49-F238E27FC236}">
                  <a16:creationId xmlns:a16="http://schemas.microsoft.com/office/drawing/2014/main" id="{8780A4AE-1179-4ABC-98B6-2FDE77CF085F}"/>
                </a:ext>
              </a:extLst>
            </p:cNvPr>
            <p:cNvGrpSpPr/>
            <p:nvPr/>
          </p:nvGrpSpPr>
          <p:grpSpPr>
            <a:xfrm>
              <a:off x="1117501" y="2876931"/>
              <a:ext cx="519060" cy="512397"/>
              <a:chOff x="7605132" y="3950429"/>
              <a:chExt cx="1352962" cy="1353312"/>
            </a:xfrm>
            <a:effectLst/>
          </p:grpSpPr>
          <p:sp>
            <p:nvSpPr>
              <p:cNvPr id="253" name="Rectangle 252">
                <a:extLst>
                  <a:ext uri="{FF2B5EF4-FFF2-40B4-BE49-F238E27FC236}">
                    <a16:creationId xmlns:a16="http://schemas.microsoft.com/office/drawing/2014/main" id="{2C8A4E37-00A5-4E78-87F6-2397A634A056}"/>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E1E1E028-CE4C-4164-94F3-8A641B86F95C}"/>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3EF25A54-19AD-4CD4-85FC-F97A333B1C25}"/>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CB3BE269-1E0D-4215-8564-FF6C2ECF48FF}"/>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08" name="TextBox 107">
            <a:extLst>
              <a:ext uri="{FF2B5EF4-FFF2-40B4-BE49-F238E27FC236}">
                <a16:creationId xmlns:a16="http://schemas.microsoft.com/office/drawing/2014/main" id="{D5AA24B3-E461-41F3-9906-D6C3BE600B07}"/>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Tile Self-Assembly (2HAM)</a:t>
            </a:r>
          </a:p>
        </p:txBody>
      </p:sp>
      <p:sp>
        <p:nvSpPr>
          <p:cNvPr id="109" name="Rectangle: Rounded Corners 108">
            <a:extLst>
              <a:ext uri="{FF2B5EF4-FFF2-40B4-BE49-F238E27FC236}">
                <a16:creationId xmlns:a16="http://schemas.microsoft.com/office/drawing/2014/main" id="{D2DBEBEB-7733-42FB-BA7B-7E779D6BCCCF}"/>
              </a:ext>
            </a:extLst>
          </p:cNvPr>
          <p:cNvSpPr/>
          <p:nvPr/>
        </p:nvSpPr>
        <p:spPr>
          <a:xfrm>
            <a:off x="5635550" y="5748783"/>
            <a:ext cx="5036524" cy="581001"/>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r>
              <a:rPr lang="en-US" sz="2400" u="sng" dirty="0">
                <a:solidFill>
                  <a:srgbClr val="FF0000"/>
                </a:solidFill>
              </a:rPr>
              <a:t>Goal</a:t>
            </a:r>
            <a:r>
              <a:rPr lang="en-US" sz="2400" dirty="0">
                <a:solidFill>
                  <a:srgbClr val="FF0000"/>
                </a:solidFill>
              </a:rPr>
              <a:t>: Use as few tile types as possible.</a:t>
            </a:r>
          </a:p>
        </p:txBody>
      </p:sp>
    </p:spTree>
    <p:extLst>
      <p:ext uri="{BB962C8B-B14F-4D97-AF65-F5344CB8AC3E}">
        <p14:creationId xmlns:p14="http://schemas.microsoft.com/office/powerpoint/2010/main" val="175600414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1" name="Rectangle 60"/>
          <p:cNvSpPr/>
          <p:nvPr/>
        </p:nvSpPr>
        <p:spPr>
          <a:xfrm>
            <a:off x="1112001" y="2182826"/>
            <a:ext cx="1535266" cy="151537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6" name="Straight Arrow Connector 15"/>
          <p:cNvCxnSpPr/>
          <p:nvPr/>
        </p:nvCxnSpPr>
        <p:spPr>
          <a:xfrm>
            <a:off x="6516061"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a:cxnSpLocks/>
          </p:cNvCxnSpPr>
          <p:nvPr/>
        </p:nvCxnSpPr>
        <p:spPr>
          <a:xfrm flipV="1">
            <a:off x="8718235"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8" name="TextBox 167"/>
          <p:cNvSpPr txBox="1"/>
          <p:nvPr/>
        </p:nvSpPr>
        <p:spPr>
          <a:xfrm>
            <a:off x="4488208" y="373996"/>
            <a:ext cx="3044424" cy="646331"/>
          </a:xfrm>
          <a:prstGeom prst="rect">
            <a:avLst/>
          </a:prstGeom>
          <a:noFill/>
        </p:spPr>
        <p:txBody>
          <a:bodyPr wrap="none" rtlCol="0">
            <a:spAutoFit/>
          </a:bodyPr>
          <a:lstStyle/>
          <a:p>
            <a:pPr algn="ctr"/>
            <a:r>
              <a:rPr lang="en-US" sz="3600" dirty="0">
                <a:solidFill>
                  <a:schemeClr val="bg1"/>
                </a:solidFill>
              </a:rPr>
              <a:t>Negative Glues</a:t>
            </a:r>
            <a:endParaRPr lang="en-US" sz="1600" dirty="0">
              <a:solidFill>
                <a:schemeClr val="bg1"/>
              </a:solidFill>
            </a:endParaRPr>
          </a:p>
        </p:txBody>
      </p:sp>
      <p:sp>
        <p:nvSpPr>
          <p:cNvPr id="78" name="TextBox 7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79" name="Group 78"/>
          <p:cNvGrpSpPr/>
          <p:nvPr/>
        </p:nvGrpSpPr>
        <p:grpSpPr>
          <a:xfrm>
            <a:off x="3648216" y="2577397"/>
            <a:ext cx="736657" cy="1332800"/>
            <a:chOff x="3800723" y="2591968"/>
            <a:chExt cx="736657" cy="1332800"/>
          </a:xfrm>
        </p:grpSpPr>
        <p:sp>
          <p:nvSpPr>
            <p:cNvPr id="80" name="Rectangle: Rounded Corners 79"/>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5" name="TextBox 84"/>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103" name="Group 102">
            <a:extLst>
              <a:ext uri="{FF2B5EF4-FFF2-40B4-BE49-F238E27FC236}">
                <a16:creationId xmlns:a16="http://schemas.microsoft.com/office/drawing/2014/main" id="{D574E655-E4F8-49D9-A667-CAAE23DD680D}"/>
              </a:ext>
            </a:extLst>
          </p:cNvPr>
          <p:cNvGrpSpPr/>
          <p:nvPr/>
        </p:nvGrpSpPr>
        <p:grpSpPr>
          <a:xfrm>
            <a:off x="1227432" y="2316367"/>
            <a:ext cx="1259033" cy="1221553"/>
            <a:chOff x="1227432" y="2316367"/>
            <a:chExt cx="1259033" cy="1221553"/>
          </a:xfrm>
        </p:grpSpPr>
        <p:grpSp>
          <p:nvGrpSpPr>
            <p:cNvPr id="104" name="Group 103">
              <a:extLst>
                <a:ext uri="{FF2B5EF4-FFF2-40B4-BE49-F238E27FC236}">
                  <a16:creationId xmlns:a16="http://schemas.microsoft.com/office/drawing/2014/main" id="{3E617B40-54DE-471E-A9BC-D5BD00B28C63}"/>
                </a:ext>
              </a:extLst>
            </p:cNvPr>
            <p:cNvGrpSpPr/>
            <p:nvPr/>
          </p:nvGrpSpPr>
          <p:grpSpPr>
            <a:xfrm>
              <a:off x="1227432" y="2316367"/>
              <a:ext cx="519555" cy="508319"/>
              <a:chOff x="7617284" y="4008730"/>
              <a:chExt cx="1352961" cy="1353312"/>
            </a:xfrm>
            <a:effectLst>
              <a:outerShdw blurRad="50800" dist="38100" dir="2700000" algn="tl" rotWithShape="0">
                <a:prstClr val="black">
                  <a:alpha val="40000"/>
                </a:prstClr>
              </a:outerShdw>
            </a:effectLst>
          </p:grpSpPr>
          <p:sp>
            <p:nvSpPr>
              <p:cNvPr id="178" name="Rectangle 177">
                <a:extLst>
                  <a:ext uri="{FF2B5EF4-FFF2-40B4-BE49-F238E27FC236}">
                    <a16:creationId xmlns:a16="http://schemas.microsoft.com/office/drawing/2014/main" id="{07F894F7-AA35-4523-9854-2EF714EBF2A5}"/>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CD30ADFC-6D1A-4291-8C65-D2C73DB22A5F}"/>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D0DB9F1F-F12A-4B1E-8DE4-A029793A5DA9}"/>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FF5368B1-15B9-4161-9F9E-E10149CBC030}"/>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5AA23DC3-E808-40FD-9800-12F132B4E9C1}"/>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5" name="Group 104">
              <a:extLst>
                <a:ext uri="{FF2B5EF4-FFF2-40B4-BE49-F238E27FC236}">
                  <a16:creationId xmlns:a16="http://schemas.microsoft.com/office/drawing/2014/main" id="{ED68997D-23B7-46AD-8840-6B70D82842F4}"/>
                </a:ext>
              </a:extLst>
            </p:cNvPr>
            <p:cNvGrpSpPr/>
            <p:nvPr/>
          </p:nvGrpSpPr>
          <p:grpSpPr>
            <a:xfrm>
              <a:off x="1227432" y="3025916"/>
              <a:ext cx="516184" cy="509697"/>
              <a:chOff x="5887832" y="987580"/>
              <a:chExt cx="1352962" cy="1353312"/>
            </a:xfrm>
            <a:effectLst>
              <a:outerShdw blurRad="50800" dist="38100" dir="2700000" algn="tl" rotWithShape="0">
                <a:prstClr val="black">
                  <a:alpha val="40000"/>
                </a:prstClr>
              </a:outerShdw>
            </a:effectLst>
          </p:grpSpPr>
          <p:sp>
            <p:nvSpPr>
              <p:cNvPr id="174" name="Rectangle 173">
                <a:extLst>
                  <a:ext uri="{FF2B5EF4-FFF2-40B4-BE49-F238E27FC236}">
                    <a16:creationId xmlns:a16="http://schemas.microsoft.com/office/drawing/2014/main" id="{2E281704-5D36-4C91-9F93-024E1DCA5C11}"/>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CEA2ECAF-4AC4-45D4-B9D2-BA456DE5B671}"/>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8AF5C5AC-F3E6-469F-82B5-84F9FDAC2CB3}"/>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D324A843-FBEF-4647-BEFF-AC1D0ED65495}"/>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7" name="Group 106">
              <a:extLst>
                <a:ext uri="{FF2B5EF4-FFF2-40B4-BE49-F238E27FC236}">
                  <a16:creationId xmlns:a16="http://schemas.microsoft.com/office/drawing/2014/main" id="{F46162F5-19A6-41C7-AB20-1C5032D67C58}"/>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70" name="Group 169">
                <a:extLst>
                  <a:ext uri="{FF2B5EF4-FFF2-40B4-BE49-F238E27FC236}">
                    <a16:creationId xmlns:a16="http://schemas.microsoft.com/office/drawing/2014/main" id="{49DEFA9D-1A0A-4E90-B1CA-F5BFD8A13F9C}"/>
                  </a:ext>
                </a:extLst>
              </p:cNvPr>
              <p:cNvGrpSpPr/>
              <p:nvPr/>
            </p:nvGrpSpPr>
            <p:grpSpPr>
              <a:xfrm>
                <a:off x="7739068" y="5194686"/>
                <a:ext cx="1352961" cy="1353312"/>
                <a:chOff x="10730062" y="3816461"/>
                <a:chExt cx="1352961" cy="1353312"/>
              </a:xfrm>
            </p:grpSpPr>
            <p:sp>
              <p:nvSpPr>
                <p:cNvPr id="172" name="Rectangle 171">
                  <a:extLst>
                    <a:ext uri="{FF2B5EF4-FFF2-40B4-BE49-F238E27FC236}">
                      <a16:creationId xmlns:a16="http://schemas.microsoft.com/office/drawing/2014/main" id="{23A91A29-CDEB-402E-9A61-BB6CAAFB64D1}"/>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D172BAEB-DC97-4CD4-A40B-B55F9A30629D}"/>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71" name="Octagon 170">
                <a:extLst>
                  <a:ext uri="{FF2B5EF4-FFF2-40B4-BE49-F238E27FC236}">
                    <a16:creationId xmlns:a16="http://schemas.microsoft.com/office/drawing/2014/main" id="{A393923C-D000-4A02-93D7-232EAA1EA0AA}"/>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 name="Group 112">
              <a:extLst>
                <a:ext uri="{FF2B5EF4-FFF2-40B4-BE49-F238E27FC236}">
                  <a16:creationId xmlns:a16="http://schemas.microsoft.com/office/drawing/2014/main" id="{C5E6A9F6-D017-4541-AC8A-03C906946DA0}"/>
                </a:ext>
              </a:extLst>
            </p:cNvPr>
            <p:cNvGrpSpPr/>
            <p:nvPr/>
          </p:nvGrpSpPr>
          <p:grpSpPr>
            <a:xfrm>
              <a:off x="1966187" y="2321153"/>
              <a:ext cx="520277" cy="507598"/>
              <a:chOff x="7744151" y="3841463"/>
              <a:chExt cx="1353220" cy="1353312"/>
            </a:xfrm>
            <a:effectLst>
              <a:outerShdw blurRad="50800" dist="38100" dir="2700000" algn="tl" rotWithShape="0">
                <a:prstClr val="black">
                  <a:alpha val="40000"/>
                </a:prstClr>
              </a:outerShdw>
            </a:effectLst>
          </p:grpSpPr>
          <p:grpSp>
            <p:nvGrpSpPr>
              <p:cNvPr id="114" name="Group 113">
                <a:extLst>
                  <a:ext uri="{FF2B5EF4-FFF2-40B4-BE49-F238E27FC236}">
                    <a16:creationId xmlns:a16="http://schemas.microsoft.com/office/drawing/2014/main" id="{EA98A434-65D6-4DA3-B16C-29712C07263C}"/>
                  </a:ext>
                </a:extLst>
              </p:cNvPr>
              <p:cNvGrpSpPr/>
              <p:nvPr/>
            </p:nvGrpSpPr>
            <p:grpSpPr>
              <a:xfrm>
                <a:off x="7744151" y="3841463"/>
                <a:ext cx="1353220" cy="1353312"/>
                <a:chOff x="10729798" y="2463147"/>
                <a:chExt cx="1353220" cy="1353312"/>
              </a:xfrm>
            </p:grpSpPr>
            <p:sp>
              <p:nvSpPr>
                <p:cNvPr id="116" name="Rectangle 115">
                  <a:extLst>
                    <a:ext uri="{FF2B5EF4-FFF2-40B4-BE49-F238E27FC236}">
                      <a16:creationId xmlns:a16="http://schemas.microsoft.com/office/drawing/2014/main" id="{7991AAB2-D038-4CF1-97D1-F406F3F1D22A}"/>
                    </a:ext>
                  </a:extLst>
                </p:cNvPr>
                <p:cNvSpPr/>
                <p:nvPr/>
              </p:nvSpPr>
              <p:spPr>
                <a:xfrm rot="5400000">
                  <a:off x="10729883" y="2463323"/>
                  <a:ext cx="1353312" cy="1352959"/>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36CC9B47-C9FB-42F0-B7CA-8D12C90F1369}"/>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2718FEDB-CB07-45F6-86EB-C109C6A8D643}"/>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15" name="Octagon 114">
                <a:extLst>
                  <a:ext uri="{FF2B5EF4-FFF2-40B4-BE49-F238E27FC236}">
                    <a16:creationId xmlns:a16="http://schemas.microsoft.com/office/drawing/2014/main" id="{9A0EE210-2325-4606-B2FC-A402F903EF92}"/>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9" name="Group 228">
            <a:extLst>
              <a:ext uri="{FF2B5EF4-FFF2-40B4-BE49-F238E27FC236}">
                <a16:creationId xmlns:a16="http://schemas.microsoft.com/office/drawing/2014/main" id="{FEF84AFB-3891-470F-96D8-36AA13CA71C2}"/>
              </a:ext>
            </a:extLst>
          </p:cNvPr>
          <p:cNvGrpSpPr/>
          <p:nvPr/>
        </p:nvGrpSpPr>
        <p:grpSpPr>
          <a:xfrm>
            <a:off x="7306694" y="3927663"/>
            <a:ext cx="1043949" cy="1025495"/>
            <a:chOff x="963443" y="2470416"/>
            <a:chExt cx="2710254" cy="2706624"/>
          </a:xfrm>
          <a:effectLst>
            <a:outerShdw blurRad="50800" dist="38100" dir="2700000" algn="tl" rotWithShape="0">
              <a:prstClr val="black">
                <a:alpha val="40000"/>
              </a:prstClr>
            </a:outerShdw>
          </a:effectLst>
        </p:grpSpPr>
        <p:grpSp>
          <p:nvGrpSpPr>
            <p:cNvPr id="230" name="Group 229">
              <a:extLst>
                <a:ext uri="{FF2B5EF4-FFF2-40B4-BE49-F238E27FC236}">
                  <a16:creationId xmlns:a16="http://schemas.microsoft.com/office/drawing/2014/main" id="{4BE43BBC-E106-4456-A25E-E3951E9113D6}"/>
                </a:ext>
              </a:extLst>
            </p:cNvPr>
            <p:cNvGrpSpPr/>
            <p:nvPr/>
          </p:nvGrpSpPr>
          <p:grpSpPr>
            <a:xfrm>
              <a:off x="964309" y="2470506"/>
              <a:ext cx="1352961" cy="1353312"/>
              <a:chOff x="7617284" y="4008730"/>
              <a:chExt cx="1352961" cy="1353312"/>
            </a:xfrm>
          </p:grpSpPr>
          <p:sp>
            <p:nvSpPr>
              <p:cNvPr id="247" name="Rectangle 246">
                <a:extLst>
                  <a:ext uri="{FF2B5EF4-FFF2-40B4-BE49-F238E27FC236}">
                    <a16:creationId xmlns:a16="http://schemas.microsoft.com/office/drawing/2014/main" id="{8360408F-AF13-4349-8DB2-ABFF78A9ADA5}"/>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80145290-D3AF-45C0-B254-324E9660EFA9}"/>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9" name="Rectangle 248">
                <a:extLst>
                  <a:ext uri="{FF2B5EF4-FFF2-40B4-BE49-F238E27FC236}">
                    <a16:creationId xmlns:a16="http://schemas.microsoft.com/office/drawing/2014/main" id="{3AA5F86B-E5F0-42E7-8B67-82C4BBD3F8DC}"/>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0" name="Rectangle 249">
                <a:extLst>
                  <a:ext uri="{FF2B5EF4-FFF2-40B4-BE49-F238E27FC236}">
                    <a16:creationId xmlns:a16="http://schemas.microsoft.com/office/drawing/2014/main" id="{00AE46E1-741A-4447-91DD-F6B98C9E0704}"/>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1" name="Rectangle 250">
                <a:extLst>
                  <a:ext uri="{FF2B5EF4-FFF2-40B4-BE49-F238E27FC236}">
                    <a16:creationId xmlns:a16="http://schemas.microsoft.com/office/drawing/2014/main" id="{6A55B4C5-5792-4E82-B9AE-33DCFCDFB5A5}"/>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1" name="Group 230">
              <a:extLst>
                <a:ext uri="{FF2B5EF4-FFF2-40B4-BE49-F238E27FC236}">
                  <a16:creationId xmlns:a16="http://schemas.microsoft.com/office/drawing/2014/main" id="{E6746C66-DCB2-4765-A921-57C9FF28E8D3}"/>
                </a:ext>
              </a:extLst>
            </p:cNvPr>
            <p:cNvGrpSpPr/>
            <p:nvPr/>
          </p:nvGrpSpPr>
          <p:grpSpPr>
            <a:xfrm>
              <a:off x="963443" y="3823728"/>
              <a:ext cx="1352962" cy="1353312"/>
              <a:chOff x="5887832" y="987580"/>
              <a:chExt cx="1352962" cy="1353312"/>
            </a:xfrm>
          </p:grpSpPr>
          <p:sp>
            <p:nvSpPr>
              <p:cNvPr id="243" name="Rectangle 242">
                <a:extLst>
                  <a:ext uri="{FF2B5EF4-FFF2-40B4-BE49-F238E27FC236}">
                    <a16:creationId xmlns:a16="http://schemas.microsoft.com/office/drawing/2014/main" id="{0B30C7B0-9250-4F53-9037-818E5C15F529}"/>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4" name="Rectangle 243">
                <a:extLst>
                  <a:ext uri="{FF2B5EF4-FFF2-40B4-BE49-F238E27FC236}">
                    <a16:creationId xmlns:a16="http://schemas.microsoft.com/office/drawing/2014/main" id="{929B034F-824A-4990-8B15-EA8AB56ECACA}"/>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5" name="Rectangle 244">
                <a:extLst>
                  <a:ext uri="{FF2B5EF4-FFF2-40B4-BE49-F238E27FC236}">
                    <a16:creationId xmlns:a16="http://schemas.microsoft.com/office/drawing/2014/main" id="{C6B2FE35-CCB3-49B7-847D-EC7F781C8DF1}"/>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6" name="Rectangle 245">
                <a:extLst>
                  <a:ext uri="{FF2B5EF4-FFF2-40B4-BE49-F238E27FC236}">
                    <a16:creationId xmlns:a16="http://schemas.microsoft.com/office/drawing/2014/main" id="{279CD452-1999-41E6-A4C6-48B4B83B35E0}"/>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2" name="Group 231">
              <a:extLst>
                <a:ext uri="{FF2B5EF4-FFF2-40B4-BE49-F238E27FC236}">
                  <a16:creationId xmlns:a16="http://schemas.microsoft.com/office/drawing/2014/main" id="{A607C3DF-9897-4336-B150-F39A7ABE5EDA}"/>
                </a:ext>
              </a:extLst>
            </p:cNvPr>
            <p:cNvGrpSpPr/>
            <p:nvPr/>
          </p:nvGrpSpPr>
          <p:grpSpPr>
            <a:xfrm>
              <a:off x="2315389" y="3823545"/>
              <a:ext cx="1352961" cy="1353404"/>
              <a:chOff x="7739068" y="5194594"/>
              <a:chExt cx="1352961" cy="1353404"/>
            </a:xfrm>
          </p:grpSpPr>
          <p:grpSp>
            <p:nvGrpSpPr>
              <p:cNvPr id="239" name="Group 238">
                <a:extLst>
                  <a:ext uri="{FF2B5EF4-FFF2-40B4-BE49-F238E27FC236}">
                    <a16:creationId xmlns:a16="http://schemas.microsoft.com/office/drawing/2014/main" id="{B5D7A521-8748-4F68-9061-EB4C4E584C4B}"/>
                  </a:ext>
                </a:extLst>
              </p:cNvPr>
              <p:cNvGrpSpPr/>
              <p:nvPr/>
            </p:nvGrpSpPr>
            <p:grpSpPr>
              <a:xfrm>
                <a:off x="7739068" y="5194686"/>
                <a:ext cx="1352961" cy="1353312"/>
                <a:chOff x="10730062" y="3816461"/>
                <a:chExt cx="1352961" cy="1353312"/>
              </a:xfrm>
            </p:grpSpPr>
            <p:sp>
              <p:nvSpPr>
                <p:cNvPr id="241" name="Rectangle 240">
                  <a:extLst>
                    <a:ext uri="{FF2B5EF4-FFF2-40B4-BE49-F238E27FC236}">
                      <a16:creationId xmlns:a16="http://schemas.microsoft.com/office/drawing/2014/main" id="{8B66A855-6476-4713-84D2-2959D7EDE76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92718604-1581-4246-9EC9-7FD0D423FD03}"/>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40" name="Octagon 239">
                <a:extLst>
                  <a:ext uri="{FF2B5EF4-FFF2-40B4-BE49-F238E27FC236}">
                    <a16:creationId xmlns:a16="http://schemas.microsoft.com/office/drawing/2014/main" id="{6930D484-5594-4865-820C-89FF911A3C6C}"/>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3" name="Group 232">
              <a:extLst>
                <a:ext uri="{FF2B5EF4-FFF2-40B4-BE49-F238E27FC236}">
                  <a16:creationId xmlns:a16="http://schemas.microsoft.com/office/drawing/2014/main" id="{8034A703-08DD-4407-9DE7-04724276365A}"/>
                </a:ext>
              </a:extLst>
            </p:cNvPr>
            <p:cNvGrpSpPr/>
            <p:nvPr/>
          </p:nvGrpSpPr>
          <p:grpSpPr>
            <a:xfrm>
              <a:off x="2320472" y="2470416"/>
              <a:ext cx="1353225" cy="1353312"/>
              <a:chOff x="7744151" y="3841465"/>
              <a:chExt cx="1353225" cy="1353312"/>
            </a:xfrm>
          </p:grpSpPr>
          <p:grpSp>
            <p:nvGrpSpPr>
              <p:cNvPr id="234" name="Group 233">
                <a:extLst>
                  <a:ext uri="{FF2B5EF4-FFF2-40B4-BE49-F238E27FC236}">
                    <a16:creationId xmlns:a16="http://schemas.microsoft.com/office/drawing/2014/main" id="{CADEF919-B990-4A54-AF91-C6DF96CC6A57}"/>
                  </a:ext>
                </a:extLst>
              </p:cNvPr>
              <p:cNvGrpSpPr/>
              <p:nvPr/>
            </p:nvGrpSpPr>
            <p:grpSpPr>
              <a:xfrm>
                <a:off x="7744151" y="3841465"/>
                <a:ext cx="1353225" cy="1353312"/>
                <a:chOff x="10729798" y="2463149"/>
                <a:chExt cx="1353225" cy="1353312"/>
              </a:xfrm>
            </p:grpSpPr>
            <p:sp>
              <p:nvSpPr>
                <p:cNvPr id="236" name="Rectangle 235">
                  <a:extLst>
                    <a:ext uri="{FF2B5EF4-FFF2-40B4-BE49-F238E27FC236}">
                      <a16:creationId xmlns:a16="http://schemas.microsoft.com/office/drawing/2014/main" id="{2FAE941F-E07B-4FC1-AB0E-ADB975A5EC13}"/>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7EDFF0B8-20F2-4388-BC99-A1305867299A}"/>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5049EDD6-AFC4-4BC8-8550-6DB37AD588E1}"/>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35" name="Octagon 234">
                <a:extLst>
                  <a:ext uri="{FF2B5EF4-FFF2-40B4-BE49-F238E27FC236}">
                    <a16:creationId xmlns:a16="http://schemas.microsoft.com/office/drawing/2014/main" id="{29272D12-CC89-4784-B97A-DE4460339638}"/>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2" name="Group 251">
            <a:extLst>
              <a:ext uri="{FF2B5EF4-FFF2-40B4-BE49-F238E27FC236}">
                <a16:creationId xmlns:a16="http://schemas.microsoft.com/office/drawing/2014/main" id="{5BDDD703-85EF-48B7-85C8-F171C92B050F}"/>
              </a:ext>
            </a:extLst>
          </p:cNvPr>
          <p:cNvGrpSpPr/>
          <p:nvPr/>
        </p:nvGrpSpPr>
        <p:grpSpPr>
          <a:xfrm>
            <a:off x="7827753" y="4437857"/>
            <a:ext cx="641841" cy="644393"/>
            <a:chOff x="7827753" y="4437857"/>
            <a:chExt cx="641841" cy="644393"/>
          </a:xfrm>
        </p:grpSpPr>
        <p:cxnSp>
          <p:nvCxnSpPr>
            <p:cNvPr id="253" name="Straight Connector 252">
              <a:extLst>
                <a:ext uri="{FF2B5EF4-FFF2-40B4-BE49-F238E27FC236}">
                  <a16:creationId xmlns:a16="http://schemas.microsoft.com/office/drawing/2014/main" id="{6D208B2C-CFEA-4B78-8799-C9BE261C64AF}"/>
                </a:ext>
              </a:extLst>
            </p:cNvPr>
            <p:cNvCxnSpPr>
              <a:cxnSpLocks/>
            </p:cNvCxnSpPr>
            <p:nvPr/>
          </p:nvCxnSpPr>
          <p:spPr>
            <a:xfrm flipV="1">
              <a:off x="7827753" y="4440409"/>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23E2666C-51BB-4FF0-AE7E-109BC5F27687}"/>
                </a:ext>
              </a:extLst>
            </p:cNvPr>
            <p:cNvCxnSpPr>
              <a:cxnSpLocks/>
            </p:cNvCxnSpPr>
            <p:nvPr/>
          </p:nvCxnSpPr>
          <p:spPr>
            <a:xfrm rot="5400000" flipV="1">
              <a:off x="8148674" y="4116936"/>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255" name="Group 254">
            <a:extLst>
              <a:ext uri="{FF2B5EF4-FFF2-40B4-BE49-F238E27FC236}">
                <a16:creationId xmlns:a16="http://schemas.microsoft.com/office/drawing/2014/main" id="{E9775C14-ED9E-4556-AB37-C9F78374E340}"/>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256" name="Rectangle 255">
              <a:extLst>
                <a:ext uri="{FF2B5EF4-FFF2-40B4-BE49-F238E27FC236}">
                  <a16:creationId xmlns:a16="http://schemas.microsoft.com/office/drawing/2014/main" id="{961EC82E-BB4B-4957-A31C-8973D6C5C187}"/>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7" name="Rectangle 256">
              <a:extLst>
                <a:ext uri="{FF2B5EF4-FFF2-40B4-BE49-F238E27FC236}">
                  <a16:creationId xmlns:a16="http://schemas.microsoft.com/office/drawing/2014/main" id="{0CB54D60-4F6C-4366-95D1-69C6727B29DD}"/>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4CDFCC73-0CC1-43B2-93F7-1FBE2A63B760}"/>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17EB4BCA-FC74-4A38-8237-B2AE392F0C30}"/>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1AE41DCF-26BF-4F4B-84C9-727A4B7392CD}"/>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1" name="Group 260">
            <a:extLst>
              <a:ext uri="{FF2B5EF4-FFF2-40B4-BE49-F238E27FC236}">
                <a16:creationId xmlns:a16="http://schemas.microsoft.com/office/drawing/2014/main" id="{5BA0F02A-3FD9-4829-A655-10475A619FB7}"/>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262" name="Rectangle 261">
              <a:extLst>
                <a:ext uri="{FF2B5EF4-FFF2-40B4-BE49-F238E27FC236}">
                  <a16:creationId xmlns:a16="http://schemas.microsoft.com/office/drawing/2014/main" id="{1C177425-FA7D-46AD-84DB-E537F1084419}"/>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EFBBDF15-C18F-42E4-9BDB-2B2D683E509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5C1F98F4-4E82-477E-A4F7-FEDE37FF0F6F}"/>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5" name="Rectangle 264">
              <a:extLst>
                <a:ext uri="{FF2B5EF4-FFF2-40B4-BE49-F238E27FC236}">
                  <a16:creationId xmlns:a16="http://schemas.microsoft.com/office/drawing/2014/main" id="{BDE9A710-33D3-4DA7-B23C-D8B856C8D79F}"/>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6" name="Group 265">
            <a:extLst>
              <a:ext uri="{FF2B5EF4-FFF2-40B4-BE49-F238E27FC236}">
                <a16:creationId xmlns:a16="http://schemas.microsoft.com/office/drawing/2014/main" id="{1866A09D-88AD-42FB-9852-F542C3DC58FE}"/>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267" name="Group 266">
              <a:extLst>
                <a:ext uri="{FF2B5EF4-FFF2-40B4-BE49-F238E27FC236}">
                  <a16:creationId xmlns:a16="http://schemas.microsoft.com/office/drawing/2014/main" id="{8F94E840-A6C5-4F1C-BAD0-E9DA7C9921C1}"/>
                </a:ext>
              </a:extLst>
            </p:cNvPr>
            <p:cNvGrpSpPr/>
            <p:nvPr/>
          </p:nvGrpSpPr>
          <p:grpSpPr>
            <a:xfrm>
              <a:off x="7739068" y="5194686"/>
              <a:ext cx="1352961" cy="1353312"/>
              <a:chOff x="10730062" y="3816461"/>
              <a:chExt cx="1352961" cy="1353312"/>
            </a:xfrm>
          </p:grpSpPr>
          <p:sp>
            <p:nvSpPr>
              <p:cNvPr id="269" name="Rectangle 268">
                <a:extLst>
                  <a:ext uri="{FF2B5EF4-FFF2-40B4-BE49-F238E27FC236}">
                    <a16:creationId xmlns:a16="http://schemas.microsoft.com/office/drawing/2014/main" id="{6AC50C97-33FD-4294-A43C-B9EF478047B2}"/>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0" name="Rectangle 269">
                <a:extLst>
                  <a:ext uri="{FF2B5EF4-FFF2-40B4-BE49-F238E27FC236}">
                    <a16:creationId xmlns:a16="http://schemas.microsoft.com/office/drawing/2014/main" id="{DFD8D2C5-038E-4BBC-961F-AABB83309AD2}"/>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8" name="Octagon 267">
              <a:extLst>
                <a:ext uri="{FF2B5EF4-FFF2-40B4-BE49-F238E27FC236}">
                  <a16:creationId xmlns:a16="http://schemas.microsoft.com/office/drawing/2014/main" id="{F96B6B03-516C-40E2-BE83-83DA09A4A872}"/>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1" name="Group 270">
            <a:extLst>
              <a:ext uri="{FF2B5EF4-FFF2-40B4-BE49-F238E27FC236}">
                <a16:creationId xmlns:a16="http://schemas.microsoft.com/office/drawing/2014/main" id="{8A8A7FD6-5259-4376-BA13-922AED2516CD}"/>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272" name="Group 271">
              <a:extLst>
                <a:ext uri="{FF2B5EF4-FFF2-40B4-BE49-F238E27FC236}">
                  <a16:creationId xmlns:a16="http://schemas.microsoft.com/office/drawing/2014/main" id="{055224DE-04EC-402B-B138-6BAC135BE9C8}"/>
                </a:ext>
              </a:extLst>
            </p:cNvPr>
            <p:cNvGrpSpPr/>
            <p:nvPr/>
          </p:nvGrpSpPr>
          <p:grpSpPr>
            <a:xfrm>
              <a:off x="7744151" y="3841465"/>
              <a:ext cx="1353225" cy="1353312"/>
              <a:chOff x="10729798" y="2463149"/>
              <a:chExt cx="1353225" cy="1353312"/>
            </a:xfrm>
          </p:grpSpPr>
          <p:sp>
            <p:nvSpPr>
              <p:cNvPr id="274" name="Rectangle 273">
                <a:extLst>
                  <a:ext uri="{FF2B5EF4-FFF2-40B4-BE49-F238E27FC236}">
                    <a16:creationId xmlns:a16="http://schemas.microsoft.com/office/drawing/2014/main" id="{9A3FF734-3A16-4A1E-82A2-ADFA5E014CB0}"/>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5" name="Rectangle 274">
                <a:extLst>
                  <a:ext uri="{FF2B5EF4-FFF2-40B4-BE49-F238E27FC236}">
                    <a16:creationId xmlns:a16="http://schemas.microsoft.com/office/drawing/2014/main" id="{96F8AE52-4FEF-4281-9FEF-BAC71103D5D8}"/>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6" name="Rectangle 275">
                <a:extLst>
                  <a:ext uri="{FF2B5EF4-FFF2-40B4-BE49-F238E27FC236}">
                    <a16:creationId xmlns:a16="http://schemas.microsoft.com/office/drawing/2014/main" id="{4968DB1B-119B-4E83-9972-7232696230EA}"/>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73" name="Octagon 272">
              <a:extLst>
                <a:ext uri="{FF2B5EF4-FFF2-40B4-BE49-F238E27FC236}">
                  <a16:creationId xmlns:a16="http://schemas.microsoft.com/office/drawing/2014/main" id="{9BBB261D-0D03-4D3C-9E2B-7DF056610F53}"/>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8" name="Group 277">
            <a:extLst>
              <a:ext uri="{FF2B5EF4-FFF2-40B4-BE49-F238E27FC236}">
                <a16:creationId xmlns:a16="http://schemas.microsoft.com/office/drawing/2014/main" id="{086D4BB6-4ADD-4498-9D13-94569C30CE0A}"/>
              </a:ext>
            </a:extLst>
          </p:cNvPr>
          <p:cNvGrpSpPr/>
          <p:nvPr/>
        </p:nvGrpSpPr>
        <p:grpSpPr>
          <a:xfrm>
            <a:off x="9546976" y="2357525"/>
            <a:ext cx="521140" cy="512748"/>
            <a:chOff x="7617284" y="4008730"/>
            <a:chExt cx="1352961" cy="1353312"/>
          </a:xfrm>
          <a:effectLst>
            <a:outerShdw blurRad="50800" dist="38100" dir="2700000" algn="tl" rotWithShape="0">
              <a:prstClr val="black">
                <a:alpha val="40000"/>
              </a:prstClr>
            </a:outerShdw>
          </a:effectLst>
        </p:grpSpPr>
        <p:sp>
          <p:nvSpPr>
            <p:cNvPr id="295" name="Rectangle 294">
              <a:extLst>
                <a:ext uri="{FF2B5EF4-FFF2-40B4-BE49-F238E27FC236}">
                  <a16:creationId xmlns:a16="http://schemas.microsoft.com/office/drawing/2014/main" id="{7D7FDE56-FD74-4260-861E-37E2D83AB9F9}"/>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3A5EE576-22DC-4E59-95C8-C99DA4DD20CC}"/>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38A868DA-C8C8-44CF-BE48-1FE5C367DBC9}"/>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8" name="Rectangle 297">
              <a:extLst>
                <a:ext uri="{FF2B5EF4-FFF2-40B4-BE49-F238E27FC236}">
                  <a16:creationId xmlns:a16="http://schemas.microsoft.com/office/drawing/2014/main" id="{0D5AE23A-6886-4DAA-B09D-6339B4B007C3}"/>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78D9BA99-4531-49D7-9546-410229C0AF40}"/>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79" name="Group 278">
            <a:extLst>
              <a:ext uri="{FF2B5EF4-FFF2-40B4-BE49-F238E27FC236}">
                <a16:creationId xmlns:a16="http://schemas.microsoft.com/office/drawing/2014/main" id="{284E7565-4346-4128-B9A3-CEC608737B59}"/>
              </a:ext>
            </a:extLst>
          </p:cNvPr>
          <p:cNvGrpSpPr/>
          <p:nvPr/>
        </p:nvGrpSpPr>
        <p:grpSpPr>
          <a:xfrm>
            <a:off x="9546642" y="2870239"/>
            <a:ext cx="521141" cy="512748"/>
            <a:chOff x="5887832" y="987580"/>
            <a:chExt cx="1352962" cy="1353312"/>
          </a:xfrm>
          <a:effectLst>
            <a:outerShdw blurRad="50800" dist="38100" dir="2700000" algn="tl" rotWithShape="0">
              <a:prstClr val="black">
                <a:alpha val="40000"/>
              </a:prstClr>
            </a:outerShdw>
          </a:effectLst>
        </p:grpSpPr>
        <p:sp>
          <p:nvSpPr>
            <p:cNvPr id="291" name="Rectangle 290">
              <a:extLst>
                <a:ext uri="{FF2B5EF4-FFF2-40B4-BE49-F238E27FC236}">
                  <a16:creationId xmlns:a16="http://schemas.microsoft.com/office/drawing/2014/main" id="{C668E095-2C95-447C-8F55-E22F4F8845CB}"/>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2B2C2AE9-2B8F-496F-8FF5-A2DCB156615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12C9A443-3C43-4F5C-9338-1546E6918D31}"/>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4" name="Rectangle 293">
              <a:extLst>
                <a:ext uri="{FF2B5EF4-FFF2-40B4-BE49-F238E27FC236}">
                  <a16:creationId xmlns:a16="http://schemas.microsoft.com/office/drawing/2014/main" id="{A309B45C-24FA-4C47-AA42-419E7F6CF9F6}"/>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0" name="Group 279">
            <a:extLst>
              <a:ext uri="{FF2B5EF4-FFF2-40B4-BE49-F238E27FC236}">
                <a16:creationId xmlns:a16="http://schemas.microsoft.com/office/drawing/2014/main" id="{4DC237ED-CF88-4743-91F2-BC2C9D21088B}"/>
              </a:ext>
            </a:extLst>
          </p:cNvPr>
          <p:cNvGrpSpPr/>
          <p:nvPr/>
        </p:nvGrpSpPr>
        <p:grpSpPr>
          <a:xfrm>
            <a:off x="10244919" y="3012878"/>
            <a:ext cx="521140" cy="512782"/>
            <a:chOff x="7739068" y="5194594"/>
            <a:chExt cx="1352961" cy="1353404"/>
          </a:xfrm>
          <a:effectLst>
            <a:outerShdw blurRad="50800" dist="38100" dir="2700000" algn="tl" rotWithShape="0">
              <a:prstClr val="black">
                <a:alpha val="40000"/>
              </a:prstClr>
            </a:outerShdw>
          </a:effectLst>
        </p:grpSpPr>
        <p:grpSp>
          <p:nvGrpSpPr>
            <p:cNvPr id="287" name="Group 286">
              <a:extLst>
                <a:ext uri="{FF2B5EF4-FFF2-40B4-BE49-F238E27FC236}">
                  <a16:creationId xmlns:a16="http://schemas.microsoft.com/office/drawing/2014/main" id="{F52CBCAD-10EF-43A5-BD35-472F7DC4356E}"/>
                </a:ext>
              </a:extLst>
            </p:cNvPr>
            <p:cNvGrpSpPr/>
            <p:nvPr/>
          </p:nvGrpSpPr>
          <p:grpSpPr>
            <a:xfrm>
              <a:off x="7739068" y="5194686"/>
              <a:ext cx="1352961" cy="1353312"/>
              <a:chOff x="10730062" y="3816461"/>
              <a:chExt cx="1352961" cy="1353312"/>
            </a:xfrm>
          </p:grpSpPr>
          <p:sp>
            <p:nvSpPr>
              <p:cNvPr id="289" name="Rectangle 288">
                <a:extLst>
                  <a:ext uri="{FF2B5EF4-FFF2-40B4-BE49-F238E27FC236}">
                    <a16:creationId xmlns:a16="http://schemas.microsoft.com/office/drawing/2014/main" id="{5E4A3218-3AAC-4E95-926F-0C3DDFE5EA9E}"/>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6CEE2CDB-3472-4E9B-9154-DE3DE6E989CE}"/>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8" name="Octagon 287">
              <a:extLst>
                <a:ext uri="{FF2B5EF4-FFF2-40B4-BE49-F238E27FC236}">
                  <a16:creationId xmlns:a16="http://schemas.microsoft.com/office/drawing/2014/main" id="{21D9161B-8102-4923-B1CB-450181189BA8}"/>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9B2347FC-E8B1-4E75-B3AA-FD14D0B7C66C}"/>
              </a:ext>
            </a:extLst>
          </p:cNvPr>
          <p:cNvGrpSpPr/>
          <p:nvPr/>
        </p:nvGrpSpPr>
        <p:grpSpPr>
          <a:xfrm>
            <a:off x="10069349" y="2357491"/>
            <a:ext cx="521242" cy="512748"/>
            <a:chOff x="7744151" y="3841465"/>
            <a:chExt cx="1353225" cy="1353312"/>
          </a:xfrm>
          <a:effectLst>
            <a:outerShdw blurRad="50800" dist="38100" dir="2700000" algn="tl" rotWithShape="0">
              <a:prstClr val="black">
                <a:alpha val="40000"/>
              </a:prstClr>
            </a:outerShdw>
          </a:effectLst>
        </p:grpSpPr>
        <p:grpSp>
          <p:nvGrpSpPr>
            <p:cNvPr id="282" name="Group 281">
              <a:extLst>
                <a:ext uri="{FF2B5EF4-FFF2-40B4-BE49-F238E27FC236}">
                  <a16:creationId xmlns:a16="http://schemas.microsoft.com/office/drawing/2014/main" id="{02750D6E-FA9A-46B0-AE14-F1469EAA8228}"/>
                </a:ext>
              </a:extLst>
            </p:cNvPr>
            <p:cNvGrpSpPr/>
            <p:nvPr/>
          </p:nvGrpSpPr>
          <p:grpSpPr>
            <a:xfrm>
              <a:off x="7744151" y="3841465"/>
              <a:ext cx="1353225" cy="1353312"/>
              <a:chOff x="10729798" y="2463149"/>
              <a:chExt cx="1353225" cy="1353312"/>
            </a:xfrm>
          </p:grpSpPr>
          <p:sp>
            <p:nvSpPr>
              <p:cNvPr id="284" name="Rectangle 283">
                <a:extLst>
                  <a:ext uri="{FF2B5EF4-FFF2-40B4-BE49-F238E27FC236}">
                    <a16:creationId xmlns:a16="http://schemas.microsoft.com/office/drawing/2014/main" id="{FDDDA025-7AC2-430D-9AD8-3761C565A9EC}"/>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5" name="Rectangle 284">
                <a:extLst>
                  <a:ext uri="{FF2B5EF4-FFF2-40B4-BE49-F238E27FC236}">
                    <a16:creationId xmlns:a16="http://schemas.microsoft.com/office/drawing/2014/main" id="{F387369F-CFA8-4291-B71C-CFCBED485D5F}"/>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6" name="Rectangle 285">
                <a:extLst>
                  <a:ext uri="{FF2B5EF4-FFF2-40B4-BE49-F238E27FC236}">
                    <a16:creationId xmlns:a16="http://schemas.microsoft.com/office/drawing/2014/main" id="{3548FD07-D3AE-4972-8DDD-8C0018ADFDB2}"/>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3" name="Octagon 282">
              <a:extLst>
                <a:ext uri="{FF2B5EF4-FFF2-40B4-BE49-F238E27FC236}">
                  <a16:creationId xmlns:a16="http://schemas.microsoft.com/office/drawing/2014/main" id="{B47969A6-5D84-4487-AE0E-97E461A87AE0}"/>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2192066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1" name="Rectangle 60"/>
          <p:cNvSpPr/>
          <p:nvPr/>
        </p:nvSpPr>
        <p:spPr>
          <a:xfrm>
            <a:off x="1112001" y="2182826"/>
            <a:ext cx="1535266" cy="151537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6" name="Straight Arrow Connector 15"/>
          <p:cNvCxnSpPr/>
          <p:nvPr/>
        </p:nvCxnSpPr>
        <p:spPr>
          <a:xfrm>
            <a:off x="6516061"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a:cxnSpLocks/>
          </p:cNvCxnSpPr>
          <p:nvPr/>
        </p:nvCxnSpPr>
        <p:spPr>
          <a:xfrm flipV="1">
            <a:off x="8718235"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8" name="TextBox 167"/>
          <p:cNvSpPr txBox="1"/>
          <p:nvPr/>
        </p:nvSpPr>
        <p:spPr>
          <a:xfrm>
            <a:off x="4488208" y="373996"/>
            <a:ext cx="3044424" cy="646331"/>
          </a:xfrm>
          <a:prstGeom prst="rect">
            <a:avLst/>
          </a:prstGeom>
          <a:noFill/>
        </p:spPr>
        <p:txBody>
          <a:bodyPr wrap="none" rtlCol="0">
            <a:spAutoFit/>
          </a:bodyPr>
          <a:lstStyle/>
          <a:p>
            <a:pPr algn="ctr"/>
            <a:r>
              <a:rPr lang="en-US" sz="3600" dirty="0">
                <a:solidFill>
                  <a:schemeClr val="bg1"/>
                </a:solidFill>
              </a:rPr>
              <a:t>Negative Glues</a:t>
            </a:r>
            <a:endParaRPr lang="en-US" sz="1600" dirty="0">
              <a:solidFill>
                <a:schemeClr val="bg1"/>
              </a:solidFill>
            </a:endParaRPr>
          </a:p>
        </p:txBody>
      </p:sp>
      <p:sp>
        <p:nvSpPr>
          <p:cNvPr id="78" name="TextBox 77"/>
          <p:cNvSpPr txBox="1"/>
          <p:nvPr/>
        </p:nvSpPr>
        <p:spPr>
          <a:xfrm>
            <a:off x="3220042" y="1804948"/>
            <a:ext cx="1412503" cy="369332"/>
          </a:xfrm>
          <a:prstGeom prst="rect">
            <a:avLst/>
          </a:prstGeom>
          <a:noFill/>
        </p:spPr>
        <p:txBody>
          <a:bodyPr wrap="none" rtlCol="0">
            <a:spAutoFit/>
          </a:bodyPr>
          <a:lstStyle/>
          <a:p>
            <a:r>
              <a:rPr lang="en-US" dirty="0">
                <a:solidFill>
                  <a:schemeClr val="bg1"/>
                </a:solidFill>
              </a:rPr>
              <a:t>Temperature:</a:t>
            </a:r>
          </a:p>
        </p:txBody>
      </p:sp>
      <p:grpSp>
        <p:nvGrpSpPr>
          <p:cNvPr id="79" name="Group 78"/>
          <p:cNvGrpSpPr/>
          <p:nvPr/>
        </p:nvGrpSpPr>
        <p:grpSpPr>
          <a:xfrm>
            <a:off x="3648216" y="2577397"/>
            <a:ext cx="736657" cy="1332800"/>
            <a:chOff x="3800723" y="2591968"/>
            <a:chExt cx="736657" cy="1332800"/>
          </a:xfrm>
        </p:grpSpPr>
        <p:sp>
          <p:nvSpPr>
            <p:cNvPr id="80" name="Rectangle: Rounded Corners 79"/>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85" name="TextBox 84"/>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103" name="Group 102">
            <a:extLst>
              <a:ext uri="{FF2B5EF4-FFF2-40B4-BE49-F238E27FC236}">
                <a16:creationId xmlns:a16="http://schemas.microsoft.com/office/drawing/2014/main" id="{D574E655-E4F8-49D9-A667-CAAE23DD680D}"/>
              </a:ext>
            </a:extLst>
          </p:cNvPr>
          <p:cNvGrpSpPr/>
          <p:nvPr/>
        </p:nvGrpSpPr>
        <p:grpSpPr>
          <a:xfrm>
            <a:off x="1227432" y="2316367"/>
            <a:ext cx="1259033" cy="1221553"/>
            <a:chOff x="1227432" y="2316367"/>
            <a:chExt cx="1259033" cy="1221553"/>
          </a:xfrm>
        </p:grpSpPr>
        <p:grpSp>
          <p:nvGrpSpPr>
            <p:cNvPr id="104" name="Group 103">
              <a:extLst>
                <a:ext uri="{FF2B5EF4-FFF2-40B4-BE49-F238E27FC236}">
                  <a16:creationId xmlns:a16="http://schemas.microsoft.com/office/drawing/2014/main" id="{3E617B40-54DE-471E-A9BC-D5BD00B28C63}"/>
                </a:ext>
              </a:extLst>
            </p:cNvPr>
            <p:cNvGrpSpPr/>
            <p:nvPr/>
          </p:nvGrpSpPr>
          <p:grpSpPr>
            <a:xfrm>
              <a:off x="1227432" y="2316367"/>
              <a:ext cx="519555" cy="508319"/>
              <a:chOff x="7617284" y="4008730"/>
              <a:chExt cx="1352961" cy="1353312"/>
            </a:xfrm>
            <a:effectLst>
              <a:outerShdw blurRad="50800" dist="38100" dir="2700000" algn="tl" rotWithShape="0">
                <a:prstClr val="black">
                  <a:alpha val="40000"/>
                </a:prstClr>
              </a:outerShdw>
            </a:effectLst>
          </p:grpSpPr>
          <p:sp>
            <p:nvSpPr>
              <p:cNvPr id="178" name="Rectangle 177">
                <a:extLst>
                  <a:ext uri="{FF2B5EF4-FFF2-40B4-BE49-F238E27FC236}">
                    <a16:creationId xmlns:a16="http://schemas.microsoft.com/office/drawing/2014/main" id="{07F894F7-AA35-4523-9854-2EF714EBF2A5}"/>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CD30ADFC-6D1A-4291-8C65-D2C73DB22A5F}"/>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D0DB9F1F-F12A-4B1E-8DE4-A029793A5DA9}"/>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FF5368B1-15B9-4161-9F9E-E10149CBC030}"/>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5AA23DC3-E808-40FD-9800-12F132B4E9C1}"/>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5" name="Group 104">
              <a:extLst>
                <a:ext uri="{FF2B5EF4-FFF2-40B4-BE49-F238E27FC236}">
                  <a16:creationId xmlns:a16="http://schemas.microsoft.com/office/drawing/2014/main" id="{ED68997D-23B7-46AD-8840-6B70D82842F4}"/>
                </a:ext>
              </a:extLst>
            </p:cNvPr>
            <p:cNvGrpSpPr/>
            <p:nvPr/>
          </p:nvGrpSpPr>
          <p:grpSpPr>
            <a:xfrm>
              <a:off x="1227432" y="3025916"/>
              <a:ext cx="516184" cy="509697"/>
              <a:chOff x="5887832" y="987580"/>
              <a:chExt cx="1352962" cy="1353312"/>
            </a:xfrm>
            <a:effectLst>
              <a:outerShdw blurRad="50800" dist="38100" dir="2700000" algn="tl" rotWithShape="0">
                <a:prstClr val="black">
                  <a:alpha val="40000"/>
                </a:prstClr>
              </a:outerShdw>
            </a:effectLst>
          </p:grpSpPr>
          <p:sp>
            <p:nvSpPr>
              <p:cNvPr id="174" name="Rectangle 173">
                <a:extLst>
                  <a:ext uri="{FF2B5EF4-FFF2-40B4-BE49-F238E27FC236}">
                    <a16:creationId xmlns:a16="http://schemas.microsoft.com/office/drawing/2014/main" id="{2E281704-5D36-4C91-9F93-024E1DCA5C11}"/>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CEA2ECAF-4AC4-45D4-B9D2-BA456DE5B671}"/>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8AF5C5AC-F3E6-469F-82B5-84F9FDAC2CB3}"/>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D324A843-FBEF-4647-BEFF-AC1D0ED65495}"/>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7" name="Group 106">
              <a:extLst>
                <a:ext uri="{FF2B5EF4-FFF2-40B4-BE49-F238E27FC236}">
                  <a16:creationId xmlns:a16="http://schemas.microsoft.com/office/drawing/2014/main" id="{F46162F5-19A6-41C7-AB20-1C5032D67C58}"/>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70" name="Group 169">
                <a:extLst>
                  <a:ext uri="{FF2B5EF4-FFF2-40B4-BE49-F238E27FC236}">
                    <a16:creationId xmlns:a16="http://schemas.microsoft.com/office/drawing/2014/main" id="{49DEFA9D-1A0A-4E90-B1CA-F5BFD8A13F9C}"/>
                  </a:ext>
                </a:extLst>
              </p:cNvPr>
              <p:cNvGrpSpPr/>
              <p:nvPr/>
            </p:nvGrpSpPr>
            <p:grpSpPr>
              <a:xfrm>
                <a:off x="7739068" y="5194686"/>
                <a:ext cx="1352961" cy="1353312"/>
                <a:chOff x="10730062" y="3816461"/>
                <a:chExt cx="1352961" cy="1353312"/>
              </a:xfrm>
            </p:grpSpPr>
            <p:sp>
              <p:nvSpPr>
                <p:cNvPr id="172" name="Rectangle 171">
                  <a:extLst>
                    <a:ext uri="{FF2B5EF4-FFF2-40B4-BE49-F238E27FC236}">
                      <a16:creationId xmlns:a16="http://schemas.microsoft.com/office/drawing/2014/main" id="{23A91A29-CDEB-402E-9A61-BB6CAAFB64D1}"/>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D172BAEB-DC97-4CD4-A40B-B55F9A30629D}"/>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71" name="Octagon 170">
                <a:extLst>
                  <a:ext uri="{FF2B5EF4-FFF2-40B4-BE49-F238E27FC236}">
                    <a16:creationId xmlns:a16="http://schemas.microsoft.com/office/drawing/2014/main" id="{A393923C-D000-4A02-93D7-232EAA1EA0AA}"/>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 name="Group 112">
              <a:extLst>
                <a:ext uri="{FF2B5EF4-FFF2-40B4-BE49-F238E27FC236}">
                  <a16:creationId xmlns:a16="http://schemas.microsoft.com/office/drawing/2014/main" id="{C5E6A9F6-D017-4541-AC8A-03C906946DA0}"/>
                </a:ext>
              </a:extLst>
            </p:cNvPr>
            <p:cNvGrpSpPr/>
            <p:nvPr/>
          </p:nvGrpSpPr>
          <p:grpSpPr>
            <a:xfrm>
              <a:off x="1966187" y="2321153"/>
              <a:ext cx="520277" cy="507598"/>
              <a:chOff x="7744151" y="3841463"/>
              <a:chExt cx="1353220" cy="1353312"/>
            </a:xfrm>
            <a:effectLst>
              <a:outerShdw blurRad="50800" dist="38100" dir="2700000" algn="tl" rotWithShape="0">
                <a:prstClr val="black">
                  <a:alpha val="40000"/>
                </a:prstClr>
              </a:outerShdw>
            </a:effectLst>
          </p:grpSpPr>
          <p:grpSp>
            <p:nvGrpSpPr>
              <p:cNvPr id="114" name="Group 113">
                <a:extLst>
                  <a:ext uri="{FF2B5EF4-FFF2-40B4-BE49-F238E27FC236}">
                    <a16:creationId xmlns:a16="http://schemas.microsoft.com/office/drawing/2014/main" id="{EA98A434-65D6-4DA3-B16C-29712C07263C}"/>
                  </a:ext>
                </a:extLst>
              </p:cNvPr>
              <p:cNvGrpSpPr/>
              <p:nvPr/>
            </p:nvGrpSpPr>
            <p:grpSpPr>
              <a:xfrm>
                <a:off x="7744151" y="3841463"/>
                <a:ext cx="1353220" cy="1353312"/>
                <a:chOff x="10729798" y="2463147"/>
                <a:chExt cx="1353220" cy="1353312"/>
              </a:xfrm>
            </p:grpSpPr>
            <p:sp>
              <p:nvSpPr>
                <p:cNvPr id="116" name="Rectangle 115">
                  <a:extLst>
                    <a:ext uri="{FF2B5EF4-FFF2-40B4-BE49-F238E27FC236}">
                      <a16:creationId xmlns:a16="http://schemas.microsoft.com/office/drawing/2014/main" id="{7991AAB2-D038-4CF1-97D1-F406F3F1D22A}"/>
                    </a:ext>
                  </a:extLst>
                </p:cNvPr>
                <p:cNvSpPr/>
                <p:nvPr/>
              </p:nvSpPr>
              <p:spPr>
                <a:xfrm rot="5400000">
                  <a:off x="10729883" y="2463323"/>
                  <a:ext cx="1353312" cy="1352959"/>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36CC9B47-C9FB-42F0-B7CA-8D12C90F1369}"/>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2718FEDB-CB07-45F6-86EB-C109C6A8D643}"/>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15" name="Octagon 114">
                <a:extLst>
                  <a:ext uri="{FF2B5EF4-FFF2-40B4-BE49-F238E27FC236}">
                    <a16:creationId xmlns:a16="http://schemas.microsoft.com/office/drawing/2014/main" id="{9A0EE210-2325-4606-B2FC-A402F903EF92}"/>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9" name="Group 228">
            <a:extLst>
              <a:ext uri="{FF2B5EF4-FFF2-40B4-BE49-F238E27FC236}">
                <a16:creationId xmlns:a16="http://schemas.microsoft.com/office/drawing/2014/main" id="{FEF84AFB-3891-470F-96D8-36AA13CA71C2}"/>
              </a:ext>
            </a:extLst>
          </p:cNvPr>
          <p:cNvGrpSpPr/>
          <p:nvPr/>
        </p:nvGrpSpPr>
        <p:grpSpPr>
          <a:xfrm>
            <a:off x="7306694" y="3927663"/>
            <a:ext cx="1043949" cy="1025495"/>
            <a:chOff x="963443" y="2470416"/>
            <a:chExt cx="2710254" cy="2706624"/>
          </a:xfrm>
          <a:effectLst>
            <a:outerShdw blurRad="50800" dist="38100" dir="2700000" algn="tl" rotWithShape="0">
              <a:prstClr val="black">
                <a:alpha val="40000"/>
              </a:prstClr>
            </a:outerShdw>
          </a:effectLst>
        </p:grpSpPr>
        <p:grpSp>
          <p:nvGrpSpPr>
            <p:cNvPr id="230" name="Group 229">
              <a:extLst>
                <a:ext uri="{FF2B5EF4-FFF2-40B4-BE49-F238E27FC236}">
                  <a16:creationId xmlns:a16="http://schemas.microsoft.com/office/drawing/2014/main" id="{4BE43BBC-E106-4456-A25E-E3951E9113D6}"/>
                </a:ext>
              </a:extLst>
            </p:cNvPr>
            <p:cNvGrpSpPr/>
            <p:nvPr/>
          </p:nvGrpSpPr>
          <p:grpSpPr>
            <a:xfrm>
              <a:off x="964309" y="2470506"/>
              <a:ext cx="1352961" cy="1353312"/>
              <a:chOff x="7617284" y="4008730"/>
              <a:chExt cx="1352961" cy="1353312"/>
            </a:xfrm>
          </p:grpSpPr>
          <p:sp>
            <p:nvSpPr>
              <p:cNvPr id="247" name="Rectangle 246">
                <a:extLst>
                  <a:ext uri="{FF2B5EF4-FFF2-40B4-BE49-F238E27FC236}">
                    <a16:creationId xmlns:a16="http://schemas.microsoft.com/office/drawing/2014/main" id="{8360408F-AF13-4349-8DB2-ABFF78A9ADA5}"/>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80145290-D3AF-45C0-B254-324E9660EFA9}"/>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9" name="Rectangle 248">
                <a:extLst>
                  <a:ext uri="{FF2B5EF4-FFF2-40B4-BE49-F238E27FC236}">
                    <a16:creationId xmlns:a16="http://schemas.microsoft.com/office/drawing/2014/main" id="{3AA5F86B-E5F0-42E7-8B67-82C4BBD3F8DC}"/>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0" name="Rectangle 249">
                <a:extLst>
                  <a:ext uri="{FF2B5EF4-FFF2-40B4-BE49-F238E27FC236}">
                    <a16:creationId xmlns:a16="http://schemas.microsoft.com/office/drawing/2014/main" id="{00AE46E1-741A-4447-91DD-F6B98C9E0704}"/>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1" name="Rectangle 250">
                <a:extLst>
                  <a:ext uri="{FF2B5EF4-FFF2-40B4-BE49-F238E27FC236}">
                    <a16:creationId xmlns:a16="http://schemas.microsoft.com/office/drawing/2014/main" id="{6A55B4C5-5792-4E82-B9AE-33DCFCDFB5A5}"/>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1" name="Group 230">
              <a:extLst>
                <a:ext uri="{FF2B5EF4-FFF2-40B4-BE49-F238E27FC236}">
                  <a16:creationId xmlns:a16="http://schemas.microsoft.com/office/drawing/2014/main" id="{E6746C66-DCB2-4765-A921-57C9FF28E8D3}"/>
                </a:ext>
              </a:extLst>
            </p:cNvPr>
            <p:cNvGrpSpPr/>
            <p:nvPr/>
          </p:nvGrpSpPr>
          <p:grpSpPr>
            <a:xfrm>
              <a:off x="963443" y="3823728"/>
              <a:ext cx="1352962" cy="1353312"/>
              <a:chOff x="5887832" y="987580"/>
              <a:chExt cx="1352962" cy="1353312"/>
            </a:xfrm>
          </p:grpSpPr>
          <p:sp>
            <p:nvSpPr>
              <p:cNvPr id="243" name="Rectangle 242">
                <a:extLst>
                  <a:ext uri="{FF2B5EF4-FFF2-40B4-BE49-F238E27FC236}">
                    <a16:creationId xmlns:a16="http://schemas.microsoft.com/office/drawing/2014/main" id="{0B30C7B0-9250-4F53-9037-818E5C15F529}"/>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4" name="Rectangle 243">
                <a:extLst>
                  <a:ext uri="{FF2B5EF4-FFF2-40B4-BE49-F238E27FC236}">
                    <a16:creationId xmlns:a16="http://schemas.microsoft.com/office/drawing/2014/main" id="{929B034F-824A-4990-8B15-EA8AB56ECACA}"/>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5" name="Rectangle 244">
                <a:extLst>
                  <a:ext uri="{FF2B5EF4-FFF2-40B4-BE49-F238E27FC236}">
                    <a16:creationId xmlns:a16="http://schemas.microsoft.com/office/drawing/2014/main" id="{C6B2FE35-CCB3-49B7-847D-EC7F781C8DF1}"/>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6" name="Rectangle 245">
                <a:extLst>
                  <a:ext uri="{FF2B5EF4-FFF2-40B4-BE49-F238E27FC236}">
                    <a16:creationId xmlns:a16="http://schemas.microsoft.com/office/drawing/2014/main" id="{279CD452-1999-41E6-A4C6-48B4B83B35E0}"/>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2" name="Group 231">
              <a:extLst>
                <a:ext uri="{FF2B5EF4-FFF2-40B4-BE49-F238E27FC236}">
                  <a16:creationId xmlns:a16="http://schemas.microsoft.com/office/drawing/2014/main" id="{A607C3DF-9897-4336-B150-F39A7ABE5EDA}"/>
                </a:ext>
              </a:extLst>
            </p:cNvPr>
            <p:cNvGrpSpPr/>
            <p:nvPr/>
          </p:nvGrpSpPr>
          <p:grpSpPr>
            <a:xfrm>
              <a:off x="2315389" y="3823545"/>
              <a:ext cx="1352961" cy="1353404"/>
              <a:chOff x="7739068" y="5194594"/>
              <a:chExt cx="1352961" cy="1353404"/>
            </a:xfrm>
          </p:grpSpPr>
          <p:grpSp>
            <p:nvGrpSpPr>
              <p:cNvPr id="239" name="Group 238">
                <a:extLst>
                  <a:ext uri="{FF2B5EF4-FFF2-40B4-BE49-F238E27FC236}">
                    <a16:creationId xmlns:a16="http://schemas.microsoft.com/office/drawing/2014/main" id="{B5D7A521-8748-4F68-9061-EB4C4E584C4B}"/>
                  </a:ext>
                </a:extLst>
              </p:cNvPr>
              <p:cNvGrpSpPr/>
              <p:nvPr/>
            </p:nvGrpSpPr>
            <p:grpSpPr>
              <a:xfrm>
                <a:off x="7739068" y="5194686"/>
                <a:ext cx="1352961" cy="1353312"/>
                <a:chOff x="10730062" y="3816461"/>
                <a:chExt cx="1352961" cy="1353312"/>
              </a:xfrm>
            </p:grpSpPr>
            <p:sp>
              <p:nvSpPr>
                <p:cNvPr id="241" name="Rectangle 240">
                  <a:extLst>
                    <a:ext uri="{FF2B5EF4-FFF2-40B4-BE49-F238E27FC236}">
                      <a16:creationId xmlns:a16="http://schemas.microsoft.com/office/drawing/2014/main" id="{8B66A855-6476-4713-84D2-2959D7EDE76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2" name="Rectangle 241">
                  <a:extLst>
                    <a:ext uri="{FF2B5EF4-FFF2-40B4-BE49-F238E27FC236}">
                      <a16:creationId xmlns:a16="http://schemas.microsoft.com/office/drawing/2014/main" id="{92718604-1581-4246-9EC9-7FD0D423FD03}"/>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40" name="Octagon 239">
                <a:extLst>
                  <a:ext uri="{FF2B5EF4-FFF2-40B4-BE49-F238E27FC236}">
                    <a16:creationId xmlns:a16="http://schemas.microsoft.com/office/drawing/2014/main" id="{6930D484-5594-4865-820C-89FF911A3C6C}"/>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3" name="Group 232">
              <a:extLst>
                <a:ext uri="{FF2B5EF4-FFF2-40B4-BE49-F238E27FC236}">
                  <a16:creationId xmlns:a16="http://schemas.microsoft.com/office/drawing/2014/main" id="{8034A703-08DD-4407-9DE7-04724276365A}"/>
                </a:ext>
              </a:extLst>
            </p:cNvPr>
            <p:cNvGrpSpPr/>
            <p:nvPr/>
          </p:nvGrpSpPr>
          <p:grpSpPr>
            <a:xfrm>
              <a:off x="2320472" y="2470416"/>
              <a:ext cx="1353225" cy="1353312"/>
              <a:chOff x="7744151" y="3841465"/>
              <a:chExt cx="1353225" cy="1353312"/>
            </a:xfrm>
          </p:grpSpPr>
          <p:grpSp>
            <p:nvGrpSpPr>
              <p:cNvPr id="234" name="Group 233">
                <a:extLst>
                  <a:ext uri="{FF2B5EF4-FFF2-40B4-BE49-F238E27FC236}">
                    <a16:creationId xmlns:a16="http://schemas.microsoft.com/office/drawing/2014/main" id="{CADEF919-B990-4A54-AF91-C6DF96CC6A57}"/>
                  </a:ext>
                </a:extLst>
              </p:cNvPr>
              <p:cNvGrpSpPr/>
              <p:nvPr/>
            </p:nvGrpSpPr>
            <p:grpSpPr>
              <a:xfrm>
                <a:off x="7744151" y="3841465"/>
                <a:ext cx="1353225" cy="1353312"/>
                <a:chOff x="10729798" y="2463149"/>
                <a:chExt cx="1353225" cy="1353312"/>
              </a:xfrm>
            </p:grpSpPr>
            <p:sp>
              <p:nvSpPr>
                <p:cNvPr id="236" name="Rectangle 235">
                  <a:extLst>
                    <a:ext uri="{FF2B5EF4-FFF2-40B4-BE49-F238E27FC236}">
                      <a16:creationId xmlns:a16="http://schemas.microsoft.com/office/drawing/2014/main" id="{2FAE941F-E07B-4FC1-AB0E-ADB975A5EC13}"/>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7" name="Rectangle 236">
                  <a:extLst>
                    <a:ext uri="{FF2B5EF4-FFF2-40B4-BE49-F238E27FC236}">
                      <a16:creationId xmlns:a16="http://schemas.microsoft.com/office/drawing/2014/main" id="{7EDFF0B8-20F2-4388-BC99-A1305867299A}"/>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8" name="Rectangle 237">
                  <a:extLst>
                    <a:ext uri="{FF2B5EF4-FFF2-40B4-BE49-F238E27FC236}">
                      <a16:creationId xmlns:a16="http://schemas.microsoft.com/office/drawing/2014/main" id="{5049EDD6-AFC4-4BC8-8550-6DB37AD588E1}"/>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35" name="Octagon 234">
                <a:extLst>
                  <a:ext uri="{FF2B5EF4-FFF2-40B4-BE49-F238E27FC236}">
                    <a16:creationId xmlns:a16="http://schemas.microsoft.com/office/drawing/2014/main" id="{29272D12-CC89-4784-B97A-DE4460339638}"/>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2" name="Group 251">
            <a:extLst>
              <a:ext uri="{FF2B5EF4-FFF2-40B4-BE49-F238E27FC236}">
                <a16:creationId xmlns:a16="http://schemas.microsoft.com/office/drawing/2014/main" id="{5BDDD703-85EF-48B7-85C8-F171C92B050F}"/>
              </a:ext>
            </a:extLst>
          </p:cNvPr>
          <p:cNvGrpSpPr/>
          <p:nvPr/>
        </p:nvGrpSpPr>
        <p:grpSpPr>
          <a:xfrm>
            <a:off x="7827753" y="4437857"/>
            <a:ext cx="641841" cy="644393"/>
            <a:chOff x="7827753" y="4437857"/>
            <a:chExt cx="641841" cy="644393"/>
          </a:xfrm>
        </p:grpSpPr>
        <p:cxnSp>
          <p:nvCxnSpPr>
            <p:cNvPr id="253" name="Straight Connector 252">
              <a:extLst>
                <a:ext uri="{FF2B5EF4-FFF2-40B4-BE49-F238E27FC236}">
                  <a16:creationId xmlns:a16="http://schemas.microsoft.com/office/drawing/2014/main" id="{6D208B2C-CFEA-4B78-8799-C9BE261C64AF}"/>
                </a:ext>
              </a:extLst>
            </p:cNvPr>
            <p:cNvCxnSpPr>
              <a:cxnSpLocks/>
            </p:cNvCxnSpPr>
            <p:nvPr/>
          </p:nvCxnSpPr>
          <p:spPr>
            <a:xfrm flipV="1">
              <a:off x="7827753" y="4440409"/>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23E2666C-51BB-4FF0-AE7E-109BC5F27687}"/>
                </a:ext>
              </a:extLst>
            </p:cNvPr>
            <p:cNvCxnSpPr>
              <a:cxnSpLocks/>
            </p:cNvCxnSpPr>
            <p:nvPr/>
          </p:nvCxnSpPr>
          <p:spPr>
            <a:xfrm rot="5400000" flipV="1">
              <a:off x="8148674" y="4116936"/>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255" name="Group 254">
            <a:extLst>
              <a:ext uri="{FF2B5EF4-FFF2-40B4-BE49-F238E27FC236}">
                <a16:creationId xmlns:a16="http://schemas.microsoft.com/office/drawing/2014/main" id="{E9775C14-ED9E-4556-AB37-C9F78374E340}"/>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256" name="Rectangle 255">
              <a:extLst>
                <a:ext uri="{FF2B5EF4-FFF2-40B4-BE49-F238E27FC236}">
                  <a16:creationId xmlns:a16="http://schemas.microsoft.com/office/drawing/2014/main" id="{961EC82E-BB4B-4957-A31C-8973D6C5C187}"/>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7" name="Rectangle 256">
              <a:extLst>
                <a:ext uri="{FF2B5EF4-FFF2-40B4-BE49-F238E27FC236}">
                  <a16:creationId xmlns:a16="http://schemas.microsoft.com/office/drawing/2014/main" id="{0CB54D60-4F6C-4366-95D1-69C6727B29DD}"/>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8" name="Rectangle 257">
              <a:extLst>
                <a:ext uri="{FF2B5EF4-FFF2-40B4-BE49-F238E27FC236}">
                  <a16:creationId xmlns:a16="http://schemas.microsoft.com/office/drawing/2014/main" id="{4CDFCC73-0CC1-43B2-93F7-1FBE2A63B760}"/>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17EB4BCA-FC74-4A38-8237-B2AE392F0C30}"/>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1AE41DCF-26BF-4F4B-84C9-727A4B7392CD}"/>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1" name="Group 260">
            <a:extLst>
              <a:ext uri="{FF2B5EF4-FFF2-40B4-BE49-F238E27FC236}">
                <a16:creationId xmlns:a16="http://schemas.microsoft.com/office/drawing/2014/main" id="{5BA0F02A-3FD9-4829-A655-10475A619FB7}"/>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262" name="Rectangle 261">
              <a:extLst>
                <a:ext uri="{FF2B5EF4-FFF2-40B4-BE49-F238E27FC236}">
                  <a16:creationId xmlns:a16="http://schemas.microsoft.com/office/drawing/2014/main" id="{1C177425-FA7D-46AD-84DB-E537F1084419}"/>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3" name="Rectangle 262">
              <a:extLst>
                <a:ext uri="{FF2B5EF4-FFF2-40B4-BE49-F238E27FC236}">
                  <a16:creationId xmlns:a16="http://schemas.microsoft.com/office/drawing/2014/main" id="{EFBBDF15-C18F-42E4-9BDB-2B2D683E509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5C1F98F4-4E82-477E-A4F7-FEDE37FF0F6F}"/>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5" name="Rectangle 264">
              <a:extLst>
                <a:ext uri="{FF2B5EF4-FFF2-40B4-BE49-F238E27FC236}">
                  <a16:creationId xmlns:a16="http://schemas.microsoft.com/office/drawing/2014/main" id="{BDE9A710-33D3-4DA7-B23C-D8B856C8D79F}"/>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66" name="Group 265">
            <a:extLst>
              <a:ext uri="{FF2B5EF4-FFF2-40B4-BE49-F238E27FC236}">
                <a16:creationId xmlns:a16="http://schemas.microsoft.com/office/drawing/2014/main" id="{1866A09D-88AD-42FB-9852-F542C3DC58FE}"/>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267" name="Group 266">
              <a:extLst>
                <a:ext uri="{FF2B5EF4-FFF2-40B4-BE49-F238E27FC236}">
                  <a16:creationId xmlns:a16="http://schemas.microsoft.com/office/drawing/2014/main" id="{8F94E840-A6C5-4F1C-BAD0-E9DA7C9921C1}"/>
                </a:ext>
              </a:extLst>
            </p:cNvPr>
            <p:cNvGrpSpPr/>
            <p:nvPr/>
          </p:nvGrpSpPr>
          <p:grpSpPr>
            <a:xfrm>
              <a:off x="7739068" y="5194686"/>
              <a:ext cx="1352961" cy="1353312"/>
              <a:chOff x="10730062" y="3816461"/>
              <a:chExt cx="1352961" cy="1353312"/>
            </a:xfrm>
          </p:grpSpPr>
          <p:sp>
            <p:nvSpPr>
              <p:cNvPr id="269" name="Rectangle 268">
                <a:extLst>
                  <a:ext uri="{FF2B5EF4-FFF2-40B4-BE49-F238E27FC236}">
                    <a16:creationId xmlns:a16="http://schemas.microsoft.com/office/drawing/2014/main" id="{6AC50C97-33FD-4294-A43C-B9EF478047B2}"/>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0" name="Rectangle 269">
                <a:extLst>
                  <a:ext uri="{FF2B5EF4-FFF2-40B4-BE49-F238E27FC236}">
                    <a16:creationId xmlns:a16="http://schemas.microsoft.com/office/drawing/2014/main" id="{DFD8D2C5-038E-4BBC-961F-AABB83309AD2}"/>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8" name="Octagon 267">
              <a:extLst>
                <a:ext uri="{FF2B5EF4-FFF2-40B4-BE49-F238E27FC236}">
                  <a16:creationId xmlns:a16="http://schemas.microsoft.com/office/drawing/2014/main" id="{F96B6B03-516C-40E2-BE83-83DA09A4A872}"/>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1" name="Group 270">
            <a:extLst>
              <a:ext uri="{FF2B5EF4-FFF2-40B4-BE49-F238E27FC236}">
                <a16:creationId xmlns:a16="http://schemas.microsoft.com/office/drawing/2014/main" id="{8A8A7FD6-5259-4376-BA13-922AED2516CD}"/>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272" name="Group 271">
              <a:extLst>
                <a:ext uri="{FF2B5EF4-FFF2-40B4-BE49-F238E27FC236}">
                  <a16:creationId xmlns:a16="http://schemas.microsoft.com/office/drawing/2014/main" id="{055224DE-04EC-402B-B138-6BAC135BE9C8}"/>
                </a:ext>
              </a:extLst>
            </p:cNvPr>
            <p:cNvGrpSpPr/>
            <p:nvPr/>
          </p:nvGrpSpPr>
          <p:grpSpPr>
            <a:xfrm>
              <a:off x="7744151" y="3841465"/>
              <a:ext cx="1353225" cy="1353312"/>
              <a:chOff x="10729798" y="2463149"/>
              <a:chExt cx="1353225" cy="1353312"/>
            </a:xfrm>
          </p:grpSpPr>
          <p:sp>
            <p:nvSpPr>
              <p:cNvPr id="274" name="Rectangle 273">
                <a:extLst>
                  <a:ext uri="{FF2B5EF4-FFF2-40B4-BE49-F238E27FC236}">
                    <a16:creationId xmlns:a16="http://schemas.microsoft.com/office/drawing/2014/main" id="{9A3FF734-3A16-4A1E-82A2-ADFA5E014CB0}"/>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5" name="Rectangle 274">
                <a:extLst>
                  <a:ext uri="{FF2B5EF4-FFF2-40B4-BE49-F238E27FC236}">
                    <a16:creationId xmlns:a16="http://schemas.microsoft.com/office/drawing/2014/main" id="{96F8AE52-4FEF-4281-9FEF-BAC71103D5D8}"/>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6" name="Rectangle 275">
                <a:extLst>
                  <a:ext uri="{FF2B5EF4-FFF2-40B4-BE49-F238E27FC236}">
                    <a16:creationId xmlns:a16="http://schemas.microsoft.com/office/drawing/2014/main" id="{4968DB1B-119B-4E83-9972-7232696230EA}"/>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73" name="Octagon 272">
              <a:extLst>
                <a:ext uri="{FF2B5EF4-FFF2-40B4-BE49-F238E27FC236}">
                  <a16:creationId xmlns:a16="http://schemas.microsoft.com/office/drawing/2014/main" id="{9BBB261D-0D03-4D3C-9E2B-7DF056610F53}"/>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8" name="Group 277">
            <a:extLst>
              <a:ext uri="{FF2B5EF4-FFF2-40B4-BE49-F238E27FC236}">
                <a16:creationId xmlns:a16="http://schemas.microsoft.com/office/drawing/2014/main" id="{086D4BB6-4ADD-4498-9D13-94569C30CE0A}"/>
              </a:ext>
            </a:extLst>
          </p:cNvPr>
          <p:cNvGrpSpPr/>
          <p:nvPr/>
        </p:nvGrpSpPr>
        <p:grpSpPr>
          <a:xfrm>
            <a:off x="9546976" y="2357525"/>
            <a:ext cx="521140" cy="512748"/>
            <a:chOff x="7617284" y="4008730"/>
            <a:chExt cx="1352961" cy="1353312"/>
          </a:xfrm>
          <a:effectLst>
            <a:outerShdw blurRad="50800" dist="38100" dir="2700000" algn="tl" rotWithShape="0">
              <a:prstClr val="black">
                <a:alpha val="40000"/>
              </a:prstClr>
            </a:outerShdw>
          </a:effectLst>
        </p:grpSpPr>
        <p:sp>
          <p:nvSpPr>
            <p:cNvPr id="295" name="Rectangle 294">
              <a:extLst>
                <a:ext uri="{FF2B5EF4-FFF2-40B4-BE49-F238E27FC236}">
                  <a16:creationId xmlns:a16="http://schemas.microsoft.com/office/drawing/2014/main" id="{7D7FDE56-FD74-4260-861E-37E2D83AB9F9}"/>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6" name="Rectangle 295">
              <a:extLst>
                <a:ext uri="{FF2B5EF4-FFF2-40B4-BE49-F238E27FC236}">
                  <a16:creationId xmlns:a16="http://schemas.microsoft.com/office/drawing/2014/main" id="{3A5EE576-22DC-4E59-95C8-C99DA4DD20CC}"/>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38A868DA-C8C8-44CF-BE48-1FE5C367DBC9}"/>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8" name="Rectangle 297">
              <a:extLst>
                <a:ext uri="{FF2B5EF4-FFF2-40B4-BE49-F238E27FC236}">
                  <a16:creationId xmlns:a16="http://schemas.microsoft.com/office/drawing/2014/main" id="{0D5AE23A-6886-4DAA-B09D-6339B4B007C3}"/>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78D9BA99-4531-49D7-9546-410229C0AF40}"/>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79" name="Group 278">
            <a:extLst>
              <a:ext uri="{FF2B5EF4-FFF2-40B4-BE49-F238E27FC236}">
                <a16:creationId xmlns:a16="http://schemas.microsoft.com/office/drawing/2014/main" id="{284E7565-4346-4128-B9A3-CEC608737B59}"/>
              </a:ext>
            </a:extLst>
          </p:cNvPr>
          <p:cNvGrpSpPr/>
          <p:nvPr/>
        </p:nvGrpSpPr>
        <p:grpSpPr>
          <a:xfrm>
            <a:off x="9546642" y="2870239"/>
            <a:ext cx="521141" cy="512748"/>
            <a:chOff x="5887832" y="987580"/>
            <a:chExt cx="1352962" cy="1353312"/>
          </a:xfrm>
          <a:effectLst>
            <a:outerShdw blurRad="50800" dist="38100" dir="2700000" algn="tl" rotWithShape="0">
              <a:prstClr val="black">
                <a:alpha val="40000"/>
              </a:prstClr>
            </a:outerShdw>
          </a:effectLst>
        </p:grpSpPr>
        <p:sp>
          <p:nvSpPr>
            <p:cNvPr id="291" name="Rectangle 290">
              <a:extLst>
                <a:ext uri="{FF2B5EF4-FFF2-40B4-BE49-F238E27FC236}">
                  <a16:creationId xmlns:a16="http://schemas.microsoft.com/office/drawing/2014/main" id="{C668E095-2C95-447C-8F55-E22F4F8845CB}"/>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2" name="Rectangle 291">
              <a:extLst>
                <a:ext uri="{FF2B5EF4-FFF2-40B4-BE49-F238E27FC236}">
                  <a16:creationId xmlns:a16="http://schemas.microsoft.com/office/drawing/2014/main" id="{2B2C2AE9-2B8F-496F-8FF5-A2DCB156615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3" name="Rectangle 292">
              <a:extLst>
                <a:ext uri="{FF2B5EF4-FFF2-40B4-BE49-F238E27FC236}">
                  <a16:creationId xmlns:a16="http://schemas.microsoft.com/office/drawing/2014/main" id="{12C9A443-3C43-4F5C-9338-1546E6918D31}"/>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4" name="Rectangle 293">
              <a:extLst>
                <a:ext uri="{FF2B5EF4-FFF2-40B4-BE49-F238E27FC236}">
                  <a16:creationId xmlns:a16="http://schemas.microsoft.com/office/drawing/2014/main" id="{A309B45C-24FA-4C47-AA42-419E7F6CF9F6}"/>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0" name="Group 279">
            <a:extLst>
              <a:ext uri="{FF2B5EF4-FFF2-40B4-BE49-F238E27FC236}">
                <a16:creationId xmlns:a16="http://schemas.microsoft.com/office/drawing/2014/main" id="{4DC237ED-CF88-4743-91F2-BC2C9D21088B}"/>
              </a:ext>
            </a:extLst>
          </p:cNvPr>
          <p:cNvGrpSpPr/>
          <p:nvPr/>
        </p:nvGrpSpPr>
        <p:grpSpPr>
          <a:xfrm>
            <a:off x="10244919" y="3012878"/>
            <a:ext cx="521140" cy="512782"/>
            <a:chOff x="7739068" y="5194594"/>
            <a:chExt cx="1352961" cy="1353404"/>
          </a:xfrm>
          <a:effectLst>
            <a:outerShdw blurRad="50800" dist="38100" dir="2700000" algn="tl" rotWithShape="0">
              <a:prstClr val="black">
                <a:alpha val="40000"/>
              </a:prstClr>
            </a:outerShdw>
          </a:effectLst>
        </p:grpSpPr>
        <p:grpSp>
          <p:nvGrpSpPr>
            <p:cNvPr id="287" name="Group 286">
              <a:extLst>
                <a:ext uri="{FF2B5EF4-FFF2-40B4-BE49-F238E27FC236}">
                  <a16:creationId xmlns:a16="http://schemas.microsoft.com/office/drawing/2014/main" id="{F52CBCAD-10EF-43A5-BD35-472F7DC4356E}"/>
                </a:ext>
              </a:extLst>
            </p:cNvPr>
            <p:cNvGrpSpPr/>
            <p:nvPr/>
          </p:nvGrpSpPr>
          <p:grpSpPr>
            <a:xfrm>
              <a:off x="7739068" y="5194686"/>
              <a:ext cx="1352961" cy="1353312"/>
              <a:chOff x="10730062" y="3816461"/>
              <a:chExt cx="1352961" cy="1353312"/>
            </a:xfrm>
          </p:grpSpPr>
          <p:sp>
            <p:nvSpPr>
              <p:cNvPr id="289" name="Rectangle 288">
                <a:extLst>
                  <a:ext uri="{FF2B5EF4-FFF2-40B4-BE49-F238E27FC236}">
                    <a16:creationId xmlns:a16="http://schemas.microsoft.com/office/drawing/2014/main" id="{5E4A3218-3AAC-4E95-926F-0C3DDFE5EA9E}"/>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6CEE2CDB-3472-4E9B-9154-DE3DE6E989CE}"/>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8" name="Octagon 287">
              <a:extLst>
                <a:ext uri="{FF2B5EF4-FFF2-40B4-BE49-F238E27FC236}">
                  <a16:creationId xmlns:a16="http://schemas.microsoft.com/office/drawing/2014/main" id="{21D9161B-8102-4923-B1CB-450181189BA8}"/>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9B2347FC-E8B1-4E75-B3AA-FD14D0B7C66C}"/>
              </a:ext>
            </a:extLst>
          </p:cNvPr>
          <p:cNvGrpSpPr/>
          <p:nvPr/>
        </p:nvGrpSpPr>
        <p:grpSpPr>
          <a:xfrm>
            <a:off x="10069349" y="2357491"/>
            <a:ext cx="521242" cy="512748"/>
            <a:chOff x="7744151" y="3841465"/>
            <a:chExt cx="1353225" cy="1353312"/>
          </a:xfrm>
          <a:effectLst>
            <a:outerShdw blurRad="50800" dist="38100" dir="2700000" algn="tl" rotWithShape="0">
              <a:prstClr val="black">
                <a:alpha val="40000"/>
              </a:prstClr>
            </a:outerShdw>
          </a:effectLst>
        </p:grpSpPr>
        <p:grpSp>
          <p:nvGrpSpPr>
            <p:cNvPr id="282" name="Group 281">
              <a:extLst>
                <a:ext uri="{FF2B5EF4-FFF2-40B4-BE49-F238E27FC236}">
                  <a16:creationId xmlns:a16="http://schemas.microsoft.com/office/drawing/2014/main" id="{02750D6E-FA9A-46B0-AE14-F1469EAA8228}"/>
                </a:ext>
              </a:extLst>
            </p:cNvPr>
            <p:cNvGrpSpPr/>
            <p:nvPr/>
          </p:nvGrpSpPr>
          <p:grpSpPr>
            <a:xfrm>
              <a:off x="7744151" y="3841465"/>
              <a:ext cx="1353225" cy="1353312"/>
              <a:chOff x="10729798" y="2463149"/>
              <a:chExt cx="1353225" cy="1353312"/>
            </a:xfrm>
          </p:grpSpPr>
          <p:sp>
            <p:nvSpPr>
              <p:cNvPr id="284" name="Rectangle 283">
                <a:extLst>
                  <a:ext uri="{FF2B5EF4-FFF2-40B4-BE49-F238E27FC236}">
                    <a16:creationId xmlns:a16="http://schemas.microsoft.com/office/drawing/2014/main" id="{FDDDA025-7AC2-430D-9AD8-3761C565A9EC}"/>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5" name="Rectangle 284">
                <a:extLst>
                  <a:ext uri="{FF2B5EF4-FFF2-40B4-BE49-F238E27FC236}">
                    <a16:creationId xmlns:a16="http://schemas.microsoft.com/office/drawing/2014/main" id="{F387369F-CFA8-4291-B71C-CFCBED485D5F}"/>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6" name="Rectangle 285">
                <a:extLst>
                  <a:ext uri="{FF2B5EF4-FFF2-40B4-BE49-F238E27FC236}">
                    <a16:creationId xmlns:a16="http://schemas.microsoft.com/office/drawing/2014/main" id="{3548FD07-D3AE-4972-8DDD-8C0018ADFDB2}"/>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3" name="Octagon 282">
              <a:extLst>
                <a:ext uri="{FF2B5EF4-FFF2-40B4-BE49-F238E27FC236}">
                  <a16:creationId xmlns:a16="http://schemas.microsoft.com/office/drawing/2014/main" id="{B47969A6-5D84-4487-AE0E-97E461A87AE0}"/>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807A4EFC-2AE0-4E90-A2F1-A05D89FDEDDE}"/>
              </a:ext>
            </a:extLst>
          </p:cNvPr>
          <p:cNvSpPr/>
          <p:nvPr/>
        </p:nvSpPr>
        <p:spPr>
          <a:xfrm>
            <a:off x="4876800" y="1398476"/>
            <a:ext cx="6087768" cy="3683774"/>
          </a:xfrm>
          <a:prstGeom prst="rect">
            <a:avLst/>
          </a:prstGeom>
          <a:solidFill>
            <a:schemeClr val="tx1">
              <a:lumMod val="8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1917852-17D5-4244-A168-CE7BFF67DC9A}"/>
              </a:ext>
            </a:extLst>
          </p:cNvPr>
          <p:cNvGrpSpPr/>
          <p:nvPr/>
        </p:nvGrpSpPr>
        <p:grpSpPr>
          <a:xfrm>
            <a:off x="5683536" y="3348870"/>
            <a:ext cx="4394735" cy="3741926"/>
            <a:chOff x="3674861" y="3266425"/>
            <a:chExt cx="4394735" cy="3741926"/>
          </a:xfrm>
        </p:grpSpPr>
        <p:sp>
          <p:nvSpPr>
            <p:cNvPr id="110" name="Multiplication Sign 109">
              <a:extLst>
                <a:ext uri="{FF2B5EF4-FFF2-40B4-BE49-F238E27FC236}">
                  <a16:creationId xmlns:a16="http://schemas.microsoft.com/office/drawing/2014/main" id="{5D7359A9-4AAB-4756-B814-E00F47480887}"/>
                </a:ext>
              </a:extLst>
            </p:cNvPr>
            <p:cNvSpPr/>
            <p:nvPr/>
          </p:nvSpPr>
          <p:spPr>
            <a:xfrm>
              <a:off x="3674861" y="3266425"/>
              <a:ext cx="4394735" cy="3741926"/>
            </a:xfrm>
            <a:prstGeom prst="mathMultiply">
              <a:avLst/>
            </a:prstGeom>
            <a:solidFill>
              <a:srgbClr val="FF0000">
                <a:alpha val="49000"/>
              </a:srgb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Box 110">
              <a:extLst>
                <a:ext uri="{FF2B5EF4-FFF2-40B4-BE49-F238E27FC236}">
                  <a16:creationId xmlns:a16="http://schemas.microsoft.com/office/drawing/2014/main" id="{01507B27-1030-45AB-96FC-125E7C38A9FC}"/>
                </a:ext>
              </a:extLst>
            </p:cNvPr>
            <p:cNvSpPr txBox="1"/>
            <p:nvPr/>
          </p:nvSpPr>
          <p:spPr>
            <a:xfrm>
              <a:off x="5007344" y="4675079"/>
              <a:ext cx="1717137" cy="646331"/>
            </a:xfrm>
            <a:prstGeom prst="rect">
              <a:avLst/>
            </a:prstGeom>
            <a:noFill/>
          </p:spPr>
          <p:txBody>
            <a:bodyPr wrap="none" rtlCol="0">
              <a:spAutoFit/>
            </a:bodyPr>
            <a:lstStyle/>
            <a:p>
              <a:pPr algn="ctr"/>
              <a:r>
                <a:rPr lang="en-US" dirty="0">
                  <a:solidFill>
                    <a:schemeClr val="bg1"/>
                  </a:solidFill>
                </a:rPr>
                <a:t>No Detachment!</a:t>
              </a:r>
              <a:br>
                <a:rPr lang="en-US" dirty="0">
                  <a:solidFill>
                    <a:schemeClr val="bg1"/>
                  </a:solidFill>
                </a:rPr>
              </a:br>
              <a:r>
                <a:rPr lang="en-US" dirty="0">
                  <a:solidFill>
                    <a:schemeClr val="bg1"/>
                  </a:solidFill>
                </a:rPr>
                <a:t>Growth Only</a:t>
              </a:r>
            </a:p>
          </p:txBody>
        </p:sp>
      </p:grpSp>
    </p:spTree>
    <p:extLst>
      <p:ext uri="{BB962C8B-B14F-4D97-AF65-F5344CB8AC3E}">
        <p14:creationId xmlns:p14="http://schemas.microsoft.com/office/powerpoint/2010/main" val="27418234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 name="TextBox 124">
            <a:extLst>
              <a:ext uri="{FF2B5EF4-FFF2-40B4-BE49-F238E27FC236}">
                <a16:creationId xmlns:a16="http://schemas.microsoft.com/office/drawing/2014/main" id="{F61333B8-D078-43D9-895E-89B691762202}"/>
              </a:ext>
            </a:extLst>
          </p:cNvPr>
          <p:cNvSpPr txBox="1"/>
          <p:nvPr/>
        </p:nvSpPr>
        <p:spPr>
          <a:xfrm>
            <a:off x="7145883" y="1636741"/>
            <a:ext cx="2480166" cy="646331"/>
          </a:xfrm>
          <a:prstGeom prst="rect">
            <a:avLst/>
          </a:prstGeom>
          <a:noFill/>
        </p:spPr>
        <p:txBody>
          <a:bodyPr wrap="none" rtlCol="0">
            <a:spAutoFit/>
          </a:bodyPr>
          <a:lstStyle/>
          <a:p>
            <a:r>
              <a:rPr lang="en-US" dirty="0">
                <a:solidFill>
                  <a:schemeClr val="bg1"/>
                </a:solidFill>
              </a:rPr>
              <a:t>This system produces</a:t>
            </a:r>
            <a:br>
              <a:rPr lang="en-US" dirty="0">
                <a:solidFill>
                  <a:schemeClr val="bg1"/>
                </a:solidFill>
              </a:rPr>
            </a:br>
            <a:r>
              <a:rPr lang="en-US" dirty="0">
                <a:solidFill>
                  <a:schemeClr val="bg1"/>
                </a:solidFill>
              </a:rPr>
              <a:t>two terminal assemblies:</a:t>
            </a:r>
          </a:p>
        </p:txBody>
      </p:sp>
      <p:sp>
        <p:nvSpPr>
          <p:cNvPr id="177" name="TextBox 176">
            <a:extLst>
              <a:ext uri="{FF2B5EF4-FFF2-40B4-BE49-F238E27FC236}">
                <a16:creationId xmlns:a16="http://schemas.microsoft.com/office/drawing/2014/main" id="{E4AF1CB1-E9F6-4DFE-9A26-879F90F243FF}"/>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168" name="TextBox 167">
            <a:extLst>
              <a:ext uri="{FF2B5EF4-FFF2-40B4-BE49-F238E27FC236}">
                <a16:creationId xmlns:a16="http://schemas.microsoft.com/office/drawing/2014/main" id="{074901FD-CCA3-4B2A-8714-DD9B0063F11B}"/>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78" name="Rectangle 177">
            <a:extLst>
              <a:ext uri="{FF2B5EF4-FFF2-40B4-BE49-F238E27FC236}">
                <a16:creationId xmlns:a16="http://schemas.microsoft.com/office/drawing/2014/main" id="{DC32198C-0A47-4F34-82DA-80DBD33485C5}"/>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79" name="Group 178">
            <a:extLst>
              <a:ext uri="{FF2B5EF4-FFF2-40B4-BE49-F238E27FC236}">
                <a16:creationId xmlns:a16="http://schemas.microsoft.com/office/drawing/2014/main" id="{F82D9801-5959-4A60-BE4D-6B25E7334490}"/>
              </a:ext>
            </a:extLst>
          </p:cNvPr>
          <p:cNvGrpSpPr/>
          <p:nvPr/>
        </p:nvGrpSpPr>
        <p:grpSpPr>
          <a:xfrm>
            <a:off x="1227432" y="2316367"/>
            <a:ext cx="1931863" cy="1802005"/>
            <a:chOff x="1227432" y="2316367"/>
            <a:chExt cx="1259033" cy="1221553"/>
          </a:xfrm>
        </p:grpSpPr>
        <p:grpSp>
          <p:nvGrpSpPr>
            <p:cNvPr id="180" name="Group 179">
              <a:extLst>
                <a:ext uri="{FF2B5EF4-FFF2-40B4-BE49-F238E27FC236}">
                  <a16:creationId xmlns:a16="http://schemas.microsoft.com/office/drawing/2014/main" id="{C26B5412-5946-484F-9FEB-0D9AC0253112}"/>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194" name="Rectangle 193">
                <a:extLst>
                  <a:ext uri="{FF2B5EF4-FFF2-40B4-BE49-F238E27FC236}">
                    <a16:creationId xmlns:a16="http://schemas.microsoft.com/office/drawing/2014/main" id="{5B87959F-EC97-40C5-8EAA-FE43DFBF41B4}"/>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5" name="Rectangle 194">
                <a:extLst>
                  <a:ext uri="{FF2B5EF4-FFF2-40B4-BE49-F238E27FC236}">
                    <a16:creationId xmlns:a16="http://schemas.microsoft.com/office/drawing/2014/main" id="{1B6CAE51-9760-4039-841E-F64DEE6202EA}"/>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6" name="Rectangle 195">
                <a:extLst>
                  <a:ext uri="{FF2B5EF4-FFF2-40B4-BE49-F238E27FC236}">
                    <a16:creationId xmlns:a16="http://schemas.microsoft.com/office/drawing/2014/main" id="{3D64BEBF-7F20-4954-9109-F8C4D3A4584E}"/>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1" name="Group 180">
              <a:extLst>
                <a:ext uri="{FF2B5EF4-FFF2-40B4-BE49-F238E27FC236}">
                  <a16:creationId xmlns:a16="http://schemas.microsoft.com/office/drawing/2014/main" id="{D311505B-0034-4ED7-9C58-DCB900BF978E}"/>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191" name="Rectangle 190">
                <a:extLst>
                  <a:ext uri="{FF2B5EF4-FFF2-40B4-BE49-F238E27FC236}">
                    <a16:creationId xmlns:a16="http://schemas.microsoft.com/office/drawing/2014/main" id="{200E7B4C-C824-4D70-8C3F-052D5E5B4867}"/>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B8EC5441-BB28-4080-87D2-A2417538F62B}"/>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3" name="Rectangle 192">
                <a:extLst>
                  <a:ext uri="{FF2B5EF4-FFF2-40B4-BE49-F238E27FC236}">
                    <a16:creationId xmlns:a16="http://schemas.microsoft.com/office/drawing/2014/main" id="{8D4EC1E1-7C06-4035-A07E-DA1AAF7F714D}"/>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2" name="Group 181">
              <a:extLst>
                <a:ext uri="{FF2B5EF4-FFF2-40B4-BE49-F238E27FC236}">
                  <a16:creationId xmlns:a16="http://schemas.microsoft.com/office/drawing/2014/main" id="{AC5EACFF-3F99-4A4C-8956-28F51B80E6E1}"/>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87" name="Group 186">
                <a:extLst>
                  <a:ext uri="{FF2B5EF4-FFF2-40B4-BE49-F238E27FC236}">
                    <a16:creationId xmlns:a16="http://schemas.microsoft.com/office/drawing/2014/main" id="{76BFEED1-06C3-4A7C-B98F-B4F9FE857974}"/>
                  </a:ext>
                </a:extLst>
              </p:cNvPr>
              <p:cNvGrpSpPr/>
              <p:nvPr/>
            </p:nvGrpSpPr>
            <p:grpSpPr>
              <a:xfrm>
                <a:off x="7739068" y="5194686"/>
                <a:ext cx="1352961" cy="1353312"/>
                <a:chOff x="10730062" y="3816461"/>
                <a:chExt cx="1352961" cy="1353312"/>
              </a:xfrm>
            </p:grpSpPr>
            <p:sp>
              <p:nvSpPr>
                <p:cNvPr id="189" name="Rectangle 188">
                  <a:extLst>
                    <a:ext uri="{FF2B5EF4-FFF2-40B4-BE49-F238E27FC236}">
                      <a16:creationId xmlns:a16="http://schemas.microsoft.com/office/drawing/2014/main" id="{D6879006-538C-4C2D-8B7F-E56EF3688867}"/>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7F3C9ABD-D855-4F31-AD90-7BDA69AA89BF}"/>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88" name="Octagon 187">
                <a:extLst>
                  <a:ext uri="{FF2B5EF4-FFF2-40B4-BE49-F238E27FC236}">
                    <a16:creationId xmlns:a16="http://schemas.microsoft.com/office/drawing/2014/main" id="{1D991ECE-DC38-4F89-9301-5434274CA9B3}"/>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3" name="Group 182">
              <a:extLst>
                <a:ext uri="{FF2B5EF4-FFF2-40B4-BE49-F238E27FC236}">
                  <a16:creationId xmlns:a16="http://schemas.microsoft.com/office/drawing/2014/main" id="{75AF24DE-AA2A-4234-9B3D-EA26FE0531E9}"/>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184" name="Rectangle 183">
                <a:extLst>
                  <a:ext uri="{FF2B5EF4-FFF2-40B4-BE49-F238E27FC236}">
                    <a16:creationId xmlns:a16="http://schemas.microsoft.com/office/drawing/2014/main" id="{2039DBFF-A053-4C74-9EE3-F5B517B97B7F}"/>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Octagon 184">
                <a:extLst>
                  <a:ext uri="{FF2B5EF4-FFF2-40B4-BE49-F238E27FC236}">
                    <a16:creationId xmlns:a16="http://schemas.microsoft.com/office/drawing/2014/main" id="{09577075-DD49-4AEF-B798-77FA1599774E}"/>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8AF3EB7B-E27B-4876-9918-0C3F633FD64A}"/>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97" name="TextBox 196">
            <a:extLst>
              <a:ext uri="{FF2B5EF4-FFF2-40B4-BE49-F238E27FC236}">
                <a16:creationId xmlns:a16="http://schemas.microsoft.com/office/drawing/2014/main" id="{BCB5B8FD-AF98-491D-AB07-16F8A8141493}"/>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98" name="Group 197">
            <a:extLst>
              <a:ext uri="{FF2B5EF4-FFF2-40B4-BE49-F238E27FC236}">
                <a16:creationId xmlns:a16="http://schemas.microsoft.com/office/drawing/2014/main" id="{DB8132F4-38CC-420A-AB71-E52818AB4E86}"/>
              </a:ext>
            </a:extLst>
          </p:cNvPr>
          <p:cNvGrpSpPr/>
          <p:nvPr/>
        </p:nvGrpSpPr>
        <p:grpSpPr>
          <a:xfrm>
            <a:off x="3846526" y="2292601"/>
            <a:ext cx="736657" cy="1332800"/>
            <a:chOff x="3800723" y="2591968"/>
            <a:chExt cx="736657" cy="1332800"/>
          </a:xfrm>
        </p:grpSpPr>
        <p:sp>
          <p:nvSpPr>
            <p:cNvPr id="199" name="Rectangle: Rounded Corners 198">
              <a:extLst>
                <a:ext uri="{FF2B5EF4-FFF2-40B4-BE49-F238E27FC236}">
                  <a16:creationId xmlns:a16="http://schemas.microsoft.com/office/drawing/2014/main" id="{5CAA798A-170D-44ED-AF6B-4410C70C7921}"/>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46F53F68-2614-4E98-905D-77E4E15FF2E1}"/>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Rounded Corners 200">
              <a:extLst>
                <a:ext uri="{FF2B5EF4-FFF2-40B4-BE49-F238E27FC236}">
                  <a16:creationId xmlns:a16="http://schemas.microsoft.com/office/drawing/2014/main" id="{ED1DD82E-6F8B-446A-8F83-CC10A571EDF3}"/>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D8AEA3FD-B98D-4FD8-BFD3-42AA845FC96E}"/>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extBox 202">
              <a:extLst>
                <a:ext uri="{FF2B5EF4-FFF2-40B4-BE49-F238E27FC236}">
                  <a16:creationId xmlns:a16="http://schemas.microsoft.com/office/drawing/2014/main" id="{42E63073-98B4-4368-85EB-97366913781B}"/>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204" name="TextBox 203">
              <a:extLst>
                <a:ext uri="{FF2B5EF4-FFF2-40B4-BE49-F238E27FC236}">
                  <a16:creationId xmlns:a16="http://schemas.microsoft.com/office/drawing/2014/main" id="{1ED92FE1-7657-4F94-9832-8D53F4AA4C4B}"/>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205" name="Group 204">
            <a:extLst>
              <a:ext uri="{FF2B5EF4-FFF2-40B4-BE49-F238E27FC236}">
                <a16:creationId xmlns:a16="http://schemas.microsoft.com/office/drawing/2014/main" id="{E134F569-AAE8-4712-A5D5-9E4B330F0617}"/>
              </a:ext>
            </a:extLst>
          </p:cNvPr>
          <p:cNvGrpSpPr/>
          <p:nvPr/>
        </p:nvGrpSpPr>
        <p:grpSpPr>
          <a:xfrm>
            <a:off x="6689595" y="2463853"/>
            <a:ext cx="1618269" cy="1537136"/>
            <a:chOff x="5149164" y="2316367"/>
            <a:chExt cx="1039471" cy="1017587"/>
          </a:xfrm>
        </p:grpSpPr>
        <p:grpSp>
          <p:nvGrpSpPr>
            <p:cNvPr id="206" name="Group 205">
              <a:extLst>
                <a:ext uri="{FF2B5EF4-FFF2-40B4-BE49-F238E27FC236}">
                  <a16:creationId xmlns:a16="http://schemas.microsoft.com/office/drawing/2014/main" id="{275A171F-F00F-47E9-9605-5F94F9E87B5B}"/>
                </a:ext>
              </a:extLst>
            </p:cNvPr>
            <p:cNvGrpSpPr/>
            <p:nvPr/>
          </p:nvGrpSpPr>
          <p:grpSpPr>
            <a:xfrm>
              <a:off x="5151734" y="2316367"/>
              <a:ext cx="519555" cy="508319"/>
              <a:chOff x="1227432" y="2316367"/>
              <a:chExt cx="519555" cy="508319"/>
            </a:xfrm>
            <a:effectLst>
              <a:outerShdw blurRad="50800" dist="38100" dir="2700000" algn="tl" rotWithShape="0">
                <a:prstClr val="black">
                  <a:alpha val="40000"/>
                </a:prstClr>
              </a:outerShdw>
            </a:effectLst>
          </p:grpSpPr>
          <p:sp>
            <p:nvSpPr>
              <p:cNvPr id="215" name="Rectangle 214">
                <a:extLst>
                  <a:ext uri="{FF2B5EF4-FFF2-40B4-BE49-F238E27FC236}">
                    <a16:creationId xmlns:a16="http://schemas.microsoft.com/office/drawing/2014/main" id="{FD080BFA-D380-4226-8909-CECDEC278398}"/>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4DE011E9-BC3C-47A1-9302-058EB7D5393E}"/>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7" name="Rectangle 216">
                <a:extLst>
                  <a:ext uri="{FF2B5EF4-FFF2-40B4-BE49-F238E27FC236}">
                    <a16:creationId xmlns:a16="http://schemas.microsoft.com/office/drawing/2014/main" id="{E48590B7-1942-41A2-B74B-C0F632C0DB5B}"/>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7" name="Group 206">
              <a:extLst>
                <a:ext uri="{FF2B5EF4-FFF2-40B4-BE49-F238E27FC236}">
                  <a16:creationId xmlns:a16="http://schemas.microsoft.com/office/drawing/2014/main" id="{B2BACB9D-64A8-4A6E-B24E-3B9C0AF711F5}"/>
                </a:ext>
              </a:extLst>
            </p:cNvPr>
            <p:cNvGrpSpPr/>
            <p:nvPr/>
          </p:nvGrpSpPr>
          <p:grpSpPr>
            <a:xfrm>
              <a:off x="5149164" y="2824223"/>
              <a:ext cx="516184" cy="509731"/>
              <a:chOff x="1227433" y="3025882"/>
              <a:chExt cx="516184" cy="509731"/>
            </a:xfrm>
            <a:effectLst>
              <a:outerShdw blurRad="50800" dist="38100" dir="2700000" algn="tl" rotWithShape="0">
                <a:prstClr val="black">
                  <a:alpha val="40000"/>
                </a:prstClr>
              </a:outerShdw>
            </a:effectLst>
          </p:grpSpPr>
          <p:sp>
            <p:nvSpPr>
              <p:cNvPr id="212" name="Rectangle 211">
                <a:extLst>
                  <a:ext uri="{FF2B5EF4-FFF2-40B4-BE49-F238E27FC236}">
                    <a16:creationId xmlns:a16="http://schemas.microsoft.com/office/drawing/2014/main" id="{6E7DFBB4-EA8B-4ABC-BDE2-56BCF224FCE7}"/>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3" name="Rectangle 212">
                <a:extLst>
                  <a:ext uri="{FF2B5EF4-FFF2-40B4-BE49-F238E27FC236}">
                    <a16:creationId xmlns:a16="http://schemas.microsoft.com/office/drawing/2014/main" id="{BB26FA35-DF82-4F1C-80F3-1F2530B3258C}"/>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16D8157A-3CFE-4E0E-8B1B-80E344F12BB6}"/>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12C4E51F-54F8-4980-984F-31AC1F63D23B}"/>
                </a:ext>
              </a:extLst>
            </p:cNvPr>
            <p:cNvGrpSpPr/>
            <p:nvPr/>
          </p:nvGrpSpPr>
          <p:grpSpPr>
            <a:xfrm>
              <a:off x="5668458" y="2316727"/>
              <a:ext cx="520177" cy="507598"/>
              <a:chOff x="1966287" y="2321154"/>
              <a:chExt cx="520177" cy="507598"/>
            </a:xfrm>
            <a:effectLst>
              <a:outerShdw blurRad="50800" dist="38100" dir="2700000" algn="tl" rotWithShape="0">
                <a:prstClr val="black">
                  <a:alpha val="40000"/>
                </a:prstClr>
              </a:outerShdw>
            </a:effectLst>
          </p:grpSpPr>
          <p:sp>
            <p:nvSpPr>
              <p:cNvPr id="209" name="Rectangle 208">
                <a:extLst>
                  <a:ext uri="{FF2B5EF4-FFF2-40B4-BE49-F238E27FC236}">
                    <a16:creationId xmlns:a16="http://schemas.microsoft.com/office/drawing/2014/main" id="{8309359D-DAB7-4418-915E-04C5E9274DE4}"/>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0" name="Octagon 209">
                <a:extLst>
                  <a:ext uri="{FF2B5EF4-FFF2-40B4-BE49-F238E27FC236}">
                    <a16:creationId xmlns:a16="http://schemas.microsoft.com/office/drawing/2014/main" id="{27816798-3E81-42DD-8FB2-C7EBA60EEF02}"/>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27A59052-E3AC-4BA2-B1EF-DBE43AE7069A}"/>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18" name="Group 217">
            <a:extLst>
              <a:ext uri="{FF2B5EF4-FFF2-40B4-BE49-F238E27FC236}">
                <a16:creationId xmlns:a16="http://schemas.microsoft.com/office/drawing/2014/main" id="{BE9DD9B4-29EF-4622-82F9-29D2CD59B1DF}"/>
              </a:ext>
            </a:extLst>
          </p:cNvPr>
          <p:cNvGrpSpPr/>
          <p:nvPr/>
        </p:nvGrpSpPr>
        <p:grpSpPr>
          <a:xfrm>
            <a:off x="8724287" y="2473378"/>
            <a:ext cx="1698840" cy="1554157"/>
            <a:chOff x="7924516" y="2318992"/>
            <a:chExt cx="1032908" cy="1015335"/>
          </a:xfrm>
        </p:grpSpPr>
        <p:grpSp>
          <p:nvGrpSpPr>
            <p:cNvPr id="219" name="Group 218">
              <a:extLst>
                <a:ext uri="{FF2B5EF4-FFF2-40B4-BE49-F238E27FC236}">
                  <a16:creationId xmlns:a16="http://schemas.microsoft.com/office/drawing/2014/main" id="{80B553A6-A62E-4E17-B0A8-F04DDD476888}"/>
                </a:ext>
              </a:extLst>
            </p:cNvPr>
            <p:cNvGrpSpPr/>
            <p:nvPr/>
          </p:nvGrpSpPr>
          <p:grpSpPr>
            <a:xfrm>
              <a:off x="7924516" y="2318992"/>
              <a:ext cx="519555" cy="508319"/>
              <a:chOff x="1227432" y="2316367"/>
              <a:chExt cx="519555" cy="508319"/>
            </a:xfrm>
            <a:effectLst>
              <a:outerShdw blurRad="50800" dist="38100" dir="2700000" algn="tl" rotWithShape="0">
                <a:prstClr val="black">
                  <a:alpha val="40000"/>
                </a:prstClr>
              </a:outerShdw>
            </a:effectLst>
          </p:grpSpPr>
          <p:sp>
            <p:nvSpPr>
              <p:cNvPr id="229" name="Rectangle 228">
                <a:extLst>
                  <a:ext uri="{FF2B5EF4-FFF2-40B4-BE49-F238E27FC236}">
                    <a16:creationId xmlns:a16="http://schemas.microsoft.com/office/drawing/2014/main" id="{0E09AD33-3E9F-455F-8069-ECB7EE8C2F99}"/>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0F606DA1-B252-4C57-B5F9-C5AC8B41D1EB}"/>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07C5F037-245B-4C69-8049-C6A7E206821C}"/>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0" name="Group 219">
              <a:extLst>
                <a:ext uri="{FF2B5EF4-FFF2-40B4-BE49-F238E27FC236}">
                  <a16:creationId xmlns:a16="http://schemas.microsoft.com/office/drawing/2014/main" id="{6E90F667-C39F-4DF2-A0EB-572207D5DA8E}"/>
                </a:ext>
              </a:extLst>
            </p:cNvPr>
            <p:cNvGrpSpPr/>
            <p:nvPr/>
          </p:nvGrpSpPr>
          <p:grpSpPr>
            <a:xfrm>
              <a:off x="7926201" y="2824239"/>
              <a:ext cx="516184" cy="509731"/>
              <a:chOff x="1227433" y="3025882"/>
              <a:chExt cx="516184" cy="509731"/>
            </a:xfrm>
            <a:effectLst>
              <a:outerShdw blurRad="50800" dist="38100" dir="2700000" algn="tl" rotWithShape="0">
                <a:prstClr val="black">
                  <a:alpha val="40000"/>
                </a:prstClr>
              </a:outerShdw>
            </a:effectLst>
          </p:grpSpPr>
          <p:sp>
            <p:nvSpPr>
              <p:cNvPr id="226" name="Rectangle 225">
                <a:extLst>
                  <a:ext uri="{FF2B5EF4-FFF2-40B4-BE49-F238E27FC236}">
                    <a16:creationId xmlns:a16="http://schemas.microsoft.com/office/drawing/2014/main" id="{AA1B0AAF-B0AB-4F6A-9851-C15742EEEE0E}"/>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45974783-7E4C-498D-B73B-18461B28D911}"/>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25A359B2-653E-446C-87BC-C17A0C365A04}"/>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1" name="Group 220">
              <a:extLst>
                <a:ext uri="{FF2B5EF4-FFF2-40B4-BE49-F238E27FC236}">
                  <a16:creationId xmlns:a16="http://schemas.microsoft.com/office/drawing/2014/main" id="{008A7B8F-0046-4064-9C5A-A72A5BB3D746}"/>
                </a:ext>
              </a:extLst>
            </p:cNvPr>
            <p:cNvGrpSpPr/>
            <p:nvPr/>
          </p:nvGrpSpPr>
          <p:grpSpPr>
            <a:xfrm>
              <a:off x="8441240" y="2824223"/>
              <a:ext cx="516184" cy="510104"/>
              <a:chOff x="7739068" y="5194594"/>
              <a:chExt cx="1352961" cy="1353404"/>
            </a:xfrm>
            <a:effectLst>
              <a:outerShdw blurRad="50800" dist="38100" dir="2700000" algn="tl" rotWithShape="0">
                <a:prstClr val="black">
                  <a:alpha val="40000"/>
                </a:prstClr>
              </a:outerShdw>
            </a:effectLst>
          </p:grpSpPr>
          <p:grpSp>
            <p:nvGrpSpPr>
              <p:cNvPr id="222" name="Group 221">
                <a:extLst>
                  <a:ext uri="{FF2B5EF4-FFF2-40B4-BE49-F238E27FC236}">
                    <a16:creationId xmlns:a16="http://schemas.microsoft.com/office/drawing/2014/main" id="{A05DA71D-BCEC-4B08-8A28-763FE119BFB6}"/>
                  </a:ext>
                </a:extLst>
              </p:cNvPr>
              <p:cNvGrpSpPr/>
              <p:nvPr/>
            </p:nvGrpSpPr>
            <p:grpSpPr>
              <a:xfrm>
                <a:off x="7739068" y="5194686"/>
                <a:ext cx="1352961" cy="1353312"/>
                <a:chOff x="10730062" y="3816461"/>
                <a:chExt cx="1352961" cy="1353312"/>
              </a:xfrm>
            </p:grpSpPr>
            <p:sp>
              <p:nvSpPr>
                <p:cNvPr id="224" name="Rectangle 223">
                  <a:extLst>
                    <a:ext uri="{FF2B5EF4-FFF2-40B4-BE49-F238E27FC236}">
                      <a16:creationId xmlns:a16="http://schemas.microsoft.com/office/drawing/2014/main" id="{28A24BAD-4381-488E-8D62-6FA4CD05D12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4293CAC4-7397-4349-BCDC-BDBAC8CD09EB}"/>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23" name="Octagon 222">
                <a:extLst>
                  <a:ext uri="{FF2B5EF4-FFF2-40B4-BE49-F238E27FC236}">
                    <a16:creationId xmlns:a16="http://schemas.microsoft.com/office/drawing/2014/main" id="{6A758ECC-5850-46F9-89EB-960193E20100}"/>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 name="Rectangle 4">
            <a:extLst>
              <a:ext uri="{FF2B5EF4-FFF2-40B4-BE49-F238E27FC236}">
                <a16:creationId xmlns:a16="http://schemas.microsoft.com/office/drawing/2014/main" id="{E70A78D2-C1ED-4531-9FB0-9BF0C93AAA37}"/>
              </a:ext>
            </a:extLst>
          </p:cNvPr>
          <p:cNvSpPr/>
          <p:nvPr/>
        </p:nvSpPr>
        <p:spPr>
          <a:xfrm>
            <a:off x="904854" y="1398476"/>
            <a:ext cx="9779971" cy="3020832"/>
          </a:xfrm>
          <a:prstGeom prst="rect">
            <a:avLst/>
          </a:prstGeom>
          <a:solidFill>
            <a:schemeClr val="tx1">
              <a:lumMod val="8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oup 231">
            <a:extLst>
              <a:ext uri="{FF2B5EF4-FFF2-40B4-BE49-F238E27FC236}">
                <a16:creationId xmlns:a16="http://schemas.microsoft.com/office/drawing/2014/main" id="{128E623B-146A-42DF-9C5A-722963C4A50A}"/>
              </a:ext>
            </a:extLst>
          </p:cNvPr>
          <p:cNvGrpSpPr/>
          <p:nvPr/>
        </p:nvGrpSpPr>
        <p:grpSpPr>
          <a:xfrm>
            <a:off x="3376586" y="3776331"/>
            <a:ext cx="5225604" cy="2829526"/>
            <a:chOff x="5156626" y="2201139"/>
            <a:chExt cx="5609433" cy="2881111"/>
          </a:xfrm>
        </p:grpSpPr>
        <p:cxnSp>
          <p:nvCxnSpPr>
            <p:cNvPr id="233" name="Straight Arrow Connector 232">
              <a:extLst>
                <a:ext uri="{FF2B5EF4-FFF2-40B4-BE49-F238E27FC236}">
                  <a16:creationId xmlns:a16="http://schemas.microsoft.com/office/drawing/2014/main" id="{8922EBD4-2D66-49B1-9B6C-54829402E9D9}"/>
                </a:ext>
              </a:extLst>
            </p:cNvPr>
            <p:cNvCxnSpPr/>
            <p:nvPr/>
          </p:nvCxnSpPr>
          <p:spPr>
            <a:xfrm>
              <a:off x="6516061"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B6461A35-CC02-475A-BFFD-ECFCFCAC27B6}"/>
                </a:ext>
              </a:extLst>
            </p:cNvPr>
            <p:cNvCxnSpPr>
              <a:cxnSpLocks/>
            </p:cNvCxnSpPr>
            <p:nvPr/>
          </p:nvCxnSpPr>
          <p:spPr>
            <a:xfrm flipV="1">
              <a:off x="8718235"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nvGrpSpPr>
            <p:cNvPr id="235" name="Group 234">
              <a:extLst>
                <a:ext uri="{FF2B5EF4-FFF2-40B4-BE49-F238E27FC236}">
                  <a16:creationId xmlns:a16="http://schemas.microsoft.com/office/drawing/2014/main" id="{356F274B-07AB-49A1-93D6-79E2F77BA93D}"/>
                </a:ext>
              </a:extLst>
            </p:cNvPr>
            <p:cNvGrpSpPr/>
            <p:nvPr/>
          </p:nvGrpSpPr>
          <p:grpSpPr>
            <a:xfrm>
              <a:off x="7306694" y="3927663"/>
              <a:ext cx="1043949" cy="1025495"/>
              <a:chOff x="963443" y="2470416"/>
              <a:chExt cx="2710254" cy="2706624"/>
            </a:xfrm>
            <a:effectLst>
              <a:outerShdw blurRad="50800" dist="38100" dir="2700000" algn="tl" rotWithShape="0">
                <a:prstClr val="black">
                  <a:alpha val="40000"/>
                </a:prstClr>
              </a:outerShdw>
            </a:effectLst>
          </p:grpSpPr>
          <p:grpSp>
            <p:nvGrpSpPr>
              <p:cNvPr id="283" name="Group 282">
                <a:extLst>
                  <a:ext uri="{FF2B5EF4-FFF2-40B4-BE49-F238E27FC236}">
                    <a16:creationId xmlns:a16="http://schemas.microsoft.com/office/drawing/2014/main" id="{6EC49D34-8573-42E2-AB9C-A6BC5525C1ED}"/>
                  </a:ext>
                </a:extLst>
              </p:cNvPr>
              <p:cNvGrpSpPr/>
              <p:nvPr/>
            </p:nvGrpSpPr>
            <p:grpSpPr>
              <a:xfrm>
                <a:off x="964309" y="2470506"/>
                <a:ext cx="1352961" cy="1353312"/>
                <a:chOff x="7617284" y="4008730"/>
                <a:chExt cx="1352961" cy="1353312"/>
              </a:xfrm>
            </p:grpSpPr>
            <p:sp>
              <p:nvSpPr>
                <p:cNvPr id="300" name="Rectangle 299">
                  <a:extLst>
                    <a:ext uri="{FF2B5EF4-FFF2-40B4-BE49-F238E27FC236}">
                      <a16:creationId xmlns:a16="http://schemas.microsoft.com/office/drawing/2014/main" id="{55101726-1D03-4CD2-9748-A64D4C1C400B}"/>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7EDBFC86-2383-4338-BDE1-D5E38915C1F6}"/>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574FE877-5877-409D-A021-D6D0969F004F}"/>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5FD28792-22D3-45FD-88B3-0B315C98FC82}"/>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4" name="Rectangle 303">
                  <a:extLst>
                    <a:ext uri="{FF2B5EF4-FFF2-40B4-BE49-F238E27FC236}">
                      <a16:creationId xmlns:a16="http://schemas.microsoft.com/office/drawing/2014/main" id="{6D5DC0DB-4760-46B0-846B-84E46C08B734}"/>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4" name="Group 283">
                <a:extLst>
                  <a:ext uri="{FF2B5EF4-FFF2-40B4-BE49-F238E27FC236}">
                    <a16:creationId xmlns:a16="http://schemas.microsoft.com/office/drawing/2014/main" id="{E695EB57-9B43-4D77-B9FA-FE0968DD9EFA}"/>
                  </a:ext>
                </a:extLst>
              </p:cNvPr>
              <p:cNvGrpSpPr/>
              <p:nvPr/>
            </p:nvGrpSpPr>
            <p:grpSpPr>
              <a:xfrm>
                <a:off x="963443" y="3823728"/>
                <a:ext cx="1352962" cy="1353312"/>
                <a:chOff x="5887832" y="987580"/>
                <a:chExt cx="1352962" cy="1353312"/>
              </a:xfrm>
            </p:grpSpPr>
            <p:sp>
              <p:nvSpPr>
                <p:cNvPr id="296" name="Rectangle 295">
                  <a:extLst>
                    <a:ext uri="{FF2B5EF4-FFF2-40B4-BE49-F238E27FC236}">
                      <a16:creationId xmlns:a16="http://schemas.microsoft.com/office/drawing/2014/main" id="{257E1BC5-DF6D-4B1E-9EC0-4A326DDF9AF3}"/>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9AC86410-BA7A-480A-9F57-35024AB4691C}"/>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8" name="Rectangle 297">
                  <a:extLst>
                    <a:ext uri="{FF2B5EF4-FFF2-40B4-BE49-F238E27FC236}">
                      <a16:creationId xmlns:a16="http://schemas.microsoft.com/office/drawing/2014/main" id="{CF45DAD6-9375-4C77-AEC3-5F263F8AC728}"/>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0F03F9B5-2E71-475D-A150-18B2BDFC7D96}"/>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5" name="Group 284">
                <a:extLst>
                  <a:ext uri="{FF2B5EF4-FFF2-40B4-BE49-F238E27FC236}">
                    <a16:creationId xmlns:a16="http://schemas.microsoft.com/office/drawing/2014/main" id="{11B33535-712A-4048-99A1-65EF7960A0C7}"/>
                  </a:ext>
                </a:extLst>
              </p:cNvPr>
              <p:cNvGrpSpPr/>
              <p:nvPr/>
            </p:nvGrpSpPr>
            <p:grpSpPr>
              <a:xfrm>
                <a:off x="2315389" y="3823545"/>
                <a:ext cx="1352961" cy="1353404"/>
                <a:chOff x="7739068" y="5194594"/>
                <a:chExt cx="1352961" cy="1353404"/>
              </a:xfrm>
            </p:grpSpPr>
            <p:grpSp>
              <p:nvGrpSpPr>
                <p:cNvPr id="292" name="Group 291">
                  <a:extLst>
                    <a:ext uri="{FF2B5EF4-FFF2-40B4-BE49-F238E27FC236}">
                      <a16:creationId xmlns:a16="http://schemas.microsoft.com/office/drawing/2014/main" id="{F1CFDAA5-1398-48CF-ADE0-77C7D29CF8AB}"/>
                    </a:ext>
                  </a:extLst>
                </p:cNvPr>
                <p:cNvGrpSpPr/>
                <p:nvPr/>
              </p:nvGrpSpPr>
              <p:grpSpPr>
                <a:xfrm>
                  <a:off x="7739068" y="5194686"/>
                  <a:ext cx="1352961" cy="1353312"/>
                  <a:chOff x="10730062" y="3816461"/>
                  <a:chExt cx="1352961" cy="1353312"/>
                </a:xfrm>
              </p:grpSpPr>
              <p:sp>
                <p:nvSpPr>
                  <p:cNvPr id="294" name="Rectangle 293">
                    <a:extLst>
                      <a:ext uri="{FF2B5EF4-FFF2-40B4-BE49-F238E27FC236}">
                        <a16:creationId xmlns:a16="http://schemas.microsoft.com/office/drawing/2014/main" id="{8E9CC6AB-EBEC-499C-880D-888292001280}"/>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4FF3AA80-28C7-4B1F-891F-C7BED25CDE64}"/>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93" name="Octagon 292">
                  <a:extLst>
                    <a:ext uri="{FF2B5EF4-FFF2-40B4-BE49-F238E27FC236}">
                      <a16:creationId xmlns:a16="http://schemas.microsoft.com/office/drawing/2014/main" id="{A054C861-700F-4EE3-BE44-BB74076C5767}"/>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6" name="Group 285">
                <a:extLst>
                  <a:ext uri="{FF2B5EF4-FFF2-40B4-BE49-F238E27FC236}">
                    <a16:creationId xmlns:a16="http://schemas.microsoft.com/office/drawing/2014/main" id="{E5DB8B37-8B09-47B8-9045-5191FE6647EE}"/>
                  </a:ext>
                </a:extLst>
              </p:cNvPr>
              <p:cNvGrpSpPr/>
              <p:nvPr/>
            </p:nvGrpSpPr>
            <p:grpSpPr>
              <a:xfrm>
                <a:off x="2320472" y="2470416"/>
                <a:ext cx="1353225" cy="1353312"/>
                <a:chOff x="7744151" y="3841465"/>
                <a:chExt cx="1353225" cy="1353312"/>
              </a:xfrm>
            </p:grpSpPr>
            <p:grpSp>
              <p:nvGrpSpPr>
                <p:cNvPr id="287" name="Group 286">
                  <a:extLst>
                    <a:ext uri="{FF2B5EF4-FFF2-40B4-BE49-F238E27FC236}">
                      <a16:creationId xmlns:a16="http://schemas.microsoft.com/office/drawing/2014/main" id="{9B6EDF0C-A72E-4026-9B90-70CE7EFF730B}"/>
                    </a:ext>
                  </a:extLst>
                </p:cNvPr>
                <p:cNvGrpSpPr/>
                <p:nvPr/>
              </p:nvGrpSpPr>
              <p:grpSpPr>
                <a:xfrm>
                  <a:off x="7744151" y="3841465"/>
                  <a:ext cx="1353225" cy="1353312"/>
                  <a:chOff x="10729798" y="2463149"/>
                  <a:chExt cx="1353225" cy="1353312"/>
                </a:xfrm>
              </p:grpSpPr>
              <p:sp>
                <p:nvSpPr>
                  <p:cNvPr id="289" name="Rectangle 288">
                    <a:extLst>
                      <a:ext uri="{FF2B5EF4-FFF2-40B4-BE49-F238E27FC236}">
                        <a16:creationId xmlns:a16="http://schemas.microsoft.com/office/drawing/2014/main" id="{855244ED-DB4E-45D7-876E-02357D0D2618}"/>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7C8D133E-CBB5-4364-B9A9-A414B936400D}"/>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A8BA3792-D932-493F-BAE7-2FF397E3510C}"/>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8" name="Octagon 287">
                  <a:extLst>
                    <a:ext uri="{FF2B5EF4-FFF2-40B4-BE49-F238E27FC236}">
                      <a16:creationId xmlns:a16="http://schemas.microsoft.com/office/drawing/2014/main" id="{3993EC53-CF98-4B22-B892-132EC1FF809E}"/>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6" name="Group 235">
              <a:extLst>
                <a:ext uri="{FF2B5EF4-FFF2-40B4-BE49-F238E27FC236}">
                  <a16:creationId xmlns:a16="http://schemas.microsoft.com/office/drawing/2014/main" id="{AE1CC553-0505-480E-8EB3-FA39B8ECD902}"/>
                </a:ext>
              </a:extLst>
            </p:cNvPr>
            <p:cNvGrpSpPr/>
            <p:nvPr/>
          </p:nvGrpSpPr>
          <p:grpSpPr>
            <a:xfrm>
              <a:off x="7827753" y="4437857"/>
              <a:ext cx="641841" cy="644393"/>
              <a:chOff x="7827753" y="4437857"/>
              <a:chExt cx="641841" cy="644393"/>
            </a:xfrm>
          </p:grpSpPr>
          <p:cxnSp>
            <p:nvCxnSpPr>
              <p:cNvPr id="281" name="Straight Connector 280">
                <a:extLst>
                  <a:ext uri="{FF2B5EF4-FFF2-40B4-BE49-F238E27FC236}">
                    <a16:creationId xmlns:a16="http://schemas.microsoft.com/office/drawing/2014/main" id="{FC0E051E-0A56-4464-9021-48192C5B11DF}"/>
                  </a:ext>
                </a:extLst>
              </p:cNvPr>
              <p:cNvCxnSpPr>
                <a:cxnSpLocks/>
              </p:cNvCxnSpPr>
              <p:nvPr/>
            </p:nvCxnSpPr>
            <p:spPr>
              <a:xfrm flipV="1">
                <a:off x="7827753" y="4440409"/>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9FED629D-D3C2-4673-BE5E-DE22C01C26FE}"/>
                  </a:ext>
                </a:extLst>
              </p:cNvPr>
              <p:cNvCxnSpPr>
                <a:cxnSpLocks/>
              </p:cNvCxnSpPr>
              <p:nvPr/>
            </p:nvCxnSpPr>
            <p:spPr>
              <a:xfrm rot="5400000" flipV="1">
                <a:off x="8148674" y="4116936"/>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a:extLst>
                <a:ext uri="{FF2B5EF4-FFF2-40B4-BE49-F238E27FC236}">
                  <a16:creationId xmlns:a16="http://schemas.microsoft.com/office/drawing/2014/main" id="{C12E9600-C19E-4EB4-8B80-487BEAAFCC15}"/>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276" name="Rectangle 275">
                <a:extLst>
                  <a:ext uri="{FF2B5EF4-FFF2-40B4-BE49-F238E27FC236}">
                    <a16:creationId xmlns:a16="http://schemas.microsoft.com/office/drawing/2014/main" id="{7B215129-EBC0-402E-BBB0-2212089F05EC}"/>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7" name="Rectangle 276">
                <a:extLst>
                  <a:ext uri="{FF2B5EF4-FFF2-40B4-BE49-F238E27FC236}">
                    <a16:creationId xmlns:a16="http://schemas.microsoft.com/office/drawing/2014/main" id="{B043C871-D725-4F33-81E0-736EABEAC1A0}"/>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8" name="Rectangle 277">
                <a:extLst>
                  <a:ext uri="{FF2B5EF4-FFF2-40B4-BE49-F238E27FC236}">
                    <a16:creationId xmlns:a16="http://schemas.microsoft.com/office/drawing/2014/main" id="{44A84586-1EB2-4EF6-B7AD-84AFA7DB24D3}"/>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9" name="Rectangle 278">
                <a:extLst>
                  <a:ext uri="{FF2B5EF4-FFF2-40B4-BE49-F238E27FC236}">
                    <a16:creationId xmlns:a16="http://schemas.microsoft.com/office/drawing/2014/main" id="{646D2B43-31F5-448C-850B-3A1F730C35FA}"/>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0" name="Rectangle 279">
                <a:extLst>
                  <a:ext uri="{FF2B5EF4-FFF2-40B4-BE49-F238E27FC236}">
                    <a16:creationId xmlns:a16="http://schemas.microsoft.com/office/drawing/2014/main" id="{CE7339AA-D431-43EA-AC74-415854B1C50A}"/>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8" name="Group 237">
              <a:extLst>
                <a:ext uri="{FF2B5EF4-FFF2-40B4-BE49-F238E27FC236}">
                  <a16:creationId xmlns:a16="http://schemas.microsoft.com/office/drawing/2014/main" id="{423A9716-88FD-471C-B7F4-9F199A2BF4CD}"/>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272" name="Rectangle 271">
                <a:extLst>
                  <a:ext uri="{FF2B5EF4-FFF2-40B4-BE49-F238E27FC236}">
                    <a16:creationId xmlns:a16="http://schemas.microsoft.com/office/drawing/2014/main" id="{9CEA65C6-E3C5-4892-8675-E1B2CE207B6D}"/>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3" name="Rectangle 272">
                <a:extLst>
                  <a:ext uri="{FF2B5EF4-FFF2-40B4-BE49-F238E27FC236}">
                    <a16:creationId xmlns:a16="http://schemas.microsoft.com/office/drawing/2014/main" id="{A76349EB-9F0D-448A-ACA0-F54649188FD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4" name="Rectangle 273">
                <a:extLst>
                  <a:ext uri="{FF2B5EF4-FFF2-40B4-BE49-F238E27FC236}">
                    <a16:creationId xmlns:a16="http://schemas.microsoft.com/office/drawing/2014/main" id="{3DAD00DF-C065-4851-8851-E4F73A5D61E7}"/>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5" name="Rectangle 274">
                <a:extLst>
                  <a:ext uri="{FF2B5EF4-FFF2-40B4-BE49-F238E27FC236}">
                    <a16:creationId xmlns:a16="http://schemas.microsoft.com/office/drawing/2014/main" id="{EE80624D-6BED-40A5-9390-C1357E8C3C7F}"/>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9" name="Group 238">
              <a:extLst>
                <a:ext uri="{FF2B5EF4-FFF2-40B4-BE49-F238E27FC236}">
                  <a16:creationId xmlns:a16="http://schemas.microsoft.com/office/drawing/2014/main" id="{584F886B-A032-41CB-91E3-38A9DCFB652D}"/>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268" name="Group 267">
                <a:extLst>
                  <a:ext uri="{FF2B5EF4-FFF2-40B4-BE49-F238E27FC236}">
                    <a16:creationId xmlns:a16="http://schemas.microsoft.com/office/drawing/2014/main" id="{FEFD7124-4BAC-4473-95D4-F682DBF0AF5C}"/>
                  </a:ext>
                </a:extLst>
              </p:cNvPr>
              <p:cNvGrpSpPr/>
              <p:nvPr/>
            </p:nvGrpSpPr>
            <p:grpSpPr>
              <a:xfrm>
                <a:off x="7739068" y="5194686"/>
                <a:ext cx="1352961" cy="1353312"/>
                <a:chOff x="10730062" y="3816461"/>
                <a:chExt cx="1352961" cy="1353312"/>
              </a:xfrm>
            </p:grpSpPr>
            <p:sp>
              <p:nvSpPr>
                <p:cNvPr id="270" name="Rectangle 269">
                  <a:extLst>
                    <a:ext uri="{FF2B5EF4-FFF2-40B4-BE49-F238E27FC236}">
                      <a16:creationId xmlns:a16="http://schemas.microsoft.com/office/drawing/2014/main" id="{6B7AD39D-EF72-4555-B3D7-C96A6FE654E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1" name="Rectangle 270">
                  <a:extLst>
                    <a:ext uri="{FF2B5EF4-FFF2-40B4-BE49-F238E27FC236}">
                      <a16:creationId xmlns:a16="http://schemas.microsoft.com/office/drawing/2014/main" id="{004800DA-A1BA-4961-8E89-E2FFDFCF734E}"/>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9" name="Octagon 268">
                <a:extLst>
                  <a:ext uri="{FF2B5EF4-FFF2-40B4-BE49-F238E27FC236}">
                    <a16:creationId xmlns:a16="http://schemas.microsoft.com/office/drawing/2014/main" id="{B0E4FEA3-BB31-4518-B7F3-EEBD013E71E8}"/>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0" name="Group 239">
              <a:extLst>
                <a:ext uri="{FF2B5EF4-FFF2-40B4-BE49-F238E27FC236}">
                  <a16:creationId xmlns:a16="http://schemas.microsoft.com/office/drawing/2014/main" id="{AB916452-62A6-4984-BF91-8A3D1E5DABC1}"/>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263" name="Group 262">
                <a:extLst>
                  <a:ext uri="{FF2B5EF4-FFF2-40B4-BE49-F238E27FC236}">
                    <a16:creationId xmlns:a16="http://schemas.microsoft.com/office/drawing/2014/main" id="{F89CF26C-3EC2-46D9-81A4-6A0C73518E12}"/>
                  </a:ext>
                </a:extLst>
              </p:cNvPr>
              <p:cNvGrpSpPr/>
              <p:nvPr/>
            </p:nvGrpSpPr>
            <p:grpSpPr>
              <a:xfrm>
                <a:off x="7744151" y="3841465"/>
                <a:ext cx="1353225" cy="1353312"/>
                <a:chOff x="10729798" y="2463149"/>
                <a:chExt cx="1353225" cy="1353312"/>
              </a:xfrm>
            </p:grpSpPr>
            <p:sp>
              <p:nvSpPr>
                <p:cNvPr id="265" name="Rectangle 264">
                  <a:extLst>
                    <a:ext uri="{FF2B5EF4-FFF2-40B4-BE49-F238E27FC236}">
                      <a16:creationId xmlns:a16="http://schemas.microsoft.com/office/drawing/2014/main" id="{E01822E1-D540-4CAD-911B-17A9EFC72BCB}"/>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6" name="Rectangle 265">
                  <a:extLst>
                    <a:ext uri="{FF2B5EF4-FFF2-40B4-BE49-F238E27FC236}">
                      <a16:creationId xmlns:a16="http://schemas.microsoft.com/office/drawing/2014/main" id="{CD70A960-A419-407F-A890-8C9087A56073}"/>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7" name="Rectangle 266">
                  <a:extLst>
                    <a:ext uri="{FF2B5EF4-FFF2-40B4-BE49-F238E27FC236}">
                      <a16:creationId xmlns:a16="http://schemas.microsoft.com/office/drawing/2014/main" id="{E623DEE5-FD57-425C-8F1C-C111BDF02CB9}"/>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4" name="Octagon 263">
                <a:extLst>
                  <a:ext uri="{FF2B5EF4-FFF2-40B4-BE49-F238E27FC236}">
                    <a16:creationId xmlns:a16="http://schemas.microsoft.com/office/drawing/2014/main" id="{C12937BA-5106-4BA5-8E67-B5116F2DA5AB}"/>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1" name="Group 240">
              <a:extLst>
                <a:ext uri="{FF2B5EF4-FFF2-40B4-BE49-F238E27FC236}">
                  <a16:creationId xmlns:a16="http://schemas.microsoft.com/office/drawing/2014/main" id="{E022733D-AF2B-4C4A-9425-BF4A455E3CDE}"/>
                </a:ext>
              </a:extLst>
            </p:cNvPr>
            <p:cNvGrpSpPr/>
            <p:nvPr/>
          </p:nvGrpSpPr>
          <p:grpSpPr>
            <a:xfrm>
              <a:off x="9546976" y="2357525"/>
              <a:ext cx="521140" cy="512748"/>
              <a:chOff x="7617284" y="4008730"/>
              <a:chExt cx="1352961" cy="1353312"/>
            </a:xfrm>
            <a:effectLst>
              <a:outerShdw blurRad="50800" dist="38100" dir="2700000" algn="tl" rotWithShape="0">
                <a:prstClr val="black">
                  <a:alpha val="40000"/>
                </a:prstClr>
              </a:outerShdw>
            </a:effectLst>
          </p:grpSpPr>
          <p:sp>
            <p:nvSpPr>
              <p:cNvPr id="258" name="Rectangle 257">
                <a:extLst>
                  <a:ext uri="{FF2B5EF4-FFF2-40B4-BE49-F238E27FC236}">
                    <a16:creationId xmlns:a16="http://schemas.microsoft.com/office/drawing/2014/main" id="{FAC6E5A0-A050-492E-AA52-3C048156EFB7}"/>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EE3CF18F-5F42-4CC2-8650-060E5D5EAA12}"/>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7DEED433-A763-485B-A586-1A4187AA4542}"/>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59484910-91CF-4011-B654-BC9BE7EBC0CF}"/>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2" name="Rectangle 261">
                <a:extLst>
                  <a:ext uri="{FF2B5EF4-FFF2-40B4-BE49-F238E27FC236}">
                    <a16:creationId xmlns:a16="http://schemas.microsoft.com/office/drawing/2014/main" id="{51720005-C325-4D57-86FB-B2EACF063729}"/>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2" name="Group 241">
              <a:extLst>
                <a:ext uri="{FF2B5EF4-FFF2-40B4-BE49-F238E27FC236}">
                  <a16:creationId xmlns:a16="http://schemas.microsoft.com/office/drawing/2014/main" id="{9F40AA2A-ABFA-4A0E-8B43-D184DD9B0B48}"/>
                </a:ext>
              </a:extLst>
            </p:cNvPr>
            <p:cNvGrpSpPr/>
            <p:nvPr/>
          </p:nvGrpSpPr>
          <p:grpSpPr>
            <a:xfrm>
              <a:off x="9546642" y="2870239"/>
              <a:ext cx="521141" cy="512748"/>
              <a:chOff x="5887832" y="987580"/>
              <a:chExt cx="1352962" cy="1353312"/>
            </a:xfrm>
            <a:effectLst>
              <a:outerShdw blurRad="50800" dist="38100" dir="2700000" algn="tl" rotWithShape="0">
                <a:prstClr val="black">
                  <a:alpha val="40000"/>
                </a:prstClr>
              </a:outerShdw>
            </a:effectLst>
          </p:grpSpPr>
          <p:sp>
            <p:nvSpPr>
              <p:cNvPr id="254" name="Rectangle 253">
                <a:extLst>
                  <a:ext uri="{FF2B5EF4-FFF2-40B4-BE49-F238E27FC236}">
                    <a16:creationId xmlns:a16="http://schemas.microsoft.com/office/drawing/2014/main" id="{3CAB56F6-4E59-45A4-9801-1A0A5B476682}"/>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51F57A4E-0490-4D37-8C0A-D378DD4D2785}"/>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4F01D2B0-F81E-4F3C-8FA3-BAE44F5F9255}"/>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7" name="Rectangle 256">
                <a:extLst>
                  <a:ext uri="{FF2B5EF4-FFF2-40B4-BE49-F238E27FC236}">
                    <a16:creationId xmlns:a16="http://schemas.microsoft.com/office/drawing/2014/main" id="{1FA51577-6A11-451F-B4E0-21D031C8B1D3}"/>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3" name="Group 242">
              <a:extLst>
                <a:ext uri="{FF2B5EF4-FFF2-40B4-BE49-F238E27FC236}">
                  <a16:creationId xmlns:a16="http://schemas.microsoft.com/office/drawing/2014/main" id="{FE75A082-1168-4549-B548-552F7CF4FBF3}"/>
                </a:ext>
              </a:extLst>
            </p:cNvPr>
            <p:cNvGrpSpPr/>
            <p:nvPr/>
          </p:nvGrpSpPr>
          <p:grpSpPr>
            <a:xfrm>
              <a:off x="10244919" y="3012878"/>
              <a:ext cx="521140" cy="512782"/>
              <a:chOff x="7739068" y="5194594"/>
              <a:chExt cx="1352961" cy="1353404"/>
            </a:xfrm>
            <a:effectLst>
              <a:outerShdw blurRad="50800" dist="38100" dir="2700000" algn="tl" rotWithShape="0">
                <a:prstClr val="black">
                  <a:alpha val="40000"/>
                </a:prstClr>
              </a:outerShdw>
            </a:effectLst>
          </p:grpSpPr>
          <p:grpSp>
            <p:nvGrpSpPr>
              <p:cNvPr id="250" name="Group 249">
                <a:extLst>
                  <a:ext uri="{FF2B5EF4-FFF2-40B4-BE49-F238E27FC236}">
                    <a16:creationId xmlns:a16="http://schemas.microsoft.com/office/drawing/2014/main" id="{4F1735A4-5AA3-4ED0-B669-69783FDDADEF}"/>
                  </a:ext>
                </a:extLst>
              </p:cNvPr>
              <p:cNvGrpSpPr/>
              <p:nvPr/>
            </p:nvGrpSpPr>
            <p:grpSpPr>
              <a:xfrm>
                <a:off x="7739068" y="5194686"/>
                <a:ext cx="1352961" cy="1353312"/>
                <a:chOff x="10730062" y="3816461"/>
                <a:chExt cx="1352961" cy="1353312"/>
              </a:xfrm>
            </p:grpSpPr>
            <p:sp>
              <p:nvSpPr>
                <p:cNvPr id="252" name="Rectangle 251">
                  <a:extLst>
                    <a:ext uri="{FF2B5EF4-FFF2-40B4-BE49-F238E27FC236}">
                      <a16:creationId xmlns:a16="http://schemas.microsoft.com/office/drawing/2014/main" id="{CBDC9509-7D76-4329-8715-2F43A929D09D}"/>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3" name="Rectangle 252">
                  <a:extLst>
                    <a:ext uri="{FF2B5EF4-FFF2-40B4-BE49-F238E27FC236}">
                      <a16:creationId xmlns:a16="http://schemas.microsoft.com/office/drawing/2014/main" id="{ACB9C2C5-8EB2-4438-B736-BF35C71F342C}"/>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51" name="Octagon 250">
                <a:extLst>
                  <a:ext uri="{FF2B5EF4-FFF2-40B4-BE49-F238E27FC236}">
                    <a16:creationId xmlns:a16="http://schemas.microsoft.com/office/drawing/2014/main" id="{1411F317-07D6-4FF0-A248-903C9A570CBD}"/>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4" name="Group 243">
              <a:extLst>
                <a:ext uri="{FF2B5EF4-FFF2-40B4-BE49-F238E27FC236}">
                  <a16:creationId xmlns:a16="http://schemas.microsoft.com/office/drawing/2014/main" id="{8DA195AF-21BA-4E7A-8C5E-C56841F6B126}"/>
                </a:ext>
              </a:extLst>
            </p:cNvPr>
            <p:cNvGrpSpPr/>
            <p:nvPr/>
          </p:nvGrpSpPr>
          <p:grpSpPr>
            <a:xfrm>
              <a:off x="10069349" y="2357491"/>
              <a:ext cx="521242" cy="512748"/>
              <a:chOff x="7744151" y="3841465"/>
              <a:chExt cx="1353225" cy="1353312"/>
            </a:xfrm>
            <a:effectLst>
              <a:outerShdw blurRad="50800" dist="38100" dir="2700000" algn="tl" rotWithShape="0">
                <a:prstClr val="black">
                  <a:alpha val="40000"/>
                </a:prstClr>
              </a:outerShdw>
            </a:effectLst>
          </p:grpSpPr>
          <p:grpSp>
            <p:nvGrpSpPr>
              <p:cNvPr id="245" name="Group 244">
                <a:extLst>
                  <a:ext uri="{FF2B5EF4-FFF2-40B4-BE49-F238E27FC236}">
                    <a16:creationId xmlns:a16="http://schemas.microsoft.com/office/drawing/2014/main" id="{C0FEA2BE-318E-45C9-AE21-C1CAA9F2AC2C}"/>
                  </a:ext>
                </a:extLst>
              </p:cNvPr>
              <p:cNvGrpSpPr/>
              <p:nvPr/>
            </p:nvGrpSpPr>
            <p:grpSpPr>
              <a:xfrm>
                <a:off x="7744151" y="3841465"/>
                <a:ext cx="1353225" cy="1353312"/>
                <a:chOff x="10729798" y="2463149"/>
                <a:chExt cx="1353225" cy="1353312"/>
              </a:xfrm>
            </p:grpSpPr>
            <p:sp>
              <p:nvSpPr>
                <p:cNvPr id="247" name="Rectangle 246">
                  <a:extLst>
                    <a:ext uri="{FF2B5EF4-FFF2-40B4-BE49-F238E27FC236}">
                      <a16:creationId xmlns:a16="http://schemas.microsoft.com/office/drawing/2014/main" id="{7FCEEEFD-4BA1-4FF4-A429-D9A6949876C0}"/>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8B764A9C-D643-4A31-9FE2-8589FFCE12EE}"/>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9" name="Rectangle 248">
                  <a:extLst>
                    <a:ext uri="{FF2B5EF4-FFF2-40B4-BE49-F238E27FC236}">
                      <a16:creationId xmlns:a16="http://schemas.microsoft.com/office/drawing/2014/main" id="{D71FD458-0ED9-4AD9-A156-51EAAF513D27}"/>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46" name="Octagon 245">
                <a:extLst>
                  <a:ext uri="{FF2B5EF4-FFF2-40B4-BE49-F238E27FC236}">
                    <a16:creationId xmlns:a16="http://schemas.microsoft.com/office/drawing/2014/main" id="{2F0B8BC8-7914-4D98-AEF5-0C14505720B3}"/>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71906688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 name="TextBox 124">
            <a:extLst>
              <a:ext uri="{FF2B5EF4-FFF2-40B4-BE49-F238E27FC236}">
                <a16:creationId xmlns:a16="http://schemas.microsoft.com/office/drawing/2014/main" id="{F61333B8-D078-43D9-895E-89B691762202}"/>
              </a:ext>
            </a:extLst>
          </p:cNvPr>
          <p:cNvSpPr txBox="1"/>
          <p:nvPr/>
        </p:nvSpPr>
        <p:spPr>
          <a:xfrm>
            <a:off x="7145883" y="1636741"/>
            <a:ext cx="2480166" cy="646331"/>
          </a:xfrm>
          <a:prstGeom prst="rect">
            <a:avLst/>
          </a:prstGeom>
          <a:noFill/>
        </p:spPr>
        <p:txBody>
          <a:bodyPr wrap="none" rtlCol="0">
            <a:spAutoFit/>
          </a:bodyPr>
          <a:lstStyle/>
          <a:p>
            <a:r>
              <a:rPr lang="en-US" dirty="0">
                <a:solidFill>
                  <a:schemeClr val="bg1"/>
                </a:solidFill>
              </a:rPr>
              <a:t>This system produces</a:t>
            </a:r>
            <a:br>
              <a:rPr lang="en-US" dirty="0">
                <a:solidFill>
                  <a:schemeClr val="bg1"/>
                </a:solidFill>
              </a:rPr>
            </a:br>
            <a:r>
              <a:rPr lang="en-US" dirty="0">
                <a:solidFill>
                  <a:schemeClr val="bg1"/>
                </a:solidFill>
              </a:rPr>
              <a:t>two terminal assemblies:</a:t>
            </a:r>
          </a:p>
        </p:txBody>
      </p:sp>
      <p:sp>
        <p:nvSpPr>
          <p:cNvPr id="177" name="TextBox 176">
            <a:extLst>
              <a:ext uri="{FF2B5EF4-FFF2-40B4-BE49-F238E27FC236}">
                <a16:creationId xmlns:a16="http://schemas.microsoft.com/office/drawing/2014/main" id="{E4AF1CB1-E9F6-4DFE-9A26-879F90F243FF}"/>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Negative Glues</a:t>
            </a:r>
            <a:endParaRPr lang="en-US" sz="1600" dirty="0">
              <a:solidFill>
                <a:schemeClr val="bg1"/>
              </a:solidFill>
            </a:endParaRPr>
          </a:p>
        </p:txBody>
      </p:sp>
      <p:sp>
        <p:nvSpPr>
          <p:cNvPr id="168" name="TextBox 167">
            <a:extLst>
              <a:ext uri="{FF2B5EF4-FFF2-40B4-BE49-F238E27FC236}">
                <a16:creationId xmlns:a16="http://schemas.microsoft.com/office/drawing/2014/main" id="{074901FD-CCA3-4B2A-8714-DD9B0063F11B}"/>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78" name="Rectangle 177">
            <a:extLst>
              <a:ext uri="{FF2B5EF4-FFF2-40B4-BE49-F238E27FC236}">
                <a16:creationId xmlns:a16="http://schemas.microsoft.com/office/drawing/2014/main" id="{DC32198C-0A47-4F34-82DA-80DBD33485C5}"/>
              </a:ext>
            </a:extLst>
          </p:cNvPr>
          <p:cNvSpPr/>
          <p:nvPr/>
        </p:nvSpPr>
        <p:spPr>
          <a:xfrm>
            <a:off x="1112000" y="2182826"/>
            <a:ext cx="2355715" cy="22354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79" name="Group 178">
            <a:extLst>
              <a:ext uri="{FF2B5EF4-FFF2-40B4-BE49-F238E27FC236}">
                <a16:creationId xmlns:a16="http://schemas.microsoft.com/office/drawing/2014/main" id="{F82D9801-5959-4A60-BE4D-6B25E7334490}"/>
              </a:ext>
            </a:extLst>
          </p:cNvPr>
          <p:cNvGrpSpPr/>
          <p:nvPr/>
        </p:nvGrpSpPr>
        <p:grpSpPr>
          <a:xfrm>
            <a:off x="1227432" y="2316367"/>
            <a:ext cx="1931863" cy="1802005"/>
            <a:chOff x="1227432" y="2316367"/>
            <a:chExt cx="1259033" cy="1221553"/>
          </a:xfrm>
        </p:grpSpPr>
        <p:grpSp>
          <p:nvGrpSpPr>
            <p:cNvPr id="180" name="Group 179">
              <a:extLst>
                <a:ext uri="{FF2B5EF4-FFF2-40B4-BE49-F238E27FC236}">
                  <a16:creationId xmlns:a16="http://schemas.microsoft.com/office/drawing/2014/main" id="{C26B5412-5946-484F-9FEB-0D9AC0253112}"/>
                </a:ext>
              </a:extLst>
            </p:cNvPr>
            <p:cNvGrpSpPr/>
            <p:nvPr/>
          </p:nvGrpSpPr>
          <p:grpSpPr>
            <a:xfrm>
              <a:off x="1227432" y="2316367"/>
              <a:ext cx="519555" cy="508319"/>
              <a:chOff x="1227432" y="2316367"/>
              <a:chExt cx="519555" cy="508319"/>
            </a:xfrm>
            <a:effectLst>
              <a:outerShdw blurRad="50800" dist="38100" dir="2700000" algn="tl" rotWithShape="0">
                <a:prstClr val="black">
                  <a:alpha val="40000"/>
                </a:prstClr>
              </a:outerShdw>
            </a:effectLst>
          </p:grpSpPr>
          <p:sp>
            <p:nvSpPr>
              <p:cNvPr id="194" name="Rectangle 193">
                <a:extLst>
                  <a:ext uri="{FF2B5EF4-FFF2-40B4-BE49-F238E27FC236}">
                    <a16:creationId xmlns:a16="http://schemas.microsoft.com/office/drawing/2014/main" id="{5B87959F-EC97-40C5-8EAA-FE43DFBF41B4}"/>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5" name="Rectangle 194">
                <a:extLst>
                  <a:ext uri="{FF2B5EF4-FFF2-40B4-BE49-F238E27FC236}">
                    <a16:creationId xmlns:a16="http://schemas.microsoft.com/office/drawing/2014/main" id="{1B6CAE51-9760-4039-841E-F64DEE6202EA}"/>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6" name="Rectangle 195">
                <a:extLst>
                  <a:ext uri="{FF2B5EF4-FFF2-40B4-BE49-F238E27FC236}">
                    <a16:creationId xmlns:a16="http://schemas.microsoft.com/office/drawing/2014/main" id="{3D64BEBF-7F20-4954-9109-F8C4D3A4584E}"/>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1" name="Group 180">
              <a:extLst>
                <a:ext uri="{FF2B5EF4-FFF2-40B4-BE49-F238E27FC236}">
                  <a16:creationId xmlns:a16="http://schemas.microsoft.com/office/drawing/2014/main" id="{D311505B-0034-4ED7-9C58-DCB900BF978E}"/>
                </a:ext>
              </a:extLst>
            </p:cNvPr>
            <p:cNvGrpSpPr/>
            <p:nvPr/>
          </p:nvGrpSpPr>
          <p:grpSpPr>
            <a:xfrm>
              <a:off x="1227433" y="3025882"/>
              <a:ext cx="516184" cy="509731"/>
              <a:chOff x="1227433" y="3025882"/>
              <a:chExt cx="516184" cy="509731"/>
            </a:xfrm>
            <a:effectLst>
              <a:outerShdw blurRad="50800" dist="38100" dir="2700000" algn="tl" rotWithShape="0">
                <a:prstClr val="black">
                  <a:alpha val="40000"/>
                </a:prstClr>
              </a:outerShdw>
            </a:effectLst>
          </p:grpSpPr>
          <p:sp>
            <p:nvSpPr>
              <p:cNvPr id="191" name="Rectangle 190">
                <a:extLst>
                  <a:ext uri="{FF2B5EF4-FFF2-40B4-BE49-F238E27FC236}">
                    <a16:creationId xmlns:a16="http://schemas.microsoft.com/office/drawing/2014/main" id="{200E7B4C-C824-4D70-8C3F-052D5E5B4867}"/>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B8EC5441-BB28-4080-87D2-A2417538F62B}"/>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3" name="Rectangle 192">
                <a:extLst>
                  <a:ext uri="{FF2B5EF4-FFF2-40B4-BE49-F238E27FC236}">
                    <a16:creationId xmlns:a16="http://schemas.microsoft.com/office/drawing/2014/main" id="{8D4EC1E1-7C06-4035-A07E-DA1AAF7F714D}"/>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2" name="Group 181">
              <a:extLst>
                <a:ext uri="{FF2B5EF4-FFF2-40B4-BE49-F238E27FC236}">
                  <a16:creationId xmlns:a16="http://schemas.microsoft.com/office/drawing/2014/main" id="{AC5EACFF-3F99-4A4C-8956-28F51B80E6E1}"/>
                </a:ext>
              </a:extLst>
            </p:cNvPr>
            <p:cNvGrpSpPr/>
            <p:nvPr/>
          </p:nvGrpSpPr>
          <p:grpSpPr>
            <a:xfrm>
              <a:off x="1970281" y="3027816"/>
              <a:ext cx="516184" cy="510104"/>
              <a:chOff x="7739068" y="5194594"/>
              <a:chExt cx="1352961" cy="1353404"/>
            </a:xfrm>
            <a:effectLst>
              <a:outerShdw blurRad="50800" dist="38100" dir="2700000" algn="tl" rotWithShape="0">
                <a:prstClr val="black">
                  <a:alpha val="40000"/>
                </a:prstClr>
              </a:outerShdw>
            </a:effectLst>
          </p:grpSpPr>
          <p:grpSp>
            <p:nvGrpSpPr>
              <p:cNvPr id="187" name="Group 186">
                <a:extLst>
                  <a:ext uri="{FF2B5EF4-FFF2-40B4-BE49-F238E27FC236}">
                    <a16:creationId xmlns:a16="http://schemas.microsoft.com/office/drawing/2014/main" id="{76BFEED1-06C3-4A7C-B98F-B4F9FE857974}"/>
                  </a:ext>
                </a:extLst>
              </p:cNvPr>
              <p:cNvGrpSpPr/>
              <p:nvPr/>
            </p:nvGrpSpPr>
            <p:grpSpPr>
              <a:xfrm>
                <a:off x="7739068" y="5194686"/>
                <a:ext cx="1352961" cy="1353312"/>
                <a:chOff x="10730062" y="3816461"/>
                <a:chExt cx="1352961" cy="1353312"/>
              </a:xfrm>
            </p:grpSpPr>
            <p:sp>
              <p:nvSpPr>
                <p:cNvPr id="189" name="Rectangle 188">
                  <a:extLst>
                    <a:ext uri="{FF2B5EF4-FFF2-40B4-BE49-F238E27FC236}">
                      <a16:creationId xmlns:a16="http://schemas.microsoft.com/office/drawing/2014/main" id="{D6879006-538C-4C2D-8B7F-E56EF3688867}"/>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7F3C9ABD-D855-4F31-AD90-7BDA69AA89BF}"/>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88" name="Octagon 187">
                <a:extLst>
                  <a:ext uri="{FF2B5EF4-FFF2-40B4-BE49-F238E27FC236}">
                    <a16:creationId xmlns:a16="http://schemas.microsoft.com/office/drawing/2014/main" id="{1D991ECE-DC38-4F89-9301-5434274CA9B3}"/>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3" name="Group 182">
              <a:extLst>
                <a:ext uri="{FF2B5EF4-FFF2-40B4-BE49-F238E27FC236}">
                  <a16:creationId xmlns:a16="http://schemas.microsoft.com/office/drawing/2014/main" id="{75AF24DE-AA2A-4234-9B3D-EA26FE0531E9}"/>
                </a:ext>
              </a:extLst>
            </p:cNvPr>
            <p:cNvGrpSpPr/>
            <p:nvPr/>
          </p:nvGrpSpPr>
          <p:grpSpPr>
            <a:xfrm>
              <a:off x="1966287" y="2321154"/>
              <a:ext cx="520177" cy="507598"/>
              <a:chOff x="1966287" y="2321154"/>
              <a:chExt cx="520177" cy="507598"/>
            </a:xfrm>
            <a:effectLst>
              <a:outerShdw blurRad="50800" dist="38100" dir="2700000" algn="tl" rotWithShape="0">
                <a:prstClr val="black">
                  <a:alpha val="40000"/>
                </a:prstClr>
              </a:outerShdw>
            </a:effectLst>
          </p:grpSpPr>
          <p:sp>
            <p:nvSpPr>
              <p:cNvPr id="184" name="Rectangle 183">
                <a:extLst>
                  <a:ext uri="{FF2B5EF4-FFF2-40B4-BE49-F238E27FC236}">
                    <a16:creationId xmlns:a16="http://schemas.microsoft.com/office/drawing/2014/main" id="{2039DBFF-A053-4C74-9EE3-F5B517B97B7F}"/>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Octagon 184">
                <a:extLst>
                  <a:ext uri="{FF2B5EF4-FFF2-40B4-BE49-F238E27FC236}">
                    <a16:creationId xmlns:a16="http://schemas.microsoft.com/office/drawing/2014/main" id="{09577075-DD49-4AEF-B798-77FA1599774E}"/>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8AF3EB7B-E27B-4876-9918-0C3F633FD64A}"/>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97" name="TextBox 196">
            <a:extLst>
              <a:ext uri="{FF2B5EF4-FFF2-40B4-BE49-F238E27FC236}">
                <a16:creationId xmlns:a16="http://schemas.microsoft.com/office/drawing/2014/main" id="{BCB5B8FD-AF98-491D-AB07-16F8A8141493}"/>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98" name="Group 197">
            <a:extLst>
              <a:ext uri="{FF2B5EF4-FFF2-40B4-BE49-F238E27FC236}">
                <a16:creationId xmlns:a16="http://schemas.microsoft.com/office/drawing/2014/main" id="{DB8132F4-38CC-420A-AB71-E52818AB4E86}"/>
              </a:ext>
            </a:extLst>
          </p:cNvPr>
          <p:cNvGrpSpPr/>
          <p:nvPr/>
        </p:nvGrpSpPr>
        <p:grpSpPr>
          <a:xfrm>
            <a:off x="3846526" y="2292601"/>
            <a:ext cx="736657" cy="1332800"/>
            <a:chOff x="3800723" y="2591968"/>
            <a:chExt cx="736657" cy="1332800"/>
          </a:xfrm>
        </p:grpSpPr>
        <p:sp>
          <p:nvSpPr>
            <p:cNvPr id="199" name="Rectangle: Rounded Corners 198">
              <a:extLst>
                <a:ext uri="{FF2B5EF4-FFF2-40B4-BE49-F238E27FC236}">
                  <a16:creationId xmlns:a16="http://schemas.microsoft.com/office/drawing/2014/main" id="{5CAA798A-170D-44ED-AF6B-4410C70C7921}"/>
                </a:ext>
              </a:extLst>
            </p:cNvPr>
            <p:cNvSpPr/>
            <p:nvPr/>
          </p:nvSpPr>
          <p:spPr>
            <a:xfrm>
              <a:off x="3887970" y="2591968"/>
              <a:ext cx="381663" cy="913725"/>
            </a:xfrm>
            <a:prstGeom prst="round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46F53F68-2614-4E98-905D-77E4E15FF2E1}"/>
                </a:ext>
              </a:extLst>
            </p:cNvPr>
            <p:cNvSpPr/>
            <p:nvPr/>
          </p:nvSpPr>
          <p:spPr>
            <a:xfrm>
              <a:off x="3800723" y="3390324"/>
              <a:ext cx="556159" cy="534444"/>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Rounded Corners 200">
              <a:extLst>
                <a:ext uri="{FF2B5EF4-FFF2-40B4-BE49-F238E27FC236}">
                  <a16:creationId xmlns:a16="http://schemas.microsoft.com/office/drawing/2014/main" id="{ED1DD82E-6F8B-446A-8F83-CC10A571EDF3}"/>
                </a:ext>
              </a:extLst>
            </p:cNvPr>
            <p:cNvSpPr/>
            <p:nvPr/>
          </p:nvSpPr>
          <p:spPr>
            <a:xfrm>
              <a:off x="3887970" y="2591968"/>
              <a:ext cx="381663" cy="36155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D8AEA3FD-B98D-4FD8-BFD3-42AA845FC96E}"/>
                </a:ext>
              </a:extLst>
            </p:cNvPr>
            <p:cNvSpPr/>
            <p:nvPr/>
          </p:nvSpPr>
          <p:spPr>
            <a:xfrm>
              <a:off x="3887970" y="2885885"/>
              <a:ext cx="381663" cy="28603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TextBox 202">
              <a:extLst>
                <a:ext uri="{FF2B5EF4-FFF2-40B4-BE49-F238E27FC236}">
                  <a16:creationId xmlns:a16="http://schemas.microsoft.com/office/drawing/2014/main" id="{42E63073-98B4-4368-85EB-97366913781B}"/>
                </a:ext>
              </a:extLst>
            </p:cNvPr>
            <p:cNvSpPr txBox="1"/>
            <p:nvPr/>
          </p:nvSpPr>
          <p:spPr>
            <a:xfrm>
              <a:off x="4237298" y="2674904"/>
              <a:ext cx="300082" cy="369332"/>
            </a:xfrm>
            <a:prstGeom prst="rect">
              <a:avLst/>
            </a:prstGeom>
            <a:noFill/>
          </p:spPr>
          <p:txBody>
            <a:bodyPr wrap="none" rtlCol="0">
              <a:spAutoFit/>
            </a:bodyPr>
            <a:lstStyle/>
            <a:p>
              <a:r>
                <a:rPr lang="en-US" dirty="0">
                  <a:solidFill>
                    <a:schemeClr val="bg1"/>
                  </a:solidFill>
                </a:rPr>
                <a:t>2</a:t>
              </a:r>
            </a:p>
          </p:txBody>
        </p:sp>
        <p:sp>
          <p:nvSpPr>
            <p:cNvPr id="204" name="TextBox 203">
              <a:extLst>
                <a:ext uri="{FF2B5EF4-FFF2-40B4-BE49-F238E27FC236}">
                  <a16:creationId xmlns:a16="http://schemas.microsoft.com/office/drawing/2014/main" id="{1ED92FE1-7657-4F94-9832-8D53F4AA4C4B}"/>
                </a:ext>
              </a:extLst>
            </p:cNvPr>
            <p:cNvSpPr txBox="1"/>
            <p:nvPr/>
          </p:nvSpPr>
          <p:spPr>
            <a:xfrm>
              <a:off x="4237298" y="2976209"/>
              <a:ext cx="300082" cy="369332"/>
            </a:xfrm>
            <a:prstGeom prst="rect">
              <a:avLst/>
            </a:prstGeom>
            <a:noFill/>
          </p:spPr>
          <p:txBody>
            <a:bodyPr wrap="none" rtlCol="0">
              <a:spAutoFit/>
            </a:bodyPr>
            <a:lstStyle/>
            <a:p>
              <a:r>
                <a:rPr lang="en-US" dirty="0">
                  <a:solidFill>
                    <a:schemeClr val="bg1"/>
                  </a:solidFill>
                </a:rPr>
                <a:t>1</a:t>
              </a:r>
            </a:p>
          </p:txBody>
        </p:sp>
      </p:grpSp>
      <p:grpSp>
        <p:nvGrpSpPr>
          <p:cNvPr id="205" name="Group 204">
            <a:extLst>
              <a:ext uri="{FF2B5EF4-FFF2-40B4-BE49-F238E27FC236}">
                <a16:creationId xmlns:a16="http://schemas.microsoft.com/office/drawing/2014/main" id="{E134F569-AAE8-4712-A5D5-9E4B330F0617}"/>
              </a:ext>
            </a:extLst>
          </p:cNvPr>
          <p:cNvGrpSpPr/>
          <p:nvPr/>
        </p:nvGrpSpPr>
        <p:grpSpPr>
          <a:xfrm>
            <a:off x="6689595" y="2463853"/>
            <a:ext cx="1618269" cy="1537136"/>
            <a:chOff x="5149164" y="2316367"/>
            <a:chExt cx="1039471" cy="1017587"/>
          </a:xfrm>
        </p:grpSpPr>
        <p:grpSp>
          <p:nvGrpSpPr>
            <p:cNvPr id="206" name="Group 205">
              <a:extLst>
                <a:ext uri="{FF2B5EF4-FFF2-40B4-BE49-F238E27FC236}">
                  <a16:creationId xmlns:a16="http://schemas.microsoft.com/office/drawing/2014/main" id="{275A171F-F00F-47E9-9605-5F94F9E87B5B}"/>
                </a:ext>
              </a:extLst>
            </p:cNvPr>
            <p:cNvGrpSpPr/>
            <p:nvPr/>
          </p:nvGrpSpPr>
          <p:grpSpPr>
            <a:xfrm>
              <a:off x="5151734" y="2316367"/>
              <a:ext cx="519555" cy="508319"/>
              <a:chOff x="1227432" y="2316367"/>
              <a:chExt cx="519555" cy="508319"/>
            </a:xfrm>
            <a:effectLst>
              <a:outerShdw blurRad="50800" dist="38100" dir="2700000" algn="tl" rotWithShape="0">
                <a:prstClr val="black">
                  <a:alpha val="40000"/>
                </a:prstClr>
              </a:outerShdw>
            </a:effectLst>
          </p:grpSpPr>
          <p:sp>
            <p:nvSpPr>
              <p:cNvPr id="215" name="Rectangle 214">
                <a:extLst>
                  <a:ext uri="{FF2B5EF4-FFF2-40B4-BE49-F238E27FC236}">
                    <a16:creationId xmlns:a16="http://schemas.microsoft.com/office/drawing/2014/main" id="{FD080BFA-D380-4226-8909-CECDEC278398}"/>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6" name="Rectangle 215">
                <a:extLst>
                  <a:ext uri="{FF2B5EF4-FFF2-40B4-BE49-F238E27FC236}">
                    <a16:creationId xmlns:a16="http://schemas.microsoft.com/office/drawing/2014/main" id="{4DE011E9-BC3C-47A1-9302-058EB7D5393E}"/>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7" name="Rectangle 216">
                <a:extLst>
                  <a:ext uri="{FF2B5EF4-FFF2-40B4-BE49-F238E27FC236}">
                    <a16:creationId xmlns:a16="http://schemas.microsoft.com/office/drawing/2014/main" id="{E48590B7-1942-41A2-B74B-C0F632C0DB5B}"/>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7" name="Group 206">
              <a:extLst>
                <a:ext uri="{FF2B5EF4-FFF2-40B4-BE49-F238E27FC236}">
                  <a16:creationId xmlns:a16="http://schemas.microsoft.com/office/drawing/2014/main" id="{B2BACB9D-64A8-4A6E-B24E-3B9C0AF711F5}"/>
                </a:ext>
              </a:extLst>
            </p:cNvPr>
            <p:cNvGrpSpPr/>
            <p:nvPr/>
          </p:nvGrpSpPr>
          <p:grpSpPr>
            <a:xfrm>
              <a:off x="5149164" y="2824223"/>
              <a:ext cx="516184" cy="509731"/>
              <a:chOff x="1227433" y="3025882"/>
              <a:chExt cx="516184" cy="509731"/>
            </a:xfrm>
            <a:effectLst>
              <a:outerShdw blurRad="50800" dist="38100" dir="2700000" algn="tl" rotWithShape="0">
                <a:prstClr val="black">
                  <a:alpha val="40000"/>
                </a:prstClr>
              </a:outerShdw>
            </a:effectLst>
          </p:grpSpPr>
          <p:sp>
            <p:nvSpPr>
              <p:cNvPr id="212" name="Rectangle 211">
                <a:extLst>
                  <a:ext uri="{FF2B5EF4-FFF2-40B4-BE49-F238E27FC236}">
                    <a16:creationId xmlns:a16="http://schemas.microsoft.com/office/drawing/2014/main" id="{6E7DFBB4-EA8B-4ABC-BDE2-56BCF224FCE7}"/>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3" name="Rectangle 212">
                <a:extLst>
                  <a:ext uri="{FF2B5EF4-FFF2-40B4-BE49-F238E27FC236}">
                    <a16:creationId xmlns:a16="http://schemas.microsoft.com/office/drawing/2014/main" id="{BB26FA35-DF82-4F1C-80F3-1F2530B3258C}"/>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ectangle 213">
                <a:extLst>
                  <a:ext uri="{FF2B5EF4-FFF2-40B4-BE49-F238E27FC236}">
                    <a16:creationId xmlns:a16="http://schemas.microsoft.com/office/drawing/2014/main" id="{16D8157A-3CFE-4E0E-8B1B-80E344F12BB6}"/>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08" name="Group 207">
              <a:extLst>
                <a:ext uri="{FF2B5EF4-FFF2-40B4-BE49-F238E27FC236}">
                  <a16:creationId xmlns:a16="http://schemas.microsoft.com/office/drawing/2014/main" id="{12C4E51F-54F8-4980-984F-31AC1F63D23B}"/>
                </a:ext>
              </a:extLst>
            </p:cNvPr>
            <p:cNvGrpSpPr/>
            <p:nvPr/>
          </p:nvGrpSpPr>
          <p:grpSpPr>
            <a:xfrm>
              <a:off x="5668458" y="2316727"/>
              <a:ext cx="520177" cy="507598"/>
              <a:chOff x="1966287" y="2321154"/>
              <a:chExt cx="520177" cy="507598"/>
            </a:xfrm>
            <a:effectLst>
              <a:outerShdw blurRad="50800" dist="38100" dir="2700000" algn="tl" rotWithShape="0">
                <a:prstClr val="black">
                  <a:alpha val="40000"/>
                </a:prstClr>
              </a:outerShdw>
            </a:effectLst>
          </p:grpSpPr>
          <p:sp>
            <p:nvSpPr>
              <p:cNvPr id="209" name="Rectangle 208">
                <a:extLst>
                  <a:ext uri="{FF2B5EF4-FFF2-40B4-BE49-F238E27FC236}">
                    <a16:creationId xmlns:a16="http://schemas.microsoft.com/office/drawing/2014/main" id="{8309359D-DAB7-4418-915E-04C5E9274DE4}"/>
                  </a:ext>
                </a:extLst>
              </p:cNvPr>
              <p:cNvSpPr/>
              <p:nvPr/>
            </p:nvSpPr>
            <p:spPr>
              <a:xfrm rot="5400000">
                <a:off x="1972577" y="2314864"/>
                <a:ext cx="507598" cy="520177"/>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0" name="Octagon 209">
                <a:extLst>
                  <a:ext uri="{FF2B5EF4-FFF2-40B4-BE49-F238E27FC236}">
                    <a16:creationId xmlns:a16="http://schemas.microsoft.com/office/drawing/2014/main" id="{27816798-3E81-42DD-8FB2-C7EBA60EEF02}"/>
                  </a:ext>
                </a:extLst>
              </p:cNvPr>
              <p:cNvSpPr/>
              <p:nvPr/>
            </p:nvSpPr>
            <p:spPr>
              <a:xfrm>
                <a:off x="2161306" y="2691461"/>
                <a:ext cx="140625" cy="137189"/>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27A59052-E3AC-4BA2-B1EF-DBE43AE7069A}"/>
                  </a:ext>
                </a:extLst>
              </p:cNvPr>
              <p:cNvSpPr/>
              <p:nvPr/>
            </p:nvSpPr>
            <p:spPr>
              <a:xfrm rot="10800000">
                <a:off x="1968828"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18" name="Group 217">
            <a:extLst>
              <a:ext uri="{FF2B5EF4-FFF2-40B4-BE49-F238E27FC236}">
                <a16:creationId xmlns:a16="http://schemas.microsoft.com/office/drawing/2014/main" id="{BE9DD9B4-29EF-4622-82F9-29D2CD59B1DF}"/>
              </a:ext>
            </a:extLst>
          </p:cNvPr>
          <p:cNvGrpSpPr/>
          <p:nvPr/>
        </p:nvGrpSpPr>
        <p:grpSpPr>
          <a:xfrm>
            <a:off x="8724287" y="2473378"/>
            <a:ext cx="1698840" cy="1554157"/>
            <a:chOff x="7924516" y="2318992"/>
            <a:chExt cx="1032908" cy="1015335"/>
          </a:xfrm>
        </p:grpSpPr>
        <p:grpSp>
          <p:nvGrpSpPr>
            <p:cNvPr id="219" name="Group 218">
              <a:extLst>
                <a:ext uri="{FF2B5EF4-FFF2-40B4-BE49-F238E27FC236}">
                  <a16:creationId xmlns:a16="http://schemas.microsoft.com/office/drawing/2014/main" id="{80B553A6-A62E-4E17-B0A8-F04DDD476888}"/>
                </a:ext>
              </a:extLst>
            </p:cNvPr>
            <p:cNvGrpSpPr/>
            <p:nvPr/>
          </p:nvGrpSpPr>
          <p:grpSpPr>
            <a:xfrm>
              <a:off x="7924516" y="2318992"/>
              <a:ext cx="519555" cy="508319"/>
              <a:chOff x="1227432" y="2316367"/>
              <a:chExt cx="519555" cy="508319"/>
            </a:xfrm>
            <a:effectLst>
              <a:outerShdw blurRad="50800" dist="38100" dir="2700000" algn="tl" rotWithShape="0">
                <a:prstClr val="black">
                  <a:alpha val="40000"/>
                </a:prstClr>
              </a:outerShdw>
            </a:effectLst>
          </p:grpSpPr>
          <p:sp>
            <p:nvSpPr>
              <p:cNvPr id="229" name="Rectangle 228">
                <a:extLst>
                  <a:ext uri="{FF2B5EF4-FFF2-40B4-BE49-F238E27FC236}">
                    <a16:creationId xmlns:a16="http://schemas.microsoft.com/office/drawing/2014/main" id="{0E09AD33-3E9F-455F-8069-ECB7EE8C2F99}"/>
                  </a:ext>
                </a:extLst>
              </p:cNvPr>
              <p:cNvSpPr/>
              <p:nvPr/>
            </p:nvSpPr>
            <p:spPr>
              <a:xfrm rot="5400000">
                <a:off x="1233050" y="2310749"/>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0" name="Rectangle 229">
                <a:extLst>
                  <a:ext uri="{FF2B5EF4-FFF2-40B4-BE49-F238E27FC236}">
                    <a16:creationId xmlns:a16="http://schemas.microsoft.com/office/drawing/2014/main" id="{0F606DA1-B252-4C57-B5F9-C5AC8B41D1EB}"/>
                  </a:ext>
                </a:extLst>
              </p:cNvPr>
              <p:cNvSpPr/>
              <p:nvPr/>
            </p:nvSpPr>
            <p:spPr>
              <a:xfrm rot="16200000">
                <a:off x="1446979" y="2714564"/>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1" name="Rectangle 230">
                <a:extLst>
                  <a:ext uri="{FF2B5EF4-FFF2-40B4-BE49-F238E27FC236}">
                    <a16:creationId xmlns:a16="http://schemas.microsoft.com/office/drawing/2014/main" id="{07C5F037-245B-4C69-8049-C6A7E206821C}"/>
                  </a:ext>
                </a:extLst>
              </p:cNvPr>
              <p:cNvSpPr/>
              <p:nvPr/>
            </p:nvSpPr>
            <p:spPr>
              <a:xfrm rot="10800000">
                <a:off x="1660974"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0" name="Group 219">
              <a:extLst>
                <a:ext uri="{FF2B5EF4-FFF2-40B4-BE49-F238E27FC236}">
                  <a16:creationId xmlns:a16="http://schemas.microsoft.com/office/drawing/2014/main" id="{6E90F667-C39F-4DF2-A0EB-572207D5DA8E}"/>
                </a:ext>
              </a:extLst>
            </p:cNvPr>
            <p:cNvGrpSpPr/>
            <p:nvPr/>
          </p:nvGrpSpPr>
          <p:grpSpPr>
            <a:xfrm>
              <a:off x="7926201" y="2824239"/>
              <a:ext cx="516184" cy="509731"/>
              <a:chOff x="1227433" y="3025882"/>
              <a:chExt cx="516184" cy="509731"/>
            </a:xfrm>
            <a:effectLst>
              <a:outerShdw blurRad="50800" dist="38100" dir="2700000" algn="tl" rotWithShape="0">
                <a:prstClr val="black">
                  <a:alpha val="40000"/>
                </a:prstClr>
              </a:outerShdw>
            </a:effectLst>
          </p:grpSpPr>
          <p:sp>
            <p:nvSpPr>
              <p:cNvPr id="226" name="Rectangle 225">
                <a:extLst>
                  <a:ext uri="{FF2B5EF4-FFF2-40B4-BE49-F238E27FC236}">
                    <a16:creationId xmlns:a16="http://schemas.microsoft.com/office/drawing/2014/main" id="{AA1B0AAF-B0AB-4F6A-9851-C15742EEEE0E}"/>
                  </a:ext>
                </a:extLst>
              </p:cNvPr>
              <p:cNvSpPr/>
              <p:nvPr/>
            </p:nvSpPr>
            <p:spPr>
              <a:xfrm rot="5400000">
                <a:off x="1230676"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7" name="Rectangle 226">
                <a:extLst>
                  <a:ext uri="{FF2B5EF4-FFF2-40B4-BE49-F238E27FC236}">
                    <a16:creationId xmlns:a16="http://schemas.microsoft.com/office/drawing/2014/main" id="{45974783-7E4C-498D-B73B-18461B28D911}"/>
                  </a:ext>
                </a:extLst>
              </p:cNvPr>
              <p:cNvSpPr/>
              <p:nvPr/>
            </p:nvSpPr>
            <p:spPr>
              <a:xfrm rot="5400000">
                <a:off x="1446418"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8" name="Rectangle 227">
                <a:extLst>
                  <a:ext uri="{FF2B5EF4-FFF2-40B4-BE49-F238E27FC236}">
                    <a16:creationId xmlns:a16="http://schemas.microsoft.com/office/drawing/2014/main" id="{25A359B2-653E-446C-87BC-C17A0C365A04}"/>
                  </a:ext>
                </a:extLst>
              </p:cNvPr>
              <p:cNvSpPr/>
              <p:nvPr/>
            </p:nvSpPr>
            <p:spPr>
              <a:xfrm rot="10800000">
                <a:off x="1660974"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21" name="Group 220">
              <a:extLst>
                <a:ext uri="{FF2B5EF4-FFF2-40B4-BE49-F238E27FC236}">
                  <a16:creationId xmlns:a16="http://schemas.microsoft.com/office/drawing/2014/main" id="{008A7B8F-0046-4064-9C5A-A72A5BB3D746}"/>
                </a:ext>
              </a:extLst>
            </p:cNvPr>
            <p:cNvGrpSpPr/>
            <p:nvPr/>
          </p:nvGrpSpPr>
          <p:grpSpPr>
            <a:xfrm>
              <a:off x="8441240" y="2824223"/>
              <a:ext cx="516184" cy="510104"/>
              <a:chOff x="7739068" y="5194594"/>
              <a:chExt cx="1352961" cy="1353404"/>
            </a:xfrm>
            <a:effectLst>
              <a:outerShdw blurRad="50800" dist="38100" dir="2700000" algn="tl" rotWithShape="0">
                <a:prstClr val="black">
                  <a:alpha val="40000"/>
                </a:prstClr>
              </a:outerShdw>
            </a:effectLst>
          </p:grpSpPr>
          <p:grpSp>
            <p:nvGrpSpPr>
              <p:cNvPr id="222" name="Group 221">
                <a:extLst>
                  <a:ext uri="{FF2B5EF4-FFF2-40B4-BE49-F238E27FC236}">
                    <a16:creationId xmlns:a16="http://schemas.microsoft.com/office/drawing/2014/main" id="{A05DA71D-BCEC-4B08-8A28-763FE119BFB6}"/>
                  </a:ext>
                </a:extLst>
              </p:cNvPr>
              <p:cNvGrpSpPr/>
              <p:nvPr/>
            </p:nvGrpSpPr>
            <p:grpSpPr>
              <a:xfrm>
                <a:off x="7739068" y="5194686"/>
                <a:ext cx="1352961" cy="1353312"/>
                <a:chOff x="10730062" y="3816461"/>
                <a:chExt cx="1352961" cy="1353312"/>
              </a:xfrm>
            </p:grpSpPr>
            <p:sp>
              <p:nvSpPr>
                <p:cNvPr id="224" name="Rectangle 223">
                  <a:extLst>
                    <a:ext uri="{FF2B5EF4-FFF2-40B4-BE49-F238E27FC236}">
                      <a16:creationId xmlns:a16="http://schemas.microsoft.com/office/drawing/2014/main" id="{28A24BAD-4381-488E-8D62-6FA4CD05D12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5" name="Rectangle 224">
                  <a:extLst>
                    <a:ext uri="{FF2B5EF4-FFF2-40B4-BE49-F238E27FC236}">
                      <a16:creationId xmlns:a16="http://schemas.microsoft.com/office/drawing/2014/main" id="{4293CAC4-7397-4349-BCDC-BDBAC8CD09EB}"/>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23" name="Octagon 222">
                <a:extLst>
                  <a:ext uri="{FF2B5EF4-FFF2-40B4-BE49-F238E27FC236}">
                    <a16:creationId xmlns:a16="http://schemas.microsoft.com/office/drawing/2014/main" id="{6A758ECC-5850-46F9-89EB-960193E20100}"/>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 name="Rectangle 4">
            <a:extLst>
              <a:ext uri="{FF2B5EF4-FFF2-40B4-BE49-F238E27FC236}">
                <a16:creationId xmlns:a16="http://schemas.microsoft.com/office/drawing/2014/main" id="{E70A78D2-C1ED-4531-9FB0-9BF0C93AAA37}"/>
              </a:ext>
            </a:extLst>
          </p:cNvPr>
          <p:cNvSpPr/>
          <p:nvPr/>
        </p:nvSpPr>
        <p:spPr>
          <a:xfrm>
            <a:off x="904854" y="1398476"/>
            <a:ext cx="9779971" cy="3020832"/>
          </a:xfrm>
          <a:prstGeom prst="rect">
            <a:avLst/>
          </a:prstGeom>
          <a:solidFill>
            <a:schemeClr val="tx1">
              <a:lumMod val="8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oup 231">
            <a:extLst>
              <a:ext uri="{FF2B5EF4-FFF2-40B4-BE49-F238E27FC236}">
                <a16:creationId xmlns:a16="http://schemas.microsoft.com/office/drawing/2014/main" id="{128E623B-146A-42DF-9C5A-722963C4A50A}"/>
              </a:ext>
            </a:extLst>
          </p:cNvPr>
          <p:cNvGrpSpPr/>
          <p:nvPr/>
        </p:nvGrpSpPr>
        <p:grpSpPr>
          <a:xfrm>
            <a:off x="3376586" y="3776331"/>
            <a:ext cx="5225604" cy="2829526"/>
            <a:chOff x="5156626" y="2201139"/>
            <a:chExt cx="5609433" cy="2881111"/>
          </a:xfrm>
        </p:grpSpPr>
        <p:cxnSp>
          <p:nvCxnSpPr>
            <p:cNvPr id="233" name="Straight Arrow Connector 232">
              <a:extLst>
                <a:ext uri="{FF2B5EF4-FFF2-40B4-BE49-F238E27FC236}">
                  <a16:creationId xmlns:a16="http://schemas.microsoft.com/office/drawing/2014/main" id="{8922EBD4-2D66-49B1-9B6C-54829402E9D9}"/>
                </a:ext>
              </a:extLst>
            </p:cNvPr>
            <p:cNvCxnSpPr/>
            <p:nvPr/>
          </p:nvCxnSpPr>
          <p:spPr>
            <a:xfrm>
              <a:off x="6516061"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B6461A35-CC02-475A-BFFD-ECFCFCAC27B6}"/>
                </a:ext>
              </a:extLst>
            </p:cNvPr>
            <p:cNvCxnSpPr>
              <a:cxnSpLocks/>
            </p:cNvCxnSpPr>
            <p:nvPr/>
          </p:nvCxnSpPr>
          <p:spPr>
            <a:xfrm flipV="1">
              <a:off x="8718235" y="3438477"/>
              <a:ext cx="544035" cy="42763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nvGrpSpPr>
            <p:cNvPr id="235" name="Group 234">
              <a:extLst>
                <a:ext uri="{FF2B5EF4-FFF2-40B4-BE49-F238E27FC236}">
                  <a16:creationId xmlns:a16="http://schemas.microsoft.com/office/drawing/2014/main" id="{356F274B-07AB-49A1-93D6-79E2F77BA93D}"/>
                </a:ext>
              </a:extLst>
            </p:cNvPr>
            <p:cNvGrpSpPr/>
            <p:nvPr/>
          </p:nvGrpSpPr>
          <p:grpSpPr>
            <a:xfrm>
              <a:off x="7306694" y="3927663"/>
              <a:ext cx="1043949" cy="1025495"/>
              <a:chOff x="963443" y="2470416"/>
              <a:chExt cx="2710254" cy="2706624"/>
            </a:xfrm>
            <a:effectLst>
              <a:outerShdw blurRad="50800" dist="38100" dir="2700000" algn="tl" rotWithShape="0">
                <a:prstClr val="black">
                  <a:alpha val="40000"/>
                </a:prstClr>
              </a:outerShdw>
            </a:effectLst>
          </p:grpSpPr>
          <p:grpSp>
            <p:nvGrpSpPr>
              <p:cNvPr id="283" name="Group 282">
                <a:extLst>
                  <a:ext uri="{FF2B5EF4-FFF2-40B4-BE49-F238E27FC236}">
                    <a16:creationId xmlns:a16="http://schemas.microsoft.com/office/drawing/2014/main" id="{6EC49D34-8573-42E2-AB9C-A6BC5525C1ED}"/>
                  </a:ext>
                </a:extLst>
              </p:cNvPr>
              <p:cNvGrpSpPr/>
              <p:nvPr/>
            </p:nvGrpSpPr>
            <p:grpSpPr>
              <a:xfrm>
                <a:off x="964309" y="2470506"/>
                <a:ext cx="1352961" cy="1353312"/>
                <a:chOff x="7617284" y="4008730"/>
                <a:chExt cx="1352961" cy="1353312"/>
              </a:xfrm>
            </p:grpSpPr>
            <p:sp>
              <p:nvSpPr>
                <p:cNvPr id="300" name="Rectangle 299">
                  <a:extLst>
                    <a:ext uri="{FF2B5EF4-FFF2-40B4-BE49-F238E27FC236}">
                      <a16:creationId xmlns:a16="http://schemas.microsoft.com/office/drawing/2014/main" id="{55101726-1D03-4CD2-9748-A64D4C1C400B}"/>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1" name="Rectangle 300">
                  <a:extLst>
                    <a:ext uri="{FF2B5EF4-FFF2-40B4-BE49-F238E27FC236}">
                      <a16:creationId xmlns:a16="http://schemas.microsoft.com/office/drawing/2014/main" id="{7EDBFC86-2383-4338-BDE1-D5E38915C1F6}"/>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2" name="Rectangle 301">
                  <a:extLst>
                    <a:ext uri="{FF2B5EF4-FFF2-40B4-BE49-F238E27FC236}">
                      <a16:creationId xmlns:a16="http://schemas.microsoft.com/office/drawing/2014/main" id="{574FE877-5877-409D-A021-D6D0969F004F}"/>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5FD28792-22D3-45FD-88B3-0B315C98FC82}"/>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4" name="Rectangle 303">
                  <a:extLst>
                    <a:ext uri="{FF2B5EF4-FFF2-40B4-BE49-F238E27FC236}">
                      <a16:creationId xmlns:a16="http://schemas.microsoft.com/office/drawing/2014/main" id="{6D5DC0DB-4760-46B0-846B-84E46C08B734}"/>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4" name="Group 283">
                <a:extLst>
                  <a:ext uri="{FF2B5EF4-FFF2-40B4-BE49-F238E27FC236}">
                    <a16:creationId xmlns:a16="http://schemas.microsoft.com/office/drawing/2014/main" id="{E695EB57-9B43-4D77-B9FA-FE0968DD9EFA}"/>
                  </a:ext>
                </a:extLst>
              </p:cNvPr>
              <p:cNvGrpSpPr/>
              <p:nvPr/>
            </p:nvGrpSpPr>
            <p:grpSpPr>
              <a:xfrm>
                <a:off x="963443" y="3823728"/>
                <a:ext cx="1352962" cy="1353312"/>
                <a:chOff x="5887832" y="987580"/>
                <a:chExt cx="1352962" cy="1353312"/>
              </a:xfrm>
            </p:grpSpPr>
            <p:sp>
              <p:nvSpPr>
                <p:cNvPr id="296" name="Rectangle 295">
                  <a:extLst>
                    <a:ext uri="{FF2B5EF4-FFF2-40B4-BE49-F238E27FC236}">
                      <a16:creationId xmlns:a16="http://schemas.microsoft.com/office/drawing/2014/main" id="{257E1BC5-DF6D-4B1E-9EC0-4A326DDF9AF3}"/>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7" name="Rectangle 296">
                  <a:extLst>
                    <a:ext uri="{FF2B5EF4-FFF2-40B4-BE49-F238E27FC236}">
                      <a16:creationId xmlns:a16="http://schemas.microsoft.com/office/drawing/2014/main" id="{9AC86410-BA7A-480A-9F57-35024AB4691C}"/>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8" name="Rectangle 297">
                  <a:extLst>
                    <a:ext uri="{FF2B5EF4-FFF2-40B4-BE49-F238E27FC236}">
                      <a16:creationId xmlns:a16="http://schemas.microsoft.com/office/drawing/2014/main" id="{CF45DAD6-9375-4C77-AEC3-5F263F8AC728}"/>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9" name="Rectangle 298">
                  <a:extLst>
                    <a:ext uri="{FF2B5EF4-FFF2-40B4-BE49-F238E27FC236}">
                      <a16:creationId xmlns:a16="http://schemas.microsoft.com/office/drawing/2014/main" id="{0F03F9B5-2E71-475D-A150-18B2BDFC7D96}"/>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85" name="Group 284">
                <a:extLst>
                  <a:ext uri="{FF2B5EF4-FFF2-40B4-BE49-F238E27FC236}">
                    <a16:creationId xmlns:a16="http://schemas.microsoft.com/office/drawing/2014/main" id="{11B33535-712A-4048-99A1-65EF7960A0C7}"/>
                  </a:ext>
                </a:extLst>
              </p:cNvPr>
              <p:cNvGrpSpPr/>
              <p:nvPr/>
            </p:nvGrpSpPr>
            <p:grpSpPr>
              <a:xfrm>
                <a:off x="2315389" y="3823545"/>
                <a:ext cx="1352961" cy="1353404"/>
                <a:chOff x="7739068" y="5194594"/>
                <a:chExt cx="1352961" cy="1353404"/>
              </a:xfrm>
            </p:grpSpPr>
            <p:grpSp>
              <p:nvGrpSpPr>
                <p:cNvPr id="292" name="Group 291">
                  <a:extLst>
                    <a:ext uri="{FF2B5EF4-FFF2-40B4-BE49-F238E27FC236}">
                      <a16:creationId xmlns:a16="http://schemas.microsoft.com/office/drawing/2014/main" id="{F1CFDAA5-1398-48CF-ADE0-77C7D29CF8AB}"/>
                    </a:ext>
                  </a:extLst>
                </p:cNvPr>
                <p:cNvGrpSpPr/>
                <p:nvPr/>
              </p:nvGrpSpPr>
              <p:grpSpPr>
                <a:xfrm>
                  <a:off x="7739068" y="5194686"/>
                  <a:ext cx="1352961" cy="1353312"/>
                  <a:chOff x="10730062" y="3816461"/>
                  <a:chExt cx="1352961" cy="1353312"/>
                </a:xfrm>
              </p:grpSpPr>
              <p:sp>
                <p:nvSpPr>
                  <p:cNvPr id="294" name="Rectangle 293">
                    <a:extLst>
                      <a:ext uri="{FF2B5EF4-FFF2-40B4-BE49-F238E27FC236}">
                        <a16:creationId xmlns:a16="http://schemas.microsoft.com/office/drawing/2014/main" id="{8E9CC6AB-EBEC-499C-880D-888292001280}"/>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5" name="Rectangle 294">
                    <a:extLst>
                      <a:ext uri="{FF2B5EF4-FFF2-40B4-BE49-F238E27FC236}">
                        <a16:creationId xmlns:a16="http://schemas.microsoft.com/office/drawing/2014/main" id="{4FF3AA80-28C7-4B1F-891F-C7BED25CDE64}"/>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93" name="Octagon 292">
                  <a:extLst>
                    <a:ext uri="{FF2B5EF4-FFF2-40B4-BE49-F238E27FC236}">
                      <a16:creationId xmlns:a16="http://schemas.microsoft.com/office/drawing/2014/main" id="{A054C861-700F-4EE3-BE44-BB74076C5767}"/>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6" name="Group 285">
                <a:extLst>
                  <a:ext uri="{FF2B5EF4-FFF2-40B4-BE49-F238E27FC236}">
                    <a16:creationId xmlns:a16="http://schemas.microsoft.com/office/drawing/2014/main" id="{E5DB8B37-8B09-47B8-9045-5191FE6647EE}"/>
                  </a:ext>
                </a:extLst>
              </p:cNvPr>
              <p:cNvGrpSpPr/>
              <p:nvPr/>
            </p:nvGrpSpPr>
            <p:grpSpPr>
              <a:xfrm>
                <a:off x="2320472" y="2470416"/>
                <a:ext cx="1353225" cy="1353312"/>
                <a:chOff x="7744151" y="3841465"/>
                <a:chExt cx="1353225" cy="1353312"/>
              </a:xfrm>
            </p:grpSpPr>
            <p:grpSp>
              <p:nvGrpSpPr>
                <p:cNvPr id="287" name="Group 286">
                  <a:extLst>
                    <a:ext uri="{FF2B5EF4-FFF2-40B4-BE49-F238E27FC236}">
                      <a16:creationId xmlns:a16="http://schemas.microsoft.com/office/drawing/2014/main" id="{9B6EDF0C-A72E-4026-9B90-70CE7EFF730B}"/>
                    </a:ext>
                  </a:extLst>
                </p:cNvPr>
                <p:cNvGrpSpPr/>
                <p:nvPr/>
              </p:nvGrpSpPr>
              <p:grpSpPr>
                <a:xfrm>
                  <a:off x="7744151" y="3841465"/>
                  <a:ext cx="1353225" cy="1353312"/>
                  <a:chOff x="10729798" y="2463149"/>
                  <a:chExt cx="1353225" cy="1353312"/>
                </a:xfrm>
              </p:grpSpPr>
              <p:sp>
                <p:nvSpPr>
                  <p:cNvPr id="289" name="Rectangle 288">
                    <a:extLst>
                      <a:ext uri="{FF2B5EF4-FFF2-40B4-BE49-F238E27FC236}">
                        <a16:creationId xmlns:a16="http://schemas.microsoft.com/office/drawing/2014/main" id="{855244ED-DB4E-45D7-876E-02357D0D2618}"/>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0" name="Rectangle 289">
                    <a:extLst>
                      <a:ext uri="{FF2B5EF4-FFF2-40B4-BE49-F238E27FC236}">
                        <a16:creationId xmlns:a16="http://schemas.microsoft.com/office/drawing/2014/main" id="{7C8D133E-CBB5-4364-B9A9-A414B936400D}"/>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1" name="Rectangle 290">
                    <a:extLst>
                      <a:ext uri="{FF2B5EF4-FFF2-40B4-BE49-F238E27FC236}">
                        <a16:creationId xmlns:a16="http://schemas.microsoft.com/office/drawing/2014/main" id="{A8BA3792-D932-493F-BAE7-2FF397E3510C}"/>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88" name="Octagon 287">
                  <a:extLst>
                    <a:ext uri="{FF2B5EF4-FFF2-40B4-BE49-F238E27FC236}">
                      <a16:creationId xmlns:a16="http://schemas.microsoft.com/office/drawing/2014/main" id="{3993EC53-CF98-4B22-B892-132EC1FF809E}"/>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6" name="Group 235">
              <a:extLst>
                <a:ext uri="{FF2B5EF4-FFF2-40B4-BE49-F238E27FC236}">
                  <a16:creationId xmlns:a16="http://schemas.microsoft.com/office/drawing/2014/main" id="{AE1CC553-0505-480E-8EB3-FA39B8ECD902}"/>
                </a:ext>
              </a:extLst>
            </p:cNvPr>
            <p:cNvGrpSpPr/>
            <p:nvPr/>
          </p:nvGrpSpPr>
          <p:grpSpPr>
            <a:xfrm>
              <a:off x="7827753" y="4437857"/>
              <a:ext cx="641841" cy="644393"/>
              <a:chOff x="7827753" y="4437857"/>
              <a:chExt cx="641841" cy="644393"/>
            </a:xfrm>
          </p:grpSpPr>
          <p:cxnSp>
            <p:nvCxnSpPr>
              <p:cNvPr id="281" name="Straight Connector 280">
                <a:extLst>
                  <a:ext uri="{FF2B5EF4-FFF2-40B4-BE49-F238E27FC236}">
                    <a16:creationId xmlns:a16="http://schemas.microsoft.com/office/drawing/2014/main" id="{FC0E051E-0A56-4464-9021-48192C5B11DF}"/>
                  </a:ext>
                </a:extLst>
              </p:cNvPr>
              <p:cNvCxnSpPr>
                <a:cxnSpLocks/>
              </p:cNvCxnSpPr>
              <p:nvPr/>
            </p:nvCxnSpPr>
            <p:spPr>
              <a:xfrm flipV="1">
                <a:off x="7827753" y="4440409"/>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9FED629D-D3C2-4673-BE5E-DE22C01C26FE}"/>
                  </a:ext>
                </a:extLst>
              </p:cNvPr>
              <p:cNvCxnSpPr>
                <a:cxnSpLocks/>
              </p:cNvCxnSpPr>
              <p:nvPr/>
            </p:nvCxnSpPr>
            <p:spPr>
              <a:xfrm rot="5400000" flipV="1">
                <a:off x="8148674" y="4116936"/>
                <a:ext cx="0" cy="64184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a:extLst>
                <a:ext uri="{FF2B5EF4-FFF2-40B4-BE49-F238E27FC236}">
                  <a16:creationId xmlns:a16="http://schemas.microsoft.com/office/drawing/2014/main" id="{C12E9600-C19E-4EB4-8B80-487BEAAFCC15}"/>
                </a:ext>
              </a:extLst>
            </p:cNvPr>
            <p:cNvGrpSpPr/>
            <p:nvPr/>
          </p:nvGrpSpPr>
          <p:grpSpPr>
            <a:xfrm>
              <a:off x="5156960" y="2358600"/>
              <a:ext cx="521140" cy="512748"/>
              <a:chOff x="7617284" y="4008730"/>
              <a:chExt cx="1352961" cy="1353312"/>
            </a:xfrm>
            <a:effectLst>
              <a:outerShdw blurRad="50800" dist="38100" dir="2700000" algn="tl" rotWithShape="0">
                <a:prstClr val="black">
                  <a:alpha val="40000"/>
                </a:prstClr>
              </a:outerShdw>
            </a:effectLst>
          </p:grpSpPr>
          <p:sp>
            <p:nvSpPr>
              <p:cNvPr id="276" name="Rectangle 275">
                <a:extLst>
                  <a:ext uri="{FF2B5EF4-FFF2-40B4-BE49-F238E27FC236}">
                    <a16:creationId xmlns:a16="http://schemas.microsoft.com/office/drawing/2014/main" id="{7B215129-EBC0-402E-BBB0-2212089F05EC}"/>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7" name="Rectangle 276">
                <a:extLst>
                  <a:ext uri="{FF2B5EF4-FFF2-40B4-BE49-F238E27FC236}">
                    <a16:creationId xmlns:a16="http://schemas.microsoft.com/office/drawing/2014/main" id="{B043C871-D725-4F33-81E0-736EABEAC1A0}"/>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8" name="Rectangle 277">
                <a:extLst>
                  <a:ext uri="{FF2B5EF4-FFF2-40B4-BE49-F238E27FC236}">
                    <a16:creationId xmlns:a16="http://schemas.microsoft.com/office/drawing/2014/main" id="{44A84586-1EB2-4EF6-B7AD-84AFA7DB24D3}"/>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9" name="Rectangle 278">
                <a:extLst>
                  <a:ext uri="{FF2B5EF4-FFF2-40B4-BE49-F238E27FC236}">
                    <a16:creationId xmlns:a16="http://schemas.microsoft.com/office/drawing/2014/main" id="{646D2B43-31F5-448C-850B-3A1F730C35FA}"/>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80" name="Rectangle 279">
                <a:extLst>
                  <a:ext uri="{FF2B5EF4-FFF2-40B4-BE49-F238E27FC236}">
                    <a16:creationId xmlns:a16="http://schemas.microsoft.com/office/drawing/2014/main" id="{CE7339AA-D431-43EA-AC74-415854B1C50A}"/>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8" name="Group 237">
              <a:extLst>
                <a:ext uri="{FF2B5EF4-FFF2-40B4-BE49-F238E27FC236}">
                  <a16:creationId xmlns:a16="http://schemas.microsoft.com/office/drawing/2014/main" id="{423A9716-88FD-471C-B7F4-9F199A2BF4CD}"/>
                </a:ext>
              </a:extLst>
            </p:cNvPr>
            <p:cNvGrpSpPr/>
            <p:nvPr/>
          </p:nvGrpSpPr>
          <p:grpSpPr>
            <a:xfrm>
              <a:off x="5156626" y="2871314"/>
              <a:ext cx="521141" cy="512748"/>
              <a:chOff x="5887832" y="987580"/>
              <a:chExt cx="1352962" cy="1353312"/>
            </a:xfrm>
            <a:effectLst>
              <a:outerShdw blurRad="50800" dist="38100" dir="2700000" algn="tl" rotWithShape="0">
                <a:prstClr val="black">
                  <a:alpha val="40000"/>
                </a:prstClr>
              </a:outerShdw>
            </a:effectLst>
          </p:grpSpPr>
          <p:sp>
            <p:nvSpPr>
              <p:cNvPr id="272" name="Rectangle 271">
                <a:extLst>
                  <a:ext uri="{FF2B5EF4-FFF2-40B4-BE49-F238E27FC236}">
                    <a16:creationId xmlns:a16="http://schemas.microsoft.com/office/drawing/2014/main" id="{9CEA65C6-E3C5-4892-8675-E1B2CE207B6D}"/>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3" name="Rectangle 272">
                <a:extLst>
                  <a:ext uri="{FF2B5EF4-FFF2-40B4-BE49-F238E27FC236}">
                    <a16:creationId xmlns:a16="http://schemas.microsoft.com/office/drawing/2014/main" id="{A76349EB-9F0D-448A-ACA0-F54649188FD9}"/>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4" name="Rectangle 273">
                <a:extLst>
                  <a:ext uri="{FF2B5EF4-FFF2-40B4-BE49-F238E27FC236}">
                    <a16:creationId xmlns:a16="http://schemas.microsoft.com/office/drawing/2014/main" id="{3DAD00DF-C065-4851-8851-E4F73A5D61E7}"/>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5" name="Rectangle 274">
                <a:extLst>
                  <a:ext uri="{FF2B5EF4-FFF2-40B4-BE49-F238E27FC236}">
                    <a16:creationId xmlns:a16="http://schemas.microsoft.com/office/drawing/2014/main" id="{EE80624D-6BED-40A5-9390-C1357E8C3C7F}"/>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39" name="Group 238">
              <a:extLst>
                <a:ext uri="{FF2B5EF4-FFF2-40B4-BE49-F238E27FC236}">
                  <a16:creationId xmlns:a16="http://schemas.microsoft.com/office/drawing/2014/main" id="{584F886B-A032-41CB-91E3-38A9DCFB652D}"/>
                </a:ext>
              </a:extLst>
            </p:cNvPr>
            <p:cNvGrpSpPr/>
            <p:nvPr/>
          </p:nvGrpSpPr>
          <p:grpSpPr>
            <a:xfrm>
              <a:off x="5677375" y="2871244"/>
              <a:ext cx="521140" cy="512782"/>
              <a:chOff x="7739068" y="5194594"/>
              <a:chExt cx="1352961" cy="1353404"/>
            </a:xfrm>
            <a:effectLst>
              <a:outerShdw blurRad="50800" dist="38100" dir="2700000" algn="tl" rotWithShape="0">
                <a:prstClr val="black">
                  <a:alpha val="40000"/>
                </a:prstClr>
              </a:outerShdw>
            </a:effectLst>
          </p:grpSpPr>
          <p:grpSp>
            <p:nvGrpSpPr>
              <p:cNvPr id="268" name="Group 267">
                <a:extLst>
                  <a:ext uri="{FF2B5EF4-FFF2-40B4-BE49-F238E27FC236}">
                    <a16:creationId xmlns:a16="http://schemas.microsoft.com/office/drawing/2014/main" id="{FEFD7124-4BAC-4473-95D4-F682DBF0AF5C}"/>
                  </a:ext>
                </a:extLst>
              </p:cNvPr>
              <p:cNvGrpSpPr/>
              <p:nvPr/>
            </p:nvGrpSpPr>
            <p:grpSpPr>
              <a:xfrm>
                <a:off x="7739068" y="5194686"/>
                <a:ext cx="1352961" cy="1353312"/>
                <a:chOff x="10730062" y="3816461"/>
                <a:chExt cx="1352961" cy="1353312"/>
              </a:xfrm>
            </p:grpSpPr>
            <p:sp>
              <p:nvSpPr>
                <p:cNvPr id="270" name="Rectangle 269">
                  <a:extLst>
                    <a:ext uri="{FF2B5EF4-FFF2-40B4-BE49-F238E27FC236}">
                      <a16:creationId xmlns:a16="http://schemas.microsoft.com/office/drawing/2014/main" id="{6B7AD39D-EF72-4555-B3D7-C96A6FE654EA}"/>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1" name="Rectangle 270">
                  <a:extLst>
                    <a:ext uri="{FF2B5EF4-FFF2-40B4-BE49-F238E27FC236}">
                      <a16:creationId xmlns:a16="http://schemas.microsoft.com/office/drawing/2014/main" id="{004800DA-A1BA-4961-8E89-E2FFDFCF734E}"/>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9" name="Octagon 268">
                <a:extLst>
                  <a:ext uri="{FF2B5EF4-FFF2-40B4-BE49-F238E27FC236}">
                    <a16:creationId xmlns:a16="http://schemas.microsoft.com/office/drawing/2014/main" id="{B0E4FEA3-BB31-4518-B7F3-EEBD013E71E8}"/>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0" name="Group 239">
              <a:extLst>
                <a:ext uri="{FF2B5EF4-FFF2-40B4-BE49-F238E27FC236}">
                  <a16:creationId xmlns:a16="http://schemas.microsoft.com/office/drawing/2014/main" id="{AB916452-62A6-4984-BF91-8A3D1E5DABC1}"/>
                </a:ext>
              </a:extLst>
            </p:cNvPr>
            <p:cNvGrpSpPr/>
            <p:nvPr/>
          </p:nvGrpSpPr>
          <p:grpSpPr>
            <a:xfrm>
              <a:off x="5878041" y="2201139"/>
              <a:ext cx="521242" cy="512748"/>
              <a:chOff x="7744151" y="3841465"/>
              <a:chExt cx="1353225" cy="1353312"/>
            </a:xfrm>
            <a:effectLst>
              <a:outerShdw blurRad="50800" dist="38100" dir="2700000" algn="tl" rotWithShape="0">
                <a:prstClr val="black">
                  <a:alpha val="40000"/>
                </a:prstClr>
              </a:outerShdw>
            </a:effectLst>
          </p:grpSpPr>
          <p:grpSp>
            <p:nvGrpSpPr>
              <p:cNvPr id="263" name="Group 262">
                <a:extLst>
                  <a:ext uri="{FF2B5EF4-FFF2-40B4-BE49-F238E27FC236}">
                    <a16:creationId xmlns:a16="http://schemas.microsoft.com/office/drawing/2014/main" id="{F89CF26C-3EC2-46D9-81A4-6A0C73518E12}"/>
                  </a:ext>
                </a:extLst>
              </p:cNvPr>
              <p:cNvGrpSpPr/>
              <p:nvPr/>
            </p:nvGrpSpPr>
            <p:grpSpPr>
              <a:xfrm>
                <a:off x="7744151" y="3841465"/>
                <a:ext cx="1353225" cy="1353312"/>
                <a:chOff x="10729798" y="2463149"/>
                <a:chExt cx="1353225" cy="1353312"/>
              </a:xfrm>
            </p:grpSpPr>
            <p:sp>
              <p:nvSpPr>
                <p:cNvPr id="265" name="Rectangle 264">
                  <a:extLst>
                    <a:ext uri="{FF2B5EF4-FFF2-40B4-BE49-F238E27FC236}">
                      <a16:creationId xmlns:a16="http://schemas.microsoft.com/office/drawing/2014/main" id="{E01822E1-D540-4CAD-911B-17A9EFC72BCB}"/>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6" name="Rectangle 265">
                  <a:extLst>
                    <a:ext uri="{FF2B5EF4-FFF2-40B4-BE49-F238E27FC236}">
                      <a16:creationId xmlns:a16="http://schemas.microsoft.com/office/drawing/2014/main" id="{CD70A960-A419-407F-A890-8C9087A56073}"/>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7" name="Rectangle 266">
                  <a:extLst>
                    <a:ext uri="{FF2B5EF4-FFF2-40B4-BE49-F238E27FC236}">
                      <a16:creationId xmlns:a16="http://schemas.microsoft.com/office/drawing/2014/main" id="{E623DEE5-FD57-425C-8F1C-C111BDF02CB9}"/>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64" name="Octagon 263">
                <a:extLst>
                  <a:ext uri="{FF2B5EF4-FFF2-40B4-BE49-F238E27FC236}">
                    <a16:creationId xmlns:a16="http://schemas.microsoft.com/office/drawing/2014/main" id="{C12937BA-5106-4BA5-8E67-B5116F2DA5AB}"/>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1" name="Group 240">
              <a:extLst>
                <a:ext uri="{FF2B5EF4-FFF2-40B4-BE49-F238E27FC236}">
                  <a16:creationId xmlns:a16="http://schemas.microsoft.com/office/drawing/2014/main" id="{E022733D-AF2B-4C4A-9425-BF4A455E3CDE}"/>
                </a:ext>
              </a:extLst>
            </p:cNvPr>
            <p:cNvGrpSpPr/>
            <p:nvPr/>
          </p:nvGrpSpPr>
          <p:grpSpPr>
            <a:xfrm>
              <a:off x="9546976" y="2357525"/>
              <a:ext cx="521140" cy="512748"/>
              <a:chOff x="7617284" y="4008730"/>
              <a:chExt cx="1352961" cy="1353312"/>
            </a:xfrm>
            <a:effectLst>
              <a:outerShdw blurRad="50800" dist="38100" dir="2700000" algn="tl" rotWithShape="0">
                <a:prstClr val="black">
                  <a:alpha val="40000"/>
                </a:prstClr>
              </a:outerShdw>
            </a:effectLst>
          </p:grpSpPr>
          <p:sp>
            <p:nvSpPr>
              <p:cNvPr id="258" name="Rectangle 257">
                <a:extLst>
                  <a:ext uri="{FF2B5EF4-FFF2-40B4-BE49-F238E27FC236}">
                    <a16:creationId xmlns:a16="http://schemas.microsoft.com/office/drawing/2014/main" id="{FAC6E5A0-A050-492E-AA52-3C048156EFB7}"/>
                  </a:ext>
                </a:extLst>
              </p:cNvPr>
              <p:cNvSpPr/>
              <p:nvPr/>
            </p:nvSpPr>
            <p:spPr>
              <a:xfrm rot="5400000">
                <a:off x="7617109" y="400890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9" name="Rectangle 258">
                <a:extLst>
                  <a:ext uri="{FF2B5EF4-FFF2-40B4-BE49-F238E27FC236}">
                    <a16:creationId xmlns:a16="http://schemas.microsoft.com/office/drawing/2014/main" id="{EE3CF18F-5F42-4CC2-8650-060E5D5EAA12}"/>
                  </a:ext>
                </a:extLst>
              </p:cNvPr>
              <p:cNvSpPr/>
              <p:nvPr/>
            </p:nvSpPr>
            <p:spPr>
              <a:xfrm rot="16200000">
                <a:off x="8420135"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0" name="Rectangle 259">
                <a:extLst>
                  <a:ext uri="{FF2B5EF4-FFF2-40B4-BE49-F238E27FC236}">
                    <a16:creationId xmlns:a16="http://schemas.microsoft.com/office/drawing/2014/main" id="{7DEED433-A763-485B-A586-1A4187AA4542}"/>
                  </a:ext>
                </a:extLst>
              </p:cNvPr>
              <p:cNvSpPr/>
              <p:nvPr/>
            </p:nvSpPr>
            <p:spPr>
              <a:xfrm rot="16200000">
                <a:off x="7972018" y="50728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1" name="Rectangle 260">
                <a:extLst>
                  <a:ext uri="{FF2B5EF4-FFF2-40B4-BE49-F238E27FC236}">
                    <a16:creationId xmlns:a16="http://schemas.microsoft.com/office/drawing/2014/main" id="{59484910-91CF-4011-B654-BC9BE7EBC0CF}"/>
                  </a:ext>
                </a:extLst>
              </p:cNvPr>
              <p:cNvSpPr/>
              <p:nvPr/>
            </p:nvSpPr>
            <p:spPr>
              <a:xfrm rot="10800000">
                <a:off x="8750991" y="426979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2" name="Rectangle 261">
                <a:extLst>
                  <a:ext uri="{FF2B5EF4-FFF2-40B4-BE49-F238E27FC236}">
                    <a16:creationId xmlns:a16="http://schemas.microsoft.com/office/drawing/2014/main" id="{51720005-C325-4D57-86FB-B2EACF063729}"/>
                  </a:ext>
                </a:extLst>
              </p:cNvPr>
              <p:cNvSpPr/>
              <p:nvPr/>
            </p:nvSpPr>
            <p:spPr>
              <a:xfrm rot="10800000">
                <a:off x="8750990" y="4714718"/>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2" name="Group 241">
              <a:extLst>
                <a:ext uri="{FF2B5EF4-FFF2-40B4-BE49-F238E27FC236}">
                  <a16:creationId xmlns:a16="http://schemas.microsoft.com/office/drawing/2014/main" id="{9F40AA2A-ABFA-4A0E-8B43-D184DD9B0B48}"/>
                </a:ext>
              </a:extLst>
            </p:cNvPr>
            <p:cNvGrpSpPr/>
            <p:nvPr/>
          </p:nvGrpSpPr>
          <p:grpSpPr>
            <a:xfrm>
              <a:off x="9546642" y="2870239"/>
              <a:ext cx="521141" cy="512748"/>
              <a:chOff x="5887832" y="987580"/>
              <a:chExt cx="1352962" cy="1353312"/>
            </a:xfrm>
            <a:effectLst>
              <a:outerShdw blurRad="50800" dist="38100" dir="2700000" algn="tl" rotWithShape="0">
                <a:prstClr val="black">
                  <a:alpha val="40000"/>
                </a:prstClr>
              </a:outerShdw>
            </a:effectLst>
          </p:grpSpPr>
          <p:sp>
            <p:nvSpPr>
              <p:cNvPr id="254" name="Rectangle 253">
                <a:extLst>
                  <a:ext uri="{FF2B5EF4-FFF2-40B4-BE49-F238E27FC236}">
                    <a16:creationId xmlns:a16="http://schemas.microsoft.com/office/drawing/2014/main" id="{3CAB56F6-4E59-45A4-9801-1A0A5B476682}"/>
                  </a:ext>
                </a:extLst>
              </p:cNvPr>
              <p:cNvSpPr/>
              <p:nvPr/>
            </p:nvSpPr>
            <p:spPr>
              <a:xfrm rot="5400000">
                <a:off x="5887657" y="98775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Rectangle 254">
                <a:extLst>
                  <a:ext uri="{FF2B5EF4-FFF2-40B4-BE49-F238E27FC236}">
                    <a16:creationId xmlns:a16="http://schemas.microsoft.com/office/drawing/2014/main" id="{51F57A4E-0490-4D37-8C0A-D378DD4D2785}"/>
                  </a:ext>
                </a:extLst>
              </p:cNvPr>
              <p:cNvSpPr/>
              <p:nvPr/>
            </p:nvSpPr>
            <p:spPr>
              <a:xfrm rot="5400000">
                <a:off x="6245758" y="915315"/>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ectangle 255">
                <a:extLst>
                  <a:ext uri="{FF2B5EF4-FFF2-40B4-BE49-F238E27FC236}">
                    <a16:creationId xmlns:a16="http://schemas.microsoft.com/office/drawing/2014/main" id="{4F01D2B0-F81E-4F3C-8FA3-BAE44F5F9255}"/>
                  </a:ext>
                </a:extLst>
              </p:cNvPr>
              <p:cNvSpPr/>
              <p:nvPr/>
            </p:nvSpPr>
            <p:spPr>
              <a:xfrm rot="5400000">
                <a:off x="6690683" y="915144"/>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7" name="Rectangle 256">
                <a:extLst>
                  <a:ext uri="{FF2B5EF4-FFF2-40B4-BE49-F238E27FC236}">
                    <a16:creationId xmlns:a16="http://schemas.microsoft.com/office/drawing/2014/main" id="{1FA51577-6A11-451F-B4E0-21D031C8B1D3}"/>
                  </a:ext>
                </a:extLst>
              </p:cNvPr>
              <p:cNvSpPr/>
              <p:nvPr/>
            </p:nvSpPr>
            <p:spPr>
              <a:xfrm rot="10800000">
                <a:off x="7024183" y="1483403"/>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243" name="Group 242">
              <a:extLst>
                <a:ext uri="{FF2B5EF4-FFF2-40B4-BE49-F238E27FC236}">
                  <a16:creationId xmlns:a16="http://schemas.microsoft.com/office/drawing/2014/main" id="{FE75A082-1168-4549-B548-552F7CF4FBF3}"/>
                </a:ext>
              </a:extLst>
            </p:cNvPr>
            <p:cNvGrpSpPr/>
            <p:nvPr/>
          </p:nvGrpSpPr>
          <p:grpSpPr>
            <a:xfrm>
              <a:off x="10244919" y="3012878"/>
              <a:ext cx="521140" cy="512782"/>
              <a:chOff x="7739068" y="5194594"/>
              <a:chExt cx="1352961" cy="1353404"/>
            </a:xfrm>
            <a:effectLst>
              <a:outerShdw blurRad="50800" dist="38100" dir="2700000" algn="tl" rotWithShape="0">
                <a:prstClr val="black">
                  <a:alpha val="40000"/>
                </a:prstClr>
              </a:outerShdw>
            </a:effectLst>
          </p:grpSpPr>
          <p:grpSp>
            <p:nvGrpSpPr>
              <p:cNvPr id="250" name="Group 249">
                <a:extLst>
                  <a:ext uri="{FF2B5EF4-FFF2-40B4-BE49-F238E27FC236}">
                    <a16:creationId xmlns:a16="http://schemas.microsoft.com/office/drawing/2014/main" id="{4F1735A4-5AA3-4ED0-B669-69783FDDADEF}"/>
                  </a:ext>
                </a:extLst>
              </p:cNvPr>
              <p:cNvGrpSpPr/>
              <p:nvPr/>
            </p:nvGrpSpPr>
            <p:grpSpPr>
              <a:xfrm>
                <a:off x="7739068" y="5194686"/>
                <a:ext cx="1352961" cy="1353312"/>
                <a:chOff x="10730062" y="3816461"/>
                <a:chExt cx="1352961" cy="1353312"/>
              </a:xfrm>
            </p:grpSpPr>
            <p:sp>
              <p:nvSpPr>
                <p:cNvPr id="252" name="Rectangle 251">
                  <a:extLst>
                    <a:ext uri="{FF2B5EF4-FFF2-40B4-BE49-F238E27FC236}">
                      <a16:creationId xmlns:a16="http://schemas.microsoft.com/office/drawing/2014/main" id="{CBDC9509-7D76-4329-8715-2F43A929D09D}"/>
                    </a:ext>
                  </a:extLst>
                </p:cNvPr>
                <p:cNvSpPr/>
                <p:nvPr/>
              </p:nvSpPr>
              <p:spPr>
                <a:xfrm rot="5400000">
                  <a:off x="10729887" y="3816636"/>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3" name="Rectangle 252">
                  <a:extLst>
                    <a:ext uri="{FF2B5EF4-FFF2-40B4-BE49-F238E27FC236}">
                      <a16:creationId xmlns:a16="http://schemas.microsoft.com/office/drawing/2014/main" id="{ACB9C2C5-8EB2-4438-B736-BF35C71F342C}"/>
                    </a:ext>
                  </a:extLst>
                </p:cNvPr>
                <p:cNvSpPr/>
                <p:nvPr/>
              </p:nvSpPr>
              <p:spPr>
                <a:xfrm rot="10800000">
                  <a:off x="10732943" y="431055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51" name="Octagon 250">
                <a:extLst>
                  <a:ext uri="{FF2B5EF4-FFF2-40B4-BE49-F238E27FC236}">
                    <a16:creationId xmlns:a16="http://schemas.microsoft.com/office/drawing/2014/main" id="{1411F317-07D6-4FF0-A248-903C9A570CBD}"/>
                  </a:ext>
                </a:extLst>
              </p:cNvPr>
              <p:cNvSpPr/>
              <p:nvPr/>
            </p:nvSpPr>
            <p:spPr>
              <a:xfrm>
                <a:off x="8251648" y="5194594"/>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4" name="Group 243">
              <a:extLst>
                <a:ext uri="{FF2B5EF4-FFF2-40B4-BE49-F238E27FC236}">
                  <a16:creationId xmlns:a16="http://schemas.microsoft.com/office/drawing/2014/main" id="{8DA195AF-21BA-4E7A-8C5E-C56841F6B126}"/>
                </a:ext>
              </a:extLst>
            </p:cNvPr>
            <p:cNvGrpSpPr/>
            <p:nvPr/>
          </p:nvGrpSpPr>
          <p:grpSpPr>
            <a:xfrm>
              <a:off x="10069349" y="2357491"/>
              <a:ext cx="521242" cy="512748"/>
              <a:chOff x="7744151" y="3841465"/>
              <a:chExt cx="1353225" cy="1353312"/>
            </a:xfrm>
            <a:effectLst>
              <a:outerShdw blurRad="50800" dist="38100" dir="2700000" algn="tl" rotWithShape="0">
                <a:prstClr val="black">
                  <a:alpha val="40000"/>
                </a:prstClr>
              </a:outerShdw>
            </a:effectLst>
          </p:grpSpPr>
          <p:grpSp>
            <p:nvGrpSpPr>
              <p:cNvPr id="245" name="Group 244">
                <a:extLst>
                  <a:ext uri="{FF2B5EF4-FFF2-40B4-BE49-F238E27FC236}">
                    <a16:creationId xmlns:a16="http://schemas.microsoft.com/office/drawing/2014/main" id="{C0FEA2BE-318E-45C9-AE21-C1CAA9F2AC2C}"/>
                  </a:ext>
                </a:extLst>
              </p:cNvPr>
              <p:cNvGrpSpPr/>
              <p:nvPr/>
            </p:nvGrpSpPr>
            <p:grpSpPr>
              <a:xfrm>
                <a:off x="7744151" y="3841465"/>
                <a:ext cx="1353225" cy="1353312"/>
                <a:chOff x="10729798" y="2463149"/>
                <a:chExt cx="1353225" cy="1353312"/>
              </a:xfrm>
            </p:grpSpPr>
            <p:sp>
              <p:nvSpPr>
                <p:cNvPr id="247" name="Rectangle 246">
                  <a:extLst>
                    <a:ext uri="{FF2B5EF4-FFF2-40B4-BE49-F238E27FC236}">
                      <a16:creationId xmlns:a16="http://schemas.microsoft.com/office/drawing/2014/main" id="{7FCEEEFD-4BA1-4FF4-A429-D9A6949876C0}"/>
                    </a:ext>
                  </a:extLst>
                </p:cNvPr>
                <p:cNvSpPr/>
                <p:nvPr/>
              </p:nvSpPr>
              <p:spPr>
                <a:xfrm rot="5400000">
                  <a:off x="10729887" y="246332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8" name="Rectangle 247">
                  <a:extLst>
                    <a:ext uri="{FF2B5EF4-FFF2-40B4-BE49-F238E27FC236}">
                      <a16:creationId xmlns:a16="http://schemas.microsoft.com/office/drawing/2014/main" id="{8B764A9C-D643-4A31-9FE2-8589FFCE12EE}"/>
                    </a:ext>
                  </a:extLst>
                </p:cNvPr>
                <p:cNvSpPr/>
                <p:nvPr/>
              </p:nvSpPr>
              <p:spPr>
                <a:xfrm rot="10800000">
                  <a:off x="10729799" y="272430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9" name="Rectangle 248">
                  <a:extLst>
                    <a:ext uri="{FF2B5EF4-FFF2-40B4-BE49-F238E27FC236}">
                      <a16:creationId xmlns:a16="http://schemas.microsoft.com/office/drawing/2014/main" id="{D71FD458-0ED9-4AD9-A156-51EAAF513D27}"/>
                    </a:ext>
                  </a:extLst>
                </p:cNvPr>
                <p:cNvSpPr/>
                <p:nvPr/>
              </p:nvSpPr>
              <p:spPr>
                <a:xfrm rot="10800000">
                  <a:off x="10729798" y="3169226"/>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46" name="Octagon 245">
                <a:extLst>
                  <a:ext uri="{FF2B5EF4-FFF2-40B4-BE49-F238E27FC236}">
                    <a16:creationId xmlns:a16="http://schemas.microsoft.com/office/drawing/2014/main" id="{2F0B8BC8-7914-4D98-AEF5-0C14505720B3}"/>
                  </a:ext>
                </a:extLst>
              </p:cNvPr>
              <p:cNvSpPr/>
              <p:nvPr/>
            </p:nvSpPr>
            <p:spPr>
              <a:xfrm>
                <a:off x="8251648" y="4828743"/>
                <a:ext cx="365760" cy="365760"/>
              </a:xfrm>
              <a:prstGeom prst="octagon">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34" name="Multiplication Sign 133">
            <a:extLst>
              <a:ext uri="{FF2B5EF4-FFF2-40B4-BE49-F238E27FC236}">
                <a16:creationId xmlns:a16="http://schemas.microsoft.com/office/drawing/2014/main" id="{96110B12-9960-4E93-A078-54C1D24ED9B0}"/>
              </a:ext>
            </a:extLst>
          </p:cNvPr>
          <p:cNvSpPr/>
          <p:nvPr/>
        </p:nvSpPr>
        <p:spPr>
          <a:xfrm>
            <a:off x="3674861" y="3266425"/>
            <a:ext cx="4394735" cy="3741926"/>
          </a:xfrm>
          <a:prstGeom prst="mathMultiply">
            <a:avLst/>
          </a:prstGeom>
          <a:solidFill>
            <a:srgbClr val="FF0000">
              <a:alpha val="49000"/>
            </a:srgb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TextBox 134">
            <a:extLst>
              <a:ext uri="{FF2B5EF4-FFF2-40B4-BE49-F238E27FC236}">
                <a16:creationId xmlns:a16="http://schemas.microsoft.com/office/drawing/2014/main" id="{335AFD31-3C0D-4102-8E8C-76B60A2322AA}"/>
              </a:ext>
            </a:extLst>
          </p:cNvPr>
          <p:cNvSpPr txBox="1"/>
          <p:nvPr/>
        </p:nvSpPr>
        <p:spPr>
          <a:xfrm>
            <a:off x="5007344" y="4675079"/>
            <a:ext cx="1717137" cy="646331"/>
          </a:xfrm>
          <a:prstGeom prst="rect">
            <a:avLst/>
          </a:prstGeom>
          <a:noFill/>
        </p:spPr>
        <p:txBody>
          <a:bodyPr wrap="none" rtlCol="0">
            <a:spAutoFit/>
          </a:bodyPr>
          <a:lstStyle/>
          <a:p>
            <a:pPr algn="ctr"/>
            <a:r>
              <a:rPr lang="en-US" dirty="0">
                <a:solidFill>
                  <a:schemeClr val="bg1"/>
                </a:solidFill>
              </a:rPr>
              <a:t>No Detachment!</a:t>
            </a:r>
            <a:br>
              <a:rPr lang="en-US" dirty="0">
                <a:solidFill>
                  <a:schemeClr val="bg1"/>
                </a:solidFill>
              </a:rPr>
            </a:br>
            <a:r>
              <a:rPr lang="en-US" dirty="0">
                <a:solidFill>
                  <a:schemeClr val="bg1"/>
                </a:solidFill>
              </a:rPr>
              <a:t>Growth Only</a:t>
            </a:r>
          </a:p>
        </p:txBody>
      </p:sp>
    </p:spTree>
    <p:extLst>
      <p:ext uri="{BB962C8B-B14F-4D97-AF65-F5344CB8AC3E}">
        <p14:creationId xmlns:p14="http://schemas.microsoft.com/office/powerpoint/2010/main" val="254212714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Box 167"/>
          <p:cNvSpPr txBox="1"/>
          <p:nvPr/>
        </p:nvSpPr>
        <p:spPr>
          <a:xfrm>
            <a:off x="0" y="373996"/>
            <a:ext cx="12191999" cy="646331"/>
          </a:xfrm>
          <a:prstGeom prst="rect">
            <a:avLst/>
          </a:prstGeom>
          <a:noFill/>
        </p:spPr>
        <p:txBody>
          <a:bodyPr wrap="square" rtlCol="0">
            <a:spAutoFit/>
          </a:bodyPr>
          <a:lstStyle/>
          <a:p>
            <a:pPr algn="ctr"/>
            <a:r>
              <a:rPr lang="en-US" sz="3600" dirty="0">
                <a:solidFill>
                  <a:schemeClr val="bg1"/>
                </a:solidFill>
              </a:rPr>
              <a:t>High Temperature</a:t>
            </a:r>
            <a:endParaRPr lang="en-US" sz="1600" dirty="0">
              <a:solidFill>
                <a:schemeClr val="bg1"/>
              </a:solidFill>
            </a:endParaRPr>
          </a:p>
        </p:txBody>
      </p:sp>
      <p:grpSp>
        <p:nvGrpSpPr>
          <p:cNvPr id="3" name="Group 2">
            <a:extLst>
              <a:ext uri="{FF2B5EF4-FFF2-40B4-BE49-F238E27FC236}">
                <a16:creationId xmlns:a16="http://schemas.microsoft.com/office/drawing/2014/main" id="{C2903DA8-03A6-48BA-914C-44985402CE7B}"/>
              </a:ext>
            </a:extLst>
          </p:cNvPr>
          <p:cNvGrpSpPr/>
          <p:nvPr/>
        </p:nvGrpSpPr>
        <p:grpSpPr>
          <a:xfrm>
            <a:off x="3894351" y="2265506"/>
            <a:ext cx="556159" cy="2177575"/>
            <a:chOff x="2783837" y="4446481"/>
            <a:chExt cx="255929" cy="934122"/>
          </a:xfrm>
        </p:grpSpPr>
        <p:sp>
          <p:nvSpPr>
            <p:cNvPr id="93" name="Rectangle 92">
              <a:extLst>
                <a:ext uri="{FF2B5EF4-FFF2-40B4-BE49-F238E27FC236}">
                  <a16:creationId xmlns:a16="http://schemas.microsoft.com/office/drawing/2014/main" id="{91567BF0-23B5-4663-91A5-3EC2F078E3E8}"/>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CB2B2D58-8E3D-4C10-A90B-872928F82D31}"/>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Rounded Corners 94">
              <a:extLst>
                <a:ext uri="{FF2B5EF4-FFF2-40B4-BE49-F238E27FC236}">
                  <a16:creationId xmlns:a16="http://schemas.microsoft.com/office/drawing/2014/main" id="{6C6487E8-A834-4F0C-A437-595915693996}"/>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585049C8-06E6-4C9F-B3A5-E877EB7FF481}"/>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22912EC0-9F64-4797-82CF-F2D9209E7DCA}"/>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B40C566A-8383-48B4-BC79-B6E41FCBF119}"/>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98">
              <a:extLst>
                <a:ext uri="{FF2B5EF4-FFF2-40B4-BE49-F238E27FC236}">
                  <a16:creationId xmlns:a16="http://schemas.microsoft.com/office/drawing/2014/main" id="{42DE884E-11BA-4B2C-8292-407FB6F56928}"/>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0" name="TextBox 99">
            <a:extLst>
              <a:ext uri="{FF2B5EF4-FFF2-40B4-BE49-F238E27FC236}">
                <a16:creationId xmlns:a16="http://schemas.microsoft.com/office/drawing/2014/main" id="{84C579DD-8880-43BB-A686-927CF000D615}"/>
              </a:ext>
            </a:extLst>
          </p:cNvPr>
          <p:cNvSpPr txBox="1"/>
          <p:nvPr/>
        </p:nvSpPr>
        <p:spPr>
          <a:xfrm>
            <a:off x="4323467" y="2264863"/>
            <a:ext cx="328936" cy="523220"/>
          </a:xfrm>
          <a:prstGeom prst="rect">
            <a:avLst/>
          </a:prstGeom>
          <a:noFill/>
        </p:spPr>
        <p:txBody>
          <a:bodyPr wrap="none" rtlCol="0">
            <a:spAutoFit/>
          </a:bodyPr>
          <a:lstStyle/>
          <a:p>
            <a:r>
              <a:rPr lang="el-GR" sz="2800" dirty="0">
                <a:solidFill>
                  <a:schemeClr val="bg1"/>
                </a:solidFill>
              </a:rPr>
              <a:t>τ</a:t>
            </a:r>
            <a:endParaRPr lang="en-US" sz="2800" dirty="0">
              <a:solidFill>
                <a:schemeClr val="bg1"/>
              </a:solidFill>
            </a:endParaRPr>
          </a:p>
        </p:txBody>
      </p:sp>
      <p:sp>
        <p:nvSpPr>
          <p:cNvPr id="145" name="TextBox 144">
            <a:extLst>
              <a:ext uri="{FF2B5EF4-FFF2-40B4-BE49-F238E27FC236}">
                <a16:creationId xmlns:a16="http://schemas.microsoft.com/office/drawing/2014/main" id="{67141406-1719-4467-991A-3CF1DAFC3BA6}"/>
              </a:ext>
            </a:extLst>
          </p:cNvPr>
          <p:cNvSpPr txBox="1"/>
          <p:nvPr/>
        </p:nvSpPr>
        <p:spPr>
          <a:xfrm>
            <a:off x="1036718" y="3354294"/>
            <a:ext cx="1576072" cy="1261884"/>
          </a:xfrm>
          <a:prstGeom prst="rect">
            <a:avLst/>
          </a:prstGeom>
          <a:noFill/>
        </p:spPr>
        <p:txBody>
          <a:bodyPr wrap="none" rtlCol="0">
            <a:spAutoFit/>
          </a:bodyPr>
          <a:lstStyle/>
          <a:p>
            <a:r>
              <a:rPr lang="en-US" dirty="0">
                <a:solidFill>
                  <a:schemeClr val="bg1"/>
                </a:solidFill>
              </a:rPr>
              <a:t>Glue Function:</a:t>
            </a:r>
          </a:p>
          <a:p>
            <a:r>
              <a:rPr lang="en-US" dirty="0">
                <a:solidFill>
                  <a:schemeClr val="bg1"/>
                </a:solidFill>
              </a:rPr>
              <a:t>Str(</a:t>
            </a:r>
            <a:r>
              <a:rPr lang="en-US" dirty="0">
                <a:solidFill>
                  <a:srgbClr val="7030A0"/>
                </a:solidFill>
              </a:rPr>
              <a:t>P</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15AAB"/>
                </a:solidFill>
              </a:rPr>
              <a:t>B</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0B050"/>
                </a:solidFill>
              </a:rPr>
              <a:t>G</a:t>
            </a:r>
            <a:r>
              <a:rPr lang="en-US" dirty="0">
                <a:solidFill>
                  <a:schemeClr val="bg1"/>
                </a:solidFill>
              </a:rPr>
              <a:t>) = 1</a:t>
            </a:r>
          </a:p>
        </p:txBody>
      </p:sp>
      <p:sp>
        <p:nvSpPr>
          <p:cNvPr id="65" name="TextBox 64">
            <a:extLst>
              <a:ext uri="{FF2B5EF4-FFF2-40B4-BE49-F238E27FC236}">
                <a16:creationId xmlns:a16="http://schemas.microsoft.com/office/drawing/2014/main" id="{5C186A04-3000-48D1-B791-F68B260D3B43}"/>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6" name="Rectangle 65">
            <a:extLst>
              <a:ext uri="{FF2B5EF4-FFF2-40B4-BE49-F238E27FC236}">
                <a16:creationId xmlns:a16="http://schemas.microsoft.com/office/drawing/2014/main" id="{191E88A0-6DBC-41E2-89F1-A88DE74E2146}"/>
              </a:ext>
            </a:extLst>
          </p:cNvPr>
          <p:cNvSpPr/>
          <p:nvPr/>
        </p:nvSpPr>
        <p:spPr>
          <a:xfrm>
            <a:off x="1112001" y="2182826"/>
            <a:ext cx="2240800" cy="10747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TextBox 85">
            <a:extLst>
              <a:ext uri="{FF2B5EF4-FFF2-40B4-BE49-F238E27FC236}">
                <a16:creationId xmlns:a16="http://schemas.microsoft.com/office/drawing/2014/main" id="{495144C1-5AD7-4C16-A376-6B39B47C6E94}"/>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24" name="Group 123">
            <a:extLst>
              <a:ext uri="{FF2B5EF4-FFF2-40B4-BE49-F238E27FC236}">
                <a16:creationId xmlns:a16="http://schemas.microsoft.com/office/drawing/2014/main" id="{4F6E676D-6293-41DF-8DF0-0EE3F4132A37}"/>
              </a:ext>
            </a:extLst>
          </p:cNvPr>
          <p:cNvGrpSpPr/>
          <p:nvPr/>
        </p:nvGrpSpPr>
        <p:grpSpPr>
          <a:xfrm>
            <a:off x="1227433" y="2318980"/>
            <a:ext cx="798162" cy="787400"/>
            <a:chOff x="2484224" y="2319379"/>
            <a:chExt cx="519556" cy="508319"/>
          </a:xfrm>
          <a:effectLst>
            <a:outerShdw blurRad="50800" dist="38100" dir="2700000" algn="tl" rotWithShape="0">
              <a:prstClr val="black">
                <a:alpha val="40000"/>
              </a:prstClr>
            </a:outerShdw>
          </a:effectLst>
        </p:grpSpPr>
        <p:sp>
          <p:nvSpPr>
            <p:cNvPr id="125" name="Rectangle 124">
              <a:extLst>
                <a:ext uri="{FF2B5EF4-FFF2-40B4-BE49-F238E27FC236}">
                  <a16:creationId xmlns:a16="http://schemas.microsoft.com/office/drawing/2014/main" id="{22C4CFD8-1B4F-42FF-BB54-823DEC7B9952}"/>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8C1D8804-B594-40EE-898F-0473B37A28CB}"/>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7" name="Rectangle 126">
              <a:extLst>
                <a:ext uri="{FF2B5EF4-FFF2-40B4-BE49-F238E27FC236}">
                  <a16:creationId xmlns:a16="http://schemas.microsoft.com/office/drawing/2014/main" id="{A7BE4F84-F3AC-4D7C-B27F-F10A39694B81}"/>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8" name="Rectangle 127">
              <a:extLst>
                <a:ext uri="{FF2B5EF4-FFF2-40B4-BE49-F238E27FC236}">
                  <a16:creationId xmlns:a16="http://schemas.microsoft.com/office/drawing/2014/main" id="{B3C88CF6-D187-49BA-9273-421E28E84CDA}"/>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9" name="Group 128">
            <a:extLst>
              <a:ext uri="{FF2B5EF4-FFF2-40B4-BE49-F238E27FC236}">
                <a16:creationId xmlns:a16="http://schemas.microsoft.com/office/drawing/2014/main" id="{67899A55-2C67-4F93-B609-9E0D86135FD6}"/>
              </a:ext>
            </a:extLst>
          </p:cNvPr>
          <p:cNvGrpSpPr/>
          <p:nvPr/>
        </p:nvGrpSpPr>
        <p:grpSpPr>
          <a:xfrm>
            <a:off x="2378110" y="2339516"/>
            <a:ext cx="798164" cy="761591"/>
            <a:chOff x="1747720" y="3025882"/>
            <a:chExt cx="516189" cy="509731"/>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E2080958-401F-4644-BEDA-578247F532BE}"/>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3AADABC8-3BF9-44A5-B9D6-65E59BD53826}"/>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334E4304-1ABB-4520-B4E2-9C2458990F01}"/>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92408AD5-0787-4F2E-8946-25285C6EEB80}"/>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85271386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Box 167"/>
          <p:cNvSpPr txBox="1"/>
          <p:nvPr/>
        </p:nvSpPr>
        <p:spPr>
          <a:xfrm>
            <a:off x="0" y="373996"/>
            <a:ext cx="12191999" cy="646331"/>
          </a:xfrm>
          <a:prstGeom prst="rect">
            <a:avLst/>
          </a:prstGeom>
          <a:noFill/>
        </p:spPr>
        <p:txBody>
          <a:bodyPr wrap="square" rtlCol="0">
            <a:spAutoFit/>
          </a:bodyPr>
          <a:lstStyle/>
          <a:p>
            <a:pPr algn="ctr"/>
            <a:r>
              <a:rPr lang="en-US" sz="3600" dirty="0">
                <a:solidFill>
                  <a:schemeClr val="bg1"/>
                </a:solidFill>
              </a:rPr>
              <a:t>High Temperature</a:t>
            </a:r>
            <a:endParaRPr lang="en-US" sz="1600" dirty="0">
              <a:solidFill>
                <a:schemeClr val="bg1"/>
              </a:solidFill>
            </a:endParaRPr>
          </a:p>
        </p:txBody>
      </p:sp>
      <p:grpSp>
        <p:nvGrpSpPr>
          <p:cNvPr id="3" name="Group 2">
            <a:extLst>
              <a:ext uri="{FF2B5EF4-FFF2-40B4-BE49-F238E27FC236}">
                <a16:creationId xmlns:a16="http://schemas.microsoft.com/office/drawing/2014/main" id="{C2903DA8-03A6-48BA-914C-44985402CE7B}"/>
              </a:ext>
            </a:extLst>
          </p:cNvPr>
          <p:cNvGrpSpPr/>
          <p:nvPr/>
        </p:nvGrpSpPr>
        <p:grpSpPr>
          <a:xfrm>
            <a:off x="3894351" y="2265506"/>
            <a:ext cx="556159" cy="2177575"/>
            <a:chOff x="2783837" y="4446481"/>
            <a:chExt cx="255929" cy="934122"/>
          </a:xfrm>
        </p:grpSpPr>
        <p:sp>
          <p:nvSpPr>
            <p:cNvPr id="93" name="Rectangle 92">
              <a:extLst>
                <a:ext uri="{FF2B5EF4-FFF2-40B4-BE49-F238E27FC236}">
                  <a16:creationId xmlns:a16="http://schemas.microsoft.com/office/drawing/2014/main" id="{91567BF0-23B5-4663-91A5-3EC2F078E3E8}"/>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CB2B2D58-8E3D-4C10-A90B-872928F82D31}"/>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Rounded Corners 94">
              <a:extLst>
                <a:ext uri="{FF2B5EF4-FFF2-40B4-BE49-F238E27FC236}">
                  <a16:creationId xmlns:a16="http://schemas.microsoft.com/office/drawing/2014/main" id="{6C6487E8-A834-4F0C-A437-595915693996}"/>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585049C8-06E6-4C9F-B3A5-E877EB7FF481}"/>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22912EC0-9F64-4797-82CF-F2D9209E7DCA}"/>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B40C566A-8383-48B4-BC79-B6E41FCBF119}"/>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98">
              <a:extLst>
                <a:ext uri="{FF2B5EF4-FFF2-40B4-BE49-F238E27FC236}">
                  <a16:creationId xmlns:a16="http://schemas.microsoft.com/office/drawing/2014/main" id="{42DE884E-11BA-4B2C-8292-407FB6F56928}"/>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0" name="TextBox 99">
            <a:extLst>
              <a:ext uri="{FF2B5EF4-FFF2-40B4-BE49-F238E27FC236}">
                <a16:creationId xmlns:a16="http://schemas.microsoft.com/office/drawing/2014/main" id="{84C579DD-8880-43BB-A686-927CF000D615}"/>
              </a:ext>
            </a:extLst>
          </p:cNvPr>
          <p:cNvSpPr txBox="1"/>
          <p:nvPr/>
        </p:nvSpPr>
        <p:spPr>
          <a:xfrm>
            <a:off x="4323467" y="2264863"/>
            <a:ext cx="328936" cy="523220"/>
          </a:xfrm>
          <a:prstGeom prst="rect">
            <a:avLst/>
          </a:prstGeom>
          <a:noFill/>
        </p:spPr>
        <p:txBody>
          <a:bodyPr wrap="none" rtlCol="0">
            <a:spAutoFit/>
          </a:bodyPr>
          <a:lstStyle/>
          <a:p>
            <a:r>
              <a:rPr lang="el-GR" sz="2800" dirty="0">
                <a:solidFill>
                  <a:schemeClr val="bg1"/>
                </a:solidFill>
              </a:rPr>
              <a:t>τ</a:t>
            </a:r>
            <a:endParaRPr lang="en-US" sz="2800" dirty="0">
              <a:solidFill>
                <a:schemeClr val="bg1"/>
              </a:solidFill>
            </a:endParaRPr>
          </a:p>
        </p:txBody>
      </p:sp>
      <p:sp>
        <p:nvSpPr>
          <p:cNvPr id="145" name="TextBox 144">
            <a:extLst>
              <a:ext uri="{FF2B5EF4-FFF2-40B4-BE49-F238E27FC236}">
                <a16:creationId xmlns:a16="http://schemas.microsoft.com/office/drawing/2014/main" id="{67141406-1719-4467-991A-3CF1DAFC3BA6}"/>
              </a:ext>
            </a:extLst>
          </p:cNvPr>
          <p:cNvSpPr txBox="1"/>
          <p:nvPr/>
        </p:nvSpPr>
        <p:spPr>
          <a:xfrm>
            <a:off x="1036718" y="3354294"/>
            <a:ext cx="1576072" cy="1261884"/>
          </a:xfrm>
          <a:prstGeom prst="rect">
            <a:avLst/>
          </a:prstGeom>
          <a:noFill/>
        </p:spPr>
        <p:txBody>
          <a:bodyPr wrap="none" rtlCol="0">
            <a:spAutoFit/>
          </a:bodyPr>
          <a:lstStyle/>
          <a:p>
            <a:r>
              <a:rPr lang="en-US" dirty="0">
                <a:solidFill>
                  <a:schemeClr val="bg1"/>
                </a:solidFill>
              </a:rPr>
              <a:t>Glue Function:</a:t>
            </a:r>
          </a:p>
          <a:p>
            <a:r>
              <a:rPr lang="en-US" dirty="0">
                <a:solidFill>
                  <a:schemeClr val="bg1"/>
                </a:solidFill>
              </a:rPr>
              <a:t>Str(</a:t>
            </a:r>
            <a:r>
              <a:rPr lang="en-US" dirty="0">
                <a:solidFill>
                  <a:srgbClr val="7030A0"/>
                </a:solidFill>
              </a:rPr>
              <a:t>P</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15AAB"/>
                </a:solidFill>
              </a:rPr>
              <a:t>B</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0B050"/>
                </a:solidFill>
              </a:rPr>
              <a:t>G</a:t>
            </a:r>
            <a:r>
              <a:rPr lang="en-US" dirty="0">
                <a:solidFill>
                  <a:schemeClr val="bg1"/>
                </a:solidFill>
              </a:rPr>
              <a:t>) = 1</a:t>
            </a:r>
          </a:p>
        </p:txBody>
      </p:sp>
      <p:sp>
        <p:nvSpPr>
          <p:cNvPr id="65" name="TextBox 64">
            <a:extLst>
              <a:ext uri="{FF2B5EF4-FFF2-40B4-BE49-F238E27FC236}">
                <a16:creationId xmlns:a16="http://schemas.microsoft.com/office/drawing/2014/main" id="{5C186A04-3000-48D1-B791-F68B260D3B43}"/>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6" name="Rectangle 65">
            <a:extLst>
              <a:ext uri="{FF2B5EF4-FFF2-40B4-BE49-F238E27FC236}">
                <a16:creationId xmlns:a16="http://schemas.microsoft.com/office/drawing/2014/main" id="{191E88A0-6DBC-41E2-89F1-A88DE74E2146}"/>
              </a:ext>
            </a:extLst>
          </p:cNvPr>
          <p:cNvSpPr/>
          <p:nvPr/>
        </p:nvSpPr>
        <p:spPr>
          <a:xfrm>
            <a:off x="1112001" y="2182826"/>
            <a:ext cx="2240800" cy="10747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TextBox 85">
            <a:extLst>
              <a:ext uri="{FF2B5EF4-FFF2-40B4-BE49-F238E27FC236}">
                <a16:creationId xmlns:a16="http://schemas.microsoft.com/office/drawing/2014/main" id="{495144C1-5AD7-4C16-A376-6B39B47C6E94}"/>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24" name="Group 123">
            <a:extLst>
              <a:ext uri="{FF2B5EF4-FFF2-40B4-BE49-F238E27FC236}">
                <a16:creationId xmlns:a16="http://schemas.microsoft.com/office/drawing/2014/main" id="{4F6E676D-6293-41DF-8DF0-0EE3F4132A37}"/>
              </a:ext>
            </a:extLst>
          </p:cNvPr>
          <p:cNvGrpSpPr/>
          <p:nvPr/>
        </p:nvGrpSpPr>
        <p:grpSpPr>
          <a:xfrm>
            <a:off x="1227433" y="2318980"/>
            <a:ext cx="798162" cy="787400"/>
            <a:chOff x="2484224" y="2319379"/>
            <a:chExt cx="519556" cy="508319"/>
          </a:xfrm>
          <a:effectLst>
            <a:outerShdw blurRad="50800" dist="38100" dir="2700000" algn="tl" rotWithShape="0">
              <a:prstClr val="black">
                <a:alpha val="40000"/>
              </a:prstClr>
            </a:outerShdw>
          </a:effectLst>
        </p:grpSpPr>
        <p:sp>
          <p:nvSpPr>
            <p:cNvPr id="125" name="Rectangle 124">
              <a:extLst>
                <a:ext uri="{FF2B5EF4-FFF2-40B4-BE49-F238E27FC236}">
                  <a16:creationId xmlns:a16="http://schemas.microsoft.com/office/drawing/2014/main" id="{22C4CFD8-1B4F-42FF-BB54-823DEC7B9952}"/>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8C1D8804-B594-40EE-898F-0473B37A28CB}"/>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7" name="Rectangle 126">
              <a:extLst>
                <a:ext uri="{FF2B5EF4-FFF2-40B4-BE49-F238E27FC236}">
                  <a16:creationId xmlns:a16="http://schemas.microsoft.com/office/drawing/2014/main" id="{A7BE4F84-F3AC-4D7C-B27F-F10A39694B81}"/>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8" name="Rectangle 127">
              <a:extLst>
                <a:ext uri="{FF2B5EF4-FFF2-40B4-BE49-F238E27FC236}">
                  <a16:creationId xmlns:a16="http://schemas.microsoft.com/office/drawing/2014/main" id="{B3C88CF6-D187-49BA-9273-421E28E84CDA}"/>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9" name="Group 128">
            <a:extLst>
              <a:ext uri="{FF2B5EF4-FFF2-40B4-BE49-F238E27FC236}">
                <a16:creationId xmlns:a16="http://schemas.microsoft.com/office/drawing/2014/main" id="{67899A55-2C67-4F93-B609-9E0D86135FD6}"/>
              </a:ext>
            </a:extLst>
          </p:cNvPr>
          <p:cNvGrpSpPr/>
          <p:nvPr/>
        </p:nvGrpSpPr>
        <p:grpSpPr>
          <a:xfrm>
            <a:off x="2378110" y="2339516"/>
            <a:ext cx="798164" cy="761591"/>
            <a:chOff x="1747720" y="3025882"/>
            <a:chExt cx="516189" cy="509731"/>
          </a:xfrm>
          <a:effectLst>
            <a:outerShdw blurRad="50800" dist="38100" dir="2700000" algn="tl" rotWithShape="0">
              <a:prstClr val="black">
                <a:alpha val="40000"/>
              </a:prstClr>
            </a:outerShdw>
          </a:effectLst>
        </p:grpSpPr>
        <p:sp>
          <p:nvSpPr>
            <p:cNvPr id="130" name="Rectangle 129">
              <a:extLst>
                <a:ext uri="{FF2B5EF4-FFF2-40B4-BE49-F238E27FC236}">
                  <a16:creationId xmlns:a16="http://schemas.microsoft.com/office/drawing/2014/main" id="{E2080958-401F-4644-BEDA-578247F532BE}"/>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3AADABC8-3BF9-44A5-B9D6-65E59BD53826}"/>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2" name="Rectangle 131">
              <a:extLst>
                <a:ext uri="{FF2B5EF4-FFF2-40B4-BE49-F238E27FC236}">
                  <a16:creationId xmlns:a16="http://schemas.microsoft.com/office/drawing/2014/main" id="{334E4304-1ABB-4520-B4E2-9C2458990F01}"/>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92408AD5-0787-4F2E-8946-25285C6EEB80}"/>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7" name="Group 136">
            <a:extLst>
              <a:ext uri="{FF2B5EF4-FFF2-40B4-BE49-F238E27FC236}">
                <a16:creationId xmlns:a16="http://schemas.microsoft.com/office/drawing/2014/main" id="{2322DFD1-F85A-4EDB-8035-52B21B4F4770}"/>
              </a:ext>
            </a:extLst>
          </p:cNvPr>
          <p:cNvGrpSpPr/>
          <p:nvPr/>
        </p:nvGrpSpPr>
        <p:grpSpPr>
          <a:xfrm>
            <a:off x="6573894" y="2235571"/>
            <a:ext cx="807531" cy="758749"/>
            <a:chOff x="2484224" y="2319379"/>
            <a:chExt cx="519556" cy="508319"/>
          </a:xfrm>
          <a:effectLst>
            <a:outerShdw blurRad="50800" dist="38100" dir="2700000" algn="tl" rotWithShape="0">
              <a:prstClr val="black">
                <a:alpha val="40000"/>
              </a:prstClr>
            </a:outerShdw>
          </a:effectLst>
        </p:grpSpPr>
        <p:sp>
          <p:nvSpPr>
            <p:cNvPr id="139" name="Rectangle 138">
              <a:extLst>
                <a:ext uri="{FF2B5EF4-FFF2-40B4-BE49-F238E27FC236}">
                  <a16:creationId xmlns:a16="http://schemas.microsoft.com/office/drawing/2014/main" id="{73284FD1-4719-4965-8BD4-4F79CD64EC80}"/>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5F8B74C9-BBDA-4545-BDD3-2A7676CA1E2E}"/>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6" name="Rectangle 155">
              <a:extLst>
                <a:ext uri="{FF2B5EF4-FFF2-40B4-BE49-F238E27FC236}">
                  <a16:creationId xmlns:a16="http://schemas.microsoft.com/office/drawing/2014/main" id="{DEA82FDD-A038-4049-BA7D-2DC25C3F6A67}"/>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3E64031F-6636-4070-BD9A-031006AD1DB3}"/>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3" name="Group 162">
            <a:extLst>
              <a:ext uri="{FF2B5EF4-FFF2-40B4-BE49-F238E27FC236}">
                <a16:creationId xmlns:a16="http://schemas.microsoft.com/office/drawing/2014/main" id="{5DE4AC9D-8DAA-4F3B-8A81-462ED0E99E34}"/>
              </a:ext>
            </a:extLst>
          </p:cNvPr>
          <p:cNvGrpSpPr/>
          <p:nvPr/>
        </p:nvGrpSpPr>
        <p:grpSpPr>
          <a:xfrm>
            <a:off x="6569914" y="3447311"/>
            <a:ext cx="802298" cy="760856"/>
            <a:chOff x="1747720" y="3025882"/>
            <a:chExt cx="516189" cy="509731"/>
          </a:xfrm>
          <a:effectLst>
            <a:outerShdw blurRad="50800" dist="38100" dir="2700000" algn="tl" rotWithShape="0">
              <a:prstClr val="black">
                <a:alpha val="40000"/>
              </a:prstClr>
            </a:outerShdw>
          </a:effectLst>
        </p:grpSpPr>
        <p:sp>
          <p:nvSpPr>
            <p:cNvPr id="164" name="Rectangle 163">
              <a:extLst>
                <a:ext uri="{FF2B5EF4-FFF2-40B4-BE49-F238E27FC236}">
                  <a16:creationId xmlns:a16="http://schemas.microsoft.com/office/drawing/2014/main" id="{A4470B85-A79B-4D42-818C-28BA437E5BA1}"/>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5" name="Rectangle 164">
              <a:extLst>
                <a:ext uri="{FF2B5EF4-FFF2-40B4-BE49-F238E27FC236}">
                  <a16:creationId xmlns:a16="http://schemas.microsoft.com/office/drawing/2014/main" id="{62C8A52F-6535-4E52-8C53-6C81E665343E}"/>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24141A6D-248E-4572-8057-A44E03C1517F}"/>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F73D96EB-01D4-44D6-9CC8-B19DD9CA7944}"/>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279756164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a:extLst>
              <a:ext uri="{FF2B5EF4-FFF2-40B4-BE49-F238E27FC236}">
                <a16:creationId xmlns:a16="http://schemas.microsoft.com/office/drawing/2014/main" id="{83F77175-B7DE-4D5B-B618-6A801B124154}"/>
              </a:ext>
            </a:extLst>
          </p:cNvPr>
          <p:cNvSpPr txBox="1"/>
          <p:nvPr/>
        </p:nvSpPr>
        <p:spPr>
          <a:xfrm>
            <a:off x="0" y="373996"/>
            <a:ext cx="12191999" cy="646331"/>
          </a:xfrm>
          <a:prstGeom prst="rect">
            <a:avLst/>
          </a:prstGeom>
          <a:noFill/>
        </p:spPr>
        <p:txBody>
          <a:bodyPr wrap="square" rtlCol="0">
            <a:spAutoFit/>
          </a:bodyPr>
          <a:lstStyle/>
          <a:p>
            <a:pPr algn="ctr"/>
            <a:r>
              <a:rPr lang="en-US" sz="3600" dirty="0">
                <a:solidFill>
                  <a:schemeClr val="bg1"/>
                </a:solidFill>
              </a:rPr>
              <a:t>High Temperature</a:t>
            </a:r>
            <a:endParaRPr lang="en-US" sz="1600" dirty="0">
              <a:solidFill>
                <a:schemeClr val="bg1"/>
              </a:solidFill>
            </a:endParaRPr>
          </a:p>
        </p:txBody>
      </p:sp>
      <p:grpSp>
        <p:nvGrpSpPr>
          <p:cNvPr id="47" name="Group 46">
            <a:extLst>
              <a:ext uri="{FF2B5EF4-FFF2-40B4-BE49-F238E27FC236}">
                <a16:creationId xmlns:a16="http://schemas.microsoft.com/office/drawing/2014/main" id="{1F0D0A0E-A430-4CC6-B2F3-59B2672D1B41}"/>
              </a:ext>
            </a:extLst>
          </p:cNvPr>
          <p:cNvGrpSpPr/>
          <p:nvPr/>
        </p:nvGrpSpPr>
        <p:grpSpPr>
          <a:xfrm>
            <a:off x="3894351" y="2265506"/>
            <a:ext cx="556159" cy="2177575"/>
            <a:chOff x="2783837" y="4446481"/>
            <a:chExt cx="255929" cy="934122"/>
          </a:xfrm>
        </p:grpSpPr>
        <p:sp>
          <p:nvSpPr>
            <p:cNvPr id="48" name="Rectangle 47">
              <a:extLst>
                <a:ext uri="{FF2B5EF4-FFF2-40B4-BE49-F238E27FC236}">
                  <a16:creationId xmlns:a16="http://schemas.microsoft.com/office/drawing/2014/main" id="{1771A619-0C5D-440A-A91D-1DBB2BE4A58F}"/>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64AE07C6-75A3-4BCF-8499-0924E9D0A493}"/>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Rounded Corners 49">
              <a:extLst>
                <a:ext uri="{FF2B5EF4-FFF2-40B4-BE49-F238E27FC236}">
                  <a16:creationId xmlns:a16="http://schemas.microsoft.com/office/drawing/2014/main" id="{7D52323F-8D27-4804-955C-25BA09FFB97C}"/>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E4E8026-8FEB-448C-8AAD-718EDDB3E343}"/>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04916930-684D-43E5-B318-137856540EFF}"/>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F8573F2F-64A5-4000-8161-BFB5930ECFDC}"/>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B5E25652-F0F2-44BA-9E63-2474341E024A}"/>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5" name="TextBox 54">
            <a:extLst>
              <a:ext uri="{FF2B5EF4-FFF2-40B4-BE49-F238E27FC236}">
                <a16:creationId xmlns:a16="http://schemas.microsoft.com/office/drawing/2014/main" id="{054E4E6D-5B4F-491A-84F5-E87C33BE1DBE}"/>
              </a:ext>
            </a:extLst>
          </p:cNvPr>
          <p:cNvSpPr txBox="1"/>
          <p:nvPr/>
        </p:nvSpPr>
        <p:spPr>
          <a:xfrm>
            <a:off x="4323467" y="2264863"/>
            <a:ext cx="328936" cy="523220"/>
          </a:xfrm>
          <a:prstGeom prst="rect">
            <a:avLst/>
          </a:prstGeom>
          <a:noFill/>
        </p:spPr>
        <p:txBody>
          <a:bodyPr wrap="none" rtlCol="0">
            <a:spAutoFit/>
          </a:bodyPr>
          <a:lstStyle/>
          <a:p>
            <a:r>
              <a:rPr lang="el-GR" sz="2800" dirty="0">
                <a:solidFill>
                  <a:schemeClr val="bg1"/>
                </a:solidFill>
              </a:rPr>
              <a:t>τ</a:t>
            </a:r>
            <a:endParaRPr lang="en-US" sz="2800" dirty="0">
              <a:solidFill>
                <a:schemeClr val="bg1"/>
              </a:solidFill>
            </a:endParaRPr>
          </a:p>
        </p:txBody>
      </p:sp>
      <p:sp>
        <p:nvSpPr>
          <p:cNvPr id="56" name="TextBox 55">
            <a:extLst>
              <a:ext uri="{FF2B5EF4-FFF2-40B4-BE49-F238E27FC236}">
                <a16:creationId xmlns:a16="http://schemas.microsoft.com/office/drawing/2014/main" id="{AAC84CE8-C1FE-4570-8FFF-05F1C54E9EEC}"/>
              </a:ext>
            </a:extLst>
          </p:cNvPr>
          <p:cNvSpPr txBox="1"/>
          <p:nvPr/>
        </p:nvSpPr>
        <p:spPr>
          <a:xfrm>
            <a:off x="1036718" y="3354294"/>
            <a:ext cx="1576072" cy="1261884"/>
          </a:xfrm>
          <a:prstGeom prst="rect">
            <a:avLst/>
          </a:prstGeom>
          <a:noFill/>
        </p:spPr>
        <p:txBody>
          <a:bodyPr wrap="none" rtlCol="0">
            <a:spAutoFit/>
          </a:bodyPr>
          <a:lstStyle/>
          <a:p>
            <a:r>
              <a:rPr lang="en-US" dirty="0">
                <a:solidFill>
                  <a:schemeClr val="bg1"/>
                </a:solidFill>
              </a:rPr>
              <a:t>Glue Function:</a:t>
            </a:r>
          </a:p>
          <a:p>
            <a:r>
              <a:rPr lang="en-US" dirty="0">
                <a:solidFill>
                  <a:schemeClr val="bg1"/>
                </a:solidFill>
              </a:rPr>
              <a:t>Str(</a:t>
            </a:r>
            <a:r>
              <a:rPr lang="en-US" dirty="0">
                <a:solidFill>
                  <a:srgbClr val="7030A0"/>
                </a:solidFill>
              </a:rPr>
              <a:t>P</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15AAB"/>
                </a:solidFill>
              </a:rPr>
              <a:t>B</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0B050"/>
                </a:solidFill>
              </a:rPr>
              <a:t>G</a:t>
            </a:r>
            <a:r>
              <a:rPr lang="en-US" dirty="0">
                <a:solidFill>
                  <a:schemeClr val="bg1"/>
                </a:solidFill>
              </a:rPr>
              <a:t>) = 1</a:t>
            </a:r>
          </a:p>
        </p:txBody>
      </p:sp>
      <p:sp>
        <p:nvSpPr>
          <p:cNvPr id="57" name="TextBox 56">
            <a:extLst>
              <a:ext uri="{FF2B5EF4-FFF2-40B4-BE49-F238E27FC236}">
                <a16:creationId xmlns:a16="http://schemas.microsoft.com/office/drawing/2014/main" id="{976F3C8C-3685-4BBD-8C1B-2B4D41518B10}"/>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58" name="Rectangle 57">
            <a:extLst>
              <a:ext uri="{FF2B5EF4-FFF2-40B4-BE49-F238E27FC236}">
                <a16:creationId xmlns:a16="http://schemas.microsoft.com/office/drawing/2014/main" id="{C7D3D7C4-4034-4E32-A068-3F9A67DACA1D}"/>
              </a:ext>
            </a:extLst>
          </p:cNvPr>
          <p:cNvSpPr/>
          <p:nvPr/>
        </p:nvSpPr>
        <p:spPr>
          <a:xfrm>
            <a:off x="1112001" y="2182826"/>
            <a:ext cx="2240800" cy="10747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9" name="TextBox 58">
            <a:extLst>
              <a:ext uri="{FF2B5EF4-FFF2-40B4-BE49-F238E27FC236}">
                <a16:creationId xmlns:a16="http://schemas.microsoft.com/office/drawing/2014/main" id="{23E26B0A-65D8-40FA-B3A0-8C506D49EB00}"/>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60" name="Group 59">
            <a:extLst>
              <a:ext uri="{FF2B5EF4-FFF2-40B4-BE49-F238E27FC236}">
                <a16:creationId xmlns:a16="http://schemas.microsoft.com/office/drawing/2014/main" id="{8FAEF2AA-A78F-4299-ABBD-8F033316E711}"/>
              </a:ext>
            </a:extLst>
          </p:cNvPr>
          <p:cNvGrpSpPr/>
          <p:nvPr/>
        </p:nvGrpSpPr>
        <p:grpSpPr>
          <a:xfrm>
            <a:off x="1227433" y="2318980"/>
            <a:ext cx="798162" cy="787400"/>
            <a:chOff x="2484224" y="2319379"/>
            <a:chExt cx="519556" cy="508319"/>
          </a:xfrm>
          <a:effectLst>
            <a:outerShdw blurRad="50800" dist="38100" dir="2700000" algn="tl" rotWithShape="0">
              <a:prstClr val="black">
                <a:alpha val="40000"/>
              </a:prstClr>
            </a:outerShdw>
          </a:effectLst>
        </p:grpSpPr>
        <p:sp>
          <p:nvSpPr>
            <p:cNvPr id="62" name="Rectangle 61">
              <a:extLst>
                <a:ext uri="{FF2B5EF4-FFF2-40B4-BE49-F238E27FC236}">
                  <a16:creationId xmlns:a16="http://schemas.microsoft.com/office/drawing/2014/main" id="{E6B9DB43-D156-4ECB-86C0-A5C1D6C4E1A7}"/>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3" name="Rectangle 62">
              <a:extLst>
                <a:ext uri="{FF2B5EF4-FFF2-40B4-BE49-F238E27FC236}">
                  <a16:creationId xmlns:a16="http://schemas.microsoft.com/office/drawing/2014/main" id="{99639C5B-3B8F-4188-9887-BF95238FE1C4}"/>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4" name="Rectangle 63">
              <a:extLst>
                <a:ext uri="{FF2B5EF4-FFF2-40B4-BE49-F238E27FC236}">
                  <a16:creationId xmlns:a16="http://schemas.microsoft.com/office/drawing/2014/main" id="{6C1C9CFF-86BA-4857-8CD5-BE448C09CBC8}"/>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5" name="Rectangle 64">
              <a:extLst>
                <a:ext uri="{FF2B5EF4-FFF2-40B4-BE49-F238E27FC236}">
                  <a16:creationId xmlns:a16="http://schemas.microsoft.com/office/drawing/2014/main" id="{07AB4D1E-CA81-4D2E-B90C-74AD5EA5C83A}"/>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66" name="Group 65">
            <a:extLst>
              <a:ext uri="{FF2B5EF4-FFF2-40B4-BE49-F238E27FC236}">
                <a16:creationId xmlns:a16="http://schemas.microsoft.com/office/drawing/2014/main" id="{AB8C380E-D55D-475B-89A6-B7981A03FB68}"/>
              </a:ext>
            </a:extLst>
          </p:cNvPr>
          <p:cNvGrpSpPr/>
          <p:nvPr/>
        </p:nvGrpSpPr>
        <p:grpSpPr>
          <a:xfrm>
            <a:off x="2378110" y="2339516"/>
            <a:ext cx="798164" cy="761591"/>
            <a:chOff x="1747720" y="3025882"/>
            <a:chExt cx="516189" cy="509731"/>
          </a:xfrm>
          <a:effectLst>
            <a:outerShdw blurRad="50800" dist="38100" dir="2700000" algn="tl" rotWithShape="0">
              <a:prstClr val="black">
                <a:alpha val="40000"/>
              </a:prstClr>
            </a:outerShdw>
          </a:effectLst>
        </p:grpSpPr>
        <p:sp>
          <p:nvSpPr>
            <p:cNvPr id="67" name="Rectangle 66">
              <a:extLst>
                <a:ext uri="{FF2B5EF4-FFF2-40B4-BE49-F238E27FC236}">
                  <a16:creationId xmlns:a16="http://schemas.microsoft.com/office/drawing/2014/main" id="{341B3CA1-E863-4F88-A970-DBBA107FE4C2}"/>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8" name="Rectangle 67">
              <a:extLst>
                <a:ext uri="{FF2B5EF4-FFF2-40B4-BE49-F238E27FC236}">
                  <a16:creationId xmlns:a16="http://schemas.microsoft.com/office/drawing/2014/main" id="{1DCB43AA-24E4-4DAC-92E1-68FABA499F94}"/>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9" name="Rectangle 68">
              <a:extLst>
                <a:ext uri="{FF2B5EF4-FFF2-40B4-BE49-F238E27FC236}">
                  <a16:creationId xmlns:a16="http://schemas.microsoft.com/office/drawing/2014/main" id="{1E67BF7B-B66D-475C-8CB1-6E021489786C}"/>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0" name="Rectangle 69">
              <a:extLst>
                <a:ext uri="{FF2B5EF4-FFF2-40B4-BE49-F238E27FC236}">
                  <a16:creationId xmlns:a16="http://schemas.microsoft.com/office/drawing/2014/main" id="{3EFC3CA0-F70A-41DD-8313-B4648A6B831F}"/>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1" name="Group 70">
            <a:extLst>
              <a:ext uri="{FF2B5EF4-FFF2-40B4-BE49-F238E27FC236}">
                <a16:creationId xmlns:a16="http://schemas.microsoft.com/office/drawing/2014/main" id="{3FCCC07E-D67F-4CBD-881F-E91928BDA90F}"/>
              </a:ext>
            </a:extLst>
          </p:cNvPr>
          <p:cNvGrpSpPr/>
          <p:nvPr/>
        </p:nvGrpSpPr>
        <p:grpSpPr>
          <a:xfrm>
            <a:off x="6573894" y="2235571"/>
            <a:ext cx="807531" cy="758749"/>
            <a:chOff x="2484224" y="2319379"/>
            <a:chExt cx="519556" cy="508319"/>
          </a:xfrm>
          <a:effectLst>
            <a:outerShdw blurRad="50800" dist="38100" dir="2700000" algn="tl" rotWithShape="0">
              <a:prstClr val="black">
                <a:alpha val="40000"/>
              </a:prstClr>
            </a:outerShdw>
          </a:effectLst>
        </p:grpSpPr>
        <p:sp>
          <p:nvSpPr>
            <p:cNvPr id="72" name="Rectangle 71">
              <a:extLst>
                <a:ext uri="{FF2B5EF4-FFF2-40B4-BE49-F238E27FC236}">
                  <a16:creationId xmlns:a16="http://schemas.microsoft.com/office/drawing/2014/main" id="{A6F6A975-5C22-4AC8-920E-A5722D92B5CF}"/>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3" name="Rectangle 72">
              <a:extLst>
                <a:ext uri="{FF2B5EF4-FFF2-40B4-BE49-F238E27FC236}">
                  <a16:creationId xmlns:a16="http://schemas.microsoft.com/office/drawing/2014/main" id="{1ECDC47F-0099-44CA-A64E-B286C7AD54CC}"/>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4" name="Rectangle 73">
              <a:extLst>
                <a:ext uri="{FF2B5EF4-FFF2-40B4-BE49-F238E27FC236}">
                  <a16:creationId xmlns:a16="http://schemas.microsoft.com/office/drawing/2014/main" id="{0244CEA7-E578-47CC-89AD-014764ABD812}"/>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5" name="Rectangle 74">
              <a:extLst>
                <a:ext uri="{FF2B5EF4-FFF2-40B4-BE49-F238E27FC236}">
                  <a16:creationId xmlns:a16="http://schemas.microsoft.com/office/drawing/2014/main" id="{4CE5F6B3-3A10-4850-9430-695C7A007717}"/>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6" name="Group 75">
            <a:extLst>
              <a:ext uri="{FF2B5EF4-FFF2-40B4-BE49-F238E27FC236}">
                <a16:creationId xmlns:a16="http://schemas.microsoft.com/office/drawing/2014/main" id="{10667D47-E209-46EA-8A8F-5E4C5DA3428E}"/>
              </a:ext>
            </a:extLst>
          </p:cNvPr>
          <p:cNvGrpSpPr/>
          <p:nvPr/>
        </p:nvGrpSpPr>
        <p:grpSpPr>
          <a:xfrm>
            <a:off x="7380763" y="2235571"/>
            <a:ext cx="807531" cy="758749"/>
            <a:chOff x="2484224" y="2319379"/>
            <a:chExt cx="519556" cy="508319"/>
          </a:xfrm>
          <a:effectLst>
            <a:outerShdw blurRad="50800" dist="38100" dir="2700000" algn="tl" rotWithShape="0">
              <a:prstClr val="black">
                <a:alpha val="40000"/>
              </a:prstClr>
            </a:outerShdw>
          </a:effectLst>
        </p:grpSpPr>
        <p:sp>
          <p:nvSpPr>
            <p:cNvPr id="77" name="Rectangle 76">
              <a:extLst>
                <a:ext uri="{FF2B5EF4-FFF2-40B4-BE49-F238E27FC236}">
                  <a16:creationId xmlns:a16="http://schemas.microsoft.com/office/drawing/2014/main" id="{80575F85-A877-48B6-BA75-953C1F767D69}"/>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9" name="Rectangle 78">
              <a:extLst>
                <a:ext uri="{FF2B5EF4-FFF2-40B4-BE49-F238E27FC236}">
                  <a16:creationId xmlns:a16="http://schemas.microsoft.com/office/drawing/2014/main" id="{C545A04A-DDCE-4C59-9E58-32DB8B8242E6}"/>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0" name="Rectangle 79">
              <a:extLst>
                <a:ext uri="{FF2B5EF4-FFF2-40B4-BE49-F238E27FC236}">
                  <a16:creationId xmlns:a16="http://schemas.microsoft.com/office/drawing/2014/main" id="{D559B3B4-9071-4AD8-ACB0-98967B8B8F96}"/>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1" name="Rectangle 80">
              <a:extLst>
                <a:ext uri="{FF2B5EF4-FFF2-40B4-BE49-F238E27FC236}">
                  <a16:creationId xmlns:a16="http://schemas.microsoft.com/office/drawing/2014/main" id="{7A05E862-DC52-4973-AE4D-39B67858B122}"/>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04F1D94E-4A12-40FA-B4D4-350D707485E9}"/>
              </a:ext>
            </a:extLst>
          </p:cNvPr>
          <p:cNvGrpSpPr/>
          <p:nvPr/>
        </p:nvGrpSpPr>
        <p:grpSpPr>
          <a:xfrm>
            <a:off x="6569914" y="3447311"/>
            <a:ext cx="802298" cy="760856"/>
            <a:chOff x="1747720" y="3025882"/>
            <a:chExt cx="516189" cy="509731"/>
          </a:xfrm>
          <a:effectLst>
            <a:outerShdw blurRad="50800" dist="38100" dir="2700000" algn="tl" rotWithShape="0">
              <a:prstClr val="black">
                <a:alpha val="40000"/>
              </a:prstClr>
            </a:outerShdw>
          </a:effectLst>
        </p:grpSpPr>
        <p:sp>
          <p:nvSpPr>
            <p:cNvPr id="102" name="Rectangle 101">
              <a:extLst>
                <a:ext uri="{FF2B5EF4-FFF2-40B4-BE49-F238E27FC236}">
                  <a16:creationId xmlns:a16="http://schemas.microsoft.com/office/drawing/2014/main" id="{6D30C6C0-1D27-4D1C-A6A8-822C286CA6DD}"/>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5F546DB1-A1AE-4E07-BF7C-391E360FFDD5}"/>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B87496C7-A945-433E-943C-721CD0CB6472}"/>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8DB387CB-406D-4131-8C9F-42FA21AA3FC9}"/>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6" name="Group 105">
            <a:extLst>
              <a:ext uri="{FF2B5EF4-FFF2-40B4-BE49-F238E27FC236}">
                <a16:creationId xmlns:a16="http://schemas.microsoft.com/office/drawing/2014/main" id="{9C118F0E-46EA-4DAB-B0AE-475E715A0D9A}"/>
              </a:ext>
            </a:extLst>
          </p:cNvPr>
          <p:cNvGrpSpPr/>
          <p:nvPr/>
        </p:nvGrpSpPr>
        <p:grpSpPr>
          <a:xfrm>
            <a:off x="7374223" y="3447334"/>
            <a:ext cx="802298" cy="760856"/>
            <a:chOff x="1747720" y="3025882"/>
            <a:chExt cx="516189" cy="509731"/>
          </a:xfrm>
          <a:effectLst>
            <a:outerShdw blurRad="50800" dist="38100" dir="2700000" algn="tl" rotWithShape="0">
              <a:prstClr val="black">
                <a:alpha val="40000"/>
              </a:prstClr>
            </a:outerShdw>
          </a:effectLst>
        </p:grpSpPr>
        <p:sp>
          <p:nvSpPr>
            <p:cNvPr id="107" name="Rectangle 106">
              <a:extLst>
                <a:ext uri="{FF2B5EF4-FFF2-40B4-BE49-F238E27FC236}">
                  <a16:creationId xmlns:a16="http://schemas.microsoft.com/office/drawing/2014/main" id="{F123307E-0CBC-4C5A-8C91-140A148F0C89}"/>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8" name="Rectangle 107">
              <a:extLst>
                <a:ext uri="{FF2B5EF4-FFF2-40B4-BE49-F238E27FC236}">
                  <a16:creationId xmlns:a16="http://schemas.microsoft.com/office/drawing/2014/main" id="{9E4384CF-C6A4-421D-9D96-D83FEAC9F446}"/>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52852902-91B6-4D70-9F08-F2417F828D6E}"/>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9310AC51-C383-4EFE-9461-ABBF819D9726}"/>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323157236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a:extLst>
              <a:ext uri="{FF2B5EF4-FFF2-40B4-BE49-F238E27FC236}">
                <a16:creationId xmlns:a16="http://schemas.microsoft.com/office/drawing/2014/main" id="{264545D8-A11D-49FB-95C2-406DEAF4945C}"/>
              </a:ext>
            </a:extLst>
          </p:cNvPr>
          <p:cNvSpPr txBox="1"/>
          <p:nvPr/>
        </p:nvSpPr>
        <p:spPr>
          <a:xfrm>
            <a:off x="0" y="373996"/>
            <a:ext cx="12191999" cy="646331"/>
          </a:xfrm>
          <a:prstGeom prst="rect">
            <a:avLst/>
          </a:prstGeom>
          <a:noFill/>
        </p:spPr>
        <p:txBody>
          <a:bodyPr wrap="square" rtlCol="0">
            <a:spAutoFit/>
          </a:bodyPr>
          <a:lstStyle/>
          <a:p>
            <a:pPr algn="ctr"/>
            <a:r>
              <a:rPr lang="en-US" sz="3600" dirty="0">
                <a:solidFill>
                  <a:schemeClr val="bg1"/>
                </a:solidFill>
              </a:rPr>
              <a:t>High Temperature</a:t>
            </a:r>
            <a:endParaRPr lang="en-US" sz="1600" dirty="0">
              <a:solidFill>
                <a:schemeClr val="bg1"/>
              </a:solidFill>
            </a:endParaRPr>
          </a:p>
        </p:txBody>
      </p:sp>
      <p:grpSp>
        <p:nvGrpSpPr>
          <p:cNvPr id="57" name="Group 56">
            <a:extLst>
              <a:ext uri="{FF2B5EF4-FFF2-40B4-BE49-F238E27FC236}">
                <a16:creationId xmlns:a16="http://schemas.microsoft.com/office/drawing/2014/main" id="{056479BA-36C4-40E3-BC6F-85A54BE15E95}"/>
              </a:ext>
            </a:extLst>
          </p:cNvPr>
          <p:cNvGrpSpPr/>
          <p:nvPr/>
        </p:nvGrpSpPr>
        <p:grpSpPr>
          <a:xfrm>
            <a:off x="3894351" y="2265506"/>
            <a:ext cx="556159" cy="2177575"/>
            <a:chOff x="2783837" y="4446481"/>
            <a:chExt cx="255929" cy="934122"/>
          </a:xfrm>
        </p:grpSpPr>
        <p:sp>
          <p:nvSpPr>
            <p:cNvPr id="58" name="Rectangle 57">
              <a:extLst>
                <a:ext uri="{FF2B5EF4-FFF2-40B4-BE49-F238E27FC236}">
                  <a16:creationId xmlns:a16="http://schemas.microsoft.com/office/drawing/2014/main" id="{D575FB07-C25E-4D78-BDB4-84D53BDDC33F}"/>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3AF5A29D-4F3E-48FD-910C-47EB69D95A3D}"/>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Rounded Corners 59">
              <a:extLst>
                <a:ext uri="{FF2B5EF4-FFF2-40B4-BE49-F238E27FC236}">
                  <a16:creationId xmlns:a16="http://schemas.microsoft.com/office/drawing/2014/main" id="{5C665993-B150-4D95-9DFD-7D4EF1B2F760}"/>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2FFDBC0F-0595-416A-A9A2-1E64EC1B52F4}"/>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E6F173DD-118E-432C-BFB5-F65308F870A4}"/>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CC30C043-0F5A-4BDB-A643-C80F03412EFE}"/>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AB0C88B9-2BF3-4144-960D-BFDFD2889C0B}"/>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6" name="TextBox 65">
            <a:extLst>
              <a:ext uri="{FF2B5EF4-FFF2-40B4-BE49-F238E27FC236}">
                <a16:creationId xmlns:a16="http://schemas.microsoft.com/office/drawing/2014/main" id="{C7618D35-72AD-4EE2-8E6C-50680536BD30}"/>
              </a:ext>
            </a:extLst>
          </p:cNvPr>
          <p:cNvSpPr txBox="1"/>
          <p:nvPr/>
        </p:nvSpPr>
        <p:spPr>
          <a:xfrm>
            <a:off x="4323467" y="2264863"/>
            <a:ext cx="328936" cy="523220"/>
          </a:xfrm>
          <a:prstGeom prst="rect">
            <a:avLst/>
          </a:prstGeom>
          <a:noFill/>
        </p:spPr>
        <p:txBody>
          <a:bodyPr wrap="none" rtlCol="0">
            <a:spAutoFit/>
          </a:bodyPr>
          <a:lstStyle/>
          <a:p>
            <a:r>
              <a:rPr lang="el-GR" sz="2800" dirty="0">
                <a:solidFill>
                  <a:schemeClr val="bg1"/>
                </a:solidFill>
              </a:rPr>
              <a:t>τ</a:t>
            </a:r>
            <a:endParaRPr lang="en-US" sz="2800" dirty="0">
              <a:solidFill>
                <a:schemeClr val="bg1"/>
              </a:solidFill>
            </a:endParaRPr>
          </a:p>
        </p:txBody>
      </p:sp>
      <p:sp>
        <p:nvSpPr>
          <p:cNvPr id="67" name="TextBox 66">
            <a:extLst>
              <a:ext uri="{FF2B5EF4-FFF2-40B4-BE49-F238E27FC236}">
                <a16:creationId xmlns:a16="http://schemas.microsoft.com/office/drawing/2014/main" id="{1452022B-1F7A-470C-9288-C0E247F91C68}"/>
              </a:ext>
            </a:extLst>
          </p:cNvPr>
          <p:cNvSpPr txBox="1"/>
          <p:nvPr/>
        </p:nvSpPr>
        <p:spPr>
          <a:xfrm>
            <a:off x="1036718" y="3354294"/>
            <a:ext cx="1576072" cy="1261884"/>
          </a:xfrm>
          <a:prstGeom prst="rect">
            <a:avLst/>
          </a:prstGeom>
          <a:noFill/>
        </p:spPr>
        <p:txBody>
          <a:bodyPr wrap="none" rtlCol="0">
            <a:spAutoFit/>
          </a:bodyPr>
          <a:lstStyle/>
          <a:p>
            <a:r>
              <a:rPr lang="en-US" dirty="0">
                <a:solidFill>
                  <a:schemeClr val="bg1"/>
                </a:solidFill>
              </a:rPr>
              <a:t>Glue Function:</a:t>
            </a:r>
          </a:p>
          <a:p>
            <a:r>
              <a:rPr lang="en-US" dirty="0">
                <a:solidFill>
                  <a:schemeClr val="bg1"/>
                </a:solidFill>
              </a:rPr>
              <a:t>Str(</a:t>
            </a:r>
            <a:r>
              <a:rPr lang="en-US" dirty="0">
                <a:solidFill>
                  <a:srgbClr val="7030A0"/>
                </a:solidFill>
              </a:rPr>
              <a:t>P</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15AAB"/>
                </a:solidFill>
              </a:rPr>
              <a:t>B</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0B050"/>
                </a:solidFill>
              </a:rPr>
              <a:t>G</a:t>
            </a:r>
            <a:r>
              <a:rPr lang="en-US" dirty="0">
                <a:solidFill>
                  <a:schemeClr val="bg1"/>
                </a:solidFill>
              </a:rPr>
              <a:t>) = 1</a:t>
            </a:r>
          </a:p>
        </p:txBody>
      </p:sp>
      <p:sp>
        <p:nvSpPr>
          <p:cNvPr id="68" name="TextBox 67">
            <a:extLst>
              <a:ext uri="{FF2B5EF4-FFF2-40B4-BE49-F238E27FC236}">
                <a16:creationId xmlns:a16="http://schemas.microsoft.com/office/drawing/2014/main" id="{7F7F23D3-5496-45CA-8E80-9B21D0EDE2B1}"/>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69" name="Rectangle 68">
            <a:extLst>
              <a:ext uri="{FF2B5EF4-FFF2-40B4-BE49-F238E27FC236}">
                <a16:creationId xmlns:a16="http://schemas.microsoft.com/office/drawing/2014/main" id="{31463827-ECE4-48B9-88B3-D971E54592DF}"/>
              </a:ext>
            </a:extLst>
          </p:cNvPr>
          <p:cNvSpPr/>
          <p:nvPr/>
        </p:nvSpPr>
        <p:spPr>
          <a:xfrm>
            <a:off x="1112001" y="2182826"/>
            <a:ext cx="2240800" cy="10747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0" name="TextBox 69">
            <a:extLst>
              <a:ext uri="{FF2B5EF4-FFF2-40B4-BE49-F238E27FC236}">
                <a16:creationId xmlns:a16="http://schemas.microsoft.com/office/drawing/2014/main" id="{BA352A09-4307-4238-9CBB-4F88011740FC}"/>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71" name="Group 70">
            <a:extLst>
              <a:ext uri="{FF2B5EF4-FFF2-40B4-BE49-F238E27FC236}">
                <a16:creationId xmlns:a16="http://schemas.microsoft.com/office/drawing/2014/main" id="{695E9F3D-28C1-4C29-9E95-C8A0ED7C62FB}"/>
              </a:ext>
            </a:extLst>
          </p:cNvPr>
          <p:cNvGrpSpPr/>
          <p:nvPr/>
        </p:nvGrpSpPr>
        <p:grpSpPr>
          <a:xfrm>
            <a:off x="1227433" y="2318980"/>
            <a:ext cx="798162" cy="787400"/>
            <a:chOff x="2484224" y="2319379"/>
            <a:chExt cx="519556" cy="508319"/>
          </a:xfrm>
          <a:effectLst>
            <a:outerShdw blurRad="50800" dist="38100" dir="2700000" algn="tl" rotWithShape="0">
              <a:prstClr val="black">
                <a:alpha val="40000"/>
              </a:prstClr>
            </a:outerShdw>
          </a:effectLst>
        </p:grpSpPr>
        <p:sp>
          <p:nvSpPr>
            <p:cNvPr id="72" name="Rectangle 71">
              <a:extLst>
                <a:ext uri="{FF2B5EF4-FFF2-40B4-BE49-F238E27FC236}">
                  <a16:creationId xmlns:a16="http://schemas.microsoft.com/office/drawing/2014/main" id="{D33F495A-8CD4-4A53-A4C5-7B00EDC93049}"/>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3" name="Rectangle 72">
              <a:extLst>
                <a:ext uri="{FF2B5EF4-FFF2-40B4-BE49-F238E27FC236}">
                  <a16:creationId xmlns:a16="http://schemas.microsoft.com/office/drawing/2014/main" id="{8036076A-E379-424B-A8F5-4A73C51EE59C}"/>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4" name="Rectangle 73">
              <a:extLst>
                <a:ext uri="{FF2B5EF4-FFF2-40B4-BE49-F238E27FC236}">
                  <a16:creationId xmlns:a16="http://schemas.microsoft.com/office/drawing/2014/main" id="{D042B931-0BCC-49F9-BABD-E1D02DC0E38A}"/>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5" name="Rectangle 74">
              <a:extLst>
                <a:ext uri="{FF2B5EF4-FFF2-40B4-BE49-F238E27FC236}">
                  <a16:creationId xmlns:a16="http://schemas.microsoft.com/office/drawing/2014/main" id="{F0B88B82-6ABC-484E-A03B-0A46EE7E3309}"/>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6" name="Group 75">
            <a:extLst>
              <a:ext uri="{FF2B5EF4-FFF2-40B4-BE49-F238E27FC236}">
                <a16:creationId xmlns:a16="http://schemas.microsoft.com/office/drawing/2014/main" id="{EAE92605-8C6C-443E-8B19-98B96BD98AC3}"/>
              </a:ext>
            </a:extLst>
          </p:cNvPr>
          <p:cNvGrpSpPr/>
          <p:nvPr/>
        </p:nvGrpSpPr>
        <p:grpSpPr>
          <a:xfrm>
            <a:off x="2378110" y="2339516"/>
            <a:ext cx="798164" cy="761591"/>
            <a:chOff x="1747720" y="3025882"/>
            <a:chExt cx="516189" cy="509731"/>
          </a:xfrm>
          <a:effectLst>
            <a:outerShdw blurRad="50800" dist="38100" dir="2700000" algn="tl" rotWithShape="0">
              <a:prstClr val="black">
                <a:alpha val="40000"/>
              </a:prstClr>
            </a:outerShdw>
          </a:effectLst>
        </p:grpSpPr>
        <p:sp>
          <p:nvSpPr>
            <p:cNvPr id="77" name="Rectangle 76">
              <a:extLst>
                <a:ext uri="{FF2B5EF4-FFF2-40B4-BE49-F238E27FC236}">
                  <a16:creationId xmlns:a16="http://schemas.microsoft.com/office/drawing/2014/main" id="{C7815A20-DE26-4A69-9E35-B9C4DEF01025}"/>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9" name="Rectangle 78">
              <a:extLst>
                <a:ext uri="{FF2B5EF4-FFF2-40B4-BE49-F238E27FC236}">
                  <a16:creationId xmlns:a16="http://schemas.microsoft.com/office/drawing/2014/main" id="{7FFB44F4-DA92-43B9-832D-99767C8B66C1}"/>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0" name="Rectangle 79">
              <a:extLst>
                <a:ext uri="{FF2B5EF4-FFF2-40B4-BE49-F238E27FC236}">
                  <a16:creationId xmlns:a16="http://schemas.microsoft.com/office/drawing/2014/main" id="{97F0A0C0-FA28-4469-9E7E-6ADCF0D0A416}"/>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1" name="Rectangle 80">
              <a:extLst>
                <a:ext uri="{FF2B5EF4-FFF2-40B4-BE49-F238E27FC236}">
                  <a16:creationId xmlns:a16="http://schemas.microsoft.com/office/drawing/2014/main" id="{51FBE1FB-86E4-499D-AC57-E3AC689550E4}"/>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2" name="Group 81">
            <a:extLst>
              <a:ext uri="{FF2B5EF4-FFF2-40B4-BE49-F238E27FC236}">
                <a16:creationId xmlns:a16="http://schemas.microsoft.com/office/drawing/2014/main" id="{2E4F7AA0-6A80-4213-BEE0-E79F50D1039F}"/>
              </a:ext>
            </a:extLst>
          </p:cNvPr>
          <p:cNvGrpSpPr/>
          <p:nvPr/>
        </p:nvGrpSpPr>
        <p:grpSpPr>
          <a:xfrm>
            <a:off x="6573894" y="2235571"/>
            <a:ext cx="807531" cy="758749"/>
            <a:chOff x="2484224" y="2319379"/>
            <a:chExt cx="519556" cy="508319"/>
          </a:xfrm>
          <a:effectLst>
            <a:outerShdw blurRad="50800" dist="38100" dir="2700000" algn="tl" rotWithShape="0">
              <a:prstClr val="black">
                <a:alpha val="40000"/>
              </a:prstClr>
            </a:outerShdw>
          </a:effectLst>
        </p:grpSpPr>
        <p:sp>
          <p:nvSpPr>
            <p:cNvPr id="83" name="Rectangle 82">
              <a:extLst>
                <a:ext uri="{FF2B5EF4-FFF2-40B4-BE49-F238E27FC236}">
                  <a16:creationId xmlns:a16="http://schemas.microsoft.com/office/drawing/2014/main" id="{87A9D2A1-60B4-4F84-B25F-08A6D6430D81}"/>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4" name="Rectangle 83">
              <a:extLst>
                <a:ext uri="{FF2B5EF4-FFF2-40B4-BE49-F238E27FC236}">
                  <a16:creationId xmlns:a16="http://schemas.microsoft.com/office/drawing/2014/main" id="{7EA5C459-453F-4F10-8483-5A07AC47F320}"/>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5" name="Rectangle 84">
              <a:extLst>
                <a:ext uri="{FF2B5EF4-FFF2-40B4-BE49-F238E27FC236}">
                  <a16:creationId xmlns:a16="http://schemas.microsoft.com/office/drawing/2014/main" id="{9FF1082F-72BE-4E4F-A837-F32026851D70}"/>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Rectangle 85">
              <a:extLst>
                <a:ext uri="{FF2B5EF4-FFF2-40B4-BE49-F238E27FC236}">
                  <a16:creationId xmlns:a16="http://schemas.microsoft.com/office/drawing/2014/main" id="{EF90401A-CB18-4ABC-A12F-DB50464118D6}"/>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7" name="Group 86">
            <a:extLst>
              <a:ext uri="{FF2B5EF4-FFF2-40B4-BE49-F238E27FC236}">
                <a16:creationId xmlns:a16="http://schemas.microsoft.com/office/drawing/2014/main" id="{04837AAD-AE66-4C50-AF87-8B4AFD38423A}"/>
              </a:ext>
            </a:extLst>
          </p:cNvPr>
          <p:cNvGrpSpPr/>
          <p:nvPr/>
        </p:nvGrpSpPr>
        <p:grpSpPr>
          <a:xfrm>
            <a:off x="7380763" y="2235571"/>
            <a:ext cx="807531" cy="758749"/>
            <a:chOff x="2484224" y="2319379"/>
            <a:chExt cx="519556" cy="508319"/>
          </a:xfrm>
          <a:effectLst>
            <a:outerShdw blurRad="50800" dist="38100" dir="2700000" algn="tl" rotWithShape="0">
              <a:prstClr val="black">
                <a:alpha val="40000"/>
              </a:prstClr>
            </a:outerShdw>
          </a:effectLst>
        </p:grpSpPr>
        <p:sp>
          <p:nvSpPr>
            <p:cNvPr id="88" name="Rectangle 87">
              <a:extLst>
                <a:ext uri="{FF2B5EF4-FFF2-40B4-BE49-F238E27FC236}">
                  <a16:creationId xmlns:a16="http://schemas.microsoft.com/office/drawing/2014/main" id="{C8539261-BE7A-448D-AD1B-E6BFAC400544}"/>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Rectangle 88">
              <a:extLst>
                <a:ext uri="{FF2B5EF4-FFF2-40B4-BE49-F238E27FC236}">
                  <a16:creationId xmlns:a16="http://schemas.microsoft.com/office/drawing/2014/main" id="{E6E30ECA-FF2C-41CF-82A0-78E629471971}"/>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0" name="Rectangle 89">
              <a:extLst>
                <a:ext uri="{FF2B5EF4-FFF2-40B4-BE49-F238E27FC236}">
                  <a16:creationId xmlns:a16="http://schemas.microsoft.com/office/drawing/2014/main" id="{F1525681-7F7B-423C-9324-0F51ABA1C737}"/>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1" name="Rectangle 90">
              <a:extLst>
                <a:ext uri="{FF2B5EF4-FFF2-40B4-BE49-F238E27FC236}">
                  <a16:creationId xmlns:a16="http://schemas.microsoft.com/office/drawing/2014/main" id="{7444F86A-794B-4C8E-8E79-B61547D42D34}"/>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2" name="Group 91">
            <a:extLst>
              <a:ext uri="{FF2B5EF4-FFF2-40B4-BE49-F238E27FC236}">
                <a16:creationId xmlns:a16="http://schemas.microsoft.com/office/drawing/2014/main" id="{7A3917EE-C086-4CA3-A630-2FF2EF5A0239}"/>
              </a:ext>
            </a:extLst>
          </p:cNvPr>
          <p:cNvGrpSpPr/>
          <p:nvPr/>
        </p:nvGrpSpPr>
        <p:grpSpPr>
          <a:xfrm>
            <a:off x="8185673" y="2235755"/>
            <a:ext cx="807531" cy="758749"/>
            <a:chOff x="2484224" y="2319379"/>
            <a:chExt cx="519556" cy="508319"/>
          </a:xfrm>
          <a:effectLst>
            <a:outerShdw blurRad="50800" dist="38100" dir="2700000" algn="tl" rotWithShape="0">
              <a:prstClr val="black">
                <a:alpha val="40000"/>
              </a:prstClr>
            </a:outerShdw>
          </a:effectLst>
        </p:grpSpPr>
        <p:sp>
          <p:nvSpPr>
            <p:cNvPr id="101" name="Rectangle 100">
              <a:extLst>
                <a:ext uri="{FF2B5EF4-FFF2-40B4-BE49-F238E27FC236}">
                  <a16:creationId xmlns:a16="http://schemas.microsoft.com/office/drawing/2014/main" id="{EB7E36B0-9523-4BED-A42C-FF68DD388A2D}"/>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2" name="Rectangle 101">
              <a:extLst>
                <a:ext uri="{FF2B5EF4-FFF2-40B4-BE49-F238E27FC236}">
                  <a16:creationId xmlns:a16="http://schemas.microsoft.com/office/drawing/2014/main" id="{1E66B4A6-FA31-4EEE-AE9C-E666FB722E4A}"/>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6FEE427E-16F2-4C47-93EB-F067165B64AF}"/>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55FB54FD-F70B-4ACA-82BC-6A2D0C48B128}"/>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1" name="Group 110">
            <a:extLst>
              <a:ext uri="{FF2B5EF4-FFF2-40B4-BE49-F238E27FC236}">
                <a16:creationId xmlns:a16="http://schemas.microsoft.com/office/drawing/2014/main" id="{DC759D0A-EA41-4A8D-84B5-4FE5D88F0316}"/>
              </a:ext>
            </a:extLst>
          </p:cNvPr>
          <p:cNvGrpSpPr/>
          <p:nvPr/>
        </p:nvGrpSpPr>
        <p:grpSpPr>
          <a:xfrm>
            <a:off x="6569914" y="3447311"/>
            <a:ext cx="802298" cy="760856"/>
            <a:chOff x="1747720" y="3025882"/>
            <a:chExt cx="516189" cy="509731"/>
          </a:xfrm>
          <a:effectLst>
            <a:outerShdw blurRad="50800" dist="38100" dir="2700000" algn="tl" rotWithShape="0">
              <a:prstClr val="black">
                <a:alpha val="40000"/>
              </a:prstClr>
            </a:outerShdw>
          </a:effectLst>
        </p:grpSpPr>
        <p:sp>
          <p:nvSpPr>
            <p:cNvPr id="112" name="Rectangle 111">
              <a:extLst>
                <a:ext uri="{FF2B5EF4-FFF2-40B4-BE49-F238E27FC236}">
                  <a16:creationId xmlns:a16="http://schemas.microsoft.com/office/drawing/2014/main" id="{9D61FB4B-D32D-4015-8413-884D59EE5BE9}"/>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3" name="Rectangle 112">
              <a:extLst>
                <a:ext uri="{FF2B5EF4-FFF2-40B4-BE49-F238E27FC236}">
                  <a16:creationId xmlns:a16="http://schemas.microsoft.com/office/drawing/2014/main" id="{E7FC35E9-2701-4385-8822-96F3EF19CEEE}"/>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B3C6E628-DAA4-4EC5-B46D-EFE6D57FECFA}"/>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0734E8B2-4C04-45BE-AEB2-2E10AB4E9899}"/>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6" name="Group 115">
            <a:extLst>
              <a:ext uri="{FF2B5EF4-FFF2-40B4-BE49-F238E27FC236}">
                <a16:creationId xmlns:a16="http://schemas.microsoft.com/office/drawing/2014/main" id="{5EE515A9-5725-48DC-B103-78268F79634D}"/>
              </a:ext>
            </a:extLst>
          </p:cNvPr>
          <p:cNvGrpSpPr/>
          <p:nvPr/>
        </p:nvGrpSpPr>
        <p:grpSpPr>
          <a:xfrm>
            <a:off x="7374223" y="3447334"/>
            <a:ext cx="802298" cy="760856"/>
            <a:chOff x="1747720" y="3025882"/>
            <a:chExt cx="516189" cy="509731"/>
          </a:xfrm>
          <a:effectLst>
            <a:outerShdw blurRad="50800" dist="38100" dir="2700000" algn="tl" rotWithShape="0">
              <a:prstClr val="black">
                <a:alpha val="40000"/>
              </a:prstClr>
            </a:outerShdw>
          </a:effectLst>
        </p:grpSpPr>
        <p:sp>
          <p:nvSpPr>
            <p:cNvPr id="117" name="Rectangle 116">
              <a:extLst>
                <a:ext uri="{FF2B5EF4-FFF2-40B4-BE49-F238E27FC236}">
                  <a16:creationId xmlns:a16="http://schemas.microsoft.com/office/drawing/2014/main" id="{2924C4C0-A05B-453C-9080-31D25E18DC6E}"/>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2B1B05B4-479D-4A8F-B44F-ABA6FA326C71}"/>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9" name="Rectangle 118">
              <a:extLst>
                <a:ext uri="{FF2B5EF4-FFF2-40B4-BE49-F238E27FC236}">
                  <a16:creationId xmlns:a16="http://schemas.microsoft.com/office/drawing/2014/main" id="{4568041C-7602-43CA-9A5C-BF68C32D349C}"/>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0" name="Rectangle 119">
              <a:extLst>
                <a:ext uri="{FF2B5EF4-FFF2-40B4-BE49-F238E27FC236}">
                  <a16:creationId xmlns:a16="http://schemas.microsoft.com/office/drawing/2014/main" id="{57874752-130B-467D-AD15-7C23469A64B0}"/>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1" name="Group 120">
            <a:extLst>
              <a:ext uri="{FF2B5EF4-FFF2-40B4-BE49-F238E27FC236}">
                <a16:creationId xmlns:a16="http://schemas.microsoft.com/office/drawing/2014/main" id="{043AA9E4-63DF-401E-A31E-F3E2AAF748F2}"/>
              </a:ext>
            </a:extLst>
          </p:cNvPr>
          <p:cNvGrpSpPr/>
          <p:nvPr/>
        </p:nvGrpSpPr>
        <p:grpSpPr>
          <a:xfrm>
            <a:off x="8181693" y="3447334"/>
            <a:ext cx="802298" cy="760856"/>
            <a:chOff x="1747720" y="3025882"/>
            <a:chExt cx="516189" cy="509731"/>
          </a:xfrm>
          <a:effectLst>
            <a:outerShdw blurRad="50800" dist="38100" dir="2700000" algn="tl" rotWithShape="0">
              <a:prstClr val="black">
                <a:alpha val="40000"/>
              </a:prstClr>
            </a:outerShdw>
          </a:effectLst>
        </p:grpSpPr>
        <p:sp>
          <p:nvSpPr>
            <p:cNvPr id="122" name="Rectangle 121">
              <a:extLst>
                <a:ext uri="{FF2B5EF4-FFF2-40B4-BE49-F238E27FC236}">
                  <a16:creationId xmlns:a16="http://schemas.microsoft.com/office/drawing/2014/main" id="{188141A2-5CC6-4273-84AB-50F9A992A7D1}"/>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3" name="Rectangle 122">
              <a:extLst>
                <a:ext uri="{FF2B5EF4-FFF2-40B4-BE49-F238E27FC236}">
                  <a16:creationId xmlns:a16="http://schemas.microsoft.com/office/drawing/2014/main" id="{AA20349B-8696-45F9-8198-80CD50100283}"/>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3B99F54B-404B-4BF8-B013-373FCFD0FFE7}"/>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FF183522-3839-44C6-BA1F-89AFAA023939}"/>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413119908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C6AFCEE0-E893-4734-B7C1-538305984A19}"/>
              </a:ext>
            </a:extLst>
          </p:cNvPr>
          <p:cNvSpPr txBox="1"/>
          <p:nvPr/>
        </p:nvSpPr>
        <p:spPr>
          <a:xfrm>
            <a:off x="0" y="373996"/>
            <a:ext cx="12191999" cy="646331"/>
          </a:xfrm>
          <a:prstGeom prst="rect">
            <a:avLst/>
          </a:prstGeom>
          <a:noFill/>
        </p:spPr>
        <p:txBody>
          <a:bodyPr wrap="square" rtlCol="0">
            <a:spAutoFit/>
          </a:bodyPr>
          <a:lstStyle/>
          <a:p>
            <a:pPr algn="ctr"/>
            <a:r>
              <a:rPr lang="en-US" sz="3600" dirty="0">
                <a:solidFill>
                  <a:schemeClr val="bg1"/>
                </a:solidFill>
              </a:rPr>
              <a:t>High Temperature</a:t>
            </a:r>
            <a:endParaRPr lang="en-US" sz="1600" dirty="0">
              <a:solidFill>
                <a:schemeClr val="bg1"/>
              </a:solidFill>
            </a:endParaRPr>
          </a:p>
        </p:txBody>
      </p:sp>
      <p:grpSp>
        <p:nvGrpSpPr>
          <p:cNvPr id="69" name="Group 68">
            <a:extLst>
              <a:ext uri="{FF2B5EF4-FFF2-40B4-BE49-F238E27FC236}">
                <a16:creationId xmlns:a16="http://schemas.microsoft.com/office/drawing/2014/main" id="{C0D1FCE9-62FE-4883-8216-35A66857014C}"/>
              </a:ext>
            </a:extLst>
          </p:cNvPr>
          <p:cNvGrpSpPr/>
          <p:nvPr/>
        </p:nvGrpSpPr>
        <p:grpSpPr>
          <a:xfrm>
            <a:off x="3894351" y="2265506"/>
            <a:ext cx="556159" cy="2177575"/>
            <a:chOff x="2783837" y="4446481"/>
            <a:chExt cx="255929" cy="934122"/>
          </a:xfrm>
        </p:grpSpPr>
        <p:sp>
          <p:nvSpPr>
            <p:cNvPr id="70" name="Rectangle 69">
              <a:extLst>
                <a:ext uri="{FF2B5EF4-FFF2-40B4-BE49-F238E27FC236}">
                  <a16:creationId xmlns:a16="http://schemas.microsoft.com/office/drawing/2014/main" id="{91F40B8A-DDAC-400D-9517-E41A5FE87B2F}"/>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FA9B842C-D216-4C8E-A005-563304D4A193}"/>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Rounded Corners 71">
              <a:extLst>
                <a:ext uri="{FF2B5EF4-FFF2-40B4-BE49-F238E27FC236}">
                  <a16:creationId xmlns:a16="http://schemas.microsoft.com/office/drawing/2014/main" id="{05672F71-A341-4330-BEF3-C1AA00D1B597}"/>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74E14DB-FBC6-4BDC-AD3A-B210EE3C98E6}"/>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B59C3BE8-94BC-4B41-8226-C9B3ABEE032F}"/>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D273894A-9008-4B0C-AB3A-F78C684E0994}"/>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F0572AC2-6C67-4120-BA5D-0A2C396A37C9}"/>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7" name="TextBox 76">
            <a:extLst>
              <a:ext uri="{FF2B5EF4-FFF2-40B4-BE49-F238E27FC236}">
                <a16:creationId xmlns:a16="http://schemas.microsoft.com/office/drawing/2014/main" id="{5F5BF010-0EBC-4529-8C34-84EAC853E8D0}"/>
              </a:ext>
            </a:extLst>
          </p:cNvPr>
          <p:cNvSpPr txBox="1"/>
          <p:nvPr/>
        </p:nvSpPr>
        <p:spPr>
          <a:xfrm>
            <a:off x="4323467" y="2264863"/>
            <a:ext cx="328936" cy="523220"/>
          </a:xfrm>
          <a:prstGeom prst="rect">
            <a:avLst/>
          </a:prstGeom>
          <a:noFill/>
        </p:spPr>
        <p:txBody>
          <a:bodyPr wrap="none" rtlCol="0">
            <a:spAutoFit/>
          </a:bodyPr>
          <a:lstStyle/>
          <a:p>
            <a:r>
              <a:rPr lang="el-GR" sz="2800" dirty="0">
                <a:solidFill>
                  <a:schemeClr val="bg1"/>
                </a:solidFill>
              </a:rPr>
              <a:t>τ</a:t>
            </a:r>
            <a:endParaRPr lang="en-US" sz="2800" dirty="0">
              <a:solidFill>
                <a:schemeClr val="bg1"/>
              </a:solidFill>
            </a:endParaRPr>
          </a:p>
        </p:txBody>
      </p:sp>
      <p:sp>
        <p:nvSpPr>
          <p:cNvPr id="79" name="TextBox 78">
            <a:extLst>
              <a:ext uri="{FF2B5EF4-FFF2-40B4-BE49-F238E27FC236}">
                <a16:creationId xmlns:a16="http://schemas.microsoft.com/office/drawing/2014/main" id="{BD719419-C24F-495D-B3E7-31CA6AA1E2C7}"/>
              </a:ext>
            </a:extLst>
          </p:cNvPr>
          <p:cNvSpPr txBox="1"/>
          <p:nvPr/>
        </p:nvSpPr>
        <p:spPr>
          <a:xfrm>
            <a:off x="1036718" y="3354294"/>
            <a:ext cx="1576072" cy="1261884"/>
          </a:xfrm>
          <a:prstGeom prst="rect">
            <a:avLst/>
          </a:prstGeom>
          <a:noFill/>
        </p:spPr>
        <p:txBody>
          <a:bodyPr wrap="none" rtlCol="0">
            <a:spAutoFit/>
          </a:bodyPr>
          <a:lstStyle/>
          <a:p>
            <a:r>
              <a:rPr lang="en-US" dirty="0">
                <a:solidFill>
                  <a:schemeClr val="bg1"/>
                </a:solidFill>
              </a:rPr>
              <a:t>Glue Function:</a:t>
            </a:r>
          </a:p>
          <a:p>
            <a:r>
              <a:rPr lang="en-US" dirty="0">
                <a:solidFill>
                  <a:schemeClr val="bg1"/>
                </a:solidFill>
              </a:rPr>
              <a:t>Str(</a:t>
            </a:r>
            <a:r>
              <a:rPr lang="en-US" dirty="0">
                <a:solidFill>
                  <a:srgbClr val="7030A0"/>
                </a:solidFill>
              </a:rPr>
              <a:t>P</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15AAB"/>
                </a:solidFill>
              </a:rPr>
              <a:t>B</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0B050"/>
                </a:solidFill>
              </a:rPr>
              <a:t>G</a:t>
            </a:r>
            <a:r>
              <a:rPr lang="en-US" dirty="0">
                <a:solidFill>
                  <a:schemeClr val="bg1"/>
                </a:solidFill>
              </a:rPr>
              <a:t>) = 1</a:t>
            </a:r>
          </a:p>
        </p:txBody>
      </p:sp>
      <p:sp>
        <p:nvSpPr>
          <p:cNvPr id="80" name="TextBox 79">
            <a:extLst>
              <a:ext uri="{FF2B5EF4-FFF2-40B4-BE49-F238E27FC236}">
                <a16:creationId xmlns:a16="http://schemas.microsoft.com/office/drawing/2014/main" id="{23429ED7-CB18-46A6-8192-FAB74259120F}"/>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81" name="Rectangle 80">
            <a:extLst>
              <a:ext uri="{FF2B5EF4-FFF2-40B4-BE49-F238E27FC236}">
                <a16:creationId xmlns:a16="http://schemas.microsoft.com/office/drawing/2014/main" id="{3DC6CC8B-6E93-4818-83E6-EA29C3F2E6CC}"/>
              </a:ext>
            </a:extLst>
          </p:cNvPr>
          <p:cNvSpPr/>
          <p:nvPr/>
        </p:nvSpPr>
        <p:spPr>
          <a:xfrm>
            <a:off x="1112001" y="2182826"/>
            <a:ext cx="2240800" cy="10747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2" name="TextBox 81">
            <a:extLst>
              <a:ext uri="{FF2B5EF4-FFF2-40B4-BE49-F238E27FC236}">
                <a16:creationId xmlns:a16="http://schemas.microsoft.com/office/drawing/2014/main" id="{50BEA81C-851F-4367-B786-12B29E660333}"/>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83" name="Group 82">
            <a:extLst>
              <a:ext uri="{FF2B5EF4-FFF2-40B4-BE49-F238E27FC236}">
                <a16:creationId xmlns:a16="http://schemas.microsoft.com/office/drawing/2014/main" id="{12A6FBC3-A499-4D7F-9A6E-D92BFB6C3AF7}"/>
              </a:ext>
            </a:extLst>
          </p:cNvPr>
          <p:cNvGrpSpPr/>
          <p:nvPr/>
        </p:nvGrpSpPr>
        <p:grpSpPr>
          <a:xfrm>
            <a:off x="1227433" y="2318980"/>
            <a:ext cx="798162" cy="787400"/>
            <a:chOff x="2484224" y="2319379"/>
            <a:chExt cx="519556" cy="508319"/>
          </a:xfrm>
          <a:effectLst>
            <a:outerShdw blurRad="50800" dist="38100" dir="2700000" algn="tl" rotWithShape="0">
              <a:prstClr val="black">
                <a:alpha val="40000"/>
              </a:prstClr>
            </a:outerShdw>
          </a:effectLst>
        </p:grpSpPr>
        <p:sp>
          <p:nvSpPr>
            <p:cNvPr id="84" name="Rectangle 83">
              <a:extLst>
                <a:ext uri="{FF2B5EF4-FFF2-40B4-BE49-F238E27FC236}">
                  <a16:creationId xmlns:a16="http://schemas.microsoft.com/office/drawing/2014/main" id="{1F1D71F7-51A1-41D9-B79A-38965BF48D07}"/>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5" name="Rectangle 84">
              <a:extLst>
                <a:ext uri="{FF2B5EF4-FFF2-40B4-BE49-F238E27FC236}">
                  <a16:creationId xmlns:a16="http://schemas.microsoft.com/office/drawing/2014/main" id="{03675B1A-CF5F-4BB9-B650-F22470492CC1}"/>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Rectangle 85">
              <a:extLst>
                <a:ext uri="{FF2B5EF4-FFF2-40B4-BE49-F238E27FC236}">
                  <a16:creationId xmlns:a16="http://schemas.microsoft.com/office/drawing/2014/main" id="{54327092-1D0E-4E24-A53B-F2797B54320B}"/>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7" name="Rectangle 86">
              <a:extLst>
                <a:ext uri="{FF2B5EF4-FFF2-40B4-BE49-F238E27FC236}">
                  <a16:creationId xmlns:a16="http://schemas.microsoft.com/office/drawing/2014/main" id="{28CF6694-F413-420F-8236-A6ECBE55AA4C}"/>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8" name="Group 87">
            <a:extLst>
              <a:ext uri="{FF2B5EF4-FFF2-40B4-BE49-F238E27FC236}">
                <a16:creationId xmlns:a16="http://schemas.microsoft.com/office/drawing/2014/main" id="{B5289828-EEB9-451D-85B9-F43B8B78E7CB}"/>
              </a:ext>
            </a:extLst>
          </p:cNvPr>
          <p:cNvGrpSpPr/>
          <p:nvPr/>
        </p:nvGrpSpPr>
        <p:grpSpPr>
          <a:xfrm>
            <a:off x="2378110" y="2339516"/>
            <a:ext cx="798164" cy="761591"/>
            <a:chOff x="1747720" y="3025882"/>
            <a:chExt cx="516189" cy="509731"/>
          </a:xfrm>
          <a:effectLst>
            <a:outerShdw blurRad="50800" dist="38100" dir="2700000" algn="tl" rotWithShape="0">
              <a:prstClr val="black">
                <a:alpha val="40000"/>
              </a:prstClr>
            </a:outerShdw>
          </a:effectLst>
        </p:grpSpPr>
        <p:sp>
          <p:nvSpPr>
            <p:cNvPr id="89" name="Rectangle 88">
              <a:extLst>
                <a:ext uri="{FF2B5EF4-FFF2-40B4-BE49-F238E27FC236}">
                  <a16:creationId xmlns:a16="http://schemas.microsoft.com/office/drawing/2014/main" id="{72899AFB-349C-4539-9E50-7F36CFA18E70}"/>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0" name="Rectangle 89">
              <a:extLst>
                <a:ext uri="{FF2B5EF4-FFF2-40B4-BE49-F238E27FC236}">
                  <a16:creationId xmlns:a16="http://schemas.microsoft.com/office/drawing/2014/main" id="{38F3D288-DCE2-4DBE-A317-928E55E5B7CE}"/>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1" name="Rectangle 90">
              <a:extLst>
                <a:ext uri="{FF2B5EF4-FFF2-40B4-BE49-F238E27FC236}">
                  <a16:creationId xmlns:a16="http://schemas.microsoft.com/office/drawing/2014/main" id="{4E42B606-D663-4262-B7B7-FFC46EA4651E}"/>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2" name="Rectangle 91">
              <a:extLst>
                <a:ext uri="{FF2B5EF4-FFF2-40B4-BE49-F238E27FC236}">
                  <a16:creationId xmlns:a16="http://schemas.microsoft.com/office/drawing/2014/main" id="{A425C4C8-4B27-4249-80CF-FCD3B5A0E835}"/>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05634D17-C2E4-4EA3-85D5-2A5970014613}"/>
              </a:ext>
            </a:extLst>
          </p:cNvPr>
          <p:cNvGrpSpPr/>
          <p:nvPr/>
        </p:nvGrpSpPr>
        <p:grpSpPr>
          <a:xfrm>
            <a:off x="6573894" y="2235571"/>
            <a:ext cx="807531" cy="758749"/>
            <a:chOff x="2484224" y="2319379"/>
            <a:chExt cx="519556" cy="508319"/>
          </a:xfrm>
          <a:effectLst>
            <a:outerShdw blurRad="50800" dist="38100" dir="2700000" algn="tl" rotWithShape="0">
              <a:prstClr val="black">
                <a:alpha val="40000"/>
              </a:prstClr>
            </a:outerShdw>
          </a:effectLst>
        </p:grpSpPr>
        <p:sp>
          <p:nvSpPr>
            <p:cNvPr id="102" name="Rectangle 101">
              <a:extLst>
                <a:ext uri="{FF2B5EF4-FFF2-40B4-BE49-F238E27FC236}">
                  <a16:creationId xmlns:a16="http://schemas.microsoft.com/office/drawing/2014/main" id="{FD56DF8F-1796-47C7-8D2D-B84FEB3BD0F0}"/>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F4BD6217-91CD-4DBB-A100-755B18DB4686}"/>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FFB01484-9F5F-417C-A7A2-BEB0C485A0BC}"/>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94386BB7-C6D9-484E-8E25-311B7D9D7BCD}"/>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6" name="Group 105">
            <a:extLst>
              <a:ext uri="{FF2B5EF4-FFF2-40B4-BE49-F238E27FC236}">
                <a16:creationId xmlns:a16="http://schemas.microsoft.com/office/drawing/2014/main" id="{D59ACADF-5098-4F33-B070-CBA78775C15D}"/>
              </a:ext>
            </a:extLst>
          </p:cNvPr>
          <p:cNvGrpSpPr/>
          <p:nvPr/>
        </p:nvGrpSpPr>
        <p:grpSpPr>
          <a:xfrm>
            <a:off x="7380763" y="2235571"/>
            <a:ext cx="807531" cy="758749"/>
            <a:chOff x="2484224" y="2319379"/>
            <a:chExt cx="519556" cy="508319"/>
          </a:xfrm>
          <a:effectLst>
            <a:outerShdw blurRad="50800" dist="38100" dir="2700000" algn="tl" rotWithShape="0">
              <a:prstClr val="black">
                <a:alpha val="40000"/>
              </a:prstClr>
            </a:outerShdw>
          </a:effectLst>
        </p:grpSpPr>
        <p:sp>
          <p:nvSpPr>
            <p:cNvPr id="107" name="Rectangle 106">
              <a:extLst>
                <a:ext uri="{FF2B5EF4-FFF2-40B4-BE49-F238E27FC236}">
                  <a16:creationId xmlns:a16="http://schemas.microsoft.com/office/drawing/2014/main" id="{A7555507-2C20-4E39-9E22-C898FBA58585}"/>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8" name="Rectangle 107">
              <a:extLst>
                <a:ext uri="{FF2B5EF4-FFF2-40B4-BE49-F238E27FC236}">
                  <a16:creationId xmlns:a16="http://schemas.microsoft.com/office/drawing/2014/main" id="{0F2F33C4-1812-492B-9D5F-E26F282A7DB3}"/>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4153BD90-BA62-4082-AAFB-9095B7BF5DA3}"/>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91E2EBF6-F436-4248-B98C-74F02059FAD3}"/>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1" name="Group 110">
            <a:extLst>
              <a:ext uri="{FF2B5EF4-FFF2-40B4-BE49-F238E27FC236}">
                <a16:creationId xmlns:a16="http://schemas.microsoft.com/office/drawing/2014/main" id="{8627B9C5-F13F-4380-9104-85F3DF5EEDBE}"/>
              </a:ext>
            </a:extLst>
          </p:cNvPr>
          <p:cNvGrpSpPr/>
          <p:nvPr/>
        </p:nvGrpSpPr>
        <p:grpSpPr>
          <a:xfrm>
            <a:off x="8185673" y="2235755"/>
            <a:ext cx="807531" cy="758749"/>
            <a:chOff x="2484224" y="2319379"/>
            <a:chExt cx="519556" cy="508319"/>
          </a:xfrm>
          <a:effectLst>
            <a:outerShdw blurRad="50800" dist="38100" dir="2700000" algn="tl" rotWithShape="0">
              <a:prstClr val="black">
                <a:alpha val="40000"/>
              </a:prstClr>
            </a:outerShdw>
          </a:effectLst>
        </p:grpSpPr>
        <p:sp>
          <p:nvSpPr>
            <p:cNvPr id="112" name="Rectangle 111">
              <a:extLst>
                <a:ext uri="{FF2B5EF4-FFF2-40B4-BE49-F238E27FC236}">
                  <a16:creationId xmlns:a16="http://schemas.microsoft.com/office/drawing/2014/main" id="{F794D73C-CA17-4491-9D08-349109254A36}"/>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3" name="Rectangle 112">
              <a:extLst>
                <a:ext uri="{FF2B5EF4-FFF2-40B4-BE49-F238E27FC236}">
                  <a16:creationId xmlns:a16="http://schemas.microsoft.com/office/drawing/2014/main" id="{01180AE4-C4BE-4C22-8092-243100A531B9}"/>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0A7D2D4E-A71B-427F-A83C-C4C79A7B1CE3}"/>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5" name="Rectangle 114">
              <a:extLst>
                <a:ext uri="{FF2B5EF4-FFF2-40B4-BE49-F238E27FC236}">
                  <a16:creationId xmlns:a16="http://schemas.microsoft.com/office/drawing/2014/main" id="{F27ACF63-BC83-4DE9-8229-DBBF961A9444}"/>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6" name="Group 115">
            <a:extLst>
              <a:ext uri="{FF2B5EF4-FFF2-40B4-BE49-F238E27FC236}">
                <a16:creationId xmlns:a16="http://schemas.microsoft.com/office/drawing/2014/main" id="{E5BA3C95-251C-4591-B598-33CA7D4C6884}"/>
              </a:ext>
            </a:extLst>
          </p:cNvPr>
          <p:cNvGrpSpPr/>
          <p:nvPr/>
        </p:nvGrpSpPr>
        <p:grpSpPr>
          <a:xfrm>
            <a:off x="9796914" y="2235571"/>
            <a:ext cx="807531" cy="758749"/>
            <a:chOff x="2484224" y="2319379"/>
            <a:chExt cx="519556" cy="508319"/>
          </a:xfrm>
          <a:effectLst>
            <a:outerShdw blurRad="50800" dist="38100" dir="2700000" algn="tl" rotWithShape="0">
              <a:prstClr val="black">
                <a:alpha val="40000"/>
              </a:prstClr>
            </a:outerShdw>
          </a:effectLst>
        </p:grpSpPr>
        <p:sp>
          <p:nvSpPr>
            <p:cNvPr id="117" name="Rectangle 116">
              <a:extLst>
                <a:ext uri="{FF2B5EF4-FFF2-40B4-BE49-F238E27FC236}">
                  <a16:creationId xmlns:a16="http://schemas.microsoft.com/office/drawing/2014/main" id="{0528CA84-0C6A-432E-89E3-4CF45CC79E59}"/>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9E869212-22B2-4F7E-B8A2-C52E58BD15DF}"/>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9" name="Rectangle 118">
              <a:extLst>
                <a:ext uri="{FF2B5EF4-FFF2-40B4-BE49-F238E27FC236}">
                  <a16:creationId xmlns:a16="http://schemas.microsoft.com/office/drawing/2014/main" id="{A492F9E2-9A1B-405D-BB51-AC4B65DC1470}"/>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0" name="Rectangle 119">
              <a:extLst>
                <a:ext uri="{FF2B5EF4-FFF2-40B4-BE49-F238E27FC236}">
                  <a16:creationId xmlns:a16="http://schemas.microsoft.com/office/drawing/2014/main" id="{5F8CCC51-C5D5-4102-846F-7FD9ABB06320}"/>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21" name="TextBox 120">
            <a:extLst>
              <a:ext uri="{FF2B5EF4-FFF2-40B4-BE49-F238E27FC236}">
                <a16:creationId xmlns:a16="http://schemas.microsoft.com/office/drawing/2014/main" id="{D1685C0E-2D68-4332-8F3D-A1637CE32B1C}"/>
              </a:ext>
            </a:extLst>
          </p:cNvPr>
          <p:cNvSpPr txBox="1"/>
          <p:nvPr/>
        </p:nvSpPr>
        <p:spPr>
          <a:xfrm>
            <a:off x="9162404" y="2382310"/>
            <a:ext cx="735490" cy="551288"/>
          </a:xfrm>
          <a:prstGeom prst="rect">
            <a:avLst/>
          </a:prstGeom>
          <a:noFill/>
        </p:spPr>
        <p:txBody>
          <a:bodyPr wrap="square" rtlCol="0">
            <a:spAutoFit/>
          </a:bodyPr>
          <a:lstStyle/>
          <a:p>
            <a:r>
              <a:rPr lang="en-US" dirty="0">
                <a:solidFill>
                  <a:schemeClr val="bg1"/>
                </a:solidFill>
              </a:rPr>
              <a:t>. . .</a:t>
            </a:r>
          </a:p>
        </p:txBody>
      </p:sp>
      <p:grpSp>
        <p:nvGrpSpPr>
          <p:cNvPr id="122" name="Group 121">
            <a:extLst>
              <a:ext uri="{FF2B5EF4-FFF2-40B4-BE49-F238E27FC236}">
                <a16:creationId xmlns:a16="http://schemas.microsoft.com/office/drawing/2014/main" id="{2A167D0F-948D-4810-BB98-39B28AEA9676}"/>
              </a:ext>
            </a:extLst>
          </p:cNvPr>
          <p:cNvGrpSpPr/>
          <p:nvPr/>
        </p:nvGrpSpPr>
        <p:grpSpPr>
          <a:xfrm>
            <a:off x="6569914" y="3447311"/>
            <a:ext cx="802298" cy="760856"/>
            <a:chOff x="1747720" y="3025882"/>
            <a:chExt cx="516189" cy="509731"/>
          </a:xfrm>
          <a:effectLst>
            <a:outerShdw blurRad="50800" dist="38100" dir="2700000" algn="tl" rotWithShape="0">
              <a:prstClr val="black">
                <a:alpha val="40000"/>
              </a:prstClr>
            </a:outerShdw>
          </a:effectLst>
        </p:grpSpPr>
        <p:sp>
          <p:nvSpPr>
            <p:cNvPr id="123" name="Rectangle 122">
              <a:extLst>
                <a:ext uri="{FF2B5EF4-FFF2-40B4-BE49-F238E27FC236}">
                  <a16:creationId xmlns:a16="http://schemas.microsoft.com/office/drawing/2014/main" id="{9E61BD87-3047-4C45-A937-C40D95969C47}"/>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1DCC450E-03A3-403A-ACF2-5EF1E95084C9}"/>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8195296E-CE7A-46F8-AC3E-7C7E6BAB7EAE}"/>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6E248A2F-249C-4143-A77D-6632E3D826FF}"/>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7" name="Group 126">
            <a:extLst>
              <a:ext uri="{FF2B5EF4-FFF2-40B4-BE49-F238E27FC236}">
                <a16:creationId xmlns:a16="http://schemas.microsoft.com/office/drawing/2014/main" id="{241E1EA5-EFD1-4F79-A430-E5E0E1804877}"/>
              </a:ext>
            </a:extLst>
          </p:cNvPr>
          <p:cNvGrpSpPr/>
          <p:nvPr/>
        </p:nvGrpSpPr>
        <p:grpSpPr>
          <a:xfrm>
            <a:off x="7374223" y="3447334"/>
            <a:ext cx="802298" cy="760856"/>
            <a:chOff x="1747720" y="3025882"/>
            <a:chExt cx="516189" cy="509731"/>
          </a:xfrm>
          <a:effectLst>
            <a:outerShdw blurRad="50800" dist="38100" dir="2700000" algn="tl" rotWithShape="0">
              <a:prstClr val="black">
                <a:alpha val="40000"/>
              </a:prstClr>
            </a:outerShdw>
          </a:effectLst>
        </p:grpSpPr>
        <p:sp>
          <p:nvSpPr>
            <p:cNvPr id="128" name="Rectangle 127">
              <a:extLst>
                <a:ext uri="{FF2B5EF4-FFF2-40B4-BE49-F238E27FC236}">
                  <a16:creationId xmlns:a16="http://schemas.microsoft.com/office/drawing/2014/main" id="{43B8423E-5CBE-49AB-9F5D-D6F8C6973D8B}"/>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9" name="Rectangle 128">
              <a:extLst>
                <a:ext uri="{FF2B5EF4-FFF2-40B4-BE49-F238E27FC236}">
                  <a16:creationId xmlns:a16="http://schemas.microsoft.com/office/drawing/2014/main" id="{B02FBFBD-90DB-44CB-A252-2CF1EC6D2B43}"/>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0" name="Rectangle 129">
              <a:extLst>
                <a:ext uri="{FF2B5EF4-FFF2-40B4-BE49-F238E27FC236}">
                  <a16:creationId xmlns:a16="http://schemas.microsoft.com/office/drawing/2014/main" id="{9BCD49DE-4634-4E23-B5BE-A24B3167B038}"/>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Rectangle 130">
              <a:extLst>
                <a:ext uri="{FF2B5EF4-FFF2-40B4-BE49-F238E27FC236}">
                  <a16:creationId xmlns:a16="http://schemas.microsoft.com/office/drawing/2014/main" id="{92D53D98-31F4-4FDE-A424-09BD10014E84}"/>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2" name="Group 131">
            <a:extLst>
              <a:ext uri="{FF2B5EF4-FFF2-40B4-BE49-F238E27FC236}">
                <a16:creationId xmlns:a16="http://schemas.microsoft.com/office/drawing/2014/main" id="{F0FB60B0-1722-491C-9F10-C666AE3E259A}"/>
              </a:ext>
            </a:extLst>
          </p:cNvPr>
          <p:cNvGrpSpPr/>
          <p:nvPr/>
        </p:nvGrpSpPr>
        <p:grpSpPr>
          <a:xfrm>
            <a:off x="8181693" y="3447334"/>
            <a:ext cx="802298" cy="760856"/>
            <a:chOff x="1747720" y="3025882"/>
            <a:chExt cx="516189" cy="509731"/>
          </a:xfrm>
          <a:effectLst>
            <a:outerShdw blurRad="50800" dist="38100" dir="2700000" algn="tl" rotWithShape="0">
              <a:prstClr val="black">
                <a:alpha val="40000"/>
              </a:prstClr>
            </a:outerShdw>
          </a:effectLst>
        </p:grpSpPr>
        <p:sp>
          <p:nvSpPr>
            <p:cNvPr id="133" name="Rectangle 132">
              <a:extLst>
                <a:ext uri="{FF2B5EF4-FFF2-40B4-BE49-F238E27FC236}">
                  <a16:creationId xmlns:a16="http://schemas.microsoft.com/office/drawing/2014/main" id="{D375D6BC-10C3-4F37-88DB-7E768D2F2553}"/>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7" name="Rectangle 136">
              <a:extLst>
                <a:ext uri="{FF2B5EF4-FFF2-40B4-BE49-F238E27FC236}">
                  <a16:creationId xmlns:a16="http://schemas.microsoft.com/office/drawing/2014/main" id="{60BD4C49-0B20-420A-B823-6FCB919F9D02}"/>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6160B300-24B4-4D86-96AA-E23D7F5C90BA}"/>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4" name="Rectangle 143">
              <a:extLst>
                <a:ext uri="{FF2B5EF4-FFF2-40B4-BE49-F238E27FC236}">
                  <a16:creationId xmlns:a16="http://schemas.microsoft.com/office/drawing/2014/main" id="{ABE4C078-AD7F-4F94-BF2B-485CEF8D4462}"/>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66" name="Group 165">
            <a:extLst>
              <a:ext uri="{FF2B5EF4-FFF2-40B4-BE49-F238E27FC236}">
                <a16:creationId xmlns:a16="http://schemas.microsoft.com/office/drawing/2014/main" id="{E88C3085-B103-41EA-A5D5-811B1685B893}"/>
              </a:ext>
            </a:extLst>
          </p:cNvPr>
          <p:cNvGrpSpPr/>
          <p:nvPr/>
        </p:nvGrpSpPr>
        <p:grpSpPr>
          <a:xfrm>
            <a:off x="9789021" y="3447931"/>
            <a:ext cx="802298" cy="760856"/>
            <a:chOff x="1747720" y="3025882"/>
            <a:chExt cx="516189" cy="509731"/>
          </a:xfrm>
          <a:effectLst>
            <a:outerShdw blurRad="50800" dist="38100" dir="2700000" algn="tl" rotWithShape="0">
              <a:prstClr val="black">
                <a:alpha val="40000"/>
              </a:prstClr>
            </a:outerShdw>
          </a:effectLst>
        </p:grpSpPr>
        <p:sp>
          <p:nvSpPr>
            <p:cNvPr id="167" name="Rectangle 166">
              <a:extLst>
                <a:ext uri="{FF2B5EF4-FFF2-40B4-BE49-F238E27FC236}">
                  <a16:creationId xmlns:a16="http://schemas.microsoft.com/office/drawing/2014/main" id="{1B31458B-6337-405B-8416-6BC4B6572532}"/>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0401051C-23B1-4997-8480-CCC5FD83CDCD}"/>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FB75F4EB-E209-4908-98DD-84A160DD2109}"/>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8ACAA104-F224-45D3-8F47-B45940FF54BA}"/>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71" name="TextBox 170">
            <a:extLst>
              <a:ext uri="{FF2B5EF4-FFF2-40B4-BE49-F238E27FC236}">
                <a16:creationId xmlns:a16="http://schemas.microsoft.com/office/drawing/2014/main" id="{B8E4CA80-D5A6-4772-8A21-1D5A0959971F}"/>
              </a:ext>
            </a:extLst>
          </p:cNvPr>
          <p:cNvSpPr txBox="1"/>
          <p:nvPr/>
        </p:nvSpPr>
        <p:spPr>
          <a:xfrm>
            <a:off x="9177498" y="3600955"/>
            <a:ext cx="473206" cy="369332"/>
          </a:xfrm>
          <a:prstGeom prst="rect">
            <a:avLst/>
          </a:prstGeom>
          <a:noFill/>
        </p:spPr>
        <p:txBody>
          <a:bodyPr wrap="none" rtlCol="0">
            <a:spAutoFit/>
          </a:bodyPr>
          <a:lstStyle/>
          <a:p>
            <a:r>
              <a:rPr lang="en-US" dirty="0">
                <a:solidFill>
                  <a:schemeClr val="bg1"/>
                </a:solidFill>
              </a:rPr>
              <a:t>. . .</a:t>
            </a:r>
          </a:p>
        </p:txBody>
      </p:sp>
    </p:spTree>
    <p:extLst>
      <p:ext uri="{BB962C8B-B14F-4D97-AF65-F5344CB8AC3E}">
        <p14:creationId xmlns:p14="http://schemas.microsoft.com/office/powerpoint/2010/main" val="197348237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1">
            <a:extLst>
              <a:ext uri="{FF2B5EF4-FFF2-40B4-BE49-F238E27FC236}">
                <a16:creationId xmlns:a16="http://schemas.microsoft.com/office/drawing/2014/main" id="{5EADABD2-5B40-48FC-AE84-5F6B32FECF0C}"/>
              </a:ext>
            </a:extLst>
          </p:cNvPr>
          <p:cNvSpPr txBox="1"/>
          <p:nvPr/>
        </p:nvSpPr>
        <p:spPr>
          <a:xfrm>
            <a:off x="0" y="373996"/>
            <a:ext cx="12191999" cy="646331"/>
          </a:xfrm>
          <a:prstGeom prst="rect">
            <a:avLst/>
          </a:prstGeom>
          <a:noFill/>
        </p:spPr>
        <p:txBody>
          <a:bodyPr wrap="square" rtlCol="0">
            <a:spAutoFit/>
          </a:bodyPr>
          <a:lstStyle/>
          <a:p>
            <a:pPr algn="ctr"/>
            <a:r>
              <a:rPr lang="en-US" sz="3600" dirty="0">
                <a:solidFill>
                  <a:schemeClr val="bg1"/>
                </a:solidFill>
              </a:rPr>
              <a:t>High Temperature</a:t>
            </a:r>
            <a:endParaRPr lang="en-US" sz="1600" dirty="0">
              <a:solidFill>
                <a:schemeClr val="bg1"/>
              </a:solidFill>
            </a:endParaRPr>
          </a:p>
        </p:txBody>
      </p:sp>
      <p:grpSp>
        <p:nvGrpSpPr>
          <p:cNvPr id="73" name="Group 72">
            <a:extLst>
              <a:ext uri="{FF2B5EF4-FFF2-40B4-BE49-F238E27FC236}">
                <a16:creationId xmlns:a16="http://schemas.microsoft.com/office/drawing/2014/main" id="{89E34D02-1764-4A45-9F2E-F6FA6610A28D}"/>
              </a:ext>
            </a:extLst>
          </p:cNvPr>
          <p:cNvGrpSpPr/>
          <p:nvPr/>
        </p:nvGrpSpPr>
        <p:grpSpPr>
          <a:xfrm>
            <a:off x="3894351" y="2265506"/>
            <a:ext cx="556159" cy="2177575"/>
            <a:chOff x="2783837" y="4446481"/>
            <a:chExt cx="255929" cy="934122"/>
          </a:xfrm>
        </p:grpSpPr>
        <p:sp>
          <p:nvSpPr>
            <p:cNvPr id="74" name="Rectangle 73">
              <a:extLst>
                <a:ext uri="{FF2B5EF4-FFF2-40B4-BE49-F238E27FC236}">
                  <a16:creationId xmlns:a16="http://schemas.microsoft.com/office/drawing/2014/main" id="{C77F0B9B-F9B9-41C4-B72F-8EE4001BEC7C}"/>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A225F891-88E7-4BFA-9F4E-7E6DEE962ADD}"/>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Rounded Corners 75">
              <a:extLst>
                <a:ext uri="{FF2B5EF4-FFF2-40B4-BE49-F238E27FC236}">
                  <a16:creationId xmlns:a16="http://schemas.microsoft.com/office/drawing/2014/main" id="{EF4DA900-8E2B-4CD9-9E00-62C55EEC93CC}"/>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7C868B21-441B-4F2E-B9A4-673BA19F77C5}"/>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3E5D2B2D-65E2-4BD1-8EE5-80B1F0A7AE47}"/>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95C22FAF-1679-46CB-B56B-19B0E4943701}"/>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EEC9A87B-C3EA-4292-90D5-71BEB5E5ABDB}"/>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2" name="TextBox 81">
            <a:extLst>
              <a:ext uri="{FF2B5EF4-FFF2-40B4-BE49-F238E27FC236}">
                <a16:creationId xmlns:a16="http://schemas.microsoft.com/office/drawing/2014/main" id="{4627BB2E-80E3-4473-91B4-EE62E22F4234}"/>
              </a:ext>
            </a:extLst>
          </p:cNvPr>
          <p:cNvSpPr txBox="1"/>
          <p:nvPr/>
        </p:nvSpPr>
        <p:spPr>
          <a:xfrm>
            <a:off x="4323467" y="2264863"/>
            <a:ext cx="328936" cy="523220"/>
          </a:xfrm>
          <a:prstGeom prst="rect">
            <a:avLst/>
          </a:prstGeom>
          <a:noFill/>
        </p:spPr>
        <p:txBody>
          <a:bodyPr wrap="none" rtlCol="0">
            <a:spAutoFit/>
          </a:bodyPr>
          <a:lstStyle/>
          <a:p>
            <a:r>
              <a:rPr lang="el-GR" sz="2800" dirty="0">
                <a:solidFill>
                  <a:schemeClr val="bg1"/>
                </a:solidFill>
              </a:rPr>
              <a:t>τ</a:t>
            </a:r>
            <a:endParaRPr lang="en-US" sz="2800" dirty="0">
              <a:solidFill>
                <a:schemeClr val="bg1"/>
              </a:solidFill>
            </a:endParaRPr>
          </a:p>
        </p:txBody>
      </p:sp>
      <p:sp>
        <p:nvSpPr>
          <p:cNvPr id="83" name="TextBox 82">
            <a:extLst>
              <a:ext uri="{FF2B5EF4-FFF2-40B4-BE49-F238E27FC236}">
                <a16:creationId xmlns:a16="http://schemas.microsoft.com/office/drawing/2014/main" id="{F456C953-12CA-4F5E-BAD5-015D5CCCA250}"/>
              </a:ext>
            </a:extLst>
          </p:cNvPr>
          <p:cNvSpPr txBox="1"/>
          <p:nvPr/>
        </p:nvSpPr>
        <p:spPr>
          <a:xfrm>
            <a:off x="1036718" y="3354294"/>
            <a:ext cx="1576072" cy="1261884"/>
          </a:xfrm>
          <a:prstGeom prst="rect">
            <a:avLst/>
          </a:prstGeom>
          <a:noFill/>
        </p:spPr>
        <p:txBody>
          <a:bodyPr wrap="none" rtlCol="0">
            <a:spAutoFit/>
          </a:bodyPr>
          <a:lstStyle/>
          <a:p>
            <a:r>
              <a:rPr lang="en-US" dirty="0">
                <a:solidFill>
                  <a:schemeClr val="bg1"/>
                </a:solidFill>
              </a:rPr>
              <a:t>Glue Function:</a:t>
            </a:r>
          </a:p>
          <a:p>
            <a:r>
              <a:rPr lang="en-US" dirty="0">
                <a:solidFill>
                  <a:schemeClr val="bg1"/>
                </a:solidFill>
              </a:rPr>
              <a:t>Str(</a:t>
            </a:r>
            <a:r>
              <a:rPr lang="en-US" dirty="0">
                <a:solidFill>
                  <a:srgbClr val="7030A0"/>
                </a:solidFill>
              </a:rPr>
              <a:t>P</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15AAB"/>
                </a:solidFill>
              </a:rPr>
              <a:t>B</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0B050"/>
                </a:solidFill>
              </a:rPr>
              <a:t>G</a:t>
            </a:r>
            <a:r>
              <a:rPr lang="en-US" dirty="0">
                <a:solidFill>
                  <a:schemeClr val="bg1"/>
                </a:solidFill>
              </a:rPr>
              <a:t>) = 1</a:t>
            </a:r>
          </a:p>
        </p:txBody>
      </p:sp>
      <p:sp>
        <p:nvSpPr>
          <p:cNvPr id="84" name="TextBox 83">
            <a:extLst>
              <a:ext uri="{FF2B5EF4-FFF2-40B4-BE49-F238E27FC236}">
                <a16:creationId xmlns:a16="http://schemas.microsoft.com/office/drawing/2014/main" id="{2A47E51B-7E57-4629-9ACB-1C05D3EE35FE}"/>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85" name="Rectangle 84">
            <a:extLst>
              <a:ext uri="{FF2B5EF4-FFF2-40B4-BE49-F238E27FC236}">
                <a16:creationId xmlns:a16="http://schemas.microsoft.com/office/drawing/2014/main" id="{B0BEDD1E-DD82-4AB5-AC90-0CEA71469959}"/>
              </a:ext>
            </a:extLst>
          </p:cNvPr>
          <p:cNvSpPr/>
          <p:nvPr/>
        </p:nvSpPr>
        <p:spPr>
          <a:xfrm>
            <a:off x="1112001" y="2182826"/>
            <a:ext cx="2240800" cy="10747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TextBox 85">
            <a:extLst>
              <a:ext uri="{FF2B5EF4-FFF2-40B4-BE49-F238E27FC236}">
                <a16:creationId xmlns:a16="http://schemas.microsoft.com/office/drawing/2014/main" id="{A9DA4323-76D8-422E-9636-3E2D7A035868}"/>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87" name="Group 86">
            <a:extLst>
              <a:ext uri="{FF2B5EF4-FFF2-40B4-BE49-F238E27FC236}">
                <a16:creationId xmlns:a16="http://schemas.microsoft.com/office/drawing/2014/main" id="{114955AE-E266-43C8-806A-C8328064B34A}"/>
              </a:ext>
            </a:extLst>
          </p:cNvPr>
          <p:cNvGrpSpPr/>
          <p:nvPr/>
        </p:nvGrpSpPr>
        <p:grpSpPr>
          <a:xfrm>
            <a:off x="1227433" y="2318980"/>
            <a:ext cx="798162" cy="787400"/>
            <a:chOff x="2484224" y="2319379"/>
            <a:chExt cx="519556" cy="508319"/>
          </a:xfrm>
          <a:effectLst>
            <a:outerShdw blurRad="50800" dist="38100" dir="2700000" algn="tl" rotWithShape="0">
              <a:prstClr val="black">
                <a:alpha val="40000"/>
              </a:prstClr>
            </a:outerShdw>
          </a:effectLst>
        </p:grpSpPr>
        <p:sp>
          <p:nvSpPr>
            <p:cNvPr id="88" name="Rectangle 87">
              <a:extLst>
                <a:ext uri="{FF2B5EF4-FFF2-40B4-BE49-F238E27FC236}">
                  <a16:creationId xmlns:a16="http://schemas.microsoft.com/office/drawing/2014/main" id="{CB523C3A-86CE-4A90-B1A5-26797BFCCBD1}"/>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Rectangle 88">
              <a:extLst>
                <a:ext uri="{FF2B5EF4-FFF2-40B4-BE49-F238E27FC236}">
                  <a16:creationId xmlns:a16="http://schemas.microsoft.com/office/drawing/2014/main" id="{936B558F-C007-48D0-B97F-C5627602D533}"/>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0" name="Rectangle 89">
              <a:extLst>
                <a:ext uri="{FF2B5EF4-FFF2-40B4-BE49-F238E27FC236}">
                  <a16:creationId xmlns:a16="http://schemas.microsoft.com/office/drawing/2014/main" id="{F47DECE0-BCDC-46DB-87DA-51836BC90C37}"/>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1" name="Rectangle 90">
              <a:extLst>
                <a:ext uri="{FF2B5EF4-FFF2-40B4-BE49-F238E27FC236}">
                  <a16:creationId xmlns:a16="http://schemas.microsoft.com/office/drawing/2014/main" id="{59C42BF7-B0FE-4B66-A0F8-5C050CBCF02E}"/>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2" name="Group 91">
            <a:extLst>
              <a:ext uri="{FF2B5EF4-FFF2-40B4-BE49-F238E27FC236}">
                <a16:creationId xmlns:a16="http://schemas.microsoft.com/office/drawing/2014/main" id="{62CD44D3-43BE-4C06-91F1-E416C727D927}"/>
              </a:ext>
            </a:extLst>
          </p:cNvPr>
          <p:cNvGrpSpPr/>
          <p:nvPr/>
        </p:nvGrpSpPr>
        <p:grpSpPr>
          <a:xfrm>
            <a:off x="2378110" y="2339516"/>
            <a:ext cx="798164" cy="761591"/>
            <a:chOff x="1747720" y="3025882"/>
            <a:chExt cx="516189" cy="509731"/>
          </a:xfrm>
          <a:effectLst>
            <a:outerShdw blurRad="50800" dist="38100" dir="2700000" algn="tl" rotWithShape="0">
              <a:prstClr val="black">
                <a:alpha val="40000"/>
              </a:prstClr>
            </a:outerShdw>
          </a:effectLst>
        </p:grpSpPr>
        <p:sp>
          <p:nvSpPr>
            <p:cNvPr id="101" name="Rectangle 100">
              <a:extLst>
                <a:ext uri="{FF2B5EF4-FFF2-40B4-BE49-F238E27FC236}">
                  <a16:creationId xmlns:a16="http://schemas.microsoft.com/office/drawing/2014/main" id="{DDFC63F1-E003-48F8-A437-3A7252FA6293}"/>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2" name="Rectangle 101">
              <a:extLst>
                <a:ext uri="{FF2B5EF4-FFF2-40B4-BE49-F238E27FC236}">
                  <a16:creationId xmlns:a16="http://schemas.microsoft.com/office/drawing/2014/main" id="{E9E7EE2C-DF40-435C-952D-7CDB2385F866}"/>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3C07AC20-ED8E-4E93-B858-8CD4AF55B244}"/>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E7D6C860-C6E4-42F3-A567-D87EB5937044}"/>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5" name="Group 104">
            <a:extLst>
              <a:ext uri="{FF2B5EF4-FFF2-40B4-BE49-F238E27FC236}">
                <a16:creationId xmlns:a16="http://schemas.microsoft.com/office/drawing/2014/main" id="{292DAE0A-8A8E-4A03-BB36-8CFC4BCAC46A}"/>
              </a:ext>
            </a:extLst>
          </p:cNvPr>
          <p:cNvGrpSpPr/>
          <p:nvPr/>
        </p:nvGrpSpPr>
        <p:grpSpPr>
          <a:xfrm>
            <a:off x="6573894" y="2235571"/>
            <a:ext cx="807531" cy="758749"/>
            <a:chOff x="2484224" y="2319379"/>
            <a:chExt cx="519556" cy="508319"/>
          </a:xfrm>
          <a:effectLst>
            <a:outerShdw blurRad="50800" dist="38100" dir="2700000" algn="tl" rotWithShape="0">
              <a:prstClr val="black">
                <a:alpha val="40000"/>
              </a:prstClr>
            </a:outerShdw>
          </a:effectLst>
        </p:grpSpPr>
        <p:sp>
          <p:nvSpPr>
            <p:cNvPr id="106" name="Rectangle 105">
              <a:extLst>
                <a:ext uri="{FF2B5EF4-FFF2-40B4-BE49-F238E27FC236}">
                  <a16:creationId xmlns:a16="http://schemas.microsoft.com/office/drawing/2014/main" id="{DBD98DC3-489C-468A-A9BE-55558EE21515}"/>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32C5F207-B796-4570-B45E-278D00BE7CB5}"/>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8" name="Rectangle 107">
              <a:extLst>
                <a:ext uri="{FF2B5EF4-FFF2-40B4-BE49-F238E27FC236}">
                  <a16:creationId xmlns:a16="http://schemas.microsoft.com/office/drawing/2014/main" id="{301DE94C-FF23-4124-B19B-3A5186EBFCA6}"/>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C7CC80C5-B859-4190-BB60-FE2DB648B4CD}"/>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0" name="Group 109">
            <a:extLst>
              <a:ext uri="{FF2B5EF4-FFF2-40B4-BE49-F238E27FC236}">
                <a16:creationId xmlns:a16="http://schemas.microsoft.com/office/drawing/2014/main" id="{7D45C401-E8DA-491D-B58F-61F7E699CCFF}"/>
              </a:ext>
            </a:extLst>
          </p:cNvPr>
          <p:cNvGrpSpPr/>
          <p:nvPr/>
        </p:nvGrpSpPr>
        <p:grpSpPr>
          <a:xfrm>
            <a:off x="7380763" y="2235571"/>
            <a:ext cx="807531" cy="758749"/>
            <a:chOff x="2484224" y="2319379"/>
            <a:chExt cx="519556" cy="508319"/>
          </a:xfrm>
          <a:effectLst>
            <a:outerShdw blurRad="50800" dist="38100" dir="2700000" algn="tl" rotWithShape="0">
              <a:prstClr val="black">
                <a:alpha val="40000"/>
              </a:prstClr>
            </a:outerShdw>
          </a:effectLst>
        </p:grpSpPr>
        <p:sp>
          <p:nvSpPr>
            <p:cNvPr id="111" name="Rectangle 110">
              <a:extLst>
                <a:ext uri="{FF2B5EF4-FFF2-40B4-BE49-F238E27FC236}">
                  <a16:creationId xmlns:a16="http://schemas.microsoft.com/office/drawing/2014/main" id="{3D62946A-059C-4050-884E-F3A3670686E5}"/>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 name="Rectangle 111">
              <a:extLst>
                <a:ext uri="{FF2B5EF4-FFF2-40B4-BE49-F238E27FC236}">
                  <a16:creationId xmlns:a16="http://schemas.microsoft.com/office/drawing/2014/main" id="{698394F8-A0A3-463C-B3E3-5C46B0E6358A}"/>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3" name="Rectangle 112">
              <a:extLst>
                <a:ext uri="{FF2B5EF4-FFF2-40B4-BE49-F238E27FC236}">
                  <a16:creationId xmlns:a16="http://schemas.microsoft.com/office/drawing/2014/main" id="{C61734A1-F381-4C45-9194-59351A1284A5}"/>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0F3F85FB-1D92-46DF-9542-F3E8C5884422}"/>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5" name="Group 114">
            <a:extLst>
              <a:ext uri="{FF2B5EF4-FFF2-40B4-BE49-F238E27FC236}">
                <a16:creationId xmlns:a16="http://schemas.microsoft.com/office/drawing/2014/main" id="{6991CF24-8CA9-425F-AAF6-6BCAC3703BBC}"/>
              </a:ext>
            </a:extLst>
          </p:cNvPr>
          <p:cNvGrpSpPr/>
          <p:nvPr/>
        </p:nvGrpSpPr>
        <p:grpSpPr>
          <a:xfrm>
            <a:off x="8185673" y="2235755"/>
            <a:ext cx="807531" cy="758749"/>
            <a:chOff x="2484224" y="2319379"/>
            <a:chExt cx="519556" cy="508319"/>
          </a:xfrm>
          <a:effectLst>
            <a:outerShdw blurRad="50800" dist="38100" dir="2700000" algn="tl" rotWithShape="0">
              <a:prstClr val="black">
                <a:alpha val="40000"/>
              </a:prstClr>
            </a:outerShdw>
          </a:effectLst>
        </p:grpSpPr>
        <p:sp>
          <p:nvSpPr>
            <p:cNvPr id="116" name="Rectangle 115">
              <a:extLst>
                <a:ext uri="{FF2B5EF4-FFF2-40B4-BE49-F238E27FC236}">
                  <a16:creationId xmlns:a16="http://schemas.microsoft.com/office/drawing/2014/main" id="{F996D6DB-268B-4D1A-9EFE-0B7B78035651}"/>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E1494849-6D54-4E76-8F23-9B9E33C168E2}"/>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D15314D0-07EE-404B-95E7-AC5989DDE518}"/>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9" name="Rectangle 118">
              <a:extLst>
                <a:ext uri="{FF2B5EF4-FFF2-40B4-BE49-F238E27FC236}">
                  <a16:creationId xmlns:a16="http://schemas.microsoft.com/office/drawing/2014/main" id="{680DB6D3-F4B6-400C-BC9E-C7119268BB63}"/>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0" name="Group 119">
            <a:extLst>
              <a:ext uri="{FF2B5EF4-FFF2-40B4-BE49-F238E27FC236}">
                <a16:creationId xmlns:a16="http://schemas.microsoft.com/office/drawing/2014/main" id="{E5A1A254-54F8-49E0-B6A3-1F85AF81A216}"/>
              </a:ext>
            </a:extLst>
          </p:cNvPr>
          <p:cNvGrpSpPr/>
          <p:nvPr/>
        </p:nvGrpSpPr>
        <p:grpSpPr>
          <a:xfrm>
            <a:off x="9796914" y="2235571"/>
            <a:ext cx="807531" cy="758749"/>
            <a:chOff x="2484224" y="2319379"/>
            <a:chExt cx="519556" cy="508319"/>
          </a:xfrm>
          <a:effectLst>
            <a:outerShdw blurRad="50800" dist="38100" dir="2700000" algn="tl" rotWithShape="0">
              <a:prstClr val="black">
                <a:alpha val="40000"/>
              </a:prstClr>
            </a:outerShdw>
          </a:effectLst>
        </p:grpSpPr>
        <p:sp>
          <p:nvSpPr>
            <p:cNvPr id="121" name="Rectangle 120">
              <a:extLst>
                <a:ext uri="{FF2B5EF4-FFF2-40B4-BE49-F238E27FC236}">
                  <a16:creationId xmlns:a16="http://schemas.microsoft.com/office/drawing/2014/main" id="{BC921028-CAB5-422C-8959-6D12686D9BF7}"/>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2" name="Rectangle 121">
              <a:extLst>
                <a:ext uri="{FF2B5EF4-FFF2-40B4-BE49-F238E27FC236}">
                  <a16:creationId xmlns:a16="http://schemas.microsoft.com/office/drawing/2014/main" id="{A28A2313-36EA-4B5C-AF82-911091408A27}"/>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3" name="Rectangle 122">
              <a:extLst>
                <a:ext uri="{FF2B5EF4-FFF2-40B4-BE49-F238E27FC236}">
                  <a16:creationId xmlns:a16="http://schemas.microsoft.com/office/drawing/2014/main" id="{C866D316-B3AD-410B-AC0D-2A42DD6BF807}"/>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4" name="Rectangle 123">
              <a:extLst>
                <a:ext uri="{FF2B5EF4-FFF2-40B4-BE49-F238E27FC236}">
                  <a16:creationId xmlns:a16="http://schemas.microsoft.com/office/drawing/2014/main" id="{1F40C85D-D150-409C-9959-0E57B1B61D4F}"/>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25" name="TextBox 124">
            <a:extLst>
              <a:ext uri="{FF2B5EF4-FFF2-40B4-BE49-F238E27FC236}">
                <a16:creationId xmlns:a16="http://schemas.microsoft.com/office/drawing/2014/main" id="{A501799E-68E5-41D0-887C-ED5D77800F6F}"/>
              </a:ext>
            </a:extLst>
          </p:cNvPr>
          <p:cNvSpPr txBox="1"/>
          <p:nvPr/>
        </p:nvSpPr>
        <p:spPr>
          <a:xfrm>
            <a:off x="9162404" y="2382310"/>
            <a:ext cx="735490" cy="551288"/>
          </a:xfrm>
          <a:prstGeom prst="rect">
            <a:avLst/>
          </a:prstGeom>
          <a:noFill/>
        </p:spPr>
        <p:txBody>
          <a:bodyPr wrap="square" rtlCol="0">
            <a:spAutoFit/>
          </a:bodyPr>
          <a:lstStyle/>
          <a:p>
            <a:r>
              <a:rPr lang="en-US" dirty="0">
                <a:solidFill>
                  <a:schemeClr val="bg1"/>
                </a:solidFill>
              </a:rPr>
              <a:t>. . .</a:t>
            </a:r>
          </a:p>
        </p:txBody>
      </p:sp>
      <p:grpSp>
        <p:nvGrpSpPr>
          <p:cNvPr id="126" name="Group 125">
            <a:extLst>
              <a:ext uri="{FF2B5EF4-FFF2-40B4-BE49-F238E27FC236}">
                <a16:creationId xmlns:a16="http://schemas.microsoft.com/office/drawing/2014/main" id="{C096D5A4-D12B-4D8B-8A30-52FE505B0165}"/>
              </a:ext>
            </a:extLst>
          </p:cNvPr>
          <p:cNvGrpSpPr/>
          <p:nvPr/>
        </p:nvGrpSpPr>
        <p:grpSpPr>
          <a:xfrm>
            <a:off x="6569914" y="3447311"/>
            <a:ext cx="802298" cy="760856"/>
            <a:chOff x="1747720" y="3025882"/>
            <a:chExt cx="516189" cy="509731"/>
          </a:xfrm>
          <a:effectLst>
            <a:outerShdw blurRad="50800" dist="38100" dir="2700000" algn="tl" rotWithShape="0">
              <a:prstClr val="black">
                <a:alpha val="40000"/>
              </a:prstClr>
            </a:outerShdw>
          </a:effectLst>
        </p:grpSpPr>
        <p:sp>
          <p:nvSpPr>
            <p:cNvPr id="127" name="Rectangle 126">
              <a:extLst>
                <a:ext uri="{FF2B5EF4-FFF2-40B4-BE49-F238E27FC236}">
                  <a16:creationId xmlns:a16="http://schemas.microsoft.com/office/drawing/2014/main" id="{2C674859-D096-4FA8-9660-917962C22D9D}"/>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8" name="Rectangle 127">
              <a:extLst>
                <a:ext uri="{FF2B5EF4-FFF2-40B4-BE49-F238E27FC236}">
                  <a16:creationId xmlns:a16="http://schemas.microsoft.com/office/drawing/2014/main" id="{3C5DBB4D-52C0-41CC-BC56-D1C7F47C86EB}"/>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9" name="Rectangle 128">
              <a:extLst>
                <a:ext uri="{FF2B5EF4-FFF2-40B4-BE49-F238E27FC236}">
                  <a16:creationId xmlns:a16="http://schemas.microsoft.com/office/drawing/2014/main" id="{D54E894F-B5E8-4EE3-9AC8-BB70D47AFC29}"/>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0" name="Rectangle 129">
              <a:extLst>
                <a:ext uri="{FF2B5EF4-FFF2-40B4-BE49-F238E27FC236}">
                  <a16:creationId xmlns:a16="http://schemas.microsoft.com/office/drawing/2014/main" id="{BAF305C1-0DF1-418B-8958-8B37A4F80251}"/>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31" name="Group 130">
            <a:extLst>
              <a:ext uri="{FF2B5EF4-FFF2-40B4-BE49-F238E27FC236}">
                <a16:creationId xmlns:a16="http://schemas.microsoft.com/office/drawing/2014/main" id="{2443D2C5-5B39-4E86-BD9E-6398631FE0A2}"/>
              </a:ext>
            </a:extLst>
          </p:cNvPr>
          <p:cNvGrpSpPr/>
          <p:nvPr/>
        </p:nvGrpSpPr>
        <p:grpSpPr>
          <a:xfrm>
            <a:off x="7374223" y="3447334"/>
            <a:ext cx="802298" cy="760856"/>
            <a:chOff x="1747720" y="3025882"/>
            <a:chExt cx="516189" cy="509731"/>
          </a:xfrm>
          <a:effectLst>
            <a:outerShdw blurRad="50800" dist="38100" dir="2700000" algn="tl" rotWithShape="0">
              <a:prstClr val="black">
                <a:alpha val="40000"/>
              </a:prstClr>
            </a:outerShdw>
          </a:effectLst>
        </p:grpSpPr>
        <p:sp>
          <p:nvSpPr>
            <p:cNvPr id="132" name="Rectangle 131">
              <a:extLst>
                <a:ext uri="{FF2B5EF4-FFF2-40B4-BE49-F238E27FC236}">
                  <a16:creationId xmlns:a16="http://schemas.microsoft.com/office/drawing/2014/main" id="{4B809225-A217-4662-88C9-17082C08B1E6}"/>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3" name="Rectangle 132">
              <a:extLst>
                <a:ext uri="{FF2B5EF4-FFF2-40B4-BE49-F238E27FC236}">
                  <a16:creationId xmlns:a16="http://schemas.microsoft.com/office/drawing/2014/main" id="{C7217918-46D4-4575-8DCF-C2259654480E}"/>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7" name="Rectangle 136">
              <a:extLst>
                <a:ext uri="{FF2B5EF4-FFF2-40B4-BE49-F238E27FC236}">
                  <a16:creationId xmlns:a16="http://schemas.microsoft.com/office/drawing/2014/main" id="{0673BA05-5694-4D8F-ADA5-AE691B0849A4}"/>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9" name="Rectangle 138">
              <a:extLst>
                <a:ext uri="{FF2B5EF4-FFF2-40B4-BE49-F238E27FC236}">
                  <a16:creationId xmlns:a16="http://schemas.microsoft.com/office/drawing/2014/main" id="{D80C6AC9-BA85-45BD-9BD9-8EB5CB204027}"/>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44" name="Group 143">
            <a:extLst>
              <a:ext uri="{FF2B5EF4-FFF2-40B4-BE49-F238E27FC236}">
                <a16:creationId xmlns:a16="http://schemas.microsoft.com/office/drawing/2014/main" id="{33643042-A7A9-49D8-BC21-7B5939107514}"/>
              </a:ext>
            </a:extLst>
          </p:cNvPr>
          <p:cNvGrpSpPr/>
          <p:nvPr/>
        </p:nvGrpSpPr>
        <p:grpSpPr>
          <a:xfrm>
            <a:off x="8181693" y="3447334"/>
            <a:ext cx="802298" cy="760856"/>
            <a:chOff x="1747720" y="3025882"/>
            <a:chExt cx="516189" cy="509731"/>
          </a:xfrm>
          <a:effectLst>
            <a:outerShdw blurRad="50800" dist="38100" dir="2700000" algn="tl" rotWithShape="0">
              <a:prstClr val="black">
                <a:alpha val="40000"/>
              </a:prstClr>
            </a:outerShdw>
          </a:effectLst>
        </p:grpSpPr>
        <p:sp>
          <p:nvSpPr>
            <p:cNvPr id="166" name="Rectangle 165">
              <a:extLst>
                <a:ext uri="{FF2B5EF4-FFF2-40B4-BE49-F238E27FC236}">
                  <a16:creationId xmlns:a16="http://schemas.microsoft.com/office/drawing/2014/main" id="{94B72F61-5E94-4B49-A3BC-172C4A859BCA}"/>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4E02EE8F-36FF-4652-99A6-2F017FC24A89}"/>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D8BC320E-DEB0-4376-BAF7-5F67455E2F96}"/>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529E4761-347C-4B10-BA3F-D9186CD05C99}"/>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70" name="Group 169">
            <a:extLst>
              <a:ext uri="{FF2B5EF4-FFF2-40B4-BE49-F238E27FC236}">
                <a16:creationId xmlns:a16="http://schemas.microsoft.com/office/drawing/2014/main" id="{8C2320EA-76AB-41EB-91D9-835F5D25B2DC}"/>
              </a:ext>
            </a:extLst>
          </p:cNvPr>
          <p:cNvGrpSpPr/>
          <p:nvPr/>
        </p:nvGrpSpPr>
        <p:grpSpPr>
          <a:xfrm>
            <a:off x="9789021" y="3447931"/>
            <a:ext cx="802298" cy="760856"/>
            <a:chOff x="1747720" y="3025882"/>
            <a:chExt cx="516189" cy="509731"/>
          </a:xfrm>
          <a:effectLst>
            <a:outerShdw blurRad="50800" dist="38100" dir="2700000" algn="tl" rotWithShape="0">
              <a:prstClr val="black">
                <a:alpha val="40000"/>
              </a:prstClr>
            </a:outerShdw>
          </a:effectLst>
        </p:grpSpPr>
        <p:sp>
          <p:nvSpPr>
            <p:cNvPr id="171" name="Rectangle 170">
              <a:extLst>
                <a:ext uri="{FF2B5EF4-FFF2-40B4-BE49-F238E27FC236}">
                  <a16:creationId xmlns:a16="http://schemas.microsoft.com/office/drawing/2014/main" id="{A6B44950-F096-4AF8-9E93-C0A137A4E4D7}"/>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29B0999E-297B-45A3-9309-526C0835ABE8}"/>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ectangle 182">
              <a:extLst>
                <a:ext uri="{FF2B5EF4-FFF2-40B4-BE49-F238E27FC236}">
                  <a16:creationId xmlns:a16="http://schemas.microsoft.com/office/drawing/2014/main" id="{912A1BD9-409B-4547-962B-918B814BB88A}"/>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4" name="Rectangle 183">
              <a:extLst>
                <a:ext uri="{FF2B5EF4-FFF2-40B4-BE49-F238E27FC236}">
                  <a16:creationId xmlns:a16="http://schemas.microsoft.com/office/drawing/2014/main" id="{3FB95358-4ED2-4C3C-9846-5F8E5156C292}"/>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85" name="TextBox 184">
            <a:extLst>
              <a:ext uri="{FF2B5EF4-FFF2-40B4-BE49-F238E27FC236}">
                <a16:creationId xmlns:a16="http://schemas.microsoft.com/office/drawing/2014/main" id="{ECF48D43-8014-498E-B1CB-B89E286FB58F}"/>
              </a:ext>
            </a:extLst>
          </p:cNvPr>
          <p:cNvSpPr txBox="1"/>
          <p:nvPr/>
        </p:nvSpPr>
        <p:spPr>
          <a:xfrm>
            <a:off x="9177498" y="3600955"/>
            <a:ext cx="473206" cy="369332"/>
          </a:xfrm>
          <a:prstGeom prst="rect">
            <a:avLst/>
          </a:prstGeom>
          <a:noFill/>
        </p:spPr>
        <p:txBody>
          <a:bodyPr wrap="none" rtlCol="0">
            <a:spAutoFit/>
          </a:bodyPr>
          <a:lstStyle/>
          <a:p>
            <a:r>
              <a:rPr lang="en-US" dirty="0">
                <a:solidFill>
                  <a:schemeClr val="bg1"/>
                </a:solidFill>
              </a:rPr>
              <a:t>. . .</a:t>
            </a:r>
          </a:p>
        </p:txBody>
      </p:sp>
      <p:sp>
        <p:nvSpPr>
          <p:cNvPr id="186" name="Left Brace 185">
            <a:extLst>
              <a:ext uri="{FF2B5EF4-FFF2-40B4-BE49-F238E27FC236}">
                <a16:creationId xmlns:a16="http://schemas.microsoft.com/office/drawing/2014/main" id="{53DC1774-40E4-4B78-9EE5-E3AB6D1EE1B4}"/>
              </a:ext>
            </a:extLst>
          </p:cNvPr>
          <p:cNvSpPr/>
          <p:nvPr/>
        </p:nvSpPr>
        <p:spPr>
          <a:xfrm rot="16200000">
            <a:off x="8399756" y="2532987"/>
            <a:ext cx="369332" cy="401379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2" name="TextBox 191">
            <a:extLst>
              <a:ext uri="{FF2B5EF4-FFF2-40B4-BE49-F238E27FC236}">
                <a16:creationId xmlns:a16="http://schemas.microsoft.com/office/drawing/2014/main" id="{E46AD193-B732-4D56-8896-4F82F93E188E}"/>
              </a:ext>
            </a:extLst>
          </p:cNvPr>
          <p:cNvSpPr txBox="1"/>
          <p:nvPr/>
        </p:nvSpPr>
        <p:spPr>
          <a:xfrm>
            <a:off x="8434953" y="4696607"/>
            <a:ext cx="509130" cy="523220"/>
          </a:xfrm>
          <a:prstGeom prst="rect">
            <a:avLst/>
          </a:prstGeom>
          <a:noFill/>
        </p:spPr>
        <p:txBody>
          <a:bodyPr wrap="square" rtlCol="0">
            <a:spAutoFit/>
          </a:bodyPr>
          <a:lstStyle/>
          <a:p>
            <a:r>
              <a:rPr lang="el-GR" sz="2800" dirty="0">
                <a:solidFill>
                  <a:schemeClr val="bg1"/>
                </a:solidFill>
              </a:rPr>
              <a:t>τ</a:t>
            </a:r>
            <a:endParaRPr lang="en-US" sz="2800" dirty="0">
              <a:solidFill>
                <a:schemeClr val="bg1"/>
              </a:solidFill>
            </a:endParaRPr>
          </a:p>
        </p:txBody>
      </p:sp>
      <p:sp>
        <p:nvSpPr>
          <p:cNvPr id="193" name="Left Brace 192">
            <a:extLst>
              <a:ext uri="{FF2B5EF4-FFF2-40B4-BE49-F238E27FC236}">
                <a16:creationId xmlns:a16="http://schemas.microsoft.com/office/drawing/2014/main" id="{92DE6574-71B2-4641-9223-D2988BAF7C51}"/>
              </a:ext>
            </a:extLst>
          </p:cNvPr>
          <p:cNvSpPr/>
          <p:nvPr/>
        </p:nvSpPr>
        <p:spPr>
          <a:xfrm rot="5400000" flipV="1">
            <a:off x="8392145" y="-78821"/>
            <a:ext cx="369332" cy="401379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4" name="TextBox 193">
            <a:extLst>
              <a:ext uri="{FF2B5EF4-FFF2-40B4-BE49-F238E27FC236}">
                <a16:creationId xmlns:a16="http://schemas.microsoft.com/office/drawing/2014/main" id="{C29CD80F-5C5B-4F41-A2BB-2E87B038547B}"/>
              </a:ext>
            </a:extLst>
          </p:cNvPr>
          <p:cNvSpPr txBox="1"/>
          <p:nvPr/>
        </p:nvSpPr>
        <p:spPr>
          <a:xfrm>
            <a:off x="8410635" y="1227958"/>
            <a:ext cx="509130" cy="523220"/>
          </a:xfrm>
          <a:prstGeom prst="rect">
            <a:avLst/>
          </a:prstGeom>
          <a:noFill/>
        </p:spPr>
        <p:txBody>
          <a:bodyPr wrap="square" rtlCol="0">
            <a:spAutoFit/>
          </a:bodyPr>
          <a:lstStyle/>
          <a:p>
            <a:r>
              <a:rPr lang="el-GR" sz="2800" dirty="0">
                <a:solidFill>
                  <a:schemeClr val="bg1"/>
                </a:solidFill>
              </a:rPr>
              <a:t>τ</a:t>
            </a:r>
            <a:endParaRPr lang="en-US" sz="2800" dirty="0">
              <a:solidFill>
                <a:schemeClr val="bg1"/>
              </a:solidFill>
            </a:endParaRPr>
          </a:p>
        </p:txBody>
      </p:sp>
    </p:spTree>
    <p:extLst>
      <p:ext uri="{BB962C8B-B14F-4D97-AF65-F5344CB8AC3E}">
        <p14:creationId xmlns:p14="http://schemas.microsoft.com/office/powerpoint/2010/main" val="32452921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 name="Group 145">
            <a:extLst>
              <a:ext uri="{FF2B5EF4-FFF2-40B4-BE49-F238E27FC236}">
                <a16:creationId xmlns:a16="http://schemas.microsoft.com/office/drawing/2014/main" id="{A4CA422A-28F3-4764-A575-C7443EC7783D}"/>
              </a:ext>
            </a:extLst>
          </p:cNvPr>
          <p:cNvGrpSpPr/>
          <p:nvPr/>
        </p:nvGrpSpPr>
        <p:grpSpPr>
          <a:xfrm>
            <a:off x="6565343" y="2496812"/>
            <a:ext cx="807531" cy="758749"/>
            <a:chOff x="2484224" y="2319379"/>
            <a:chExt cx="519556" cy="508319"/>
          </a:xfrm>
          <a:effectLst>
            <a:outerShdw blurRad="50800" dist="38100" dir="2700000" algn="tl" rotWithShape="0">
              <a:prstClr val="black">
                <a:alpha val="40000"/>
              </a:prstClr>
            </a:outerShdw>
          </a:effectLst>
        </p:grpSpPr>
        <p:sp>
          <p:nvSpPr>
            <p:cNvPr id="147" name="Rectangle 146">
              <a:extLst>
                <a:ext uri="{FF2B5EF4-FFF2-40B4-BE49-F238E27FC236}">
                  <a16:creationId xmlns:a16="http://schemas.microsoft.com/office/drawing/2014/main" id="{8EC04179-F5DD-45F0-A866-393FC4727814}"/>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8" name="Rectangle 147">
              <a:extLst>
                <a:ext uri="{FF2B5EF4-FFF2-40B4-BE49-F238E27FC236}">
                  <a16:creationId xmlns:a16="http://schemas.microsoft.com/office/drawing/2014/main" id="{20D37121-D5F4-43EC-B0BD-EC61D28B1F2E}"/>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9" name="Rectangle 148">
              <a:extLst>
                <a:ext uri="{FF2B5EF4-FFF2-40B4-BE49-F238E27FC236}">
                  <a16:creationId xmlns:a16="http://schemas.microsoft.com/office/drawing/2014/main" id="{8D1D60FB-2FA6-4D64-B29D-B2CCAEAD0135}"/>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0" name="Rectangle 149">
              <a:extLst>
                <a:ext uri="{FF2B5EF4-FFF2-40B4-BE49-F238E27FC236}">
                  <a16:creationId xmlns:a16="http://schemas.microsoft.com/office/drawing/2014/main" id="{FAC0FDB2-FB40-4964-B606-9A5F3BB26E38}"/>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77" name="Group 176">
            <a:extLst>
              <a:ext uri="{FF2B5EF4-FFF2-40B4-BE49-F238E27FC236}">
                <a16:creationId xmlns:a16="http://schemas.microsoft.com/office/drawing/2014/main" id="{3FAEF472-D6D3-485E-BE4E-F265BC293D36}"/>
              </a:ext>
            </a:extLst>
          </p:cNvPr>
          <p:cNvGrpSpPr/>
          <p:nvPr/>
        </p:nvGrpSpPr>
        <p:grpSpPr>
          <a:xfrm>
            <a:off x="7372212" y="2496812"/>
            <a:ext cx="807531" cy="758749"/>
            <a:chOff x="2484224" y="2319379"/>
            <a:chExt cx="519556" cy="508319"/>
          </a:xfrm>
          <a:effectLst>
            <a:outerShdw blurRad="50800" dist="38100" dir="2700000" algn="tl" rotWithShape="0">
              <a:prstClr val="black">
                <a:alpha val="40000"/>
              </a:prstClr>
            </a:outerShdw>
          </a:effectLst>
        </p:grpSpPr>
        <p:sp>
          <p:nvSpPr>
            <p:cNvPr id="178" name="Rectangle 177">
              <a:extLst>
                <a:ext uri="{FF2B5EF4-FFF2-40B4-BE49-F238E27FC236}">
                  <a16:creationId xmlns:a16="http://schemas.microsoft.com/office/drawing/2014/main" id="{FCAFC45F-D394-40AC-88DB-A0718F3F18FB}"/>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B6DBAB3C-AD01-4565-BB7A-C09B5BF1A12E}"/>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0" name="Rectangle 179">
              <a:extLst>
                <a:ext uri="{FF2B5EF4-FFF2-40B4-BE49-F238E27FC236}">
                  <a16:creationId xmlns:a16="http://schemas.microsoft.com/office/drawing/2014/main" id="{757FD18E-045C-40B4-8562-6A5C0CD5DB58}"/>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15D1407D-AC58-4C76-9682-4689101FBE86}"/>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87" name="Group 186">
            <a:extLst>
              <a:ext uri="{FF2B5EF4-FFF2-40B4-BE49-F238E27FC236}">
                <a16:creationId xmlns:a16="http://schemas.microsoft.com/office/drawing/2014/main" id="{69228B58-6686-41AE-B87E-347FCCBC92A6}"/>
              </a:ext>
            </a:extLst>
          </p:cNvPr>
          <p:cNvGrpSpPr/>
          <p:nvPr/>
        </p:nvGrpSpPr>
        <p:grpSpPr>
          <a:xfrm>
            <a:off x="8177122" y="2496996"/>
            <a:ext cx="807531" cy="758749"/>
            <a:chOff x="2484224" y="2319379"/>
            <a:chExt cx="519556" cy="508319"/>
          </a:xfrm>
          <a:effectLst>
            <a:outerShdw blurRad="50800" dist="38100" dir="2700000" algn="tl" rotWithShape="0">
              <a:prstClr val="black">
                <a:alpha val="40000"/>
              </a:prstClr>
            </a:outerShdw>
          </a:effectLst>
        </p:grpSpPr>
        <p:sp>
          <p:nvSpPr>
            <p:cNvPr id="188" name="Rectangle 187">
              <a:extLst>
                <a:ext uri="{FF2B5EF4-FFF2-40B4-BE49-F238E27FC236}">
                  <a16:creationId xmlns:a16="http://schemas.microsoft.com/office/drawing/2014/main" id="{DA5C66AA-14A3-4E33-B911-98CCC104A2AF}"/>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87853647-F127-46FC-9F19-2BCAE88BA9B1}"/>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3EFD3A26-D41A-4FB5-BEA5-1ACD3206704B}"/>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1" name="Rectangle 190">
              <a:extLst>
                <a:ext uri="{FF2B5EF4-FFF2-40B4-BE49-F238E27FC236}">
                  <a16:creationId xmlns:a16="http://schemas.microsoft.com/office/drawing/2014/main" id="{CD0DB470-B77F-4516-8C74-130D529091EB}"/>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97" name="Group 196">
            <a:extLst>
              <a:ext uri="{FF2B5EF4-FFF2-40B4-BE49-F238E27FC236}">
                <a16:creationId xmlns:a16="http://schemas.microsoft.com/office/drawing/2014/main" id="{E4BEDAC8-D3B3-4436-BE13-8BFF5230E90B}"/>
              </a:ext>
            </a:extLst>
          </p:cNvPr>
          <p:cNvGrpSpPr/>
          <p:nvPr/>
        </p:nvGrpSpPr>
        <p:grpSpPr>
          <a:xfrm>
            <a:off x="9788363" y="2496812"/>
            <a:ext cx="807531" cy="758749"/>
            <a:chOff x="2484224" y="2319379"/>
            <a:chExt cx="519556" cy="508319"/>
          </a:xfrm>
          <a:effectLst>
            <a:outerShdw blurRad="50800" dist="38100" dir="2700000" algn="tl" rotWithShape="0">
              <a:prstClr val="black">
                <a:alpha val="40000"/>
              </a:prstClr>
            </a:outerShdw>
          </a:effectLst>
        </p:grpSpPr>
        <p:sp>
          <p:nvSpPr>
            <p:cNvPr id="198" name="Rectangle 197">
              <a:extLst>
                <a:ext uri="{FF2B5EF4-FFF2-40B4-BE49-F238E27FC236}">
                  <a16:creationId xmlns:a16="http://schemas.microsoft.com/office/drawing/2014/main" id="{29DC7EFF-83DB-44E3-BDAA-CBF6D0821829}"/>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9" name="Rectangle 198">
              <a:extLst>
                <a:ext uri="{FF2B5EF4-FFF2-40B4-BE49-F238E27FC236}">
                  <a16:creationId xmlns:a16="http://schemas.microsoft.com/office/drawing/2014/main" id="{2FD878A0-02F3-41F4-A5CB-D791005EF60A}"/>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0" name="Rectangle 199">
              <a:extLst>
                <a:ext uri="{FF2B5EF4-FFF2-40B4-BE49-F238E27FC236}">
                  <a16:creationId xmlns:a16="http://schemas.microsoft.com/office/drawing/2014/main" id="{7F00697B-D17D-4510-A171-4944E69F6255}"/>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1" name="Rectangle 200">
              <a:extLst>
                <a:ext uri="{FF2B5EF4-FFF2-40B4-BE49-F238E27FC236}">
                  <a16:creationId xmlns:a16="http://schemas.microsoft.com/office/drawing/2014/main" id="{93BAB4B7-86C1-4C35-B626-9B45B6F6A45C}"/>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02" name="TextBox 201">
            <a:extLst>
              <a:ext uri="{FF2B5EF4-FFF2-40B4-BE49-F238E27FC236}">
                <a16:creationId xmlns:a16="http://schemas.microsoft.com/office/drawing/2014/main" id="{61E6F5FE-D546-439D-B390-CB26B199DCA3}"/>
              </a:ext>
            </a:extLst>
          </p:cNvPr>
          <p:cNvSpPr txBox="1"/>
          <p:nvPr/>
        </p:nvSpPr>
        <p:spPr>
          <a:xfrm>
            <a:off x="9153853" y="2643551"/>
            <a:ext cx="735490" cy="551288"/>
          </a:xfrm>
          <a:prstGeom prst="rect">
            <a:avLst/>
          </a:prstGeom>
          <a:noFill/>
        </p:spPr>
        <p:txBody>
          <a:bodyPr wrap="square" rtlCol="0">
            <a:spAutoFit/>
          </a:bodyPr>
          <a:lstStyle/>
          <a:p>
            <a:r>
              <a:rPr lang="en-US" dirty="0">
                <a:solidFill>
                  <a:schemeClr val="bg1"/>
                </a:solidFill>
              </a:rPr>
              <a:t>. . .</a:t>
            </a:r>
          </a:p>
        </p:txBody>
      </p:sp>
      <p:grpSp>
        <p:nvGrpSpPr>
          <p:cNvPr id="68" name="Group 67">
            <a:extLst>
              <a:ext uri="{FF2B5EF4-FFF2-40B4-BE49-F238E27FC236}">
                <a16:creationId xmlns:a16="http://schemas.microsoft.com/office/drawing/2014/main" id="{073F5228-7493-4D6C-90C7-B880B4973A31}"/>
              </a:ext>
            </a:extLst>
          </p:cNvPr>
          <p:cNvGrpSpPr/>
          <p:nvPr/>
        </p:nvGrpSpPr>
        <p:grpSpPr>
          <a:xfrm>
            <a:off x="6569914" y="3256811"/>
            <a:ext cx="802298" cy="760856"/>
            <a:chOff x="1747720" y="3025882"/>
            <a:chExt cx="516189" cy="509731"/>
          </a:xfrm>
          <a:effectLst>
            <a:outerShdw blurRad="50800" dist="38100" dir="2700000" algn="tl" rotWithShape="0">
              <a:prstClr val="black">
                <a:alpha val="40000"/>
              </a:prstClr>
            </a:outerShdw>
          </a:effectLst>
        </p:grpSpPr>
        <p:sp>
          <p:nvSpPr>
            <p:cNvPr id="69" name="Rectangle 68">
              <a:extLst>
                <a:ext uri="{FF2B5EF4-FFF2-40B4-BE49-F238E27FC236}">
                  <a16:creationId xmlns:a16="http://schemas.microsoft.com/office/drawing/2014/main" id="{1C064EE8-4C77-4DD1-B6C5-27D0DE4B868F}"/>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0" name="Rectangle 69">
              <a:extLst>
                <a:ext uri="{FF2B5EF4-FFF2-40B4-BE49-F238E27FC236}">
                  <a16:creationId xmlns:a16="http://schemas.microsoft.com/office/drawing/2014/main" id="{BE8CCFD5-6316-4D46-BB2D-D9A6EA25C2D7}"/>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1" name="Rectangle 70">
              <a:extLst>
                <a:ext uri="{FF2B5EF4-FFF2-40B4-BE49-F238E27FC236}">
                  <a16:creationId xmlns:a16="http://schemas.microsoft.com/office/drawing/2014/main" id="{B9D5CE74-9B30-457D-AF65-441296A51F31}"/>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2" name="Rectangle 71">
              <a:extLst>
                <a:ext uri="{FF2B5EF4-FFF2-40B4-BE49-F238E27FC236}">
                  <a16:creationId xmlns:a16="http://schemas.microsoft.com/office/drawing/2014/main" id="{329A1F7E-D02F-4A3D-AF66-734DFA2C2FE0}"/>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3" name="Group 72">
            <a:extLst>
              <a:ext uri="{FF2B5EF4-FFF2-40B4-BE49-F238E27FC236}">
                <a16:creationId xmlns:a16="http://schemas.microsoft.com/office/drawing/2014/main" id="{4799B26D-1EE9-4F25-9CCE-9500AD57F7C8}"/>
              </a:ext>
            </a:extLst>
          </p:cNvPr>
          <p:cNvGrpSpPr/>
          <p:nvPr/>
        </p:nvGrpSpPr>
        <p:grpSpPr>
          <a:xfrm>
            <a:off x="7374223" y="3256834"/>
            <a:ext cx="802298" cy="760856"/>
            <a:chOff x="1747720" y="3025882"/>
            <a:chExt cx="516189" cy="509731"/>
          </a:xfrm>
          <a:effectLst>
            <a:outerShdw blurRad="50800" dist="38100" dir="2700000" algn="tl" rotWithShape="0">
              <a:prstClr val="black">
                <a:alpha val="40000"/>
              </a:prstClr>
            </a:outerShdw>
          </a:effectLst>
        </p:grpSpPr>
        <p:sp>
          <p:nvSpPr>
            <p:cNvPr id="74" name="Rectangle 73">
              <a:extLst>
                <a:ext uri="{FF2B5EF4-FFF2-40B4-BE49-F238E27FC236}">
                  <a16:creationId xmlns:a16="http://schemas.microsoft.com/office/drawing/2014/main" id="{66688284-D83A-4F43-B967-3157EBAB8E99}"/>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5" name="Rectangle 74">
              <a:extLst>
                <a:ext uri="{FF2B5EF4-FFF2-40B4-BE49-F238E27FC236}">
                  <a16:creationId xmlns:a16="http://schemas.microsoft.com/office/drawing/2014/main" id="{06139F95-F420-435C-83C0-FBA286232BE8}"/>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6" name="Rectangle 75">
              <a:extLst>
                <a:ext uri="{FF2B5EF4-FFF2-40B4-BE49-F238E27FC236}">
                  <a16:creationId xmlns:a16="http://schemas.microsoft.com/office/drawing/2014/main" id="{24F35B22-8C64-45CE-BC5B-52536F558D8F}"/>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7" name="Rectangle 76">
              <a:extLst>
                <a:ext uri="{FF2B5EF4-FFF2-40B4-BE49-F238E27FC236}">
                  <a16:creationId xmlns:a16="http://schemas.microsoft.com/office/drawing/2014/main" id="{E6BFD60A-E0F5-4F46-8CFA-2C044CB408E8}"/>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79" name="Group 78">
            <a:extLst>
              <a:ext uri="{FF2B5EF4-FFF2-40B4-BE49-F238E27FC236}">
                <a16:creationId xmlns:a16="http://schemas.microsoft.com/office/drawing/2014/main" id="{17241C42-8829-4140-80B6-F3D6989E1FC3}"/>
              </a:ext>
            </a:extLst>
          </p:cNvPr>
          <p:cNvGrpSpPr/>
          <p:nvPr/>
        </p:nvGrpSpPr>
        <p:grpSpPr>
          <a:xfrm>
            <a:off x="8181693" y="3256834"/>
            <a:ext cx="802298" cy="760856"/>
            <a:chOff x="1747720" y="3025882"/>
            <a:chExt cx="516189" cy="509731"/>
          </a:xfrm>
          <a:effectLst>
            <a:outerShdw blurRad="50800" dist="38100" dir="2700000" algn="tl" rotWithShape="0">
              <a:prstClr val="black">
                <a:alpha val="40000"/>
              </a:prstClr>
            </a:outerShdw>
          </a:effectLst>
        </p:grpSpPr>
        <p:sp>
          <p:nvSpPr>
            <p:cNvPr id="80" name="Rectangle 79">
              <a:extLst>
                <a:ext uri="{FF2B5EF4-FFF2-40B4-BE49-F238E27FC236}">
                  <a16:creationId xmlns:a16="http://schemas.microsoft.com/office/drawing/2014/main" id="{BDFEAB3A-B793-4639-8F61-23B6B53B1951}"/>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1" name="Rectangle 80">
              <a:extLst>
                <a:ext uri="{FF2B5EF4-FFF2-40B4-BE49-F238E27FC236}">
                  <a16:creationId xmlns:a16="http://schemas.microsoft.com/office/drawing/2014/main" id="{23934256-E68B-45D1-9C01-79966EEECE6D}"/>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2" name="Rectangle 81">
              <a:extLst>
                <a:ext uri="{FF2B5EF4-FFF2-40B4-BE49-F238E27FC236}">
                  <a16:creationId xmlns:a16="http://schemas.microsoft.com/office/drawing/2014/main" id="{5C9FBE7D-5DDC-4532-BE64-4FF99BBDA0F0}"/>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3" name="Rectangle 82">
              <a:extLst>
                <a:ext uri="{FF2B5EF4-FFF2-40B4-BE49-F238E27FC236}">
                  <a16:creationId xmlns:a16="http://schemas.microsoft.com/office/drawing/2014/main" id="{C259A44E-1F34-456A-9365-9C2AB16ABBE3}"/>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84" name="Group 83">
            <a:extLst>
              <a:ext uri="{FF2B5EF4-FFF2-40B4-BE49-F238E27FC236}">
                <a16:creationId xmlns:a16="http://schemas.microsoft.com/office/drawing/2014/main" id="{F1F49A5B-1FF4-41F0-B45D-5D0F598DE90D}"/>
              </a:ext>
            </a:extLst>
          </p:cNvPr>
          <p:cNvGrpSpPr/>
          <p:nvPr/>
        </p:nvGrpSpPr>
        <p:grpSpPr>
          <a:xfrm>
            <a:off x="9789021" y="3257431"/>
            <a:ext cx="802298" cy="760856"/>
            <a:chOff x="1747720" y="3025882"/>
            <a:chExt cx="516189" cy="509731"/>
          </a:xfrm>
          <a:effectLst>
            <a:outerShdw blurRad="50800" dist="38100" dir="2700000" algn="tl" rotWithShape="0">
              <a:prstClr val="black">
                <a:alpha val="40000"/>
              </a:prstClr>
            </a:outerShdw>
          </a:effectLst>
        </p:grpSpPr>
        <p:sp>
          <p:nvSpPr>
            <p:cNvPr id="85" name="Rectangle 84">
              <a:extLst>
                <a:ext uri="{FF2B5EF4-FFF2-40B4-BE49-F238E27FC236}">
                  <a16:creationId xmlns:a16="http://schemas.microsoft.com/office/drawing/2014/main" id="{F81DA8F1-E563-4723-81D1-DAE8773287A6}"/>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Rectangle 85">
              <a:extLst>
                <a:ext uri="{FF2B5EF4-FFF2-40B4-BE49-F238E27FC236}">
                  <a16:creationId xmlns:a16="http://schemas.microsoft.com/office/drawing/2014/main" id="{7490F164-5762-41C2-ABC6-638648BC9231}"/>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7" name="Rectangle 86">
              <a:extLst>
                <a:ext uri="{FF2B5EF4-FFF2-40B4-BE49-F238E27FC236}">
                  <a16:creationId xmlns:a16="http://schemas.microsoft.com/office/drawing/2014/main" id="{3430C71D-43A3-437C-B886-0F412F930128}"/>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8" name="Rectangle 87">
              <a:extLst>
                <a:ext uri="{FF2B5EF4-FFF2-40B4-BE49-F238E27FC236}">
                  <a16:creationId xmlns:a16="http://schemas.microsoft.com/office/drawing/2014/main" id="{83BE8E8E-5851-4AE9-8FED-CB1429AC1B9B}"/>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89" name="TextBox 88">
            <a:extLst>
              <a:ext uri="{FF2B5EF4-FFF2-40B4-BE49-F238E27FC236}">
                <a16:creationId xmlns:a16="http://schemas.microsoft.com/office/drawing/2014/main" id="{460CE44F-1BD1-4DBD-B263-2005A902FE4B}"/>
              </a:ext>
            </a:extLst>
          </p:cNvPr>
          <p:cNvSpPr txBox="1"/>
          <p:nvPr/>
        </p:nvSpPr>
        <p:spPr>
          <a:xfrm>
            <a:off x="9177498" y="3410455"/>
            <a:ext cx="473206" cy="369332"/>
          </a:xfrm>
          <a:prstGeom prst="rect">
            <a:avLst/>
          </a:prstGeom>
          <a:noFill/>
        </p:spPr>
        <p:txBody>
          <a:bodyPr wrap="none" rtlCol="0">
            <a:spAutoFit/>
          </a:bodyPr>
          <a:lstStyle/>
          <a:p>
            <a:r>
              <a:rPr lang="en-US" dirty="0">
                <a:solidFill>
                  <a:schemeClr val="bg1"/>
                </a:solidFill>
              </a:rPr>
              <a:t>. . .</a:t>
            </a:r>
          </a:p>
        </p:txBody>
      </p:sp>
      <p:sp>
        <p:nvSpPr>
          <p:cNvPr id="90" name="Left Brace 89">
            <a:extLst>
              <a:ext uri="{FF2B5EF4-FFF2-40B4-BE49-F238E27FC236}">
                <a16:creationId xmlns:a16="http://schemas.microsoft.com/office/drawing/2014/main" id="{A505E655-DAB9-4E14-B477-72731A802CF6}"/>
              </a:ext>
            </a:extLst>
          </p:cNvPr>
          <p:cNvSpPr/>
          <p:nvPr/>
        </p:nvSpPr>
        <p:spPr>
          <a:xfrm rot="16200000">
            <a:off x="8399756" y="2342487"/>
            <a:ext cx="369332" cy="401379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1" name="TextBox 90">
            <a:extLst>
              <a:ext uri="{FF2B5EF4-FFF2-40B4-BE49-F238E27FC236}">
                <a16:creationId xmlns:a16="http://schemas.microsoft.com/office/drawing/2014/main" id="{46EF2FD6-0966-450D-A1E0-078CB82E35D6}"/>
              </a:ext>
            </a:extLst>
          </p:cNvPr>
          <p:cNvSpPr txBox="1"/>
          <p:nvPr/>
        </p:nvSpPr>
        <p:spPr>
          <a:xfrm>
            <a:off x="8434953" y="4506107"/>
            <a:ext cx="509130" cy="523220"/>
          </a:xfrm>
          <a:prstGeom prst="rect">
            <a:avLst/>
          </a:prstGeom>
          <a:noFill/>
        </p:spPr>
        <p:txBody>
          <a:bodyPr wrap="square" rtlCol="0">
            <a:spAutoFit/>
          </a:bodyPr>
          <a:lstStyle/>
          <a:p>
            <a:r>
              <a:rPr lang="el-GR" sz="2800" dirty="0">
                <a:solidFill>
                  <a:schemeClr val="bg1"/>
                </a:solidFill>
              </a:rPr>
              <a:t>τ</a:t>
            </a:r>
            <a:endParaRPr lang="en-US" sz="2800" dirty="0">
              <a:solidFill>
                <a:schemeClr val="bg1"/>
              </a:solidFill>
            </a:endParaRPr>
          </a:p>
        </p:txBody>
      </p:sp>
      <p:sp>
        <p:nvSpPr>
          <p:cNvPr id="92" name="TextBox 91">
            <a:extLst>
              <a:ext uri="{FF2B5EF4-FFF2-40B4-BE49-F238E27FC236}">
                <a16:creationId xmlns:a16="http://schemas.microsoft.com/office/drawing/2014/main" id="{8D02556B-57C8-4568-B730-6F42B5C01ECF}"/>
              </a:ext>
            </a:extLst>
          </p:cNvPr>
          <p:cNvSpPr txBox="1"/>
          <p:nvPr/>
        </p:nvSpPr>
        <p:spPr>
          <a:xfrm>
            <a:off x="0" y="373996"/>
            <a:ext cx="12191999" cy="646331"/>
          </a:xfrm>
          <a:prstGeom prst="rect">
            <a:avLst/>
          </a:prstGeom>
          <a:noFill/>
        </p:spPr>
        <p:txBody>
          <a:bodyPr wrap="square" rtlCol="0">
            <a:spAutoFit/>
          </a:bodyPr>
          <a:lstStyle/>
          <a:p>
            <a:pPr algn="ctr"/>
            <a:r>
              <a:rPr lang="en-US" sz="3600" dirty="0">
                <a:solidFill>
                  <a:schemeClr val="bg1"/>
                </a:solidFill>
              </a:rPr>
              <a:t>High Temperature</a:t>
            </a:r>
            <a:endParaRPr lang="en-US" sz="1600" dirty="0">
              <a:solidFill>
                <a:schemeClr val="bg1"/>
              </a:solidFill>
            </a:endParaRPr>
          </a:p>
        </p:txBody>
      </p:sp>
      <p:grpSp>
        <p:nvGrpSpPr>
          <p:cNvPr id="101" name="Group 100">
            <a:extLst>
              <a:ext uri="{FF2B5EF4-FFF2-40B4-BE49-F238E27FC236}">
                <a16:creationId xmlns:a16="http://schemas.microsoft.com/office/drawing/2014/main" id="{00DFA95D-3BA1-439B-9F07-F2B9106E1C72}"/>
              </a:ext>
            </a:extLst>
          </p:cNvPr>
          <p:cNvGrpSpPr/>
          <p:nvPr/>
        </p:nvGrpSpPr>
        <p:grpSpPr>
          <a:xfrm>
            <a:off x="3894351" y="2265506"/>
            <a:ext cx="556159" cy="2177575"/>
            <a:chOff x="2783837" y="4446481"/>
            <a:chExt cx="255929" cy="934122"/>
          </a:xfrm>
        </p:grpSpPr>
        <p:sp>
          <p:nvSpPr>
            <p:cNvPr id="102" name="Rectangle 101">
              <a:extLst>
                <a:ext uri="{FF2B5EF4-FFF2-40B4-BE49-F238E27FC236}">
                  <a16:creationId xmlns:a16="http://schemas.microsoft.com/office/drawing/2014/main" id="{0ECF7146-DBDA-4CB0-AB08-987F84C4C776}"/>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EA943DDE-686D-4A71-9117-FE1D2652B00A}"/>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Rounded Corners 103">
              <a:extLst>
                <a:ext uri="{FF2B5EF4-FFF2-40B4-BE49-F238E27FC236}">
                  <a16:creationId xmlns:a16="http://schemas.microsoft.com/office/drawing/2014/main" id="{9DD63792-80BD-4FA0-AC00-D666757D6772}"/>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75709C5B-67A3-47F4-AE2F-E82190EE8FC7}"/>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FD9EF43C-7C55-4B7B-8529-FC787F729164}"/>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F8B6E8F0-ED89-46CA-8048-2C066C4316E6}"/>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a:extLst>
                <a:ext uri="{FF2B5EF4-FFF2-40B4-BE49-F238E27FC236}">
                  <a16:creationId xmlns:a16="http://schemas.microsoft.com/office/drawing/2014/main" id="{4F19B7FA-B3BB-4090-9DD2-C50A3F71E9CB}"/>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9" name="TextBox 108">
            <a:extLst>
              <a:ext uri="{FF2B5EF4-FFF2-40B4-BE49-F238E27FC236}">
                <a16:creationId xmlns:a16="http://schemas.microsoft.com/office/drawing/2014/main" id="{CC2082DD-E592-4991-BEBD-20F66752FD7E}"/>
              </a:ext>
            </a:extLst>
          </p:cNvPr>
          <p:cNvSpPr txBox="1"/>
          <p:nvPr/>
        </p:nvSpPr>
        <p:spPr>
          <a:xfrm>
            <a:off x="4323467" y="2264863"/>
            <a:ext cx="328936" cy="523220"/>
          </a:xfrm>
          <a:prstGeom prst="rect">
            <a:avLst/>
          </a:prstGeom>
          <a:noFill/>
        </p:spPr>
        <p:txBody>
          <a:bodyPr wrap="none" rtlCol="0">
            <a:spAutoFit/>
          </a:bodyPr>
          <a:lstStyle/>
          <a:p>
            <a:r>
              <a:rPr lang="el-GR" sz="2800" dirty="0">
                <a:solidFill>
                  <a:schemeClr val="bg1"/>
                </a:solidFill>
              </a:rPr>
              <a:t>τ</a:t>
            </a:r>
            <a:endParaRPr lang="en-US" sz="2800" dirty="0">
              <a:solidFill>
                <a:schemeClr val="bg1"/>
              </a:solidFill>
            </a:endParaRPr>
          </a:p>
        </p:txBody>
      </p:sp>
      <p:sp>
        <p:nvSpPr>
          <p:cNvPr id="110" name="TextBox 109">
            <a:extLst>
              <a:ext uri="{FF2B5EF4-FFF2-40B4-BE49-F238E27FC236}">
                <a16:creationId xmlns:a16="http://schemas.microsoft.com/office/drawing/2014/main" id="{5AEAA037-5D0B-44C0-B6CF-65BE0956D264}"/>
              </a:ext>
            </a:extLst>
          </p:cNvPr>
          <p:cNvSpPr txBox="1"/>
          <p:nvPr/>
        </p:nvSpPr>
        <p:spPr>
          <a:xfrm>
            <a:off x="1036718" y="3354294"/>
            <a:ext cx="1576072" cy="1261884"/>
          </a:xfrm>
          <a:prstGeom prst="rect">
            <a:avLst/>
          </a:prstGeom>
          <a:noFill/>
        </p:spPr>
        <p:txBody>
          <a:bodyPr wrap="none" rtlCol="0">
            <a:spAutoFit/>
          </a:bodyPr>
          <a:lstStyle/>
          <a:p>
            <a:r>
              <a:rPr lang="en-US" dirty="0">
                <a:solidFill>
                  <a:schemeClr val="bg1"/>
                </a:solidFill>
              </a:rPr>
              <a:t>Glue Function:</a:t>
            </a:r>
          </a:p>
          <a:p>
            <a:r>
              <a:rPr lang="en-US" dirty="0">
                <a:solidFill>
                  <a:schemeClr val="bg1"/>
                </a:solidFill>
              </a:rPr>
              <a:t>Str(</a:t>
            </a:r>
            <a:r>
              <a:rPr lang="en-US" dirty="0">
                <a:solidFill>
                  <a:srgbClr val="7030A0"/>
                </a:solidFill>
              </a:rPr>
              <a:t>P</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15AAB"/>
                </a:solidFill>
              </a:rPr>
              <a:t>B</a:t>
            </a:r>
            <a:r>
              <a:rPr lang="en-US" dirty="0">
                <a:solidFill>
                  <a:schemeClr val="bg1"/>
                </a:solidFill>
              </a:rPr>
              <a:t>) = </a:t>
            </a:r>
            <a:r>
              <a:rPr lang="el-GR" sz="2000" dirty="0">
                <a:solidFill>
                  <a:schemeClr val="bg1"/>
                </a:solidFill>
              </a:rPr>
              <a:t>τ</a:t>
            </a:r>
            <a:endParaRPr lang="en-US" sz="2000" dirty="0">
              <a:solidFill>
                <a:schemeClr val="bg1"/>
              </a:solidFill>
            </a:endParaRPr>
          </a:p>
          <a:p>
            <a:r>
              <a:rPr lang="en-US" dirty="0">
                <a:solidFill>
                  <a:schemeClr val="bg1"/>
                </a:solidFill>
              </a:rPr>
              <a:t>Str(</a:t>
            </a:r>
            <a:r>
              <a:rPr lang="en-US" dirty="0">
                <a:solidFill>
                  <a:srgbClr val="00B050"/>
                </a:solidFill>
              </a:rPr>
              <a:t>G</a:t>
            </a:r>
            <a:r>
              <a:rPr lang="en-US" dirty="0">
                <a:solidFill>
                  <a:schemeClr val="bg1"/>
                </a:solidFill>
              </a:rPr>
              <a:t>) = 1</a:t>
            </a:r>
          </a:p>
        </p:txBody>
      </p:sp>
      <p:sp>
        <p:nvSpPr>
          <p:cNvPr id="111" name="TextBox 110">
            <a:extLst>
              <a:ext uri="{FF2B5EF4-FFF2-40B4-BE49-F238E27FC236}">
                <a16:creationId xmlns:a16="http://schemas.microsoft.com/office/drawing/2014/main" id="{35352388-A6EF-41A6-AD9B-98E225F815BF}"/>
              </a:ext>
            </a:extLst>
          </p:cNvPr>
          <p:cNvSpPr txBox="1"/>
          <p:nvPr/>
        </p:nvSpPr>
        <p:spPr>
          <a:xfrm>
            <a:off x="1045874" y="1804948"/>
            <a:ext cx="869020" cy="369332"/>
          </a:xfrm>
          <a:prstGeom prst="rect">
            <a:avLst/>
          </a:prstGeom>
          <a:noFill/>
        </p:spPr>
        <p:txBody>
          <a:bodyPr wrap="none" rtlCol="0">
            <a:spAutoFit/>
          </a:bodyPr>
          <a:lstStyle/>
          <a:p>
            <a:r>
              <a:rPr lang="en-US" dirty="0" err="1">
                <a:solidFill>
                  <a:schemeClr val="bg1"/>
                </a:solidFill>
              </a:rPr>
              <a:t>Tileset</a:t>
            </a:r>
            <a:r>
              <a:rPr lang="en-US" dirty="0">
                <a:solidFill>
                  <a:schemeClr val="bg1"/>
                </a:solidFill>
              </a:rPr>
              <a:t>:</a:t>
            </a:r>
          </a:p>
        </p:txBody>
      </p:sp>
      <p:sp>
        <p:nvSpPr>
          <p:cNvPr id="112" name="Rectangle 111">
            <a:extLst>
              <a:ext uri="{FF2B5EF4-FFF2-40B4-BE49-F238E27FC236}">
                <a16:creationId xmlns:a16="http://schemas.microsoft.com/office/drawing/2014/main" id="{C47F7DC7-A9CF-4BFB-A311-218F74A7192E}"/>
              </a:ext>
            </a:extLst>
          </p:cNvPr>
          <p:cNvSpPr/>
          <p:nvPr/>
        </p:nvSpPr>
        <p:spPr>
          <a:xfrm>
            <a:off x="1112001" y="2182826"/>
            <a:ext cx="2240800" cy="10747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3" name="TextBox 112">
            <a:extLst>
              <a:ext uri="{FF2B5EF4-FFF2-40B4-BE49-F238E27FC236}">
                <a16:creationId xmlns:a16="http://schemas.microsoft.com/office/drawing/2014/main" id="{79A4638F-00FD-4022-91E4-137DF25D38D7}"/>
              </a:ext>
            </a:extLst>
          </p:cNvPr>
          <p:cNvSpPr txBox="1"/>
          <p:nvPr/>
        </p:nvSpPr>
        <p:spPr>
          <a:xfrm>
            <a:off x="3455069" y="1804998"/>
            <a:ext cx="1412503" cy="369332"/>
          </a:xfrm>
          <a:prstGeom prst="rect">
            <a:avLst/>
          </a:prstGeom>
          <a:noFill/>
        </p:spPr>
        <p:txBody>
          <a:bodyPr wrap="none" rtlCol="0">
            <a:spAutoFit/>
          </a:bodyPr>
          <a:lstStyle/>
          <a:p>
            <a:r>
              <a:rPr lang="en-US" dirty="0">
                <a:solidFill>
                  <a:schemeClr val="bg1"/>
                </a:solidFill>
              </a:rPr>
              <a:t>Temperature:</a:t>
            </a:r>
          </a:p>
        </p:txBody>
      </p:sp>
      <p:grpSp>
        <p:nvGrpSpPr>
          <p:cNvPr id="114" name="Group 113">
            <a:extLst>
              <a:ext uri="{FF2B5EF4-FFF2-40B4-BE49-F238E27FC236}">
                <a16:creationId xmlns:a16="http://schemas.microsoft.com/office/drawing/2014/main" id="{EFF4BCB3-1CB1-410D-B046-A7EE5F71B1F8}"/>
              </a:ext>
            </a:extLst>
          </p:cNvPr>
          <p:cNvGrpSpPr/>
          <p:nvPr/>
        </p:nvGrpSpPr>
        <p:grpSpPr>
          <a:xfrm>
            <a:off x="1227433" y="2318980"/>
            <a:ext cx="798162" cy="787400"/>
            <a:chOff x="2484224" y="2319379"/>
            <a:chExt cx="519556" cy="508319"/>
          </a:xfrm>
          <a:effectLst>
            <a:outerShdw blurRad="50800" dist="38100" dir="2700000" algn="tl" rotWithShape="0">
              <a:prstClr val="black">
                <a:alpha val="40000"/>
              </a:prstClr>
            </a:outerShdw>
          </a:effectLst>
        </p:grpSpPr>
        <p:sp>
          <p:nvSpPr>
            <p:cNvPr id="115" name="Rectangle 114">
              <a:extLst>
                <a:ext uri="{FF2B5EF4-FFF2-40B4-BE49-F238E27FC236}">
                  <a16:creationId xmlns:a16="http://schemas.microsoft.com/office/drawing/2014/main" id="{18DA0952-9572-448A-B2EF-CAE16ECDA4A1}"/>
                </a:ext>
              </a:extLst>
            </p:cNvPr>
            <p:cNvSpPr/>
            <p:nvPr/>
          </p:nvSpPr>
          <p:spPr>
            <a:xfrm rot="5400000">
              <a:off x="2489842" y="2313761"/>
              <a:ext cx="508319" cy="519555"/>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ectangle 115">
              <a:extLst>
                <a:ext uri="{FF2B5EF4-FFF2-40B4-BE49-F238E27FC236}">
                  <a16:creationId xmlns:a16="http://schemas.microsoft.com/office/drawing/2014/main" id="{AA32A207-0A73-40CA-A9E0-C5D1D73CEDB9}"/>
                </a:ext>
              </a:extLst>
            </p:cNvPr>
            <p:cNvSpPr/>
            <p:nvPr/>
          </p:nvSpPr>
          <p:spPr>
            <a:xfrm rot="16200000">
              <a:off x="2703771" y="2717576"/>
              <a:ext cx="81361" cy="13888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300F83AA-7946-458C-9C2E-8D0FC58C893B}"/>
                </a:ext>
              </a:extLst>
            </p:cNvPr>
            <p:cNvSpPr/>
            <p:nvPr/>
          </p:nvSpPr>
          <p:spPr>
            <a:xfrm rot="10800000">
              <a:off x="2920598" y="2502604"/>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8" name="Rectangle 117">
              <a:extLst>
                <a:ext uri="{FF2B5EF4-FFF2-40B4-BE49-F238E27FC236}">
                  <a16:creationId xmlns:a16="http://schemas.microsoft.com/office/drawing/2014/main" id="{48D7ACBF-58F9-4488-9EDB-9F99467CEB84}"/>
                </a:ext>
              </a:extLst>
            </p:cNvPr>
            <p:cNvSpPr/>
            <p:nvPr/>
          </p:nvSpPr>
          <p:spPr>
            <a:xfrm rot="10800000">
              <a:off x="2484899" y="2502603"/>
              <a:ext cx="83182" cy="135845"/>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9" name="Group 118">
            <a:extLst>
              <a:ext uri="{FF2B5EF4-FFF2-40B4-BE49-F238E27FC236}">
                <a16:creationId xmlns:a16="http://schemas.microsoft.com/office/drawing/2014/main" id="{815571FD-BA14-4019-8190-3B4416FAA4D2}"/>
              </a:ext>
            </a:extLst>
          </p:cNvPr>
          <p:cNvGrpSpPr/>
          <p:nvPr/>
        </p:nvGrpSpPr>
        <p:grpSpPr>
          <a:xfrm>
            <a:off x="2378110" y="2339516"/>
            <a:ext cx="798164" cy="761591"/>
            <a:chOff x="1747720" y="3025882"/>
            <a:chExt cx="516189" cy="509731"/>
          </a:xfrm>
          <a:effectLst>
            <a:outerShdw blurRad="50800" dist="38100" dir="2700000" algn="tl" rotWithShape="0">
              <a:prstClr val="black">
                <a:alpha val="40000"/>
              </a:prstClr>
            </a:outerShdw>
          </a:effectLst>
        </p:grpSpPr>
        <p:sp>
          <p:nvSpPr>
            <p:cNvPr id="120" name="Rectangle 119">
              <a:extLst>
                <a:ext uri="{FF2B5EF4-FFF2-40B4-BE49-F238E27FC236}">
                  <a16:creationId xmlns:a16="http://schemas.microsoft.com/office/drawing/2014/main" id="{D555D4E3-F7F4-414F-8E1C-A26254134DDC}"/>
                </a:ext>
              </a:extLst>
            </p:cNvPr>
            <p:cNvSpPr/>
            <p:nvPr/>
          </p:nvSpPr>
          <p:spPr>
            <a:xfrm rot="5400000">
              <a:off x="1750968" y="3022673"/>
              <a:ext cx="509697" cy="516184"/>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1" name="Rectangle 120">
              <a:extLst>
                <a:ext uri="{FF2B5EF4-FFF2-40B4-BE49-F238E27FC236}">
                  <a16:creationId xmlns:a16="http://schemas.microsoft.com/office/drawing/2014/main" id="{ABD6A8A7-D99C-4732-9B60-D03104255036}"/>
                </a:ext>
              </a:extLst>
            </p:cNvPr>
            <p:cNvSpPr/>
            <p:nvPr/>
          </p:nvSpPr>
          <p:spPr>
            <a:xfrm rot="5400000">
              <a:off x="1966710" y="2997682"/>
              <a:ext cx="81582" cy="137982"/>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2" name="Rectangle 121">
              <a:extLst>
                <a:ext uri="{FF2B5EF4-FFF2-40B4-BE49-F238E27FC236}">
                  <a16:creationId xmlns:a16="http://schemas.microsoft.com/office/drawing/2014/main" id="{4ECABBE7-99B3-4CDC-A75F-977509DA88DE}"/>
                </a:ext>
              </a:extLst>
            </p:cNvPr>
            <p:cNvSpPr/>
            <p:nvPr/>
          </p:nvSpPr>
          <p:spPr>
            <a:xfrm rot="10800000">
              <a:off x="2181266"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3" name="Rectangle 122">
              <a:extLst>
                <a:ext uri="{FF2B5EF4-FFF2-40B4-BE49-F238E27FC236}">
                  <a16:creationId xmlns:a16="http://schemas.microsoft.com/office/drawing/2014/main" id="{0CF58D87-5736-4C9D-80EF-DDBDA2303FDC}"/>
                </a:ext>
              </a:extLst>
            </p:cNvPr>
            <p:cNvSpPr/>
            <p:nvPr/>
          </p:nvSpPr>
          <p:spPr>
            <a:xfrm rot="10800000">
              <a:off x="1747720" y="3212657"/>
              <a:ext cx="82642" cy="13621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159762912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TextBox 161">
            <a:extLst>
              <a:ext uri="{FF2B5EF4-FFF2-40B4-BE49-F238E27FC236}">
                <a16:creationId xmlns:a16="http://schemas.microsoft.com/office/drawing/2014/main" id="{601B9928-F266-4DB4-ABAB-670A3E0ABAF7}"/>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Process Overview</a:t>
            </a:r>
            <a:endParaRPr lang="en-US" sz="1600" dirty="0">
              <a:solidFill>
                <a:schemeClr val="bg1"/>
              </a:solidFill>
            </a:endParaRPr>
          </a:p>
        </p:txBody>
      </p:sp>
      <p:grpSp>
        <p:nvGrpSpPr>
          <p:cNvPr id="88" name="Group 87">
            <a:extLst>
              <a:ext uri="{FF2B5EF4-FFF2-40B4-BE49-F238E27FC236}">
                <a16:creationId xmlns:a16="http://schemas.microsoft.com/office/drawing/2014/main" id="{2D4733A7-4E1E-4491-8397-F7008CF28DEA}"/>
              </a:ext>
            </a:extLst>
          </p:cNvPr>
          <p:cNvGrpSpPr/>
          <p:nvPr/>
        </p:nvGrpSpPr>
        <p:grpSpPr>
          <a:xfrm>
            <a:off x="1744548" y="1790542"/>
            <a:ext cx="992531" cy="873535"/>
            <a:chOff x="5162752" y="3143213"/>
            <a:chExt cx="1670865" cy="1701932"/>
          </a:xfrm>
        </p:grpSpPr>
        <p:grpSp>
          <p:nvGrpSpPr>
            <p:cNvPr id="89" name="Group 88">
              <a:extLst>
                <a:ext uri="{FF2B5EF4-FFF2-40B4-BE49-F238E27FC236}">
                  <a16:creationId xmlns:a16="http://schemas.microsoft.com/office/drawing/2014/main" id="{60D8A38F-7CB9-45F3-9E77-74488B336217}"/>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160" name="Rectangle 159">
                <a:extLst>
                  <a:ext uri="{FF2B5EF4-FFF2-40B4-BE49-F238E27FC236}">
                    <a16:creationId xmlns:a16="http://schemas.microsoft.com/office/drawing/2014/main" id="{D94D7E2A-9AA2-4103-BB03-F936C14E2F43}"/>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78FA3582-8CE0-45A9-8C5A-86F50F167BAA}"/>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3" name="Rectangle 162">
                <a:extLst>
                  <a:ext uri="{FF2B5EF4-FFF2-40B4-BE49-F238E27FC236}">
                    <a16:creationId xmlns:a16="http://schemas.microsoft.com/office/drawing/2014/main" id="{C29D1038-C26B-4E6C-8BA0-98F136186926}"/>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5" name="Rectangle 164">
                <a:extLst>
                  <a:ext uri="{FF2B5EF4-FFF2-40B4-BE49-F238E27FC236}">
                    <a16:creationId xmlns:a16="http://schemas.microsoft.com/office/drawing/2014/main" id="{7EF12079-E932-4C58-AAA9-41FE4B5B59F1}"/>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17AF2C2C-3A3F-4E57-B080-656AA2B330AB}"/>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CD5873CB-A187-42C0-8C7A-3A445AD14946}"/>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0" name="Group 89">
              <a:extLst>
                <a:ext uri="{FF2B5EF4-FFF2-40B4-BE49-F238E27FC236}">
                  <a16:creationId xmlns:a16="http://schemas.microsoft.com/office/drawing/2014/main" id="{AAFE9A3A-FC81-46FC-9C0D-2D530A14EA06}"/>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155" name="Rectangle 154">
                <a:extLst>
                  <a:ext uri="{FF2B5EF4-FFF2-40B4-BE49-F238E27FC236}">
                    <a16:creationId xmlns:a16="http://schemas.microsoft.com/office/drawing/2014/main" id="{7637ADAD-0F4E-4A0F-93A9-670577F20677}"/>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6" name="Rectangle 155">
                <a:extLst>
                  <a:ext uri="{FF2B5EF4-FFF2-40B4-BE49-F238E27FC236}">
                    <a16:creationId xmlns:a16="http://schemas.microsoft.com/office/drawing/2014/main" id="{DAC6CD7D-35F2-4BD3-8A1D-52DDFE680C93}"/>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5B99C285-64BB-428B-A9D1-FD1DAC6D5F76}"/>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8" name="Rectangle 157">
                <a:extLst>
                  <a:ext uri="{FF2B5EF4-FFF2-40B4-BE49-F238E27FC236}">
                    <a16:creationId xmlns:a16="http://schemas.microsoft.com/office/drawing/2014/main" id="{CA5F1E75-D0AA-45F0-AAE0-8165D4E9145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9" name="Rectangle 158">
                <a:extLst>
                  <a:ext uri="{FF2B5EF4-FFF2-40B4-BE49-F238E27FC236}">
                    <a16:creationId xmlns:a16="http://schemas.microsoft.com/office/drawing/2014/main" id="{CCF23180-3CD8-4701-A676-279C3F042598}"/>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1" name="Group 90">
              <a:extLst>
                <a:ext uri="{FF2B5EF4-FFF2-40B4-BE49-F238E27FC236}">
                  <a16:creationId xmlns:a16="http://schemas.microsoft.com/office/drawing/2014/main" id="{0ECA9B3A-D285-47E7-9FDB-C5D8CFBB1E04}"/>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109" name="Rectangle 108">
                <a:extLst>
                  <a:ext uri="{FF2B5EF4-FFF2-40B4-BE49-F238E27FC236}">
                    <a16:creationId xmlns:a16="http://schemas.microsoft.com/office/drawing/2014/main" id="{64A3B9E2-8942-4FC2-9854-400911CB09D8}"/>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988068A0-03A9-41D7-B24A-65973B88ED30}"/>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Rectangle 110">
                <a:extLst>
                  <a:ext uri="{FF2B5EF4-FFF2-40B4-BE49-F238E27FC236}">
                    <a16:creationId xmlns:a16="http://schemas.microsoft.com/office/drawing/2014/main" id="{7C6F739A-E7D3-4368-B0F5-DA26F23726A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 name="Rectangle 111">
                <a:extLst>
                  <a:ext uri="{FF2B5EF4-FFF2-40B4-BE49-F238E27FC236}">
                    <a16:creationId xmlns:a16="http://schemas.microsoft.com/office/drawing/2014/main" id="{BC7E1E24-5A5A-4527-9445-083C3753AAF2}"/>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4" name="Rectangle 153">
                <a:extLst>
                  <a:ext uri="{FF2B5EF4-FFF2-40B4-BE49-F238E27FC236}">
                    <a16:creationId xmlns:a16="http://schemas.microsoft.com/office/drawing/2014/main" id="{36157CE9-38F2-4870-BB69-931337EEE1CE}"/>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2" name="Group 91">
              <a:extLst>
                <a:ext uri="{FF2B5EF4-FFF2-40B4-BE49-F238E27FC236}">
                  <a16:creationId xmlns:a16="http://schemas.microsoft.com/office/drawing/2014/main" id="{12DCDE25-8B29-4F9F-94A4-21264D21FD82}"/>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105" name="Rectangle 104">
                <a:extLst>
                  <a:ext uri="{FF2B5EF4-FFF2-40B4-BE49-F238E27FC236}">
                    <a16:creationId xmlns:a16="http://schemas.microsoft.com/office/drawing/2014/main" id="{62FBB5D8-7FED-4EFC-96F8-DF7C6699F29B}"/>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C0677A64-21D2-4CC5-9E70-430FDBB82657}"/>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67C93D74-57B8-449B-9F45-CEEF2A22B617}"/>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8" name="Rectangle 107">
                <a:extLst>
                  <a:ext uri="{FF2B5EF4-FFF2-40B4-BE49-F238E27FC236}">
                    <a16:creationId xmlns:a16="http://schemas.microsoft.com/office/drawing/2014/main" id="{1752CE23-345C-440A-B972-6F12E4D05731}"/>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3" name="Group 92">
              <a:extLst>
                <a:ext uri="{FF2B5EF4-FFF2-40B4-BE49-F238E27FC236}">
                  <a16:creationId xmlns:a16="http://schemas.microsoft.com/office/drawing/2014/main" id="{F494437E-A5CE-44C4-860D-8EBA4C46DD36}"/>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99" name="Rectangle 98">
                <a:extLst>
                  <a:ext uri="{FF2B5EF4-FFF2-40B4-BE49-F238E27FC236}">
                    <a16:creationId xmlns:a16="http://schemas.microsoft.com/office/drawing/2014/main" id="{8EEB513F-5FFA-4C29-9F6F-BA79A30371B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0" name="Rectangle 99">
                <a:extLst>
                  <a:ext uri="{FF2B5EF4-FFF2-40B4-BE49-F238E27FC236}">
                    <a16:creationId xmlns:a16="http://schemas.microsoft.com/office/drawing/2014/main" id="{4ECBEDBA-B0C3-4163-BF29-28A2172EE8D0}"/>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1" name="Rectangle 100">
                <a:extLst>
                  <a:ext uri="{FF2B5EF4-FFF2-40B4-BE49-F238E27FC236}">
                    <a16:creationId xmlns:a16="http://schemas.microsoft.com/office/drawing/2014/main" id="{A2F8205D-F36C-443A-8874-0FA539CEBEFA}"/>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2" name="Rectangle 101">
                <a:extLst>
                  <a:ext uri="{FF2B5EF4-FFF2-40B4-BE49-F238E27FC236}">
                    <a16:creationId xmlns:a16="http://schemas.microsoft.com/office/drawing/2014/main" id="{77B631B2-E09A-4CF6-8A21-241664FFA6F3}"/>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3" name="Rectangle 102">
                <a:extLst>
                  <a:ext uri="{FF2B5EF4-FFF2-40B4-BE49-F238E27FC236}">
                    <a16:creationId xmlns:a16="http://schemas.microsoft.com/office/drawing/2014/main" id="{B8254A5D-5518-40E2-994B-E1D6EA1895B5}"/>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4" name="Rectangle 103">
                <a:extLst>
                  <a:ext uri="{FF2B5EF4-FFF2-40B4-BE49-F238E27FC236}">
                    <a16:creationId xmlns:a16="http://schemas.microsoft.com/office/drawing/2014/main" id="{C95E2A5E-85D2-4C17-A48B-489D3CAD5F99}"/>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4" name="Group 93">
              <a:extLst>
                <a:ext uri="{FF2B5EF4-FFF2-40B4-BE49-F238E27FC236}">
                  <a16:creationId xmlns:a16="http://schemas.microsoft.com/office/drawing/2014/main" id="{E9F9295D-25C2-48A0-AD95-70266B32A897}"/>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95" name="Rectangle 94">
                <a:extLst>
                  <a:ext uri="{FF2B5EF4-FFF2-40B4-BE49-F238E27FC236}">
                    <a16:creationId xmlns:a16="http://schemas.microsoft.com/office/drawing/2014/main" id="{449CDEE3-CBB0-4DA5-A7F0-A13E90CB58D0}"/>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6" name="Rectangle 95">
                <a:extLst>
                  <a:ext uri="{FF2B5EF4-FFF2-40B4-BE49-F238E27FC236}">
                    <a16:creationId xmlns:a16="http://schemas.microsoft.com/office/drawing/2014/main" id="{4154330F-6AB3-4FBE-85CC-9D30A7697C2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7" name="Rectangle 96">
                <a:extLst>
                  <a:ext uri="{FF2B5EF4-FFF2-40B4-BE49-F238E27FC236}">
                    <a16:creationId xmlns:a16="http://schemas.microsoft.com/office/drawing/2014/main" id="{455A5BFD-31AB-4C94-8CED-22CDA209B1D5}"/>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8" name="Rectangle 97">
                <a:extLst>
                  <a:ext uri="{FF2B5EF4-FFF2-40B4-BE49-F238E27FC236}">
                    <a16:creationId xmlns:a16="http://schemas.microsoft.com/office/drawing/2014/main" id="{C26C9945-44B1-4174-87A3-B7D335E053A8}"/>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68" name="Group 167">
            <a:extLst>
              <a:ext uri="{FF2B5EF4-FFF2-40B4-BE49-F238E27FC236}">
                <a16:creationId xmlns:a16="http://schemas.microsoft.com/office/drawing/2014/main" id="{B328988B-ECD9-405A-8782-133F8FD98B72}"/>
              </a:ext>
            </a:extLst>
          </p:cNvPr>
          <p:cNvGrpSpPr/>
          <p:nvPr/>
        </p:nvGrpSpPr>
        <p:grpSpPr>
          <a:xfrm>
            <a:off x="140367" y="2035798"/>
            <a:ext cx="848813" cy="462674"/>
            <a:chOff x="5092693" y="3577993"/>
            <a:chExt cx="3587757" cy="2083603"/>
          </a:xfrm>
          <a:solidFill>
            <a:schemeClr val="tx1">
              <a:lumMod val="50000"/>
            </a:schemeClr>
          </a:solidFill>
        </p:grpSpPr>
        <p:sp>
          <p:nvSpPr>
            <p:cNvPr id="169" name="Rectangle 168">
              <a:extLst>
                <a:ext uri="{FF2B5EF4-FFF2-40B4-BE49-F238E27FC236}">
                  <a16:creationId xmlns:a16="http://schemas.microsoft.com/office/drawing/2014/main" id="{D9B4CB7B-E6C1-4591-BD6B-AEF0676729E9}"/>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7423D392-90B2-43A9-A0AB-5BB6F97BA781}"/>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3429E543-7286-4BA7-9FB3-58B4C6394913}"/>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8E4A1336-39A9-4B3E-8C97-80D5B6B1C80D}"/>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2E81A1E3-6CCC-41CB-B3E2-DF1E3E93816B}"/>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D40268BA-78BD-41AC-BFB2-AEF5DC4CF63C}"/>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0DD680E3-562B-4BC2-8FD9-EC580BD10571}"/>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8F68A43C-949C-4994-9756-BED0310A69AD}"/>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7A079B68-687E-42F3-B77C-1AAAEC383906}"/>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D382544B-0168-4CCE-800D-C45CF5777211}"/>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9" name="Group 178">
            <a:extLst>
              <a:ext uri="{FF2B5EF4-FFF2-40B4-BE49-F238E27FC236}">
                <a16:creationId xmlns:a16="http://schemas.microsoft.com/office/drawing/2014/main" id="{91AB8B60-45EA-4843-B43E-5223EE0B0A73}"/>
              </a:ext>
            </a:extLst>
          </p:cNvPr>
          <p:cNvGrpSpPr/>
          <p:nvPr/>
        </p:nvGrpSpPr>
        <p:grpSpPr>
          <a:xfrm>
            <a:off x="1313187" y="1921392"/>
            <a:ext cx="169763" cy="709259"/>
            <a:chOff x="2783837" y="4446481"/>
            <a:chExt cx="255929" cy="934122"/>
          </a:xfrm>
        </p:grpSpPr>
        <p:sp>
          <p:nvSpPr>
            <p:cNvPr id="180" name="Rectangle 179">
              <a:extLst>
                <a:ext uri="{FF2B5EF4-FFF2-40B4-BE49-F238E27FC236}">
                  <a16:creationId xmlns:a16="http://schemas.microsoft.com/office/drawing/2014/main" id="{1966597B-F059-4349-B16B-8DF739BE6927}"/>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1" name="Rectangle 180">
              <a:extLst>
                <a:ext uri="{FF2B5EF4-FFF2-40B4-BE49-F238E27FC236}">
                  <a16:creationId xmlns:a16="http://schemas.microsoft.com/office/drawing/2014/main" id="{D3785402-9F2E-4E9C-9875-916627A65335}"/>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Rectangle: Rounded Corners 181">
              <a:extLst>
                <a:ext uri="{FF2B5EF4-FFF2-40B4-BE49-F238E27FC236}">
                  <a16:creationId xmlns:a16="http://schemas.microsoft.com/office/drawing/2014/main" id="{7AF6D53A-BA02-49E0-8D02-E98B1E4CD18B}"/>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93FE38E7-E8E8-461B-95B3-393C2916C130}"/>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416F3C92-5122-4C2A-8911-64EB32142FFA}"/>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F9C0B0CA-B608-4A4C-95FA-A2BEA97E8AFE}"/>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Rectangle 186">
              <a:extLst>
                <a:ext uri="{FF2B5EF4-FFF2-40B4-BE49-F238E27FC236}">
                  <a16:creationId xmlns:a16="http://schemas.microsoft.com/office/drawing/2014/main" id="{857B46C3-6073-41FF-9F6D-FB1CB7DFFCFB}"/>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8" name="TextBox 187">
            <a:extLst>
              <a:ext uri="{FF2B5EF4-FFF2-40B4-BE49-F238E27FC236}">
                <a16:creationId xmlns:a16="http://schemas.microsoft.com/office/drawing/2014/main" id="{80BD6151-83A8-4B39-86D0-A2FC36749789}"/>
              </a:ext>
            </a:extLst>
          </p:cNvPr>
          <p:cNvSpPr txBox="1"/>
          <p:nvPr/>
        </p:nvSpPr>
        <p:spPr>
          <a:xfrm>
            <a:off x="1410021" y="1830214"/>
            <a:ext cx="160416" cy="338554"/>
          </a:xfrm>
          <a:prstGeom prst="rect">
            <a:avLst/>
          </a:prstGeom>
          <a:noFill/>
        </p:spPr>
        <p:txBody>
          <a:bodyPr wrap="square" rtlCol="0">
            <a:spAutoFit/>
          </a:bodyPr>
          <a:lstStyle/>
          <a:p>
            <a:r>
              <a:rPr lang="el-GR" sz="1600" dirty="0">
                <a:solidFill>
                  <a:schemeClr val="bg1"/>
                </a:solidFill>
              </a:rPr>
              <a:t>τ</a:t>
            </a:r>
            <a:endParaRPr lang="en-US" sz="1600" dirty="0">
              <a:solidFill>
                <a:schemeClr val="bg1"/>
              </a:solidFill>
            </a:endParaRPr>
          </a:p>
        </p:txBody>
      </p:sp>
      <p:sp>
        <p:nvSpPr>
          <p:cNvPr id="189" name="Arrow: Right 188">
            <a:extLst>
              <a:ext uri="{FF2B5EF4-FFF2-40B4-BE49-F238E27FC236}">
                <a16:creationId xmlns:a16="http://schemas.microsoft.com/office/drawing/2014/main" id="{1EF92D51-0315-476E-AC62-6EA7BF5BBCFB}"/>
              </a:ext>
            </a:extLst>
          </p:cNvPr>
          <p:cNvSpPr/>
          <p:nvPr/>
        </p:nvSpPr>
        <p:spPr>
          <a:xfrm>
            <a:off x="994668" y="2227310"/>
            <a:ext cx="243089" cy="223731"/>
          </a:xfrm>
          <a:prstGeom prst="rightArrow">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TextBox 189">
            <a:extLst>
              <a:ext uri="{FF2B5EF4-FFF2-40B4-BE49-F238E27FC236}">
                <a16:creationId xmlns:a16="http://schemas.microsoft.com/office/drawing/2014/main" id="{C8A03F5F-C123-4B19-9B69-9D8AD5F14ACC}"/>
              </a:ext>
            </a:extLst>
          </p:cNvPr>
          <p:cNvSpPr txBox="1"/>
          <p:nvPr/>
        </p:nvSpPr>
        <p:spPr>
          <a:xfrm>
            <a:off x="217714" y="1272424"/>
            <a:ext cx="3102560" cy="646331"/>
          </a:xfrm>
          <a:prstGeom prst="rect">
            <a:avLst/>
          </a:prstGeom>
          <a:noFill/>
        </p:spPr>
        <p:txBody>
          <a:bodyPr wrap="square" rtlCol="0">
            <a:spAutoFit/>
          </a:bodyPr>
          <a:lstStyle/>
          <a:p>
            <a:r>
              <a:rPr lang="en-US" dirty="0">
                <a:solidFill>
                  <a:schemeClr val="bg1"/>
                </a:solidFill>
              </a:rPr>
              <a:t>Encode S in </a:t>
            </a:r>
            <a:r>
              <a:rPr lang="el-GR" dirty="0">
                <a:solidFill>
                  <a:schemeClr val="bg1"/>
                </a:solidFill>
              </a:rPr>
              <a:t>τ</a:t>
            </a:r>
            <a:r>
              <a:rPr lang="en-US" dirty="0">
                <a:solidFill>
                  <a:schemeClr val="bg1"/>
                </a:solidFill>
              </a:rPr>
              <a:t> and glue function</a:t>
            </a:r>
          </a:p>
          <a:p>
            <a:endParaRPr lang="en-US" dirty="0">
              <a:solidFill>
                <a:schemeClr val="bg1"/>
              </a:solidFill>
            </a:endParaRPr>
          </a:p>
        </p:txBody>
      </p:sp>
      <p:cxnSp>
        <p:nvCxnSpPr>
          <p:cNvPr id="191" name="Straight Connector 190">
            <a:extLst>
              <a:ext uri="{FF2B5EF4-FFF2-40B4-BE49-F238E27FC236}">
                <a16:creationId xmlns:a16="http://schemas.microsoft.com/office/drawing/2014/main" id="{6D0791A0-686F-4217-9674-C614BE3FEF45}"/>
              </a:ext>
            </a:extLst>
          </p:cNvPr>
          <p:cNvCxnSpPr>
            <a:cxnSpLocks/>
          </p:cNvCxnSpPr>
          <p:nvPr/>
        </p:nvCxnSpPr>
        <p:spPr>
          <a:xfrm>
            <a:off x="272176" y="1663374"/>
            <a:ext cx="2937749" cy="15367"/>
          </a:xfrm>
          <a:prstGeom prst="line">
            <a:avLst/>
          </a:prstGeom>
        </p:spPr>
        <p:style>
          <a:lnRef idx="2">
            <a:schemeClr val="dk1"/>
          </a:lnRef>
          <a:fillRef idx="0">
            <a:schemeClr val="dk1"/>
          </a:fillRef>
          <a:effectRef idx="1">
            <a:schemeClr val="dk1"/>
          </a:effectRef>
          <a:fontRef idx="minor">
            <a:schemeClr val="tx1"/>
          </a:fontRef>
        </p:style>
      </p:cxnSp>
      <p:sp>
        <p:nvSpPr>
          <p:cNvPr id="192" name="TextBox 191">
            <a:extLst>
              <a:ext uri="{FF2B5EF4-FFF2-40B4-BE49-F238E27FC236}">
                <a16:creationId xmlns:a16="http://schemas.microsoft.com/office/drawing/2014/main" id="{FDBC3D6E-1316-4887-B606-E3C3AE217772}"/>
              </a:ext>
            </a:extLst>
          </p:cNvPr>
          <p:cNvSpPr txBox="1"/>
          <p:nvPr/>
        </p:nvSpPr>
        <p:spPr>
          <a:xfrm>
            <a:off x="708627" y="2638986"/>
            <a:ext cx="1440931" cy="338554"/>
          </a:xfrm>
          <a:prstGeom prst="rect">
            <a:avLst/>
          </a:prstGeom>
          <a:noFill/>
        </p:spPr>
        <p:txBody>
          <a:bodyPr wrap="square" rtlCol="0">
            <a:spAutoFit/>
          </a:bodyPr>
          <a:lstStyle/>
          <a:p>
            <a:r>
              <a:rPr lang="en-US" sz="1600" dirty="0">
                <a:solidFill>
                  <a:schemeClr val="bg1"/>
                </a:solidFill>
              </a:rPr>
              <a:t>O(1) tile types</a:t>
            </a:r>
          </a:p>
        </p:txBody>
      </p:sp>
    </p:spTree>
    <p:extLst>
      <p:ext uri="{BB962C8B-B14F-4D97-AF65-F5344CB8AC3E}">
        <p14:creationId xmlns:p14="http://schemas.microsoft.com/office/powerpoint/2010/main" val="257031632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Box 164">
            <a:extLst>
              <a:ext uri="{FF2B5EF4-FFF2-40B4-BE49-F238E27FC236}">
                <a16:creationId xmlns:a16="http://schemas.microsoft.com/office/drawing/2014/main" id="{2F8C397B-5E63-46A7-BF50-0E3D70B6CDFD}"/>
              </a:ext>
            </a:extLst>
          </p:cNvPr>
          <p:cNvSpPr txBox="1"/>
          <p:nvPr/>
        </p:nvSpPr>
        <p:spPr>
          <a:xfrm>
            <a:off x="2944749" y="2334067"/>
            <a:ext cx="2435282" cy="369332"/>
          </a:xfrm>
          <a:prstGeom prst="rect">
            <a:avLst/>
          </a:prstGeom>
          <a:noFill/>
        </p:spPr>
        <p:txBody>
          <a:bodyPr wrap="none" rtlCol="0">
            <a:spAutoFit/>
          </a:bodyPr>
          <a:lstStyle/>
          <a:p>
            <a:r>
              <a:rPr lang="en-US" u="sng" dirty="0">
                <a:solidFill>
                  <a:schemeClr val="bg1"/>
                </a:solidFill>
              </a:rPr>
              <a:t>Precise-width Rectangle</a:t>
            </a:r>
          </a:p>
        </p:txBody>
      </p:sp>
      <p:grpSp>
        <p:nvGrpSpPr>
          <p:cNvPr id="3" name="Group 2">
            <a:extLst>
              <a:ext uri="{FF2B5EF4-FFF2-40B4-BE49-F238E27FC236}">
                <a16:creationId xmlns:a16="http://schemas.microsoft.com/office/drawing/2014/main" id="{89DABBF1-EE3C-4DD8-A5DB-AF802D8FC94C}"/>
              </a:ext>
            </a:extLst>
          </p:cNvPr>
          <p:cNvGrpSpPr/>
          <p:nvPr/>
        </p:nvGrpSpPr>
        <p:grpSpPr>
          <a:xfrm>
            <a:off x="1150966" y="2975127"/>
            <a:ext cx="1555170" cy="959798"/>
            <a:chOff x="11978" y="2533377"/>
            <a:chExt cx="1555170" cy="959798"/>
          </a:xfrm>
        </p:grpSpPr>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527982" cy="338554"/>
            </a:xfrm>
            <a:prstGeom prst="rect">
              <a:avLst/>
            </a:prstGeom>
            <a:noFill/>
          </p:spPr>
          <p:txBody>
            <a:bodyPr wrap="none" rtlCol="0">
              <a:spAutoFit/>
            </a:bodyPr>
            <a:lstStyle/>
            <a:p>
              <a:r>
                <a:rPr lang="en-US" sz="1600" dirty="0">
                  <a:solidFill>
                    <a:schemeClr val="bg1"/>
                  </a:solidFill>
                </a:rPr>
                <a:t>Self-Assembles</a:t>
              </a:r>
            </a:p>
          </p:txBody>
        </p: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83" name="TextBox 82">
            <a:extLst>
              <a:ext uri="{FF2B5EF4-FFF2-40B4-BE49-F238E27FC236}">
                <a16:creationId xmlns:a16="http://schemas.microsoft.com/office/drawing/2014/main" id="{DE15FE98-3322-4DC8-BC35-51B2EEC7C34C}"/>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Process Overview</a:t>
            </a:r>
            <a:endParaRPr lang="en-US" sz="1600" dirty="0">
              <a:solidFill>
                <a:schemeClr val="bg1"/>
              </a:solidFill>
            </a:endParaRPr>
          </a:p>
        </p:txBody>
      </p:sp>
      <p:pic>
        <p:nvPicPr>
          <p:cNvPr id="56" name="Graphic 55">
            <a:extLst>
              <a:ext uri="{FF2B5EF4-FFF2-40B4-BE49-F238E27FC236}">
                <a16:creationId xmlns:a16="http://schemas.microsoft.com/office/drawing/2014/main" id="{2E4537E2-1D50-4289-BA9F-18E84959EF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79372" y="2946621"/>
            <a:ext cx="970088" cy="1165016"/>
          </a:xfrm>
          <a:prstGeom prst="rect">
            <a:avLst/>
          </a:prstGeom>
        </p:spPr>
      </p:pic>
      <p:grpSp>
        <p:nvGrpSpPr>
          <p:cNvPr id="98" name="Group 97">
            <a:extLst>
              <a:ext uri="{FF2B5EF4-FFF2-40B4-BE49-F238E27FC236}">
                <a16:creationId xmlns:a16="http://schemas.microsoft.com/office/drawing/2014/main" id="{858B05F3-5878-4CF0-B8D9-2FAA4EB9FC47}"/>
              </a:ext>
            </a:extLst>
          </p:cNvPr>
          <p:cNvGrpSpPr/>
          <p:nvPr/>
        </p:nvGrpSpPr>
        <p:grpSpPr>
          <a:xfrm>
            <a:off x="1744548" y="1790542"/>
            <a:ext cx="992531" cy="873535"/>
            <a:chOff x="5162752" y="3143213"/>
            <a:chExt cx="1670865" cy="1701932"/>
          </a:xfrm>
        </p:grpSpPr>
        <p:grpSp>
          <p:nvGrpSpPr>
            <p:cNvPr id="99" name="Group 98">
              <a:extLst>
                <a:ext uri="{FF2B5EF4-FFF2-40B4-BE49-F238E27FC236}">
                  <a16:creationId xmlns:a16="http://schemas.microsoft.com/office/drawing/2014/main" id="{5B215680-C913-41CB-8495-1179AC5B5233}"/>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3CA97DE9-52C4-48FD-A587-B68383366FDA}"/>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593E7B8C-25E1-4FB5-86BD-763261358A5B}"/>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3C23E6E6-DF88-418C-9885-86E88089F2D2}"/>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BF6E20A8-ED6E-4DFA-A429-C0CD16E93AFE}"/>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FEFCBD81-D152-490C-96EA-CED5872C8CA3}"/>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1" name="Rectangle 180">
                <a:extLst>
                  <a:ext uri="{FF2B5EF4-FFF2-40B4-BE49-F238E27FC236}">
                    <a16:creationId xmlns:a16="http://schemas.microsoft.com/office/drawing/2014/main" id="{AADE6296-4EA1-4382-9B47-AEE22A93CFE2}"/>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0" name="Group 99">
              <a:extLst>
                <a:ext uri="{FF2B5EF4-FFF2-40B4-BE49-F238E27FC236}">
                  <a16:creationId xmlns:a16="http://schemas.microsoft.com/office/drawing/2014/main" id="{8807C5E7-4E94-46DC-BC13-B208E4E3FC16}"/>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170" name="Rectangle 169">
                <a:extLst>
                  <a:ext uri="{FF2B5EF4-FFF2-40B4-BE49-F238E27FC236}">
                    <a16:creationId xmlns:a16="http://schemas.microsoft.com/office/drawing/2014/main" id="{CC9655DF-B3B1-436D-8CD8-65CCA7606A3E}"/>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ECD9A468-8502-4386-A4CB-461B41118590}"/>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B7466C97-7579-488D-B37F-25BCE447BF3D}"/>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809D88DD-11A4-47EB-B857-64DDB2205F36}"/>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78936552-163A-4B8E-9E33-3A77D413817F}"/>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83E48CE6-6A57-46CB-8DEB-8EE542C4332E}"/>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163" name="Rectangle 162">
                <a:extLst>
                  <a:ext uri="{FF2B5EF4-FFF2-40B4-BE49-F238E27FC236}">
                    <a16:creationId xmlns:a16="http://schemas.microsoft.com/office/drawing/2014/main" id="{571DC4C0-B433-4134-971A-9C7000924CDC}"/>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9CCFE313-5D09-4DA7-94CB-CD57E269BF96}"/>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D9C77DDB-5F4F-40D2-987E-8204B845ABB0}"/>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9B93BF40-97B9-4F2F-8CF4-57886E6FE143}"/>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2E04EEE6-4D72-4F71-82A7-B6A4148C2A6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2" name="Group 101">
              <a:extLst>
                <a:ext uri="{FF2B5EF4-FFF2-40B4-BE49-F238E27FC236}">
                  <a16:creationId xmlns:a16="http://schemas.microsoft.com/office/drawing/2014/main" id="{D490617B-73EE-47FC-A44B-84FCDFC3AB7C}"/>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159" name="Rectangle 158">
                <a:extLst>
                  <a:ext uri="{FF2B5EF4-FFF2-40B4-BE49-F238E27FC236}">
                    <a16:creationId xmlns:a16="http://schemas.microsoft.com/office/drawing/2014/main" id="{F0358D5B-5474-4437-8B7E-9DCF748BEF8E}"/>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59">
                <a:extLst>
                  <a:ext uri="{FF2B5EF4-FFF2-40B4-BE49-F238E27FC236}">
                    <a16:creationId xmlns:a16="http://schemas.microsoft.com/office/drawing/2014/main" id="{B080B808-D9B6-4CAE-9A18-4FB213C1E850}"/>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AA584A55-1BA1-48CD-8E21-66D6C66132F5}"/>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2" name="Rectangle 161">
                <a:extLst>
                  <a:ext uri="{FF2B5EF4-FFF2-40B4-BE49-F238E27FC236}">
                    <a16:creationId xmlns:a16="http://schemas.microsoft.com/office/drawing/2014/main" id="{21C53E4F-F53D-4D82-AB57-9478459DFB4E}"/>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3" name="Group 102">
              <a:extLst>
                <a:ext uri="{FF2B5EF4-FFF2-40B4-BE49-F238E27FC236}">
                  <a16:creationId xmlns:a16="http://schemas.microsoft.com/office/drawing/2014/main" id="{E6080326-6468-443A-94C4-E7E3545110F2}"/>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109" name="Rectangle 108">
                <a:extLst>
                  <a:ext uri="{FF2B5EF4-FFF2-40B4-BE49-F238E27FC236}">
                    <a16:creationId xmlns:a16="http://schemas.microsoft.com/office/drawing/2014/main" id="{64E8F78E-BB16-4C0F-BB45-D5BACE475B65}"/>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1B93E107-0659-408F-9302-2B907AC4DD6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Rectangle 110">
                <a:extLst>
                  <a:ext uri="{FF2B5EF4-FFF2-40B4-BE49-F238E27FC236}">
                    <a16:creationId xmlns:a16="http://schemas.microsoft.com/office/drawing/2014/main" id="{5522E789-6CF9-4751-AC6E-BFE65DDFBF65}"/>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 name="Rectangle 111">
                <a:extLst>
                  <a:ext uri="{FF2B5EF4-FFF2-40B4-BE49-F238E27FC236}">
                    <a16:creationId xmlns:a16="http://schemas.microsoft.com/office/drawing/2014/main" id="{6E32770A-A7D5-49A8-BDC7-8FD3C089B7DF}"/>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31B65911-3548-407D-B23F-786613F5DD56}"/>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8" name="Rectangle 157">
                <a:extLst>
                  <a:ext uri="{FF2B5EF4-FFF2-40B4-BE49-F238E27FC236}">
                    <a16:creationId xmlns:a16="http://schemas.microsoft.com/office/drawing/2014/main" id="{55EA5074-3822-45A9-999B-00287BD27F15}"/>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4" name="Group 103">
              <a:extLst>
                <a:ext uri="{FF2B5EF4-FFF2-40B4-BE49-F238E27FC236}">
                  <a16:creationId xmlns:a16="http://schemas.microsoft.com/office/drawing/2014/main" id="{DC3364E5-F391-439D-8132-4498CE93B14C}"/>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105" name="Rectangle 104">
                <a:extLst>
                  <a:ext uri="{FF2B5EF4-FFF2-40B4-BE49-F238E27FC236}">
                    <a16:creationId xmlns:a16="http://schemas.microsoft.com/office/drawing/2014/main" id="{8BB82370-EC42-4CAB-B25D-32D399A1D412}"/>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535C03F1-B9BA-41AE-B543-B126D50EC31F}"/>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DE2A50DF-4AF2-4C63-842D-6A69B45F64D6}"/>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8" name="Rectangle 107">
                <a:extLst>
                  <a:ext uri="{FF2B5EF4-FFF2-40B4-BE49-F238E27FC236}">
                    <a16:creationId xmlns:a16="http://schemas.microsoft.com/office/drawing/2014/main" id="{2238CBC2-F783-480A-B711-7B40C2E0BCE3}"/>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95" name="Group 194">
            <a:extLst>
              <a:ext uri="{FF2B5EF4-FFF2-40B4-BE49-F238E27FC236}">
                <a16:creationId xmlns:a16="http://schemas.microsoft.com/office/drawing/2014/main" id="{9F516D8E-89F5-4373-A75F-FF008C352A46}"/>
              </a:ext>
            </a:extLst>
          </p:cNvPr>
          <p:cNvGrpSpPr/>
          <p:nvPr/>
        </p:nvGrpSpPr>
        <p:grpSpPr>
          <a:xfrm>
            <a:off x="1313187" y="1921392"/>
            <a:ext cx="169763" cy="709259"/>
            <a:chOff x="2783837" y="4446481"/>
            <a:chExt cx="255929" cy="934122"/>
          </a:xfrm>
        </p:grpSpPr>
        <p:sp>
          <p:nvSpPr>
            <p:cNvPr id="196" name="Rectangle 195">
              <a:extLst>
                <a:ext uri="{FF2B5EF4-FFF2-40B4-BE49-F238E27FC236}">
                  <a16:creationId xmlns:a16="http://schemas.microsoft.com/office/drawing/2014/main" id="{A226B445-3267-49AD-9617-E2E0D3BDC0E3}"/>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Rectangle 196">
              <a:extLst>
                <a:ext uri="{FF2B5EF4-FFF2-40B4-BE49-F238E27FC236}">
                  <a16:creationId xmlns:a16="http://schemas.microsoft.com/office/drawing/2014/main" id="{622F8DFC-5399-4EDF-9716-BC8A34F0AF82}"/>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 name="Rectangle: Rounded Corners 197">
              <a:extLst>
                <a:ext uri="{FF2B5EF4-FFF2-40B4-BE49-F238E27FC236}">
                  <a16:creationId xmlns:a16="http://schemas.microsoft.com/office/drawing/2014/main" id="{79A903C9-6ABB-45D6-ADF8-CDB6B733A661}"/>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a:extLst>
                <a:ext uri="{FF2B5EF4-FFF2-40B4-BE49-F238E27FC236}">
                  <a16:creationId xmlns:a16="http://schemas.microsoft.com/office/drawing/2014/main" id="{49408DED-0C19-4427-8BDB-CBC57BC64ABD}"/>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Rectangle 199">
              <a:extLst>
                <a:ext uri="{FF2B5EF4-FFF2-40B4-BE49-F238E27FC236}">
                  <a16:creationId xmlns:a16="http://schemas.microsoft.com/office/drawing/2014/main" id="{B4008F73-033F-4FC2-B501-B7DFE09CA20C}"/>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1948F9AE-DE98-4469-BC04-EC8F00F0C1D7}"/>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201">
              <a:extLst>
                <a:ext uri="{FF2B5EF4-FFF2-40B4-BE49-F238E27FC236}">
                  <a16:creationId xmlns:a16="http://schemas.microsoft.com/office/drawing/2014/main" id="{17380335-C380-4454-BE31-A2E635842BAE}"/>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3" name="TextBox 202">
            <a:extLst>
              <a:ext uri="{FF2B5EF4-FFF2-40B4-BE49-F238E27FC236}">
                <a16:creationId xmlns:a16="http://schemas.microsoft.com/office/drawing/2014/main" id="{A40C3CAE-AFCA-4778-80B3-59555395DE5E}"/>
              </a:ext>
            </a:extLst>
          </p:cNvPr>
          <p:cNvSpPr txBox="1"/>
          <p:nvPr/>
        </p:nvSpPr>
        <p:spPr>
          <a:xfrm>
            <a:off x="1410021" y="1830214"/>
            <a:ext cx="160416" cy="338554"/>
          </a:xfrm>
          <a:prstGeom prst="rect">
            <a:avLst/>
          </a:prstGeom>
          <a:noFill/>
        </p:spPr>
        <p:txBody>
          <a:bodyPr wrap="square" rtlCol="0">
            <a:spAutoFit/>
          </a:bodyPr>
          <a:lstStyle/>
          <a:p>
            <a:r>
              <a:rPr lang="el-GR" sz="1600" dirty="0">
                <a:solidFill>
                  <a:schemeClr val="bg1"/>
                </a:solidFill>
              </a:rPr>
              <a:t>τ</a:t>
            </a:r>
            <a:endParaRPr lang="en-US" sz="1600" dirty="0">
              <a:solidFill>
                <a:schemeClr val="bg1"/>
              </a:solidFill>
            </a:endParaRPr>
          </a:p>
        </p:txBody>
      </p:sp>
      <p:sp>
        <p:nvSpPr>
          <p:cNvPr id="204" name="Arrow: Right 203">
            <a:extLst>
              <a:ext uri="{FF2B5EF4-FFF2-40B4-BE49-F238E27FC236}">
                <a16:creationId xmlns:a16="http://schemas.microsoft.com/office/drawing/2014/main" id="{6D405588-9F8E-4E8B-8578-BB1AA3C2F2A9}"/>
              </a:ext>
            </a:extLst>
          </p:cNvPr>
          <p:cNvSpPr/>
          <p:nvPr/>
        </p:nvSpPr>
        <p:spPr>
          <a:xfrm>
            <a:off x="994668" y="2227310"/>
            <a:ext cx="243089" cy="223731"/>
          </a:xfrm>
          <a:prstGeom prst="rightArrow">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TextBox 204">
            <a:extLst>
              <a:ext uri="{FF2B5EF4-FFF2-40B4-BE49-F238E27FC236}">
                <a16:creationId xmlns:a16="http://schemas.microsoft.com/office/drawing/2014/main" id="{8BA15B74-DF65-4D4C-BB23-59ECFD43C94C}"/>
              </a:ext>
            </a:extLst>
          </p:cNvPr>
          <p:cNvSpPr txBox="1"/>
          <p:nvPr/>
        </p:nvSpPr>
        <p:spPr>
          <a:xfrm>
            <a:off x="217714" y="1272424"/>
            <a:ext cx="3102560" cy="646331"/>
          </a:xfrm>
          <a:prstGeom prst="rect">
            <a:avLst/>
          </a:prstGeom>
          <a:noFill/>
        </p:spPr>
        <p:txBody>
          <a:bodyPr wrap="square" rtlCol="0">
            <a:spAutoFit/>
          </a:bodyPr>
          <a:lstStyle/>
          <a:p>
            <a:r>
              <a:rPr lang="en-US" dirty="0">
                <a:solidFill>
                  <a:schemeClr val="bg1"/>
                </a:solidFill>
              </a:rPr>
              <a:t>Encode S in </a:t>
            </a:r>
            <a:r>
              <a:rPr lang="el-GR" dirty="0">
                <a:solidFill>
                  <a:schemeClr val="bg1"/>
                </a:solidFill>
              </a:rPr>
              <a:t>τ</a:t>
            </a:r>
            <a:r>
              <a:rPr lang="en-US" dirty="0">
                <a:solidFill>
                  <a:schemeClr val="bg1"/>
                </a:solidFill>
              </a:rPr>
              <a:t> and glue function</a:t>
            </a:r>
          </a:p>
          <a:p>
            <a:endParaRPr lang="en-US" dirty="0">
              <a:solidFill>
                <a:schemeClr val="bg1"/>
              </a:solidFill>
            </a:endParaRPr>
          </a:p>
        </p:txBody>
      </p:sp>
      <p:cxnSp>
        <p:nvCxnSpPr>
          <p:cNvPr id="207" name="Straight Connector 206">
            <a:extLst>
              <a:ext uri="{FF2B5EF4-FFF2-40B4-BE49-F238E27FC236}">
                <a16:creationId xmlns:a16="http://schemas.microsoft.com/office/drawing/2014/main" id="{16C96B8C-E18E-4904-8352-AB2C211A7461}"/>
              </a:ext>
            </a:extLst>
          </p:cNvPr>
          <p:cNvCxnSpPr>
            <a:cxnSpLocks/>
          </p:cNvCxnSpPr>
          <p:nvPr/>
        </p:nvCxnSpPr>
        <p:spPr>
          <a:xfrm>
            <a:off x="272176" y="1663374"/>
            <a:ext cx="2937749" cy="15367"/>
          </a:xfrm>
          <a:prstGeom prst="line">
            <a:avLst/>
          </a:prstGeom>
        </p:spPr>
        <p:style>
          <a:lnRef idx="2">
            <a:schemeClr val="dk1"/>
          </a:lnRef>
          <a:fillRef idx="0">
            <a:schemeClr val="dk1"/>
          </a:fillRef>
          <a:effectRef idx="1">
            <a:schemeClr val="dk1"/>
          </a:effectRef>
          <a:fontRef idx="minor">
            <a:schemeClr val="tx1"/>
          </a:fontRef>
        </p:style>
      </p:cxnSp>
      <p:sp>
        <p:nvSpPr>
          <p:cNvPr id="209" name="TextBox 208">
            <a:extLst>
              <a:ext uri="{FF2B5EF4-FFF2-40B4-BE49-F238E27FC236}">
                <a16:creationId xmlns:a16="http://schemas.microsoft.com/office/drawing/2014/main" id="{7370DBE3-C178-4A0C-A8AD-3BFE9C3CB2B9}"/>
              </a:ext>
            </a:extLst>
          </p:cNvPr>
          <p:cNvSpPr txBox="1"/>
          <p:nvPr/>
        </p:nvSpPr>
        <p:spPr>
          <a:xfrm>
            <a:off x="708627" y="2638986"/>
            <a:ext cx="1440931" cy="338554"/>
          </a:xfrm>
          <a:prstGeom prst="rect">
            <a:avLst/>
          </a:prstGeom>
          <a:noFill/>
        </p:spPr>
        <p:txBody>
          <a:bodyPr wrap="square" rtlCol="0">
            <a:spAutoFit/>
          </a:bodyPr>
          <a:lstStyle/>
          <a:p>
            <a:r>
              <a:rPr lang="en-US" sz="1600" dirty="0">
                <a:solidFill>
                  <a:schemeClr val="bg1"/>
                </a:solidFill>
              </a:rPr>
              <a:t>O(1) tile types</a:t>
            </a:r>
          </a:p>
        </p:txBody>
      </p:sp>
      <p:grpSp>
        <p:nvGrpSpPr>
          <p:cNvPr id="72" name="Group 71">
            <a:extLst>
              <a:ext uri="{FF2B5EF4-FFF2-40B4-BE49-F238E27FC236}">
                <a16:creationId xmlns:a16="http://schemas.microsoft.com/office/drawing/2014/main" id="{04C0C73D-3F04-4A18-8834-F0136A336195}"/>
              </a:ext>
            </a:extLst>
          </p:cNvPr>
          <p:cNvGrpSpPr/>
          <p:nvPr/>
        </p:nvGrpSpPr>
        <p:grpSpPr>
          <a:xfrm>
            <a:off x="140367" y="2035798"/>
            <a:ext cx="848813" cy="462674"/>
            <a:chOff x="5092693" y="3577993"/>
            <a:chExt cx="3587757" cy="2083603"/>
          </a:xfrm>
          <a:solidFill>
            <a:schemeClr val="tx1">
              <a:lumMod val="50000"/>
            </a:schemeClr>
          </a:solidFill>
        </p:grpSpPr>
        <p:sp>
          <p:nvSpPr>
            <p:cNvPr id="73" name="Rectangle 72">
              <a:extLst>
                <a:ext uri="{FF2B5EF4-FFF2-40B4-BE49-F238E27FC236}">
                  <a16:creationId xmlns:a16="http://schemas.microsoft.com/office/drawing/2014/main" id="{B38B3D61-C6DD-4D57-A0A2-4A6C9551C12C}"/>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205BDEE-7C45-4812-AEBF-D303AB138278}"/>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21A064B-C3A3-4ABE-B826-F5251A3D8508}"/>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C91691E2-2D15-4F52-942F-71AD7DC6F104}"/>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086FEC2D-4C73-48A3-B382-6F47E85E994E}"/>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17C33C55-4AA2-4AEB-A37C-428FC361A113}"/>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F0FB16EF-7607-4C75-A5D2-3D35BBCA8346}"/>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F1F959EE-00F9-44D5-8F7F-FA5034B24C9B}"/>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787714C-7410-41D1-8ED3-F039818BE4DA}"/>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8F86DAD7-09B3-4D8E-A3EA-734690C3455A}"/>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7304767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Box 164">
            <a:extLst>
              <a:ext uri="{FF2B5EF4-FFF2-40B4-BE49-F238E27FC236}">
                <a16:creationId xmlns:a16="http://schemas.microsoft.com/office/drawing/2014/main" id="{2F8C397B-5E63-46A7-BF50-0E3D70B6CDFD}"/>
              </a:ext>
            </a:extLst>
          </p:cNvPr>
          <p:cNvSpPr txBox="1"/>
          <p:nvPr/>
        </p:nvSpPr>
        <p:spPr>
          <a:xfrm>
            <a:off x="2944749" y="2334067"/>
            <a:ext cx="2435282" cy="369332"/>
          </a:xfrm>
          <a:prstGeom prst="rect">
            <a:avLst/>
          </a:prstGeom>
          <a:noFill/>
        </p:spPr>
        <p:txBody>
          <a:bodyPr wrap="none" rtlCol="0">
            <a:spAutoFit/>
          </a:bodyPr>
          <a:lstStyle/>
          <a:p>
            <a:r>
              <a:rPr lang="en-US" u="sng" dirty="0">
                <a:solidFill>
                  <a:schemeClr val="bg1"/>
                </a:solidFill>
              </a:rPr>
              <a:t>Precise-width Rectangle</a:t>
            </a:r>
          </a:p>
        </p:txBody>
      </p:sp>
      <p:grpSp>
        <p:nvGrpSpPr>
          <p:cNvPr id="3" name="Group 2">
            <a:extLst>
              <a:ext uri="{FF2B5EF4-FFF2-40B4-BE49-F238E27FC236}">
                <a16:creationId xmlns:a16="http://schemas.microsoft.com/office/drawing/2014/main" id="{89DABBF1-EE3C-4DD8-A5DB-AF802D8FC94C}"/>
              </a:ext>
            </a:extLst>
          </p:cNvPr>
          <p:cNvGrpSpPr/>
          <p:nvPr/>
        </p:nvGrpSpPr>
        <p:grpSpPr>
          <a:xfrm>
            <a:off x="1150966" y="2975127"/>
            <a:ext cx="1555170" cy="959798"/>
            <a:chOff x="11978" y="2533377"/>
            <a:chExt cx="1555170" cy="959798"/>
          </a:xfrm>
        </p:grpSpPr>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527982" cy="338554"/>
            </a:xfrm>
            <a:prstGeom prst="rect">
              <a:avLst/>
            </a:prstGeom>
            <a:noFill/>
          </p:spPr>
          <p:txBody>
            <a:bodyPr wrap="none" rtlCol="0">
              <a:spAutoFit/>
            </a:bodyPr>
            <a:lstStyle/>
            <a:p>
              <a:r>
                <a:rPr lang="en-US" sz="1600" dirty="0">
                  <a:solidFill>
                    <a:schemeClr val="bg1"/>
                  </a:solidFill>
                </a:rPr>
                <a:t>Self-Assembles</a:t>
              </a:r>
            </a:p>
          </p:txBody>
        </p: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grpSp>
      <p:grpSp>
        <p:nvGrpSpPr>
          <p:cNvPr id="6" name="Group 5">
            <a:extLst>
              <a:ext uri="{FF2B5EF4-FFF2-40B4-BE49-F238E27FC236}">
                <a16:creationId xmlns:a16="http://schemas.microsoft.com/office/drawing/2014/main" id="{93C3E2BD-CC8E-4464-99BC-B35A095224AF}"/>
              </a:ext>
            </a:extLst>
          </p:cNvPr>
          <p:cNvGrpSpPr/>
          <p:nvPr/>
        </p:nvGrpSpPr>
        <p:grpSpPr>
          <a:xfrm>
            <a:off x="3978664" y="4260475"/>
            <a:ext cx="2292615" cy="1074314"/>
            <a:chOff x="4445160" y="3868932"/>
            <a:chExt cx="2292615" cy="1074314"/>
          </a:xfrm>
        </p:grpSpPr>
        <p:sp>
          <p:nvSpPr>
            <p:cNvPr id="163" name="TextBox 162">
              <a:extLst>
                <a:ext uri="{FF2B5EF4-FFF2-40B4-BE49-F238E27FC236}">
                  <a16:creationId xmlns:a16="http://schemas.microsoft.com/office/drawing/2014/main" id="{E2789D83-E6F0-4F17-BA0B-359023473BF1}"/>
                </a:ext>
              </a:extLst>
            </p:cNvPr>
            <p:cNvSpPr txBox="1"/>
            <p:nvPr/>
          </p:nvSpPr>
          <p:spPr>
            <a:xfrm>
              <a:off x="4445160" y="4604692"/>
              <a:ext cx="2292615" cy="338554"/>
            </a:xfrm>
            <a:prstGeom prst="rect">
              <a:avLst/>
            </a:prstGeom>
            <a:noFill/>
          </p:spPr>
          <p:txBody>
            <a:bodyPr wrap="none" rtlCol="0">
              <a:spAutoFit/>
            </a:bodyPr>
            <a:lstStyle/>
            <a:p>
              <a:r>
                <a:rPr lang="en-US" sz="1600" dirty="0">
                  <a:solidFill>
                    <a:schemeClr val="bg1"/>
                  </a:solidFill>
                </a:rPr>
                <a:t>Self-Assembly Continues</a:t>
              </a:r>
            </a:p>
          </p:txBody>
        </p:sp>
        <p:grpSp>
          <p:nvGrpSpPr>
            <p:cNvPr id="198" name="Group 197">
              <a:extLst>
                <a:ext uri="{FF2B5EF4-FFF2-40B4-BE49-F238E27FC236}">
                  <a16:creationId xmlns:a16="http://schemas.microsoft.com/office/drawing/2014/main" id="{265A3C86-22FA-4829-B7AF-EB5787D08001}"/>
                </a:ext>
              </a:extLst>
            </p:cNvPr>
            <p:cNvGrpSpPr/>
            <p:nvPr/>
          </p:nvGrpSpPr>
          <p:grpSpPr>
            <a:xfrm>
              <a:off x="5714112" y="3868932"/>
              <a:ext cx="436046" cy="393700"/>
              <a:chOff x="947440" y="2425700"/>
              <a:chExt cx="436046" cy="393700"/>
            </a:xfrm>
          </p:grpSpPr>
          <p:cxnSp>
            <p:nvCxnSpPr>
              <p:cNvPr id="199" name="Straight Connector 198">
                <a:extLst>
                  <a:ext uri="{FF2B5EF4-FFF2-40B4-BE49-F238E27FC236}">
                    <a16:creationId xmlns:a16="http://schemas.microsoft.com/office/drawing/2014/main" id="{BC73A610-1C10-44DF-8A95-8149ABB18EAE}"/>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00" name="Straight Arrow Connector 199">
                <a:extLst>
                  <a:ext uri="{FF2B5EF4-FFF2-40B4-BE49-F238E27FC236}">
                    <a16:creationId xmlns:a16="http://schemas.microsoft.com/office/drawing/2014/main" id="{EE12E0DA-55CA-45B6-9924-428DA741C3FB}"/>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07" name="Straight Connector 206">
              <a:extLst>
                <a:ext uri="{FF2B5EF4-FFF2-40B4-BE49-F238E27FC236}">
                  <a16:creationId xmlns:a16="http://schemas.microsoft.com/office/drawing/2014/main" id="{3889F13C-7C90-42A3-9C8A-57899446BE2C}"/>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86" name="TextBox 85">
            <a:extLst>
              <a:ext uri="{FF2B5EF4-FFF2-40B4-BE49-F238E27FC236}">
                <a16:creationId xmlns:a16="http://schemas.microsoft.com/office/drawing/2014/main" id="{4CE773F9-C716-4F45-AF8A-05904B589531}"/>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Process Overview</a:t>
            </a:r>
            <a:endParaRPr lang="en-US" sz="1600" dirty="0">
              <a:solidFill>
                <a:schemeClr val="bg1"/>
              </a:solidFill>
            </a:endParaRPr>
          </a:p>
        </p:txBody>
      </p:sp>
      <p:pic>
        <p:nvPicPr>
          <p:cNvPr id="2" name="Graphic 1">
            <a:extLst>
              <a:ext uri="{FF2B5EF4-FFF2-40B4-BE49-F238E27FC236}">
                <a16:creationId xmlns:a16="http://schemas.microsoft.com/office/drawing/2014/main" id="{BAFB50CC-54A2-4728-B2FE-31B3C345EB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79372" y="2946621"/>
            <a:ext cx="970088" cy="1165016"/>
          </a:xfrm>
          <a:prstGeom prst="rect">
            <a:avLst/>
          </a:prstGeom>
        </p:spPr>
      </p:pic>
      <p:grpSp>
        <p:nvGrpSpPr>
          <p:cNvPr id="107" name="Group 106">
            <a:extLst>
              <a:ext uri="{FF2B5EF4-FFF2-40B4-BE49-F238E27FC236}">
                <a16:creationId xmlns:a16="http://schemas.microsoft.com/office/drawing/2014/main" id="{4A005808-3834-45B2-9D4F-EA3B333DCB81}"/>
              </a:ext>
            </a:extLst>
          </p:cNvPr>
          <p:cNvGrpSpPr/>
          <p:nvPr/>
        </p:nvGrpSpPr>
        <p:grpSpPr>
          <a:xfrm>
            <a:off x="1744548" y="1790542"/>
            <a:ext cx="992531" cy="873535"/>
            <a:chOff x="5162752" y="3143213"/>
            <a:chExt cx="1670865" cy="1701932"/>
          </a:xfrm>
        </p:grpSpPr>
        <p:grpSp>
          <p:nvGrpSpPr>
            <p:cNvPr id="108" name="Group 107">
              <a:extLst>
                <a:ext uri="{FF2B5EF4-FFF2-40B4-BE49-F238E27FC236}">
                  <a16:creationId xmlns:a16="http://schemas.microsoft.com/office/drawing/2014/main" id="{D07AFBC0-B6EF-4B9C-94B7-A27665B6BA83}"/>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187" name="Rectangle 186">
                <a:extLst>
                  <a:ext uri="{FF2B5EF4-FFF2-40B4-BE49-F238E27FC236}">
                    <a16:creationId xmlns:a16="http://schemas.microsoft.com/office/drawing/2014/main" id="{C8020EA5-1C11-4644-9B65-2645EEAE006B}"/>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8" name="Rectangle 187">
                <a:extLst>
                  <a:ext uri="{FF2B5EF4-FFF2-40B4-BE49-F238E27FC236}">
                    <a16:creationId xmlns:a16="http://schemas.microsoft.com/office/drawing/2014/main" id="{4E6E183B-05F8-4808-862C-815932863D58}"/>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9" name="Rectangle 188">
                <a:extLst>
                  <a:ext uri="{FF2B5EF4-FFF2-40B4-BE49-F238E27FC236}">
                    <a16:creationId xmlns:a16="http://schemas.microsoft.com/office/drawing/2014/main" id="{3CF8C72D-DF6E-4609-BECD-4336834B5F10}"/>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0" name="Rectangle 189">
                <a:extLst>
                  <a:ext uri="{FF2B5EF4-FFF2-40B4-BE49-F238E27FC236}">
                    <a16:creationId xmlns:a16="http://schemas.microsoft.com/office/drawing/2014/main" id="{18646D38-71F6-4512-A83E-2EA87D679152}"/>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1" name="Rectangle 190">
                <a:extLst>
                  <a:ext uri="{FF2B5EF4-FFF2-40B4-BE49-F238E27FC236}">
                    <a16:creationId xmlns:a16="http://schemas.microsoft.com/office/drawing/2014/main" id="{141EA5CB-B07D-415A-A821-725641511680}"/>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2" name="Rectangle 191">
                <a:extLst>
                  <a:ext uri="{FF2B5EF4-FFF2-40B4-BE49-F238E27FC236}">
                    <a16:creationId xmlns:a16="http://schemas.microsoft.com/office/drawing/2014/main" id="{B2F0B760-E6BB-4BE8-8DE6-8393D0449D7D}"/>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9" name="Group 108">
              <a:extLst>
                <a:ext uri="{FF2B5EF4-FFF2-40B4-BE49-F238E27FC236}">
                  <a16:creationId xmlns:a16="http://schemas.microsoft.com/office/drawing/2014/main" id="{277DD0C6-933C-481A-AD91-21C4A6341493}"/>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181" name="Rectangle 180">
                <a:extLst>
                  <a:ext uri="{FF2B5EF4-FFF2-40B4-BE49-F238E27FC236}">
                    <a16:creationId xmlns:a16="http://schemas.microsoft.com/office/drawing/2014/main" id="{689AEBBA-2B6E-4656-A81B-3585F2EBE979}"/>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FA335880-6129-461D-8BE5-3661B7607033}"/>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ectangle 182">
                <a:extLst>
                  <a:ext uri="{FF2B5EF4-FFF2-40B4-BE49-F238E27FC236}">
                    <a16:creationId xmlns:a16="http://schemas.microsoft.com/office/drawing/2014/main" id="{798603DC-F80A-4EBA-98B2-D9D801F66F5D}"/>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4" name="Rectangle 183">
                <a:extLst>
                  <a:ext uri="{FF2B5EF4-FFF2-40B4-BE49-F238E27FC236}">
                    <a16:creationId xmlns:a16="http://schemas.microsoft.com/office/drawing/2014/main" id="{F66CFE3E-9EFA-4853-9D9B-6D8B6431F3FD}"/>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5" name="Rectangle 184">
                <a:extLst>
                  <a:ext uri="{FF2B5EF4-FFF2-40B4-BE49-F238E27FC236}">
                    <a16:creationId xmlns:a16="http://schemas.microsoft.com/office/drawing/2014/main" id="{9A057C26-8AC0-423C-9492-4E1D72AB7CC9}"/>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0" name="Group 109">
              <a:extLst>
                <a:ext uri="{FF2B5EF4-FFF2-40B4-BE49-F238E27FC236}">
                  <a16:creationId xmlns:a16="http://schemas.microsoft.com/office/drawing/2014/main" id="{98261BA3-17BD-4DBE-AC73-A1E689F6AD22}"/>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E5D4AFD5-8F39-449F-B51C-F8804D678D77}"/>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38ED346E-C2F0-4CC5-B4B0-437868C9648E}"/>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BDC1499B-C1A9-4D0A-87F6-DE459306D588}"/>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F495D5C2-A6B3-4FF1-AD55-CCBCFA8D9240}"/>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E1951840-D175-4254-841A-E42F388AA0DE}"/>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1" name="Group 110">
              <a:extLst>
                <a:ext uri="{FF2B5EF4-FFF2-40B4-BE49-F238E27FC236}">
                  <a16:creationId xmlns:a16="http://schemas.microsoft.com/office/drawing/2014/main" id="{DAD8A96F-F107-4A53-A7CC-82923B50124F}"/>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171" name="Rectangle 170">
                <a:extLst>
                  <a:ext uri="{FF2B5EF4-FFF2-40B4-BE49-F238E27FC236}">
                    <a16:creationId xmlns:a16="http://schemas.microsoft.com/office/drawing/2014/main" id="{5B9308D4-8519-4132-BB77-37765BA4475E}"/>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5A126372-8D8B-4405-9220-D8A173BC135A}"/>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A38EDD1A-91A0-487C-A28B-C798F41684EF}"/>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1B1086DC-0E92-48C0-AC3D-C86BD2F3308F}"/>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12" name="Group 111">
              <a:extLst>
                <a:ext uri="{FF2B5EF4-FFF2-40B4-BE49-F238E27FC236}">
                  <a16:creationId xmlns:a16="http://schemas.microsoft.com/office/drawing/2014/main" id="{705C4C4A-5774-4CB1-B42F-7D37DCD34931}"/>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162" name="Rectangle 161">
                <a:extLst>
                  <a:ext uri="{FF2B5EF4-FFF2-40B4-BE49-F238E27FC236}">
                    <a16:creationId xmlns:a16="http://schemas.microsoft.com/office/drawing/2014/main" id="{CE7E7BC4-784B-4932-86D9-4E25A81B4622}"/>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BE6B848D-F270-47A4-AF4E-BC1F38795D8A}"/>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20BAA830-3360-44CC-8A4B-32E151EBE2AB}"/>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84369F8B-FC5A-4BE3-B8CA-261F3EECB14F}"/>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C0E1B4EA-4192-4E62-B365-DFC65A97386C}"/>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0" name="Rectangle 169">
                <a:extLst>
                  <a:ext uri="{FF2B5EF4-FFF2-40B4-BE49-F238E27FC236}">
                    <a16:creationId xmlns:a16="http://schemas.microsoft.com/office/drawing/2014/main" id="{E700C5B9-5BD5-42B7-9961-1E0A8B62D692}"/>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57" name="Group 156">
              <a:extLst>
                <a:ext uri="{FF2B5EF4-FFF2-40B4-BE49-F238E27FC236}">
                  <a16:creationId xmlns:a16="http://schemas.microsoft.com/office/drawing/2014/main" id="{079DC3F2-CFCD-4AB3-8962-AF691193B0D2}"/>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158" name="Rectangle 157">
                <a:extLst>
                  <a:ext uri="{FF2B5EF4-FFF2-40B4-BE49-F238E27FC236}">
                    <a16:creationId xmlns:a16="http://schemas.microsoft.com/office/drawing/2014/main" id="{4519F3FB-08B2-47A5-9A7B-F5B5869C57ED}"/>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9" name="Rectangle 158">
                <a:extLst>
                  <a:ext uri="{FF2B5EF4-FFF2-40B4-BE49-F238E27FC236}">
                    <a16:creationId xmlns:a16="http://schemas.microsoft.com/office/drawing/2014/main" id="{3C0C0609-3015-4FE5-A4FD-B5E70840A599}"/>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59">
                <a:extLst>
                  <a:ext uri="{FF2B5EF4-FFF2-40B4-BE49-F238E27FC236}">
                    <a16:creationId xmlns:a16="http://schemas.microsoft.com/office/drawing/2014/main" id="{39713E63-56F9-40A1-9019-F2AC2E63095E}"/>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5DB3C4CA-C799-409D-BC07-80508F21B5E5}"/>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210" name="Group 209">
            <a:extLst>
              <a:ext uri="{FF2B5EF4-FFF2-40B4-BE49-F238E27FC236}">
                <a16:creationId xmlns:a16="http://schemas.microsoft.com/office/drawing/2014/main" id="{B96EC9BC-A8C5-47EB-A178-DC632568034F}"/>
              </a:ext>
            </a:extLst>
          </p:cNvPr>
          <p:cNvGrpSpPr/>
          <p:nvPr/>
        </p:nvGrpSpPr>
        <p:grpSpPr>
          <a:xfrm>
            <a:off x="1313187" y="1921392"/>
            <a:ext cx="169763" cy="709259"/>
            <a:chOff x="2783837" y="4446481"/>
            <a:chExt cx="255929" cy="934122"/>
          </a:xfrm>
        </p:grpSpPr>
        <p:sp>
          <p:nvSpPr>
            <p:cNvPr id="211" name="Rectangle 210">
              <a:extLst>
                <a:ext uri="{FF2B5EF4-FFF2-40B4-BE49-F238E27FC236}">
                  <a16:creationId xmlns:a16="http://schemas.microsoft.com/office/drawing/2014/main" id="{B4E6E144-C816-461C-9F34-B1A920CF6CD8}"/>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A659C64E-C777-4BD6-94E8-8A258078C0C8}"/>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3" name="Rectangle: Rounded Corners 212">
              <a:extLst>
                <a:ext uri="{FF2B5EF4-FFF2-40B4-BE49-F238E27FC236}">
                  <a16:creationId xmlns:a16="http://schemas.microsoft.com/office/drawing/2014/main" id="{B38832EF-2848-45A5-8E55-38CD5E8845BA}"/>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AA92ED21-F074-4B2C-B8C9-3CB1B9E0232A}"/>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 name="Rectangle 214">
              <a:extLst>
                <a:ext uri="{FF2B5EF4-FFF2-40B4-BE49-F238E27FC236}">
                  <a16:creationId xmlns:a16="http://schemas.microsoft.com/office/drawing/2014/main" id="{14DBAEA6-62EC-4BD1-BC62-FB68E812820A}"/>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6" name="Rectangle 215">
              <a:extLst>
                <a:ext uri="{FF2B5EF4-FFF2-40B4-BE49-F238E27FC236}">
                  <a16:creationId xmlns:a16="http://schemas.microsoft.com/office/drawing/2014/main" id="{9365CC10-C0D4-4779-AE6D-55235E040A4A}"/>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7" name="Rectangle 216">
              <a:extLst>
                <a:ext uri="{FF2B5EF4-FFF2-40B4-BE49-F238E27FC236}">
                  <a16:creationId xmlns:a16="http://schemas.microsoft.com/office/drawing/2014/main" id="{40A79486-E916-4746-8F96-4C4F44872EA1}"/>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8" name="TextBox 217">
            <a:extLst>
              <a:ext uri="{FF2B5EF4-FFF2-40B4-BE49-F238E27FC236}">
                <a16:creationId xmlns:a16="http://schemas.microsoft.com/office/drawing/2014/main" id="{A81A7DD6-8231-4D45-8392-63F56C958B31}"/>
              </a:ext>
            </a:extLst>
          </p:cNvPr>
          <p:cNvSpPr txBox="1"/>
          <p:nvPr/>
        </p:nvSpPr>
        <p:spPr>
          <a:xfrm>
            <a:off x="1410021" y="1830214"/>
            <a:ext cx="160416" cy="338554"/>
          </a:xfrm>
          <a:prstGeom prst="rect">
            <a:avLst/>
          </a:prstGeom>
          <a:noFill/>
        </p:spPr>
        <p:txBody>
          <a:bodyPr wrap="square" rtlCol="0">
            <a:spAutoFit/>
          </a:bodyPr>
          <a:lstStyle/>
          <a:p>
            <a:r>
              <a:rPr lang="el-GR" sz="1600" dirty="0">
                <a:solidFill>
                  <a:schemeClr val="bg1"/>
                </a:solidFill>
              </a:rPr>
              <a:t>τ</a:t>
            </a:r>
            <a:endParaRPr lang="en-US" sz="1600" dirty="0">
              <a:solidFill>
                <a:schemeClr val="bg1"/>
              </a:solidFill>
            </a:endParaRPr>
          </a:p>
        </p:txBody>
      </p:sp>
      <p:sp>
        <p:nvSpPr>
          <p:cNvPr id="219" name="Arrow: Right 218">
            <a:extLst>
              <a:ext uri="{FF2B5EF4-FFF2-40B4-BE49-F238E27FC236}">
                <a16:creationId xmlns:a16="http://schemas.microsoft.com/office/drawing/2014/main" id="{751AB783-CD44-4DD3-8A40-44EFF7DB992D}"/>
              </a:ext>
            </a:extLst>
          </p:cNvPr>
          <p:cNvSpPr/>
          <p:nvPr/>
        </p:nvSpPr>
        <p:spPr>
          <a:xfrm>
            <a:off x="994668" y="2227310"/>
            <a:ext cx="243089" cy="223731"/>
          </a:xfrm>
          <a:prstGeom prst="rightArrow">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C0FCB99F-0C03-434C-A0D9-57CAD623139E}"/>
              </a:ext>
            </a:extLst>
          </p:cNvPr>
          <p:cNvSpPr txBox="1"/>
          <p:nvPr/>
        </p:nvSpPr>
        <p:spPr>
          <a:xfrm>
            <a:off x="217714" y="1272424"/>
            <a:ext cx="3102560" cy="646331"/>
          </a:xfrm>
          <a:prstGeom prst="rect">
            <a:avLst/>
          </a:prstGeom>
          <a:noFill/>
        </p:spPr>
        <p:txBody>
          <a:bodyPr wrap="square" rtlCol="0">
            <a:spAutoFit/>
          </a:bodyPr>
          <a:lstStyle/>
          <a:p>
            <a:r>
              <a:rPr lang="en-US" dirty="0">
                <a:solidFill>
                  <a:schemeClr val="bg1"/>
                </a:solidFill>
              </a:rPr>
              <a:t>Encode S in </a:t>
            </a:r>
            <a:r>
              <a:rPr lang="el-GR" dirty="0">
                <a:solidFill>
                  <a:schemeClr val="bg1"/>
                </a:solidFill>
              </a:rPr>
              <a:t>τ</a:t>
            </a:r>
            <a:r>
              <a:rPr lang="en-US" dirty="0">
                <a:solidFill>
                  <a:schemeClr val="bg1"/>
                </a:solidFill>
              </a:rPr>
              <a:t> and glue function</a:t>
            </a:r>
          </a:p>
          <a:p>
            <a:endParaRPr lang="en-US" dirty="0">
              <a:solidFill>
                <a:schemeClr val="bg1"/>
              </a:solidFill>
            </a:endParaRPr>
          </a:p>
        </p:txBody>
      </p:sp>
      <p:cxnSp>
        <p:nvCxnSpPr>
          <p:cNvPr id="221" name="Straight Connector 220">
            <a:extLst>
              <a:ext uri="{FF2B5EF4-FFF2-40B4-BE49-F238E27FC236}">
                <a16:creationId xmlns:a16="http://schemas.microsoft.com/office/drawing/2014/main" id="{9B183C0C-EFF0-40DD-934F-F4BB8EE52867}"/>
              </a:ext>
            </a:extLst>
          </p:cNvPr>
          <p:cNvCxnSpPr>
            <a:cxnSpLocks/>
          </p:cNvCxnSpPr>
          <p:nvPr/>
        </p:nvCxnSpPr>
        <p:spPr>
          <a:xfrm>
            <a:off x="272176" y="1663374"/>
            <a:ext cx="2937749" cy="15367"/>
          </a:xfrm>
          <a:prstGeom prst="line">
            <a:avLst/>
          </a:prstGeom>
        </p:spPr>
        <p:style>
          <a:lnRef idx="2">
            <a:schemeClr val="dk1"/>
          </a:lnRef>
          <a:fillRef idx="0">
            <a:schemeClr val="dk1"/>
          </a:fillRef>
          <a:effectRef idx="1">
            <a:schemeClr val="dk1"/>
          </a:effectRef>
          <a:fontRef idx="minor">
            <a:schemeClr val="tx1"/>
          </a:fontRef>
        </p:style>
      </p:cxnSp>
      <p:sp>
        <p:nvSpPr>
          <p:cNvPr id="223" name="TextBox 222">
            <a:extLst>
              <a:ext uri="{FF2B5EF4-FFF2-40B4-BE49-F238E27FC236}">
                <a16:creationId xmlns:a16="http://schemas.microsoft.com/office/drawing/2014/main" id="{039A9832-EF4A-47E8-B5EC-605E61C2A4BD}"/>
              </a:ext>
            </a:extLst>
          </p:cNvPr>
          <p:cNvSpPr txBox="1"/>
          <p:nvPr/>
        </p:nvSpPr>
        <p:spPr>
          <a:xfrm>
            <a:off x="708627" y="2638986"/>
            <a:ext cx="1440931" cy="338554"/>
          </a:xfrm>
          <a:prstGeom prst="rect">
            <a:avLst/>
          </a:prstGeom>
          <a:noFill/>
        </p:spPr>
        <p:txBody>
          <a:bodyPr wrap="square" rtlCol="0">
            <a:spAutoFit/>
          </a:bodyPr>
          <a:lstStyle/>
          <a:p>
            <a:r>
              <a:rPr lang="en-US" sz="1600" dirty="0">
                <a:solidFill>
                  <a:schemeClr val="bg1"/>
                </a:solidFill>
              </a:rPr>
              <a:t>O(1) tile types</a:t>
            </a:r>
          </a:p>
        </p:txBody>
      </p:sp>
      <p:sp>
        <p:nvSpPr>
          <p:cNvPr id="92" name="TextBox 91">
            <a:extLst>
              <a:ext uri="{FF2B5EF4-FFF2-40B4-BE49-F238E27FC236}">
                <a16:creationId xmlns:a16="http://schemas.microsoft.com/office/drawing/2014/main" id="{43F32029-B58A-422F-B58C-5178D35FAD65}"/>
              </a:ext>
            </a:extLst>
          </p:cNvPr>
          <p:cNvSpPr txBox="1"/>
          <p:nvPr/>
        </p:nvSpPr>
        <p:spPr>
          <a:xfrm>
            <a:off x="6048235" y="3089981"/>
            <a:ext cx="3005951" cy="646331"/>
          </a:xfrm>
          <a:prstGeom prst="rect">
            <a:avLst/>
          </a:prstGeom>
          <a:noFill/>
        </p:spPr>
        <p:txBody>
          <a:bodyPr wrap="none" rtlCol="0">
            <a:spAutoFit/>
          </a:bodyPr>
          <a:lstStyle/>
          <a:p>
            <a:pPr algn="ctr"/>
            <a:r>
              <a:rPr lang="en-US" u="sng" dirty="0">
                <a:solidFill>
                  <a:schemeClr val="bg1"/>
                </a:solidFill>
              </a:rPr>
              <a:t>Seed Block which encodes the</a:t>
            </a:r>
            <a:br>
              <a:rPr lang="en-US" u="sng" dirty="0">
                <a:solidFill>
                  <a:schemeClr val="bg1"/>
                </a:solidFill>
              </a:rPr>
            </a:br>
            <a:r>
              <a:rPr lang="en-US" u="sng" dirty="0">
                <a:solidFill>
                  <a:schemeClr val="bg1"/>
                </a:solidFill>
              </a:rPr>
              <a:t>program to assemble S</a:t>
            </a:r>
          </a:p>
        </p:txBody>
      </p:sp>
      <p:grpSp>
        <p:nvGrpSpPr>
          <p:cNvPr id="89" name="Group 88">
            <a:extLst>
              <a:ext uri="{FF2B5EF4-FFF2-40B4-BE49-F238E27FC236}">
                <a16:creationId xmlns:a16="http://schemas.microsoft.com/office/drawing/2014/main" id="{811FDBF3-F166-4F71-807F-F96D11F0BBD4}"/>
              </a:ext>
            </a:extLst>
          </p:cNvPr>
          <p:cNvGrpSpPr/>
          <p:nvPr/>
        </p:nvGrpSpPr>
        <p:grpSpPr>
          <a:xfrm>
            <a:off x="140367" y="2035798"/>
            <a:ext cx="848813" cy="462674"/>
            <a:chOff x="5092693" y="3577993"/>
            <a:chExt cx="3587757" cy="2083603"/>
          </a:xfrm>
          <a:solidFill>
            <a:schemeClr val="tx1">
              <a:lumMod val="50000"/>
            </a:schemeClr>
          </a:solidFill>
        </p:grpSpPr>
        <p:sp>
          <p:nvSpPr>
            <p:cNvPr id="90" name="Rectangle 89">
              <a:extLst>
                <a:ext uri="{FF2B5EF4-FFF2-40B4-BE49-F238E27FC236}">
                  <a16:creationId xmlns:a16="http://schemas.microsoft.com/office/drawing/2014/main" id="{85BA60C4-9DE4-459C-B0B8-2090202B7912}"/>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7727F88E-4D39-4EA7-A026-DE705504FE88}"/>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A90DAB33-6FEE-4E69-BCFE-E9FF7C363FA0}"/>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A5FDFE8F-A9A1-4FE2-ABA7-8D8F3D5A56A4}"/>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8C1B107E-1248-439B-9FB9-4C5FE8BEFAC6}"/>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C0B13174-F94E-4C72-936B-0AD3F8EB3958}"/>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36A27254-20B5-4E13-9E5D-F09FBEB4C85D}"/>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6DFB1315-B4FF-4B42-BA9E-A4B5D8360726}"/>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10DBD563-5A0F-47A9-9D98-E411633F20E5}"/>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A44CA568-CD9E-4225-9EC3-BAED95EE6093}"/>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 name="Group 100">
            <a:extLst>
              <a:ext uri="{FF2B5EF4-FFF2-40B4-BE49-F238E27FC236}">
                <a16:creationId xmlns:a16="http://schemas.microsoft.com/office/drawing/2014/main" id="{5808E963-5D50-4CE6-9D7D-3CC84149FC1B}"/>
              </a:ext>
            </a:extLst>
          </p:cNvPr>
          <p:cNvGrpSpPr/>
          <p:nvPr/>
        </p:nvGrpSpPr>
        <p:grpSpPr>
          <a:xfrm>
            <a:off x="6711801" y="3833137"/>
            <a:ext cx="1635456" cy="1501652"/>
            <a:chOff x="3625849" y="1377950"/>
            <a:chExt cx="5029202" cy="5029200"/>
          </a:xfrm>
        </p:grpSpPr>
        <p:sp>
          <p:nvSpPr>
            <p:cNvPr id="102" name="Rectangle 101">
              <a:extLst>
                <a:ext uri="{FF2B5EF4-FFF2-40B4-BE49-F238E27FC236}">
                  <a16:creationId xmlns:a16="http://schemas.microsoft.com/office/drawing/2014/main" id="{CF632BDE-3ECF-4CD6-A4B4-12297DEAEF5F}"/>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 name="Graphic 102">
              <a:extLst>
                <a:ext uri="{FF2B5EF4-FFF2-40B4-BE49-F238E27FC236}">
                  <a16:creationId xmlns:a16="http://schemas.microsoft.com/office/drawing/2014/main" id="{2F5EEE94-5F93-45EC-8871-17EFC4848F3D}"/>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104" name="Straight Connector 103">
              <a:extLst>
                <a:ext uri="{FF2B5EF4-FFF2-40B4-BE49-F238E27FC236}">
                  <a16:creationId xmlns:a16="http://schemas.microsoft.com/office/drawing/2014/main" id="{713F3242-8A8A-47D8-9A0B-4031C4BFE9CC}"/>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Connector 104">
              <a:extLst>
                <a:ext uri="{FF2B5EF4-FFF2-40B4-BE49-F238E27FC236}">
                  <a16:creationId xmlns:a16="http://schemas.microsoft.com/office/drawing/2014/main" id="{C0EE3D5E-C50E-4220-B006-1840E43231E0}"/>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06" name="Straight Connector 105">
              <a:extLst>
                <a:ext uri="{FF2B5EF4-FFF2-40B4-BE49-F238E27FC236}">
                  <a16:creationId xmlns:a16="http://schemas.microsoft.com/office/drawing/2014/main" id="{741D62F9-5B77-4E2C-9015-9E894770AD3E}"/>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13" name="Straight Connector 112">
              <a:extLst>
                <a:ext uri="{FF2B5EF4-FFF2-40B4-BE49-F238E27FC236}">
                  <a16:creationId xmlns:a16="http://schemas.microsoft.com/office/drawing/2014/main" id="{C1B29CB7-3E8F-4ADF-AB6F-9348D3407118}"/>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8746276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Box 163">
            <a:extLst>
              <a:ext uri="{FF2B5EF4-FFF2-40B4-BE49-F238E27FC236}">
                <a16:creationId xmlns:a16="http://schemas.microsoft.com/office/drawing/2014/main" id="{EA43C72D-B94D-4B68-B282-E4AB47C3EAF8}"/>
              </a:ext>
            </a:extLst>
          </p:cNvPr>
          <p:cNvSpPr txBox="1"/>
          <p:nvPr/>
        </p:nvSpPr>
        <p:spPr>
          <a:xfrm>
            <a:off x="217714" y="1272424"/>
            <a:ext cx="3102560" cy="646331"/>
          </a:xfrm>
          <a:prstGeom prst="rect">
            <a:avLst/>
          </a:prstGeom>
          <a:noFill/>
        </p:spPr>
        <p:txBody>
          <a:bodyPr wrap="square" rtlCol="0">
            <a:spAutoFit/>
          </a:bodyPr>
          <a:lstStyle/>
          <a:p>
            <a:r>
              <a:rPr lang="en-US" dirty="0">
                <a:solidFill>
                  <a:schemeClr val="bg1"/>
                </a:solidFill>
              </a:rPr>
              <a:t>Encode S in </a:t>
            </a:r>
            <a:r>
              <a:rPr lang="el-GR" dirty="0">
                <a:solidFill>
                  <a:schemeClr val="bg1"/>
                </a:solidFill>
              </a:rPr>
              <a:t>τ</a:t>
            </a:r>
            <a:r>
              <a:rPr lang="en-US" dirty="0">
                <a:solidFill>
                  <a:schemeClr val="bg1"/>
                </a:solidFill>
              </a:rPr>
              <a:t> and glue function</a:t>
            </a:r>
          </a:p>
          <a:p>
            <a:endParaRPr lang="en-US" dirty="0">
              <a:solidFill>
                <a:schemeClr val="bg1"/>
              </a:solidFill>
            </a:endParaRPr>
          </a:p>
        </p:txBody>
      </p:sp>
      <p:sp>
        <p:nvSpPr>
          <p:cNvPr id="165" name="TextBox 164">
            <a:extLst>
              <a:ext uri="{FF2B5EF4-FFF2-40B4-BE49-F238E27FC236}">
                <a16:creationId xmlns:a16="http://schemas.microsoft.com/office/drawing/2014/main" id="{2F8C397B-5E63-46A7-BF50-0E3D70B6CDFD}"/>
              </a:ext>
            </a:extLst>
          </p:cNvPr>
          <p:cNvSpPr txBox="1"/>
          <p:nvPr/>
        </p:nvSpPr>
        <p:spPr>
          <a:xfrm>
            <a:off x="2944749" y="2334067"/>
            <a:ext cx="2435282" cy="369332"/>
          </a:xfrm>
          <a:prstGeom prst="rect">
            <a:avLst/>
          </a:prstGeom>
          <a:noFill/>
        </p:spPr>
        <p:txBody>
          <a:bodyPr wrap="none" rtlCol="0">
            <a:spAutoFit/>
          </a:bodyPr>
          <a:lstStyle/>
          <a:p>
            <a:r>
              <a:rPr lang="en-US" u="sng" dirty="0">
                <a:solidFill>
                  <a:schemeClr val="bg1"/>
                </a:solidFill>
              </a:rPr>
              <a:t>Precise-width Rectangle</a:t>
            </a:r>
          </a:p>
        </p:txBody>
      </p:sp>
      <p:sp>
        <p:nvSpPr>
          <p:cNvPr id="181" name="TextBox 180">
            <a:extLst>
              <a:ext uri="{FF2B5EF4-FFF2-40B4-BE49-F238E27FC236}">
                <a16:creationId xmlns:a16="http://schemas.microsoft.com/office/drawing/2014/main" id="{1C8C29DE-1286-4EE6-A89B-F5FCF4AD12D9}"/>
              </a:ext>
            </a:extLst>
          </p:cNvPr>
          <p:cNvSpPr txBox="1"/>
          <p:nvPr/>
        </p:nvSpPr>
        <p:spPr>
          <a:xfrm>
            <a:off x="9868163" y="4188294"/>
            <a:ext cx="1422184" cy="369332"/>
          </a:xfrm>
          <a:prstGeom prst="rect">
            <a:avLst/>
          </a:prstGeom>
          <a:noFill/>
        </p:spPr>
        <p:txBody>
          <a:bodyPr wrap="none" rtlCol="0">
            <a:spAutoFit/>
          </a:bodyPr>
          <a:lstStyle/>
          <a:p>
            <a:r>
              <a:rPr lang="en-US" u="sng" dirty="0">
                <a:solidFill>
                  <a:schemeClr val="bg1"/>
                </a:solidFill>
              </a:rPr>
              <a:t>Scaled Shape</a:t>
            </a:r>
          </a:p>
        </p:txBody>
      </p:sp>
      <p:cxnSp>
        <p:nvCxnSpPr>
          <p:cNvPr id="193" name="Straight Connector 192">
            <a:extLst>
              <a:ext uri="{FF2B5EF4-FFF2-40B4-BE49-F238E27FC236}">
                <a16:creationId xmlns:a16="http://schemas.microsoft.com/office/drawing/2014/main" id="{F23FF927-B29C-4426-8D5F-29C37E4F5A5B}"/>
              </a:ext>
            </a:extLst>
          </p:cNvPr>
          <p:cNvCxnSpPr>
            <a:cxnSpLocks/>
          </p:cNvCxnSpPr>
          <p:nvPr/>
        </p:nvCxnSpPr>
        <p:spPr>
          <a:xfrm>
            <a:off x="272176" y="1663374"/>
            <a:ext cx="2937749" cy="15367"/>
          </a:xfrm>
          <a:prstGeom prst="line">
            <a:avLst/>
          </a:prstGeom>
        </p:spPr>
        <p:style>
          <a:lnRef idx="2">
            <a:schemeClr val="dk1"/>
          </a:lnRef>
          <a:fillRef idx="0">
            <a:schemeClr val="dk1"/>
          </a:fillRef>
          <a:effectRef idx="1">
            <a:schemeClr val="dk1"/>
          </a:effectRef>
          <a:fontRef idx="minor">
            <a:schemeClr val="tx1"/>
          </a:fontRef>
        </p:style>
      </p:cxnSp>
      <p:grpSp>
        <p:nvGrpSpPr>
          <p:cNvPr id="3" name="Group 2">
            <a:extLst>
              <a:ext uri="{FF2B5EF4-FFF2-40B4-BE49-F238E27FC236}">
                <a16:creationId xmlns:a16="http://schemas.microsoft.com/office/drawing/2014/main" id="{89DABBF1-EE3C-4DD8-A5DB-AF802D8FC94C}"/>
              </a:ext>
            </a:extLst>
          </p:cNvPr>
          <p:cNvGrpSpPr/>
          <p:nvPr/>
        </p:nvGrpSpPr>
        <p:grpSpPr>
          <a:xfrm>
            <a:off x="1150966" y="2975127"/>
            <a:ext cx="1555170" cy="959798"/>
            <a:chOff x="11978" y="2533377"/>
            <a:chExt cx="1555170" cy="959798"/>
          </a:xfrm>
        </p:grpSpPr>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527982" cy="338554"/>
            </a:xfrm>
            <a:prstGeom prst="rect">
              <a:avLst/>
            </a:prstGeom>
            <a:noFill/>
          </p:spPr>
          <p:txBody>
            <a:bodyPr wrap="none" rtlCol="0">
              <a:spAutoFit/>
            </a:bodyPr>
            <a:lstStyle/>
            <a:p>
              <a:r>
                <a:rPr lang="en-US" sz="1600" dirty="0">
                  <a:solidFill>
                    <a:schemeClr val="bg1"/>
                  </a:solidFill>
                </a:rPr>
                <a:t>Self-Assembles</a:t>
              </a:r>
            </a:p>
          </p:txBody>
        </p: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grpSp>
      <p:grpSp>
        <p:nvGrpSpPr>
          <p:cNvPr id="249" name="Group 248">
            <a:extLst>
              <a:ext uri="{FF2B5EF4-FFF2-40B4-BE49-F238E27FC236}">
                <a16:creationId xmlns:a16="http://schemas.microsoft.com/office/drawing/2014/main" id="{F8428885-B292-4F2D-BF75-670F3107F6BA}"/>
              </a:ext>
            </a:extLst>
          </p:cNvPr>
          <p:cNvGrpSpPr/>
          <p:nvPr/>
        </p:nvGrpSpPr>
        <p:grpSpPr>
          <a:xfrm>
            <a:off x="7171998" y="5507386"/>
            <a:ext cx="2367828" cy="1101312"/>
            <a:chOff x="4598672" y="3868932"/>
            <a:chExt cx="2367828" cy="1101312"/>
          </a:xfrm>
        </p:grpSpPr>
        <p:sp>
          <p:nvSpPr>
            <p:cNvPr id="250" name="TextBox 249">
              <a:extLst>
                <a:ext uri="{FF2B5EF4-FFF2-40B4-BE49-F238E27FC236}">
                  <a16:creationId xmlns:a16="http://schemas.microsoft.com/office/drawing/2014/main" id="{323FA6B0-1BFF-4325-9245-1E40827C304A}"/>
                </a:ext>
              </a:extLst>
            </p:cNvPr>
            <p:cNvSpPr txBox="1"/>
            <p:nvPr/>
          </p:nvSpPr>
          <p:spPr>
            <a:xfrm>
              <a:off x="4598672" y="4631690"/>
              <a:ext cx="2367828" cy="338554"/>
            </a:xfrm>
            <a:prstGeom prst="rect">
              <a:avLst/>
            </a:prstGeom>
            <a:noFill/>
          </p:spPr>
          <p:txBody>
            <a:bodyPr wrap="none" rtlCol="0">
              <a:spAutoFit/>
            </a:bodyPr>
            <a:lstStyle/>
            <a:p>
              <a:r>
                <a:rPr lang="en-US" sz="1600" dirty="0">
                  <a:solidFill>
                    <a:schemeClr val="bg1"/>
                  </a:solidFill>
                </a:rPr>
                <a:t>TM’s using O(1) tile types</a:t>
              </a:r>
            </a:p>
          </p:txBody>
        </p:sp>
        <p:grpSp>
          <p:nvGrpSpPr>
            <p:cNvPr id="251" name="Group 250">
              <a:extLst>
                <a:ext uri="{FF2B5EF4-FFF2-40B4-BE49-F238E27FC236}">
                  <a16:creationId xmlns:a16="http://schemas.microsoft.com/office/drawing/2014/main" id="{3E09328D-E158-4C8F-8F72-E1D7FF0B3D30}"/>
                </a:ext>
              </a:extLst>
            </p:cNvPr>
            <p:cNvGrpSpPr/>
            <p:nvPr/>
          </p:nvGrpSpPr>
          <p:grpSpPr>
            <a:xfrm>
              <a:off x="5714112" y="3868932"/>
              <a:ext cx="436046" cy="393700"/>
              <a:chOff x="947440" y="2425700"/>
              <a:chExt cx="436046" cy="393700"/>
            </a:xfrm>
          </p:grpSpPr>
          <p:cxnSp>
            <p:nvCxnSpPr>
              <p:cNvPr id="253" name="Straight Connector 252">
                <a:extLst>
                  <a:ext uri="{FF2B5EF4-FFF2-40B4-BE49-F238E27FC236}">
                    <a16:creationId xmlns:a16="http://schemas.microsoft.com/office/drawing/2014/main" id="{89C99D00-F7B9-4F70-8644-DCA26E127D55}"/>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54" name="Straight Arrow Connector 253">
                <a:extLst>
                  <a:ext uri="{FF2B5EF4-FFF2-40B4-BE49-F238E27FC236}">
                    <a16:creationId xmlns:a16="http://schemas.microsoft.com/office/drawing/2014/main" id="{974716C3-5B28-4FF7-8008-3C9388CDD32F}"/>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52" name="Straight Connector 251">
              <a:extLst>
                <a:ext uri="{FF2B5EF4-FFF2-40B4-BE49-F238E27FC236}">
                  <a16:creationId xmlns:a16="http://schemas.microsoft.com/office/drawing/2014/main" id="{DFCBB12A-8649-438F-B136-FAD4A14F986D}"/>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86" name="TextBox 85">
            <a:extLst>
              <a:ext uri="{FF2B5EF4-FFF2-40B4-BE49-F238E27FC236}">
                <a16:creationId xmlns:a16="http://schemas.microsoft.com/office/drawing/2014/main" id="{D472E268-4BAB-4585-A27B-5A93EF79CCD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Process Overview</a:t>
            </a:r>
            <a:endParaRPr lang="en-US" sz="1600" dirty="0">
              <a:solidFill>
                <a:schemeClr val="bg1"/>
              </a:solidFill>
            </a:endParaRPr>
          </a:p>
        </p:txBody>
      </p:sp>
      <p:pic>
        <p:nvPicPr>
          <p:cNvPr id="83" name="Graphic 82">
            <a:extLst>
              <a:ext uri="{FF2B5EF4-FFF2-40B4-BE49-F238E27FC236}">
                <a16:creationId xmlns:a16="http://schemas.microsoft.com/office/drawing/2014/main" id="{EBCE7533-99D1-4F0D-8E16-6D44004614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79372" y="2946621"/>
            <a:ext cx="970088" cy="1165016"/>
          </a:xfrm>
          <a:prstGeom prst="rect">
            <a:avLst/>
          </a:prstGeom>
        </p:spPr>
      </p:pic>
      <p:grpSp>
        <p:nvGrpSpPr>
          <p:cNvPr id="97" name="Group 96">
            <a:extLst>
              <a:ext uri="{FF2B5EF4-FFF2-40B4-BE49-F238E27FC236}">
                <a16:creationId xmlns:a16="http://schemas.microsoft.com/office/drawing/2014/main" id="{24F4EAED-4AC5-4C62-864B-E356E8D6A2CC}"/>
              </a:ext>
            </a:extLst>
          </p:cNvPr>
          <p:cNvGrpSpPr/>
          <p:nvPr/>
        </p:nvGrpSpPr>
        <p:grpSpPr>
          <a:xfrm>
            <a:off x="1744548" y="1790542"/>
            <a:ext cx="992531" cy="873535"/>
            <a:chOff x="5162752" y="3143213"/>
            <a:chExt cx="1670865" cy="1701932"/>
          </a:xfrm>
        </p:grpSpPr>
        <p:grpSp>
          <p:nvGrpSpPr>
            <p:cNvPr id="98" name="Group 97">
              <a:extLst>
                <a:ext uri="{FF2B5EF4-FFF2-40B4-BE49-F238E27FC236}">
                  <a16:creationId xmlns:a16="http://schemas.microsoft.com/office/drawing/2014/main" id="{6F31C77E-61A4-4C78-8080-ED52CBA039E9}"/>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6CEA0A46-CCF9-4352-92A4-787E06368A8F}"/>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244C91F2-4060-464D-8BAA-E3BFCF902BC4}"/>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6D3E8801-A67A-4AC1-9F08-1AB39279D123}"/>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9B04B11F-6FD4-49F0-A2BB-ADA8DD17987A}"/>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4DC6E4CB-58F5-46AE-899B-4FC73254A4FF}"/>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450C0B00-C560-4E4D-9BB6-4EB96BA987AE}"/>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9" name="Group 98">
              <a:extLst>
                <a:ext uri="{FF2B5EF4-FFF2-40B4-BE49-F238E27FC236}">
                  <a16:creationId xmlns:a16="http://schemas.microsoft.com/office/drawing/2014/main" id="{B1771180-6FD0-4169-96B8-E047A7EB6958}"/>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170" name="Rectangle 169">
                <a:extLst>
                  <a:ext uri="{FF2B5EF4-FFF2-40B4-BE49-F238E27FC236}">
                    <a16:creationId xmlns:a16="http://schemas.microsoft.com/office/drawing/2014/main" id="{6DAF4515-82F0-4688-9133-DF23FB90F240}"/>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A9E9E0C2-24AA-4ADF-A165-1A6E108E3981}"/>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1E90318A-9B96-43C5-8F71-C2D822E0A84E}"/>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1439DBFA-0592-4ED2-8240-2D02BF9B1F01}"/>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897C8F16-933E-4B7F-BC33-F0730C4C6C5F}"/>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0" name="Group 99">
              <a:extLst>
                <a:ext uri="{FF2B5EF4-FFF2-40B4-BE49-F238E27FC236}">
                  <a16:creationId xmlns:a16="http://schemas.microsoft.com/office/drawing/2014/main" id="{6136FEAD-52B9-4450-896C-24BF43685DE9}"/>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162" name="Rectangle 161">
                <a:extLst>
                  <a:ext uri="{FF2B5EF4-FFF2-40B4-BE49-F238E27FC236}">
                    <a16:creationId xmlns:a16="http://schemas.microsoft.com/office/drawing/2014/main" id="{4A297662-1B8E-4297-AAEB-5E9B61C87998}"/>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F5B5FC88-2CA1-46FD-A90B-B925684B0217}"/>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FC99A175-250A-41E2-8630-8AE8B3B2EED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42260802-B5B4-4206-A59C-10716FC2122F}"/>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77B1389A-3ACB-4F7C-9285-629D19C1A7A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D34995F9-0A19-4639-A54F-4EA4282CC562}"/>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158" name="Rectangle 157">
                <a:extLst>
                  <a:ext uri="{FF2B5EF4-FFF2-40B4-BE49-F238E27FC236}">
                    <a16:creationId xmlns:a16="http://schemas.microsoft.com/office/drawing/2014/main" id="{E69D1AB5-C03D-4E37-AD94-1606BEB04BE8}"/>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9" name="Rectangle 158">
                <a:extLst>
                  <a:ext uri="{FF2B5EF4-FFF2-40B4-BE49-F238E27FC236}">
                    <a16:creationId xmlns:a16="http://schemas.microsoft.com/office/drawing/2014/main" id="{E24BDBD5-8EC9-4679-A776-A26F2C541506}"/>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59">
                <a:extLst>
                  <a:ext uri="{FF2B5EF4-FFF2-40B4-BE49-F238E27FC236}">
                    <a16:creationId xmlns:a16="http://schemas.microsoft.com/office/drawing/2014/main" id="{83DCA899-22D2-4CC7-816F-83036C2E9C21}"/>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45AC1AB4-CCCE-4A51-AE8F-E42BD40B3F81}"/>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2" name="Group 101">
              <a:extLst>
                <a:ext uri="{FF2B5EF4-FFF2-40B4-BE49-F238E27FC236}">
                  <a16:creationId xmlns:a16="http://schemas.microsoft.com/office/drawing/2014/main" id="{CBC94545-03F9-469C-B8BB-7DF43B916C01}"/>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108" name="Rectangle 107">
                <a:extLst>
                  <a:ext uri="{FF2B5EF4-FFF2-40B4-BE49-F238E27FC236}">
                    <a16:creationId xmlns:a16="http://schemas.microsoft.com/office/drawing/2014/main" id="{9A19F5BF-219B-4999-BED7-EDBFF0138DBC}"/>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5BFF818A-58F6-4169-AF37-45E6C274219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49FA46B1-9C07-4B38-961A-3A03F8E70E4D}"/>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Rectangle 110">
                <a:extLst>
                  <a:ext uri="{FF2B5EF4-FFF2-40B4-BE49-F238E27FC236}">
                    <a16:creationId xmlns:a16="http://schemas.microsoft.com/office/drawing/2014/main" id="{49F4116E-CE47-433E-A3A3-F5A9C045F8C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 name="Rectangle 111">
                <a:extLst>
                  <a:ext uri="{FF2B5EF4-FFF2-40B4-BE49-F238E27FC236}">
                    <a16:creationId xmlns:a16="http://schemas.microsoft.com/office/drawing/2014/main" id="{C8119467-99AF-4DF5-9D01-B431840A1C05}"/>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508B4EA2-53B7-4C30-BBE2-50D37D4FB505}"/>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3" name="Group 102">
              <a:extLst>
                <a:ext uri="{FF2B5EF4-FFF2-40B4-BE49-F238E27FC236}">
                  <a16:creationId xmlns:a16="http://schemas.microsoft.com/office/drawing/2014/main" id="{89AFBA5A-8506-4FB1-80DB-886686D9B623}"/>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104" name="Rectangle 103">
                <a:extLst>
                  <a:ext uri="{FF2B5EF4-FFF2-40B4-BE49-F238E27FC236}">
                    <a16:creationId xmlns:a16="http://schemas.microsoft.com/office/drawing/2014/main" id="{8DC0917B-037A-4ACD-800D-6688EB0938D4}"/>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6E1783A7-73E5-4495-ADD9-CFA090D5D24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EE3B8595-70EA-45A0-9E7A-6CB2A99F5AA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2A0FB818-973F-4584-8437-99891FE5B9AB}"/>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96" name="Group 195">
            <a:extLst>
              <a:ext uri="{FF2B5EF4-FFF2-40B4-BE49-F238E27FC236}">
                <a16:creationId xmlns:a16="http://schemas.microsoft.com/office/drawing/2014/main" id="{81F7E277-CF4C-44AA-A127-8B2698F64E0F}"/>
              </a:ext>
            </a:extLst>
          </p:cNvPr>
          <p:cNvGrpSpPr/>
          <p:nvPr/>
        </p:nvGrpSpPr>
        <p:grpSpPr>
          <a:xfrm>
            <a:off x="1313187" y="1921392"/>
            <a:ext cx="169763" cy="709259"/>
            <a:chOff x="2783837" y="4446481"/>
            <a:chExt cx="255929" cy="934122"/>
          </a:xfrm>
        </p:grpSpPr>
        <p:sp>
          <p:nvSpPr>
            <p:cNvPr id="197" name="Rectangle 196">
              <a:extLst>
                <a:ext uri="{FF2B5EF4-FFF2-40B4-BE49-F238E27FC236}">
                  <a16:creationId xmlns:a16="http://schemas.microsoft.com/office/drawing/2014/main" id="{3A4DF882-5FBF-4F4C-9747-4CECC250883E}"/>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76C628A5-0737-4578-8C21-A5AEDC6910CC}"/>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Rounded Corners 201">
              <a:extLst>
                <a:ext uri="{FF2B5EF4-FFF2-40B4-BE49-F238E27FC236}">
                  <a16:creationId xmlns:a16="http://schemas.microsoft.com/office/drawing/2014/main" id="{FAF1FE33-C5A3-40B0-BF35-9FD8072BF463}"/>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A0531290-A82E-41BA-B9EA-C4EE0A47A7E4}"/>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BF4B9828-B400-4FBC-BB83-4AF816813692}"/>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 name="Rectangle 204">
              <a:extLst>
                <a:ext uri="{FF2B5EF4-FFF2-40B4-BE49-F238E27FC236}">
                  <a16:creationId xmlns:a16="http://schemas.microsoft.com/office/drawing/2014/main" id="{3247DD01-BC49-4F69-BB52-729F7CC78F29}"/>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975FF6C9-58E6-4DED-9CB4-88894F1DE3EF}"/>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9" name="TextBox 208">
            <a:extLst>
              <a:ext uri="{FF2B5EF4-FFF2-40B4-BE49-F238E27FC236}">
                <a16:creationId xmlns:a16="http://schemas.microsoft.com/office/drawing/2014/main" id="{EB1990FF-95F9-4075-896F-1A2ED27BFBF5}"/>
              </a:ext>
            </a:extLst>
          </p:cNvPr>
          <p:cNvSpPr txBox="1"/>
          <p:nvPr/>
        </p:nvSpPr>
        <p:spPr>
          <a:xfrm>
            <a:off x="1410021" y="1830214"/>
            <a:ext cx="160416" cy="338554"/>
          </a:xfrm>
          <a:prstGeom prst="rect">
            <a:avLst/>
          </a:prstGeom>
          <a:noFill/>
        </p:spPr>
        <p:txBody>
          <a:bodyPr wrap="square" rtlCol="0">
            <a:spAutoFit/>
          </a:bodyPr>
          <a:lstStyle/>
          <a:p>
            <a:r>
              <a:rPr lang="el-GR" sz="1600" dirty="0">
                <a:solidFill>
                  <a:schemeClr val="bg1"/>
                </a:solidFill>
              </a:rPr>
              <a:t>τ</a:t>
            </a:r>
            <a:endParaRPr lang="en-US" sz="1600" dirty="0">
              <a:solidFill>
                <a:schemeClr val="bg1"/>
              </a:solidFill>
            </a:endParaRPr>
          </a:p>
        </p:txBody>
      </p:sp>
      <p:sp>
        <p:nvSpPr>
          <p:cNvPr id="210" name="Arrow: Right 209">
            <a:extLst>
              <a:ext uri="{FF2B5EF4-FFF2-40B4-BE49-F238E27FC236}">
                <a16:creationId xmlns:a16="http://schemas.microsoft.com/office/drawing/2014/main" id="{7C1D5DF5-EBA0-4EFB-B30E-7E2CA17557B1}"/>
              </a:ext>
            </a:extLst>
          </p:cNvPr>
          <p:cNvSpPr/>
          <p:nvPr/>
        </p:nvSpPr>
        <p:spPr>
          <a:xfrm>
            <a:off x="994668" y="2227310"/>
            <a:ext cx="243089" cy="223731"/>
          </a:xfrm>
          <a:prstGeom prst="rightArrow">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TextBox 211">
            <a:extLst>
              <a:ext uri="{FF2B5EF4-FFF2-40B4-BE49-F238E27FC236}">
                <a16:creationId xmlns:a16="http://schemas.microsoft.com/office/drawing/2014/main" id="{0E99B342-8D40-4434-AC0D-D4B39632F959}"/>
              </a:ext>
            </a:extLst>
          </p:cNvPr>
          <p:cNvSpPr txBox="1"/>
          <p:nvPr/>
        </p:nvSpPr>
        <p:spPr>
          <a:xfrm>
            <a:off x="708627" y="2638986"/>
            <a:ext cx="1440931" cy="338554"/>
          </a:xfrm>
          <a:prstGeom prst="rect">
            <a:avLst/>
          </a:prstGeom>
          <a:noFill/>
        </p:spPr>
        <p:txBody>
          <a:bodyPr wrap="square" rtlCol="0">
            <a:spAutoFit/>
          </a:bodyPr>
          <a:lstStyle/>
          <a:p>
            <a:r>
              <a:rPr lang="en-US" sz="1600" dirty="0">
                <a:solidFill>
                  <a:schemeClr val="bg1"/>
                </a:solidFill>
              </a:rPr>
              <a:t>O(1) tile types</a:t>
            </a:r>
          </a:p>
        </p:txBody>
      </p:sp>
      <p:grpSp>
        <p:nvGrpSpPr>
          <p:cNvPr id="120" name="Group 119">
            <a:extLst>
              <a:ext uri="{FF2B5EF4-FFF2-40B4-BE49-F238E27FC236}">
                <a16:creationId xmlns:a16="http://schemas.microsoft.com/office/drawing/2014/main" id="{4218A32E-AD07-4840-A02C-AB75FC3A6479}"/>
              </a:ext>
            </a:extLst>
          </p:cNvPr>
          <p:cNvGrpSpPr/>
          <p:nvPr/>
        </p:nvGrpSpPr>
        <p:grpSpPr>
          <a:xfrm>
            <a:off x="3978664" y="4260475"/>
            <a:ext cx="2292615" cy="1074314"/>
            <a:chOff x="4445160" y="3868932"/>
            <a:chExt cx="2292615" cy="1074314"/>
          </a:xfrm>
        </p:grpSpPr>
        <p:sp>
          <p:nvSpPr>
            <p:cNvPr id="121" name="TextBox 120">
              <a:extLst>
                <a:ext uri="{FF2B5EF4-FFF2-40B4-BE49-F238E27FC236}">
                  <a16:creationId xmlns:a16="http://schemas.microsoft.com/office/drawing/2014/main" id="{B1ADA6BB-8F06-4E53-9450-A30598D7ACF3}"/>
                </a:ext>
              </a:extLst>
            </p:cNvPr>
            <p:cNvSpPr txBox="1"/>
            <p:nvPr/>
          </p:nvSpPr>
          <p:spPr>
            <a:xfrm>
              <a:off x="4445160" y="4604692"/>
              <a:ext cx="2292615" cy="338554"/>
            </a:xfrm>
            <a:prstGeom prst="rect">
              <a:avLst/>
            </a:prstGeom>
            <a:noFill/>
          </p:spPr>
          <p:txBody>
            <a:bodyPr wrap="none" rtlCol="0">
              <a:spAutoFit/>
            </a:bodyPr>
            <a:lstStyle/>
            <a:p>
              <a:r>
                <a:rPr lang="en-US" sz="1600" dirty="0">
                  <a:solidFill>
                    <a:schemeClr val="bg1"/>
                  </a:solidFill>
                </a:rPr>
                <a:t>Self-Assembly Continues</a:t>
              </a:r>
            </a:p>
          </p:txBody>
        </p:sp>
        <p:grpSp>
          <p:nvGrpSpPr>
            <p:cNvPr id="122" name="Group 121">
              <a:extLst>
                <a:ext uri="{FF2B5EF4-FFF2-40B4-BE49-F238E27FC236}">
                  <a16:creationId xmlns:a16="http://schemas.microsoft.com/office/drawing/2014/main" id="{1816AE4A-05FD-4B8E-9E06-022F82CCD4B4}"/>
                </a:ext>
              </a:extLst>
            </p:cNvPr>
            <p:cNvGrpSpPr/>
            <p:nvPr/>
          </p:nvGrpSpPr>
          <p:grpSpPr>
            <a:xfrm>
              <a:off x="5714112" y="3868932"/>
              <a:ext cx="436046" cy="393700"/>
              <a:chOff x="947440" y="2425700"/>
              <a:chExt cx="436046" cy="393700"/>
            </a:xfrm>
          </p:grpSpPr>
          <p:cxnSp>
            <p:nvCxnSpPr>
              <p:cNvPr id="124" name="Straight Connector 123">
                <a:extLst>
                  <a:ext uri="{FF2B5EF4-FFF2-40B4-BE49-F238E27FC236}">
                    <a16:creationId xmlns:a16="http://schemas.microsoft.com/office/drawing/2014/main" id="{6E3192EF-DAE1-48F3-9F58-F385FDBAC040}"/>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25" name="Straight Arrow Connector 124">
                <a:extLst>
                  <a:ext uri="{FF2B5EF4-FFF2-40B4-BE49-F238E27FC236}">
                    <a16:creationId xmlns:a16="http://schemas.microsoft.com/office/drawing/2014/main" id="{26B60802-381D-474B-8A1E-CCEF550340B5}"/>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23" name="Straight Connector 122">
              <a:extLst>
                <a:ext uri="{FF2B5EF4-FFF2-40B4-BE49-F238E27FC236}">
                  <a16:creationId xmlns:a16="http://schemas.microsoft.com/office/drawing/2014/main" id="{AB1027B4-8AE1-4D8F-887A-06F00C6365FF}"/>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138" name="TextBox 137">
            <a:extLst>
              <a:ext uri="{FF2B5EF4-FFF2-40B4-BE49-F238E27FC236}">
                <a16:creationId xmlns:a16="http://schemas.microsoft.com/office/drawing/2014/main" id="{1ED016E8-3F5D-4E9A-84D7-09C7CC797A7B}"/>
              </a:ext>
            </a:extLst>
          </p:cNvPr>
          <p:cNvSpPr txBox="1"/>
          <p:nvPr/>
        </p:nvSpPr>
        <p:spPr>
          <a:xfrm>
            <a:off x="6048235" y="3089981"/>
            <a:ext cx="3005951" cy="646331"/>
          </a:xfrm>
          <a:prstGeom prst="rect">
            <a:avLst/>
          </a:prstGeom>
          <a:noFill/>
        </p:spPr>
        <p:txBody>
          <a:bodyPr wrap="none" rtlCol="0">
            <a:spAutoFit/>
          </a:bodyPr>
          <a:lstStyle/>
          <a:p>
            <a:pPr algn="ctr"/>
            <a:r>
              <a:rPr lang="en-US" u="sng" dirty="0">
                <a:solidFill>
                  <a:schemeClr val="bg1"/>
                </a:solidFill>
              </a:rPr>
              <a:t>Seed Block which encodes the</a:t>
            </a:r>
            <a:br>
              <a:rPr lang="en-US" u="sng" dirty="0">
                <a:solidFill>
                  <a:schemeClr val="bg1"/>
                </a:solidFill>
              </a:rPr>
            </a:br>
            <a:r>
              <a:rPr lang="en-US" u="sng" dirty="0">
                <a:solidFill>
                  <a:schemeClr val="bg1"/>
                </a:solidFill>
              </a:rPr>
              <a:t>program to assemble S</a:t>
            </a:r>
          </a:p>
        </p:txBody>
      </p:sp>
      <p:grpSp>
        <p:nvGrpSpPr>
          <p:cNvPr id="145" name="Group 144">
            <a:extLst>
              <a:ext uri="{FF2B5EF4-FFF2-40B4-BE49-F238E27FC236}">
                <a16:creationId xmlns:a16="http://schemas.microsoft.com/office/drawing/2014/main" id="{4BBDA476-3845-4A3B-924A-63E549D92C62}"/>
              </a:ext>
            </a:extLst>
          </p:cNvPr>
          <p:cNvGrpSpPr/>
          <p:nvPr/>
        </p:nvGrpSpPr>
        <p:grpSpPr>
          <a:xfrm>
            <a:off x="140367" y="2035798"/>
            <a:ext cx="848813" cy="462674"/>
            <a:chOff x="5092693" y="3577993"/>
            <a:chExt cx="3587757" cy="2083603"/>
          </a:xfrm>
          <a:solidFill>
            <a:schemeClr val="tx1">
              <a:lumMod val="50000"/>
            </a:schemeClr>
          </a:solidFill>
        </p:grpSpPr>
        <p:sp>
          <p:nvSpPr>
            <p:cNvPr id="146" name="Rectangle 145">
              <a:extLst>
                <a:ext uri="{FF2B5EF4-FFF2-40B4-BE49-F238E27FC236}">
                  <a16:creationId xmlns:a16="http://schemas.microsoft.com/office/drawing/2014/main" id="{A2F33210-A23A-4D1C-B82C-B38D5B2C5ACC}"/>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0EF44F99-C451-45C4-86E8-1BCDD780F300}"/>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6ACB1B5C-7EE1-464C-8769-C3C9E44CFFC0}"/>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6BBC96D9-06DC-4370-8012-065736E9B5DF}"/>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9D9B66B6-0C64-42DD-B288-DAE58DE4D2DD}"/>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B8A62A22-4091-49AB-9BF5-5B7651AC32CD}"/>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231F53CB-D971-499E-902F-334F1E111AD0}"/>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B32C3A56-1E72-48F8-9889-7B0AD12AD156}"/>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A39A2EBB-6C94-4F3E-B514-682BE2BD4076}"/>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02774CBA-2618-455E-90E8-2749BEFF9244}"/>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 name="Group 197">
            <a:extLst>
              <a:ext uri="{FF2B5EF4-FFF2-40B4-BE49-F238E27FC236}">
                <a16:creationId xmlns:a16="http://schemas.microsoft.com/office/drawing/2014/main" id="{1A6532ED-38CF-496B-B2EE-9C60CDF9B00B}"/>
              </a:ext>
            </a:extLst>
          </p:cNvPr>
          <p:cNvGrpSpPr/>
          <p:nvPr/>
        </p:nvGrpSpPr>
        <p:grpSpPr>
          <a:xfrm>
            <a:off x="9144936" y="4747514"/>
            <a:ext cx="2631981" cy="1375957"/>
            <a:chOff x="9144936" y="4747514"/>
            <a:chExt cx="2631981" cy="1375957"/>
          </a:xfrm>
        </p:grpSpPr>
        <p:grpSp>
          <p:nvGrpSpPr>
            <p:cNvPr id="199" name="Group 198">
              <a:extLst>
                <a:ext uri="{FF2B5EF4-FFF2-40B4-BE49-F238E27FC236}">
                  <a16:creationId xmlns:a16="http://schemas.microsoft.com/office/drawing/2014/main" id="{8F2C30A9-1C5E-40E4-97A7-A0D20F164732}"/>
                </a:ext>
              </a:extLst>
            </p:cNvPr>
            <p:cNvGrpSpPr/>
            <p:nvPr/>
          </p:nvGrpSpPr>
          <p:grpSpPr>
            <a:xfrm>
              <a:off x="9144936" y="4747514"/>
              <a:ext cx="2631981" cy="1375957"/>
              <a:chOff x="8043901" y="3744165"/>
              <a:chExt cx="3456965" cy="2084033"/>
            </a:xfrm>
          </p:grpSpPr>
          <p:sp>
            <p:nvSpPr>
              <p:cNvPr id="217" name="Rectangle 216">
                <a:extLst>
                  <a:ext uri="{FF2B5EF4-FFF2-40B4-BE49-F238E27FC236}">
                    <a16:creationId xmlns:a16="http://schemas.microsoft.com/office/drawing/2014/main" id="{B09C6EF6-512D-44FB-9E4B-E181392CB3C5}"/>
                  </a:ext>
                </a:extLst>
              </p:cNvPr>
              <p:cNvSpPr/>
              <p:nvPr/>
            </p:nvSpPr>
            <p:spPr>
              <a:xfrm>
                <a:off x="9426688"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EA28FC39-4B67-42A3-A9E2-136072D03F88}"/>
                  </a:ext>
                </a:extLst>
              </p:cNvPr>
              <p:cNvSpPr/>
              <p:nvPr/>
            </p:nvSpPr>
            <p:spPr>
              <a:xfrm>
                <a:off x="10118080"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8770248A-8057-4A10-B07A-19B82F6A05B3}"/>
                  </a:ext>
                </a:extLst>
              </p:cNvPr>
              <p:cNvSpPr/>
              <p:nvPr/>
            </p:nvSpPr>
            <p:spPr>
              <a:xfrm>
                <a:off x="8735295" y="443803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0" name="Rectangle 219">
                <a:extLst>
                  <a:ext uri="{FF2B5EF4-FFF2-40B4-BE49-F238E27FC236}">
                    <a16:creationId xmlns:a16="http://schemas.microsoft.com/office/drawing/2014/main" id="{7BE5B448-B161-483B-9967-D23FA43F3064}"/>
                  </a:ext>
                </a:extLst>
              </p:cNvPr>
              <p:cNvSpPr/>
              <p:nvPr/>
            </p:nvSpPr>
            <p:spPr>
              <a:xfrm>
                <a:off x="8735295" y="5131369"/>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3C9324F3-F907-40A3-A4BA-C3713F7F9303}"/>
                  </a:ext>
                </a:extLst>
              </p:cNvPr>
              <p:cNvSpPr/>
              <p:nvPr/>
            </p:nvSpPr>
            <p:spPr>
              <a:xfrm>
                <a:off x="10118080" y="444099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3576F0B0-598A-4CDF-AABB-C827AA586DD4}"/>
                  </a:ext>
                </a:extLst>
              </p:cNvPr>
              <p:cNvSpPr/>
              <p:nvPr/>
            </p:nvSpPr>
            <p:spPr>
              <a:xfrm>
                <a:off x="9426688" y="5131369"/>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412DF3A5-144F-4FCE-BCA0-914D3C6A5AE6}"/>
                  </a:ext>
                </a:extLst>
              </p:cNvPr>
              <p:cNvSpPr/>
              <p:nvPr/>
            </p:nvSpPr>
            <p:spPr>
              <a:xfrm>
                <a:off x="10118080" y="512948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04A3B5ED-F139-4F8A-A548-F2AE654222B3}"/>
                  </a:ext>
                </a:extLst>
              </p:cNvPr>
              <p:cNvSpPr/>
              <p:nvPr/>
            </p:nvSpPr>
            <p:spPr>
              <a:xfrm>
                <a:off x="8043901" y="512948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BD533405-1B1F-47C9-89DE-CD8BDE4FD0B9}"/>
                  </a:ext>
                </a:extLst>
              </p:cNvPr>
              <p:cNvSpPr/>
              <p:nvPr/>
            </p:nvSpPr>
            <p:spPr>
              <a:xfrm>
                <a:off x="10809472"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9E117746-38A7-492E-89EA-F5EB49C8065E}"/>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F05DDF45-0EDE-4A43-9EC4-F4C4B244249C}"/>
                </a:ext>
              </a:extLst>
            </p:cNvPr>
            <p:cNvGrpSpPr/>
            <p:nvPr/>
          </p:nvGrpSpPr>
          <p:grpSpPr>
            <a:xfrm>
              <a:off x="9671333" y="4748136"/>
              <a:ext cx="526395" cy="456876"/>
              <a:chOff x="3625849" y="1377950"/>
              <a:chExt cx="5029202" cy="5029200"/>
            </a:xfrm>
          </p:grpSpPr>
          <p:sp>
            <p:nvSpPr>
              <p:cNvPr id="207" name="Rectangle 206">
                <a:extLst>
                  <a:ext uri="{FF2B5EF4-FFF2-40B4-BE49-F238E27FC236}">
                    <a16:creationId xmlns:a16="http://schemas.microsoft.com/office/drawing/2014/main" id="{600EF16B-60D0-46C8-BCE9-C247F5F0027F}"/>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1" name="Graphic 210">
                <a:extLst>
                  <a:ext uri="{FF2B5EF4-FFF2-40B4-BE49-F238E27FC236}">
                    <a16:creationId xmlns:a16="http://schemas.microsoft.com/office/drawing/2014/main" id="{5FD7082E-05F7-426E-A99F-63E94B2F3D10}"/>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213" name="Straight Connector 212">
                <a:extLst>
                  <a:ext uri="{FF2B5EF4-FFF2-40B4-BE49-F238E27FC236}">
                    <a16:creationId xmlns:a16="http://schemas.microsoft.com/office/drawing/2014/main" id="{5CF3EBEE-901D-41E9-B49F-FB952304C2BE}"/>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214" name="Straight Connector 213">
                <a:extLst>
                  <a:ext uri="{FF2B5EF4-FFF2-40B4-BE49-F238E27FC236}">
                    <a16:creationId xmlns:a16="http://schemas.microsoft.com/office/drawing/2014/main" id="{35BC74CA-C451-4B4E-A3C6-A053F48126CE}"/>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215" name="Straight Connector 214">
                <a:extLst>
                  <a:ext uri="{FF2B5EF4-FFF2-40B4-BE49-F238E27FC236}">
                    <a16:creationId xmlns:a16="http://schemas.microsoft.com/office/drawing/2014/main" id="{B8F02320-CB78-4884-B0D9-CD381B53F31D}"/>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216" name="Straight Connector 215">
                <a:extLst>
                  <a:ext uri="{FF2B5EF4-FFF2-40B4-BE49-F238E27FC236}">
                    <a16:creationId xmlns:a16="http://schemas.microsoft.com/office/drawing/2014/main" id="{B4541876-6819-40FA-9C71-63155A6900B1}"/>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grpSp>
        <p:nvGrpSpPr>
          <p:cNvPr id="227" name="Group 226">
            <a:extLst>
              <a:ext uri="{FF2B5EF4-FFF2-40B4-BE49-F238E27FC236}">
                <a16:creationId xmlns:a16="http://schemas.microsoft.com/office/drawing/2014/main" id="{05FAD821-A346-411A-B219-E6999F4EC302}"/>
              </a:ext>
            </a:extLst>
          </p:cNvPr>
          <p:cNvGrpSpPr/>
          <p:nvPr/>
        </p:nvGrpSpPr>
        <p:grpSpPr>
          <a:xfrm>
            <a:off x="6711801" y="3833137"/>
            <a:ext cx="1635456" cy="1501652"/>
            <a:chOff x="3625849" y="1377950"/>
            <a:chExt cx="5029202" cy="5029200"/>
          </a:xfrm>
        </p:grpSpPr>
        <p:sp>
          <p:nvSpPr>
            <p:cNvPr id="228" name="Rectangle 227">
              <a:extLst>
                <a:ext uri="{FF2B5EF4-FFF2-40B4-BE49-F238E27FC236}">
                  <a16:creationId xmlns:a16="http://schemas.microsoft.com/office/drawing/2014/main" id="{785ABBC6-1A1A-4317-869C-295087D9D20F}"/>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9" name="Graphic 228">
              <a:extLst>
                <a:ext uri="{FF2B5EF4-FFF2-40B4-BE49-F238E27FC236}">
                  <a16:creationId xmlns:a16="http://schemas.microsoft.com/office/drawing/2014/main" id="{EF61B06A-6CBB-4502-B1DD-9CF641A51D9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230" name="Straight Connector 229">
              <a:extLst>
                <a:ext uri="{FF2B5EF4-FFF2-40B4-BE49-F238E27FC236}">
                  <a16:creationId xmlns:a16="http://schemas.microsoft.com/office/drawing/2014/main" id="{2BE66C97-37B6-48C9-AD2B-585ECBFAB29F}"/>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EED01E20-E1B3-4F20-912B-5485AFCF6637}"/>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232" name="Straight Connector 231">
              <a:extLst>
                <a:ext uri="{FF2B5EF4-FFF2-40B4-BE49-F238E27FC236}">
                  <a16:creationId xmlns:a16="http://schemas.microsoft.com/office/drawing/2014/main" id="{30E60832-4D20-41F2-94DD-AEB2448DF6BD}"/>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233" name="Straight Connector 232">
              <a:extLst>
                <a:ext uri="{FF2B5EF4-FFF2-40B4-BE49-F238E27FC236}">
                  <a16:creationId xmlns:a16="http://schemas.microsoft.com/office/drawing/2014/main" id="{344C2D3A-F377-4BB7-8D35-E036343AA0EE}"/>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86858729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Box 163">
            <a:extLst>
              <a:ext uri="{FF2B5EF4-FFF2-40B4-BE49-F238E27FC236}">
                <a16:creationId xmlns:a16="http://schemas.microsoft.com/office/drawing/2014/main" id="{EA43C72D-B94D-4B68-B282-E4AB47C3EAF8}"/>
              </a:ext>
            </a:extLst>
          </p:cNvPr>
          <p:cNvSpPr txBox="1"/>
          <p:nvPr/>
        </p:nvSpPr>
        <p:spPr>
          <a:xfrm>
            <a:off x="217714" y="1272424"/>
            <a:ext cx="3102560" cy="646331"/>
          </a:xfrm>
          <a:prstGeom prst="rect">
            <a:avLst/>
          </a:prstGeom>
          <a:noFill/>
        </p:spPr>
        <p:txBody>
          <a:bodyPr wrap="square" rtlCol="0">
            <a:spAutoFit/>
          </a:bodyPr>
          <a:lstStyle/>
          <a:p>
            <a:r>
              <a:rPr lang="en-US" dirty="0">
                <a:solidFill>
                  <a:schemeClr val="bg1"/>
                </a:solidFill>
              </a:rPr>
              <a:t>Encode S in </a:t>
            </a:r>
            <a:r>
              <a:rPr lang="el-GR" dirty="0">
                <a:solidFill>
                  <a:schemeClr val="bg1"/>
                </a:solidFill>
              </a:rPr>
              <a:t>τ</a:t>
            </a:r>
            <a:r>
              <a:rPr lang="en-US" dirty="0">
                <a:solidFill>
                  <a:schemeClr val="bg1"/>
                </a:solidFill>
              </a:rPr>
              <a:t> and glue function</a:t>
            </a:r>
          </a:p>
          <a:p>
            <a:endParaRPr lang="en-US" dirty="0">
              <a:solidFill>
                <a:schemeClr val="bg1"/>
              </a:solidFill>
            </a:endParaRPr>
          </a:p>
        </p:txBody>
      </p:sp>
      <p:sp>
        <p:nvSpPr>
          <p:cNvPr id="165" name="TextBox 164">
            <a:extLst>
              <a:ext uri="{FF2B5EF4-FFF2-40B4-BE49-F238E27FC236}">
                <a16:creationId xmlns:a16="http://schemas.microsoft.com/office/drawing/2014/main" id="{2F8C397B-5E63-46A7-BF50-0E3D70B6CDFD}"/>
              </a:ext>
            </a:extLst>
          </p:cNvPr>
          <p:cNvSpPr txBox="1"/>
          <p:nvPr/>
        </p:nvSpPr>
        <p:spPr>
          <a:xfrm>
            <a:off x="2944749" y="2334067"/>
            <a:ext cx="2435282" cy="369332"/>
          </a:xfrm>
          <a:prstGeom prst="rect">
            <a:avLst/>
          </a:prstGeom>
          <a:noFill/>
        </p:spPr>
        <p:txBody>
          <a:bodyPr wrap="none" rtlCol="0">
            <a:spAutoFit/>
          </a:bodyPr>
          <a:lstStyle/>
          <a:p>
            <a:r>
              <a:rPr lang="en-US" u="sng" dirty="0">
                <a:solidFill>
                  <a:schemeClr val="bg1"/>
                </a:solidFill>
              </a:rPr>
              <a:t>Precise-width Rectangle</a:t>
            </a:r>
          </a:p>
        </p:txBody>
      </p:sp>
      <p:sp>
        <p:nvSpPr>
          <p:cNvPr id="181" name="TextBox 180">
            <a:extLst>
              <a:ext uri="{FF2B5EF4-FFF2-40B4-BE49-F238E27FC236}">
                <a16:creationId xmlns:a16="http://schemas.microsoft.com/office/drawing/2014/main" id="{1C8C29DE-1286-4EE6-A89B-F5FCF4AD12D9}"/>
              </a:ext>
            </a:extLst>
          </p:cNvPr>
          <p:cNvSpPr txBox="1"/>
          <p:nvPr/>
        </p:nvSpPr>
        <p:spPr>
          <a:xfrm>
            <a:off x="9868163" y="4188294"/>
            <a:ext cx="1422184" cy="369332"/>
          </a:xfrm>
          <a:prstGeom prst="rect">
            <a:avLst/>
          </a:prstGeom>
          <a:noFill/>
        </p:spPr>
        <p:txBody>
          <a:bodyPr wrap="none" rtlCol="0">
            <a:spAutoFit/>
          </a:bodyPr>
          <a:lstStyle/>
          <a:p>
            <a:r>
              <a:rPr lang="en-US" u="sng" dirty="0">
                <a:solidFill>
                  <a:schemeClr val="bg1"/>
                </a:solidFill>
              </a:rPr>
              <a:t>Scaled Shape</a:t>
            </a:r>
          </a:p>
        </p:txBody>
      </p:sp>
      <p:cxnSp>
        <p:nvCxnSpPr>
          <p:cNvPr id="193" name="Straight Connector 192">
            <a:extLst>
              <a:ext uri="{FF2B5EF4-FFF2-40B4-BE49-F238E27FC236}">
                <a16:creationId xmlns:a16="http://schemas.microsoft.com/office/drawing/2014/main" id="{F23FF927-B29C-4426-8D5F-29C37E4F5A5B}"/>
              </a:ext>
            </a:extLst>
          </p:cNvPr>
          <p:cNvCxnSpPr>
            <a:cxnSpLocks/>
          </p:cNvCxnSpPr>
          <p:nvPr/>
        </p:nvCxnSpPr>
        <p:spPr>
          <a:xfrm>
            <a:off x="272176" y="1663374"/>
            <a:ext cx="2937749" cy="15367"/>
          </a:xfrm>
          <a:prstGeom prst="line">
            <a:avLst/>
          </a:prstGeom>
        </p:spPr>
        <p:style>
          <a:lnRef idx="2">
            <a:schemeClr val="dk1"/>
          </a:lnRef>
          <a:fillRef idx="0">
            <a:schemeClr val="dk1"/>
          </a:fillRef>
          <a:effectRef idx="1">
            <a:schemeClr val="dk1"/>
          </a:effectRef>
          <a:fontRef idx="minor">
            <a:schemeClr val="tx1"/>
          </a:fontRef>
        </p:style>
      </p:cxnSp>
      <p:grpSp>
        <p:nvGrpSpPr>
          <p:cNvPr id="3" name="Group 2">
            <a:extLst>
              <a:ext uri="{FF2B5EF4-FFF2-40B4-BE49-F238E27FC236}">
                <a16:creationId xmlns:a16="http://schemas.microsoft.com/office/drawing/2014/main" id="{89DABBF1-EE3C-4DD8-A5DB-AF802D8FC94C}"/>
              </a:ext>
            </a:extLst>
          </p:cNvPr>
          <p:cNvGrpSpPr/>
          <p:nvPr/>
        </p:nvGrpSpPr>
        <p:grpSpPr>
          <a:xfrm>
            <a:off x="1150966" y="2975127"/>
            <a:ext cx="1555170" cy="959798"/>
            <a:chOff x="11978" y="2533377"/>
            <a:chExt cx="1555170" cy="959798"/>
          </a:xfrm>
        </p:grpSpPr>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527982" cy="338554"/>
            </a:xfrm>
            <a:prstGeom prst="rect">
              <a:avLst/>
            </a:prstGeom>
            <a:noFill/>
          </p:spPr>
          <p:txBody>
            <a:bodyPr wrap="none" rtlCol="0">
              <a:spAutoFit/>
            </a:bodyPr>
            <a:lstStyle/>
            <a:p>
              <a:r>
                <a:rPr lang="en-US" sz="1600" dirty="0">
                  <a:solidFill>
                    <a:schemeClr val="bg1"/>
                  </a:solidFill>
                </a:rPr>
                <a:t>Self-Assembles</a:t>
              </a:r>
            </a:p>
          </p:txBody>
        </p: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grpSp>
      <p:grpSp>
        <p:nvGrpSpPr>
          <p:cNvPr id="249" name="Group 248">
            <a:extLst>
              <a:ext uri="{FF2B5EF4-FFF2-40B4-BE49-F238E27FC236}">
                <a16:creationId xmlns:a16="http://schemas.microsoft.com/office/drawing/2014/main" id="{F8428885-B292-4F2D-BF75-670F3107F6BA}"/>
              </a:ext>
            </a:extLst>
          </p:cNvPr>
          <p:cNvGrpSpPr/>
          <p:nvPr/>
        </p:nvGrpSpPr>
        <p:grpSpPr>
          <a:xfrm>
            <a:off x="7171998" y="5507386"/>
            <a:ext cx="2367828" cy="1101312"/>
            <a:chOff x="4598672" y="3868932"/>
            <a:chExt cx="2367828" cy="1101312"/>
          </a:xfrm>
        </p:grpSpPr>
        <p:sp>
          <p:nvSpPr>
            <p:cNvPr id="250" name="TextBox 249">
              <a:extLst>
                <a:ext uri="{FF2B5EF4-FFF2-40B4-BE49-F238E27FC236}">
                  <a16:creationId xmlns:a16="http://schemas.microsoft.com/office/drawing/2014/main" id="{323FA6B0-1BFF-4325-9245-1E40827C304A}"/>
                </a:ext>
              </a:extLst>
            </p:cNvPr>
            <p:cNvSpPr txBox="1"/>
            <p:nvPr/>
          </p:nvSpPr>
          <p:spPr>
            <a:xfrm>
              <a:off x="4598672" y="4631690"/>
              <a:ext cx="2367828" cy="338554"/>
            </a:xfrm>
            <a:prstGeom prst="rect">
              <a:avLst/>
            </a:prstGeom>
            <a:noFill/>
          </p:spPr>
          <p:txBody>
            <a:bodyPr wrap="none" rtlCol="0">
              <a:spAutoFit/>
            </a:bodyPr>
            <a:lstStyle/>
            <a:p>
              <a:r>
                <a:rPr lang="en-US" sz="1600" dirty="0">
                  <a:solidFill>
                    <a:schemeClr val="bg1"/>
                  </a:solidFill>
                </a:rPr>
                <a:t>TM’s using O(1) tile types</a:t>
              </a:r>
            </a:p>
          </p:txBody>
        </p:sp>
        <p:grpSp>
          <p:nvGrpSpPr>
            <p:cNvPr id="251" name="Group 250">
              <a:extLst>
                <a:ext uri="{FF2B5EF4-FFF2-40B4-BE49-F238E27FC236}">
                  <a16:creationId xmlns:a16="http://schemas.microsoft.com/office/drawing/2014/main" id="{3E09328D-E158-4C8F-8F72-E1D7FF0B3D30}"/>
                </a:ext>
              </a:extLst>
            </p:cNvPr>
            <p:cNvGrpSpPr/>
            <p:nvPr/>
          </p:nvGrpSpPr>
          <p:grpSpPr>
            <a:xfrm>
              <a:off x="5714112" y="3868932"/>
              <a:ext cx="436046" cy="393700"/>
              <a:chOff x="947440" y="2425700"/>
              <a:chExt cx="436046" cy="393700"/>
            </a:xfrm>
          </p:grpSpPr>
          <p:cxnSp>
            <p:nvCxnSpPr>
              <p:cNvPr id="253" name="Straight Connector 252">
                <a:extLst>
                  <a:ext uri="{FF2B5EF4-FFF2-40B4-BE49-F238E27FC236}">
                    <a16:creationId xmlns:a16="http://schemas.microsoft.com/office/drawing/2014/main" id="{89C99D00-F7B9-4F70-8644-DCA26E127D55}"/>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54" name="Straight Arrow Connector 253">
                <a:extLst>
                  <a:ext uri="{FF2B5EF4-FFF2-40B4-BE49-F238E27FC236}">
                    <a16:creationId xmlns:a16="http://schemas.microsoft.com/office/drawing/2014/main" id="{974716C3-5B28-4FF7-8008-3C9388CDD32F}"/>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52" name="Straight Connector 251">
              <a:extLst>
                <a:ext uri="{FF2B5EF4-FFF2-40B4-BE49-F238E27FC236}">
                  <a16:creationId xmlns:a16="http://schemas.microsoft.com/office/drawing/2014/main" id="{DFCBB12A-8649-438F-B136-FAD4A14F986D}"/>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85" name="TextBox 84">
            <a:extLst>
              <a:ext uri="{FF2B5EF4-FFF2-40B4-BE49-F238E27FC236}">
                <a16:creationId xmlns:a16="http://schemas.microsoft.com/office/drawing/2014/main" id="{E8F7D0DD-BCD0-4A77-B313-22663A6C98AB}"/>
              </a:ext>
            </a:extLst>
          </p:cNvPr>
          <p:cNvSpPr txBox="1"/>
          <p:nvPr/>
        </p:nvSpPr>
        <p:spPr>
          <a:xfrm>
            <a:off x="6048235" y="3089981"/>
            <a:ext cx="3005951" cy="646331"/>
          </a:xfrm>
          <a:prstGeom prst="rect">
            <a:avLst/>
          </a:prstGeom>
          <a:noFill/>
        </p:spPr>
        <p:txBody>
          <a:bodyPr wrap="none" rtlCol="0">
            <a:spAutoFit/>
          </a:bodyPr>
          <a:lstStyle/>
          <a:p>
            <a:pPr algn="ctr"/>
            <a:r>
              <a:rPr lang="en-US" u="sng" dirty="0">
                <a:solidFill>
                  <a:schemeClr val="bg1"/>
                </a:solidFill>
              </a:rPr>
              <a:t>Seed Block which encodes the</a:t>
            </a:r>
            <a:br>
              <a:rPr lang="en-US" u="sng" dirty="0">
                <a:solidFill>
                  <a:schemeClr val="bg1"/>
                </a:solidFill>
              </a:rPr>
            </a:br>
            <a:r>
              <a:rPr lang="en-US" u="sng" dirty="0">
                <a:solidFill>
                  <a:schemeClr val="bg1"/>
                </a:solidFill>
              </a:rPr>
              <a:t>program to assemble S</a:t>
            </a:r>
          </a:p>
        </p:txBody>
      </p:sp>
      <p:sp>
        <p:nvSpPr>
          <p:cNvPr id="86" name="TextBox 85">
            <a:extLst>
              <a:ext uri="{FF2B5EF4-FFF2-40B4-BE49-F238E27FC236}">
                <a16:creationId xmlns:a16="http://schemas.microsoft.com/office/drawing/2014/main" id="{D472E268-4BAB-4585-A27B-5A93EF79CCD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Process Overview</a:t>
            </a:r>
            <a:endParaRPr lang="en-US" sz="1600" dirty="0">
              <a:solidFill>
                <a:schemeClr val="bg1"/>
              </a:solidFill>
            </a:endParaRPr>
          </a:p>
        </p:txBody>
      </p:sp>
      <p:pic>
        <p:nvPicPr>
          <p:cNvPr id="83" name="Graphic 82">
            <a:extLst>
              <a:ext uri="{FF2B5EF4-FFF2-40B4-BE49-F238E27FC236}">
                <a16:creationId xmlns:a16="http://schemas.microsoft.com/office/drawing/2014/main" id="{EBCE7533-99D1-4F0D-8E16-6D44004614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79372" y="2946621"/>
            <a:ext cx="970088" cy="1165016"/>
          </a:xfrm>
          <a:prstGeom prst="rect">
            <a:avLst/>
          </a:prstGeom>
        </p:spPr>
      </p:pic>
      <p:grpSp>
        <p:nvGrpSpPr>
          <p:cNvPr id="97" name="Group 96">
            <a:extLst>
              <a:ext uri="{FF2B5EF4-FFF2-40B4-BE49-F238E27FC236}">
                <a16:creationId xmlns:a16="http://schemas.microsoft.com/office/drawing/2014/main" id="{24F4EAED-4AC5-4C62-864B-E356E8D6A2CC}"/>
              </a:ext>
            </a:extLst>
          </p:cNvPr>
          <p:cNvGrpSpPr/>
          <p:nvPr/>
        </p:nvGrpSpPr>
        <p:grpSpPr>
          <a:xfrm>
            <a:off x="1744548" y="1790542"/>
            <a:ext cx="992531" cy="873535"/>
            <a:chOff x="5162752" y="3143213"/>
            <a:chExt cx="1670865" cy="1701932"/>
          </a:xfrm>
        </p:grpSpPr>
        <p:grpSp>
          <p:nvGrpSpPr>
            <p:cNvPr id="98" name="Group 97">
              <a:extLst>
                <a:ext uri="{FF2B5EF4-FFF2-40B4-BE49-F238E27FC236}">
                  <a16:creationId xmlns:a16="http://schemas.microsoft.com/office/drawing/2014/main" id="{6F31C77E-61A4-4C78-8080-ED52CBA039E9}"/>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6CEA0A46-CCF9-4352-92A4-787E06368A8F}"/>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244C91F2-4060-464D-8BAA-E3BFCF902BC4}"/>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6D3E8801-A67A-4AC1-9F08-1AB39279D123}"/>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9B04B11F-6FD4-49F0-A2BB-ADA8DD17987A}"/>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4DC6E4CB-58F5-46AE-899B-4FC73254A4FF}"/>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450C0B00-C560-4E4D-9BB6-4EB96BA987AE}"/>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9" name="Group 98">
              <a:extLst>
                <a:ext uri="{FF2B5EF4-FFF2-40B4-BE49-F238E27FC236}">
                  <a16:creationId xmlns:a16="http://schemas.microsoft.com/office/drawing/2014/main" id="{B1771180-6FD0-4169-96B8-E047A7EB6958}"/>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170" name="Rectangle 169">
                <a:extLst>
                  <a:ext uri="{FF2B5EF4-FFF2-40B4-BE49-F238E27FC236}">
                    <a16:creationId xmlns:a16="http://schemas.microsoft.com/office/drawing/2014/main" id="{6DAF4515-82F0-4688-9133-DF23FB90F240}"/>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A9E9E0C2-24AA-4ADF-A165-1A6E108E3981}"/>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1E90318A-9B96-43C5-8F71-C2D822E0A84E}"/>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1439DBFA-0592-4ED2-8240-2D02BF9B1F01}"/>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897C8F16-933E-4B7F-BC33-F0730C4C6C5F}"/>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0" name="Group 99">
              <a:extLst>
                <a:ext uri="{FF2B5EF4-FFF2-40B4-BE49-F238E27FC236}">
                  <a16:creationId xmlns:a16="http://schemas.microsoft.com/office/drawing/2014/main" id="{6136FEAD-52B9-4450-896C-24BF43685DE9}"/>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162" name="Rectangle 161">
                <a:extLst>
                  <a:ext uri="{FF2B5EF4-FFF2-40B4-BE49-F238E27FC236}">
                    <a16:creationId xmlns:a16="http://schemas.microsoft.com/office/drawing/2014/main" id="{4A297662-1B8E-4297-AAEB-5E9B61C87998}"/>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F5B5FC88-2CA1-46FD-A90B-B925684B0217}"/>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FC99A175-250A-41E2-8630-8AE8B3B2EED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42260802-B5B4-4206-A59C-10716FC2122F}"/>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77B1389A-3ACB-4F7C-9285-629D19C1A7A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D34995F9-0A19-4639-A54F-4EA4282CC562}"/>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158" name="Rectangle 157">
                <a:extLst>
                  <a:ext uri="{FF2B5EF4-FFF2-40B4-BE49-F238E27FC236}">
                    <a16:creationId xmlns:a16="http://schemas.microsoft.com/office/drawing/2014/main" id="{E69D1AB5-C03D-4E37-AD94-1606BEB04BE8}"/>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9" name="Rectangle 158">
                <a:extLst>
                  <a:ext uri="{FF2B5EF4-FFF2-40B4-BE49-F238E27FC236}">
                    <a16:creationId xmlns:a16="http://schemas.microsoft.com/office/drawing/2014/main" id="{E24BDBD5-8EC9-4679-A776-A26F2C541506}"/>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59">
                <a:extLst>
                  <a:ext uri="{FF2B5EF4-FFF2-40B4-BE49-F238E27FC236}">
                    <a16:creationId xmlns:a16="http://schemas.microsoft.com/office/drawing/2014/main" id="{83DCA899-22D2-4CC7-816F-83036C2E9C21}"/>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45AC1AB4-CCCE-4A51-AE8F-E42BD40B3F81}"/>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2" name="Group 101">
              <a:extLst>
                <a:ext uri="{FF2B5EF4-FFF2-40B4-BE49-F238E27FC236}">
                  <a16:creationId xmlns:a16="http://schemas.microsoft.com/office/drawing/2014/main" id="{CBC94545-03F9-469C-B8BB-7DF43B916C01}"/>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108" name="Rectangle 107">
                <a:extLst>
                  <a:ext uri="{FF2B5EF4-FFF2-40B4-BE49-F238E27FC236}">
                    <a16:creationId xmlns:a16="http://schemas.microsoft.com/office/drawing/2014/main" id="{9A19F5BF-219B-4999-BED7-EDBFF0138DBC}"/>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5BFF818A-58F6-4169-AF37-45E6C274219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49FA46B1-9C07-4B38-961A-3A03F8E70E4D}"/>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Rectangle 110">
                <a:extLst>
                  <a:ext uri="{FF2B5EF4-FFF2-40B4-BE49-F238E27FC236}">
                    <a16:creationId xmlns:a16="http://schemas.microsoft.com/office/drawing/2014/main" id="{49F4116E-CE47-433E-A3A3-F5A9C045F8C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 name="Rectangle 111">
                <a:extLst>
                  <a:ext uri="{FF2B5EF4-FFF2-40B4-BE49-F238E27FC236}">
                    <a16:creationId xmlns:a16="http://schemas.microsoft.com/office/drawing/2014/main" id="{C8119467-99AF-4DF5-9D01-B431840A1C05}"/>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508B4EA2-53B7-4C30-BBE2-50D37D4FB505}"/>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3" name="Group 102">
              <a:extLst>
                <a:ext uri="{FF2B5EF4-FFF2-40B4-BE49-F238E27FC236}">
                  <a16:creationId xmlns:a16="http://schemas.microsoft.com/office/drawing/2014/main" id="{89AFBA5A-8506-4FB1-80DB-886686D9B623}"/>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104" name="Rectangle 103">
                <a:extLst>
                  <a:ext uri="{FF2B5EF4-FFF2-40B4-BE49-F238E27FC236}">
                    <a16:creationId xmlns:a16="http://schemas.microsoft.com/office/drawing/2014/main" id="{8DC0917B-037A-4ACD-800D-6688EB0938D4}"/>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6E1783A7-73E5-4495-ADD9-CFA090D5D24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EE3B8595-70EA-45A0-9E7A-6CB2A99F5AA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2A0FB818-973F-4584-8437-99891FE5B9AB}"/>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96" name="Group 195">
            <a:extLst>
              <a:ext uri="{FF2B5EF4-FFF2-40B4-BE49-F238E27FC236}">
                <a16:creationId xmlns:a16="http://schemas.microsoft.com/office/drawing/2014/main" id="{81F7E277-CF4C-44AA-A127-8B2698F64E0F}"/>
              </a:ext>
            </a:extLst>
          </p:cNvPr>
          <p:cNvGrpSpPr/>
          <p:nvPr/>
        </p:nvGrpSpPr>
        <p:grpSpPr>
          <a:xfrm>
            <a:off x="1313187" y="1921392"/>
            <a:ext cx="169763" cy="709259"/>
            <a:chOff x="2783837" y="4446481"/>
            <a:chExt cx="255929" cy="934122"/>
          </a:xfrm>
        </p:grpSpPr>
        <p:sp>
          <p:nvSpPr>
            <p:cNvPr id="197" name="Rectangle 196">
              <a:extLst>
                <a:ext uri="{FF2B5EF4-FFF2-40B4-BE49-F238E27FC236}">
                  <a16:creationId xmlns:a16="http://schemas.microsoft.com/office/drawing/2014/main" id="{3A4DF882-5FBF-4F4C-9747-4CECC250883E}"/>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76C628A5-0737-4578-8C21-A5AEDC6910CC}"/>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Rounded Corners 201">
              <a:extLst>
                <a:ext uri="{FF2B5EF4-FFF2-40B4-BE49-F238E27FC236}">
                  <a16:creationId xmlns:a16="http://schemas.microsoft.com/office/drawing/2014/main" id="{FAF1FE33-C5A3-40B0-BF35-9FD8072BF463}"/>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A0531290-A82E-41BA-B9EA-C4EE0A47A7E4}"/>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BF4B9828-B400-4FBC-BB83-4AF816813692}"/>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 name="Rectangle 204">
              <a:extLst>
                <a:ext uri="{FF2B5EF4-FFF2-40B4-BE49-F238E27FC236}">
                  <a16:creationId xmlns:a16="http://schemas.microsoft.com/office/drawing/2014/main" id="{3247DD01-BC49-4F69-BB52-729F7CC78F29}"/>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975FF6C9-58E6-4DED-9CB4-88894F1DE3EF}"/>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9" name="TextBox 208">
            <a:extLst>
              <a:ext uri="{FF2B5EF4-FFF2-40B4-BE49-F238E27FC236}">
                <a16:creationId xmlns:a16="http://schemas.microsoft.com/office/drawing/2014/main" id="{EB1990FF-95F9-4075-896F-1A2ED27BFBF5}"/>
              </a:ext>
            </a:extLst>
          </p:cNvPr>
          <p:cNvSpPr txBox="1"/>
          <p:nvPr/>
        </p:nvSpPr>
        <p:spPr>
          <a:xfrm>
            <a:off x="1410021" y="1830214"/>
            <a:ext cx="160416" cy="338554"/>
          </a:xfrm>
          <a:prstGeom prst="rect">
            <a:avLst/>
          </a:prstGeom>
          <a:noFill/>
        </p:spPr>
        <p:txBody>
          <a:bodyPr wrap="square" rtlCol="0">
            <a:spAutoFit/>
          </a:bodyPr>
          <a:lstStyle/>
          <a:p>
            <a:r>
              <a:rPr lang="el-GR" sz="1600" dirty="0">
                <a:solidFill>
                  <a:schemeClr val="bg1"/>
                </a:solidFill>
              </a:rPr>
              <a:t>τ</a:t>
            </a:r>
            <a:endParaRPr lang="en-US" sz="1600" dirty="0">
              <a:solidFill>
                <a:schemeClr val="bg1"/>
              </a:solidFill>
            </a:endParaRPr>
          </a:p>
        </p:txBody>
      </p:sp>
      <p:sp>
        <p:nvSpPr>
          <p:cNvPr id="210" name="Arrow: Right 209">
            <a:extLst>
              <a:ext uri="{FF2B5EF4-FFF2-40B4-BE49-F238E27FC236}">
                <a16:creationId xmlns:a16="http://schemas.microsoft.com/office/drawing/2014/main" id="{7C1D5DF5-EBA0-4EFB-B30E-7E2CA17557B1}"/>
              </a:ext>
            </a:extLst>
          </p:cNvPr>
          <p:cNvSpPr/>
          <p:nvPr/>
        </p:nvSpPr>
        <p:spPr>
          <a:xfrm>
            <a:off x="994668" y="2227310"/>
            <a:ext cx="243089" cy="223731"/>
          </a:xfrm>
          <a:prstGeom prst="rightArrow">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TextBox 211">
            <a:extLst>
              <a:ext uri="{FF2B5EF4-FFF2-40B4-BE49-F238E27FC236}">
                <a16:creationId xmlns:a16="http://schemas.microsoft.com/office/drawing/2014/main" id="{0E99B342-8D40-4434-AC0D-D4B39632F959}"/>
              </a:ext>
            </a:extLst>
          </p:cNvPr>
          <p:cNvSpPr txBox="1"/>
          <p:nvPr/>
        </p:nvSpPr>
        <p:spPr>
          <a:xfrm>
            <a:off x="708627" y="2638986"/>
            <a:ext cx="1440931" cy="338554"/>
          </a:xfrm>
          <a:prstGeom prst="rect">
            <a:avLst/>
          </a:prstGeom>
          <a:noFill/>
        </p:spPr>
        <p:txBody>
          <a:bodyPr wrap="square" rtlCol="0">
            <a:spAutoFit/>
          </a:bodyPr>
          <a:lstStyle/>
          <a:p>
            <a:r>
              <a:rPr lang="en-US" sz="1600" dirty="0">
                <a:solidFill>
                  <a:schemeClr val="bg1"/>
                </a:solidFill>
              </a:rPr>
              <a:t>O(1) tile types</a:t>
            </a:r>
          </a:p>
        </p:txBody>
      </p:sp>
      <p:grpSp>
        <p:nvGrpSpPr>
          <p:cNvPr id="120" name="Group 119">
            <a:extLst>
              <a:ext uri="{FF2B5EF4-FFF2-40B4-BE49-F238E27FC236}">
                <a16:creationId xmlns:a16="http://schemas.microsoft.com/office/drawing/2014/main" id="{4218A32E-AD07-4840-A02C-AB75FC3A6479}"/>
              </a:ext>
            </a:extLst>
          </p:cNvPr>
          <p:cNvGrpSpPr/>
          <p:nvPr/>
        </p:nvGrpSpPr>
        <p:grpSpPr>
          <a:xfrm>
            <a:off x="3961411" y="4260475"/>
            <a:ext cx="2292615" cy="1074314"/>
            <a:chOff x="4445160" y="3868932"/>
            <a:chExt cx="2292615" cy="1074314"/>
          </a:xfrm>
        </p:grpSpPr>
        <p:sp>
          <p:nvSpPr>
            <p:cNvPr id="121" name="TextBox 120">
              <a:extLst>
                <a:ext uri="{FF2B5EF4-FFF2-40B4-BE49-F238E27FC236}">
                  <a16:creationId xmlns:a16="http://schemas.microsoft.com/office/drawing/2014/main" id="{B1ADA6BB-8F06-4E53-9450-A30598D7ACF3}"/>
                </a:ext>
              </a:extLst>
            </p:cNvPr>
            <p:cNvSpPr txBox="1"/>
            <p:nvPr/>
          </p:nvSpPr>
          <p:spPr>
            <a:xfrm>
              <a:off x="4445160" y="4604692"/>
              <a:ext cx="2292615" cy="338554"/>
            </a:xfrm>
            <a:prstGeom prst="rect">
              <a:avLst/>
            </a:prstGeom>
            <a:noFill/>
          </p:spPr>
          <p:txBody>
            <a:bodyPr wrap="none" rtlCol="0">
              <a:spAutoFit/>
            </a:bodyPr>
            <a:lstStyle/>
            <a:p>
              <a:r>
                <a:rPr lang="en-US" sz="1600" dirty="0">
                  <a:solidFill>
                    <a:schemeClr val="bg1"/>
                  </a:solidFill>
                </a:rPr>
                <a:t>Self-Assembly Continues</a:t>
              </a:r>
            </a:p>
          </p:txBody>
        </p:sp>
        <p:grpSp>
          <p:nvGrpSpPr>
            <p:cNvPr id="122" name="Group 121">
              <a:extLst>
                <a:ext uri="{FF2B5EF4-FFF2-40B4-BE49-F238E27FC236}">
                  <a16:creationId xmlns:a16="http://schemas.microsoft.com/office/drawing/2014/main" id="{1816AE4A-05FD-4B8E-9E06-022F82CCD4B4}"/>
                </a:ext>
              </a:extLst>
            </p:cNvPr>
            <p:cNvGrpSpPr/>
            <p:nvPr/>
          </p:nvGrpSpPr>
          <p:grpSpPr>
            <a:xfrm>
              <a:off x="5714112" y="3868932"/>
              <a:ext cx="436046" cy="393700"/>
              <a:chOff x="947440" y="2425700"/>
              <a:chExt cx="436046" cy="393700"/>
            </a:xfrm>
          </p:grpSpPr>
          <p:cxnSp>
            <p:nvCxnSpPr>
              <p:cNvPr id="124" name="Straight Connector 123">
                <a:extLst>
                  <a:ext uri="{FF2B5EF4-FFF2-40B4-BE49-F238E27FC236}">
                    <a16:creationId xmlns:a16="http://schemas.microsoft.com/office/drawing/2014/main" id="{6E3192EF-DAE1-48F3-9F58-F385FDBAC040}"/>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25" name="Straight Arrow Connector 124">
                <a:extLst>
                  <a:ext uri="{FF2B5EF4-FFF2-40B4-BE49-F238E27FC236}">
                    <a16:creationId xmlns:a16="http://schemas.microsoft.com/office/drawing/2014/main" id="{26B60802-381D-474B-8A1E-CCEF550340B5}"/>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23" name="Straight Connector 122">
              <a:extLst>
                <a:ext uri="{FF2B5EF4-FFF2-40B4-BE49-F238E27FC236}">
                  <a16:creationId xmlns:a16="http://schemas.microsoft.com/office/drawing/2014/main" id="{AB1027B4-8AE1-4D8F-887A-06F00C6365FF}"/>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133" name="TextBox 132">
            <a:extLst>
              <a:ext uri="{FF2B5EF4-FFF2-40B4-BE49-F238E27FC236}">
                <a16:creationId xmlns:a16="http://schemas.microsoft.com/office/drawing/2014/main" id="{D93F4305-23C7-4A6A-B100-BCC472FF908A}"/>
              </a:ext>
            </a:extLst>
          </p:cNvPr>
          <p:cNvSpPr txBox="1"/>
          <p:nvPr/>
        </p:nvSpPr>
        <p:spPr>
          <a:xfrm>
            <a:off x="8899783" y="1467535"/>
            <a:ext cx="2877134" cy="369332"/>
          </a:xfrm>
          <a:prstGeom prst="rect">
            <a:avLst/>
          </a:prstGeom>
          <a:noFill/>
        </p:spPr>
        <p:txBody>
          <a:bodyPr wrap="none" rtlCol="0">
            <a:spAutoFit/>
          </a:bodyPr>
          <a:lstStyle/>
          <a:p>
            <a:r>
              <a:rPr lang="en-US" u="sng" dirty="0">
                <a:solidFill>
                  <a:sysClr val="windowText" lastClr="000000"/>
                </a:solidFill>
              </a:rPr>
              <a:t>(</a:t>
            </a:r>
            <a:r>
              <a:rPr lang="en-US" u="sng" dirty="0" err="1">
                <a:solidFill>
                  <a:schemeClr val="bg1"/>
                </a:solidFill>
              </a:rPr>
              <a:t>Soloveichik</a:t>
            </a:r>
            <a:r>
              <a:rPr lang="en-US" u="sng" dirty="0">
                <a:solidFill>
                  <a:schemeClr val="bg1"/>
                </a:solidFill>
              </a:rPr>
              <a:t>, Winfree, 2007</a:t>
            </a:r>
            <a:r>
              <a:rPr lang="en-US" u="sng" dirty="0">
                <a:solidFill>
                  <a:sysClr val="windowText" lastClr="000000"/>
                </a:solidFill>
              </a:rPr>
              <a:t>)</a:t>
            </a:r>
            <a:endParaRPr lang="en-US" u="sng" dirty="0">
              <a:solidFill>
                <a:schemeClr val="bg1"/>
              </a:solidFill>
            </a:endParaRPr>
          </a:p>
        </p:txBody>
      </p:sp>
      <p:cxnSp>
        <p:nvCxnSpPr>
          <p:cNvPr id="6" name="Straight Connector 5">
            <a:extLst>
              <a:ext uri="{FF2B5EF4-FFF2-40B4-BE49-F238E27FC236}">
                <a16:creationId xmlns:a16="http://schemas.microsoft.com/office/drawing/2014/main" id="{0041DAA2-B98D-4FC8-B3C4-50ECFBBE59F2}"/>
              </a:ext>
            </a:extLst>
          </p:cNvPr>
          <p:cNvCxnSpPr>
            <a:cxnSpLocks/>
          </p:cNvCxnSpPr>
          <p:nvPr/>
        </p:nvCxnSpPr>
        <p:spPr>
          <a:xfrm>
            <a:off x="10338350" y="1999491"/>
            <a:ext cx="1295808" cy="2373469"/>
          </a:xfrm>
          <a:prstGeom prst="line">
            <a:avLst/>
          </a:prstGeom>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FCC13A15-BE52-4A38-AA75-2B739D564C8D}"/>
              </a:ext>
            </a:extLst>
          </p:cNvPr>
          <p:cNvCxnSpPr>
            <a:cxnSpLocks/>
          </p:cNvCxnSpPr>
          <p:nvPr/>
        </p:nvCxnSpPr>
        <p:spPr>
          <a:xfrm flipV="1">
            <a:off x="7699883" y="1998247"/>
            <a:ext cx="2638467" cy="810016"/>
          </a:xfrm>
          <a:prstGeom prst="line">
            <a:avLst/>
          </a:prstGeom>
        </p:spPr>
        <p:style>
          <a:lnRef idx="1">
            <a:schemeClr val="dk1"/>
          </a:lnRef>
          <a:fillRef idx="0">
            <a:schemeClr val="dk1"/>
          </a:fillRef>
          <a:effectRef idx="0">
            <a:schemeClr val="dk1"/>
          </a:effectRef>
          <a:fontRef idx="minor">
            <a:schemeClr val="tx1"/>
          </a:fontRef>
        </p:style>
      </p:cxnSp>
      <p:grpSp>
        <p:nvGrpSpPr>
          <p:cNvPr id="163" name="Group 162">
            <a:extLst>
              <a:ext uri="{FF2B5EF4-FFF2-40B4-BE49-F238E27FC236}">
                <a16:creationId xmlns:a16="http://schemas.microsoft.com/office/drawing/2014/main" id="{1AC38255-B90E-4017-A904-A27EB631941B}"/>
              </a:ext>
            </a:extLst>
          </p:cNvPr>
          <p:cNvGrpSpPr/>
          <p:nvPr/>
        </p:nvGrpSpPr>
        <p:grpSpPr>
          <a:xfrm>
            <a:off x="140367" y="2035798"/>
            <a:ext cx="848813" cy="462674"/>
            <a:chOff x="5092693" y="3577993"/>
            <a:chExt cx="3587757" cy="2083603"/>
          </a:xfrm>
          <a:solidFill>
            <a:schemeClr val="tx1">
              <a:lumMod val="50000"/>
            </a:schemeClr>
          </a:solidFill>
        </p:grpSpPr>
        <p:sp>
          <p:nvSpPr>
            <p:cNvPr id="186" name="Rectangle 185">
              <a:extLst>
                <a:ext uri="{FF2B5EF4-FFF2-40B4-BE49-F238E27FC236}">
                  <a16:creationId xmlns:a16="http://schemas.microsoft.com/office/drawing/2014/main" id="{D067E4BF-4168-473B-BA16-51C642E17184}"/>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8FE703C-7430-4D69-9F6A-416F37D0CD2C}"/>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49F7D99A-FFCB-4B49-B259-9C5103CF2122}"/>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DA874F11-F924-44BC-8CA3-6D55AA10A787}"/>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A0B5068D-9DD2-4E6F-88C3-B0F0917FE283}"/>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50AB068B-8FDD-4BAF-BD57-7C740933B6F9}"/>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288AAA02-084D-4640-8DB9-B541A054D23E}"/>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85A75E8C-F5C8-4CC4-92BB-282079F847B1}"/>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FD1465DE-A448-4B28-BA78-ACFA4E54A98D}"/>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782606F4-178F-4D23-99E1-ACA836A096BC}"/>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8" name="Rectangle 217">
            <a:extLst>
              <a:ext uri="{FF2B5EF4-FFF2-40B4-BE49-F238E27FC236}">
                <a16:creationId xmlns:a16="http://schemas.microsoft.com/office/drawing/2014/main" id="{953DF9D6-8CF9-49AC-A7BA-A601E99DAD44}"/>
              </a:ext>
            </a:extLst>
          </p:cNvPr>
          <p:cNvSpPr/>
          <p:nvPr/>
        </p:nvSpPr>
        <p:spPr>
          <a:xfrm>
            <a:off x="-12531" y="1091082"/>
            <a:ext cx="6136257" cy="4356805"/>
          </a:xfrm>
          <a:prstGeom prst="rect">
            <a:avLst/>
          </a:prstGeom>
          <a:solidFill>
            <a:schemeClr val="tx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9" name="Group 218">
            <a:extLst>
              <a:ext uri="{FF2B5EF4-FFF2-40B4-BE49-F238E27FC236}">
                <a16:creationId xmlns:a16="http://schemas.microsoft.com/office/drawing/2014/main" id="{A32A33FC-1FBB-4C7C-83F5-F64E41DF518E}"/>
              </a:ext>
            </a:extLst>
          </p:cNvPr>
          <p:cNvGrpSpPr/>
          <p:nvPr/>
        </p:nvGrpSpPr>
        <p:grpSpPr>
          <a:xfrm>
            <a:off x="9144936" y="4747514"/>
            <a:ext cx="2631981" cy="1375957"/>
            <a:chOff x="9144936" y="4747514"/>
            <a:chExt cx="2631981" cy="1375957"/>
          </a:xfrm>
        </p:grpSpPr>
        <p:grpSp>
          <p:nvGrpSpPr>
            <p:cNvPr id="220" name="Group 219">
              <a:extLst>
                <a:ext uri="{FF2B5EF4-FFF2-40B4-BE49-F238E27FC236}">
                  <a16:creationId xmlns:a16="http://schemas.microsoft.com/office/drawing/2014/main" id="{078359BD-6F1E-42C7-BDC1-AABE73DEAB33}"/>
                </a:ext>
              </a:extLst>
            </p:cNvPr>
            <p:cNvGrpSpPr/>
            <p:nvPr/>
          </p:nvGrpSpPr>
          <p:grpSpPr>
            <a:xfrm>
              <a:off x="9144936" y="4747514"/>
              <a:ext cx="2631981" cy="1375957"/>
              <a:chOff x="8043901" y="3744165"/>
              <a:chExt cx="3456965" cy="2084033"/>
            </a:xfrm>
          </p:grpSpPr>
          <p:sp>
            <p:nvSpPr>
              <p:cNvPr id="228" name="Rectangle 227">
                <a:extLst>
                  <a:ext uri="{FF2B5EF4-FFF2-40B4-BE49-F238E27FC236}">
                    <a16:creationId xmlns:a16="http://schemas.microsoft.com/office/drawing/2014/main" id="{3B3BBD9F-702D-42D6-ABB4-AA8AC6CEEF4E}"/>
                  </a:ext>
                </a:extLst>
              </p:cNvPr>
              <p:cNvSpPr/>
              <p:nvPr/>
            </p:nvSpPr>
            <p:spPr>
              <a:xfrm>
                <a:off x="9426688"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89B3FF9D-3670-4B5F-AFB7-0CEA6355E58F}"/>
                  </a:ext>
                </a:extLst>
              </p:cNvPr>
              <p:cNvSpPr/>
              <p:nvPr/>
            </p:nvSpPr>
            <p:spPr>
              <a:xfrm>
                <a:off x="10118080"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686CB662-06A3-4BE0-9515-1A45489466D0}"/>
                  </a:ext>
                </a:extLst>
              </p:cNvPr>
              <p:cNvSpPr/>
              <p:nvPr/>
            </p:nvSpPr>
            <p:spPr>
              <a:xfrm>
                <a:off x="8735295" y="443803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Rectangle 230">
                <a:extLst>
                  <a:ext uri="{FF2B5EF4-FFF2-40B4-BE49-F238E27FC236}">
                    <a16:creationId xmlns:a16="http://schemas.microsoft.com/office/drawing/2014/main" id="{CA08AC8D-21CD-483C-AFF0-86D38BAF04CF}"/>
                  </a:ext>
                </a:extLst>
              </p:cNvPr>
              <p:cNvSpPr/>
              <p:nvPr/>
            </p:nvSpPr>
            <p:spPr>
              <a:xfrm>
                <a:off x="8735295" y="5131369"/>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7BEF0045-5FBB-46DB-B1A4-04BAC9E2AD78}"/>
                  </a:ext>
                </a:extLst>
              </p:cNvPr>
              <p:cNvSpPr/>
              <p:nvPr/>
            </p:nvSpPr>
            <p:spPr>
              <a:xfrm>
                <a:off x="10118080" y="444099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799731B5-14A4-4BAA-ACF3-22A0DCE9F6E9}"/>
                  </a:ext>
                </a:extLst>
              </p:cNvPr>
              <p:cNvSpPr/>
              <p:nvPr/>
            </p:nvSpPr>
            <p:spPr>
              <a:xfrm>
                <a:off x="9426688" y="5131369"/>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565C8924-53ED-44C2-92A4-E05E847FBB48}"/>
                  </a:ext>
                </a:extLst>
              </p:cNvPr>
              <p:cNvSpPr/>
              <p:nvPr/>
            </p:nvSpPr>
            <p:spPr>
              <a:xfrm>
                <a:off x="10118080" y="512948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804977B0-DE83-4C9A-B708-8A19BA13F7B5}"/>
                  </a:ext>
                </a:extLst>
              </p:cNvPr>
              <p:cNvSpPr/>
              <p:nvPr/>
            </p:nvSpPr>
            <p:spPr>
              <a:xfrm>
                <a:off x="8043901" y="512948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69590B7F-F899-4A7D-9039-231C8D47B321}"/>
                  </a:ext>
                </a:extLst>
              </p:cNvPr>
              <p:cNvSpPr/>
              <p:nvPr/>
            </p:nvSpPr>
            <p:spPr>
              <a:xfrm>
                <a:off x="10809472"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1D972D6A-3317-4647-8ED6-BCBE536CAEF3}"/>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1" name="Group 220">
              <a:extLst>
                <a:ext uri="{FF2B5EF4-FFF2-40B4-BE49-F238E27FC236}">
                  <a16:creationId xmlns:a16="http://schemas.microsoft.com/office/drawing/2014/main" id="{F9ACD2A7-42FC-47D4-8D21-69EF4E122EA7}"/>
                </a:ext>
              </a:extLst>
            </p:cNvPr>
            <p:cNvGrpSpPr/>
            <p:nvPr/>
          </p:nvGrpSpPr>
          <p:grpSpPr>
            <a:xfrm>
              <a:off x="9671333" y="4748136"/>
              <a:ext cx="526395" cy="456876"/>
              <a:chOff x="3625849" y="1377950"/>
              <a:chExt cx="5029202" cy="5029200"/>
            </a:xfrm>
          </p:grpSpPr>
          <p:sp>
            <p:nvSpPr>
              <p:cNvPr id="222" name="Rectangle 221">
                <a:extLst>
                  <a:ext uri="{FF2B5EF4-FFF2-40B4-BE49-F238E27FC236}">
                    <a16:creationId xmlns:a16="http://schemas.microsoft.com/office/drawing/2014/main" id="{4E50590D-1CAD-4ABF-B798-E501DCB48A8D}"/>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3" name="Graphic 222">
                <a:extLst>
                  <a:ext uri="{FF2B5EF4-FFF2-40B4-BE49-F238E27FC236}">
                    <a16:creationId xmlns:a16="http://schemas.microsoft.com/office/drawing/2014/main" id="{EF0E04C6-A71F-470F-89B8-3898F40310BE}"/>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224" name="Straight Connector 223">
                <a:extLst>
                  <a:ext uri="{FF2B5EF4-FFF2-40B4-BE49-F238E27FC236}">
                    <a16:creationId xmlns:a16="http://schemas.microsoft.com/office/drawing/2014/main" id="{9019955F-4322-46F3-AAB5-76B22225512A}"/>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225" name="Straight Connector 224">
                <a:extLst>
                  <a:ext uri="{FF2B5EF4-FFF2-40B4-BE49-F238E27FC236}">
                    <a16:creationId xmlns:a16="http://schemas.microsoft.com/office/drawing/2014/main" id="{B99063C9-BD70-43E7-A77E-B4293C8AC4ED}"/>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226" name="Straight Connector 225">
                <a:extLst>
                  <a:ext uri="{FF2B5EF4-FFF2-40B4-BE49-F238E27FC236}">
                    <a16:creationId xmlns:a16="http://schemas.microsoft.com/office/drawing/2014/main" id="{017C0210-43A6-43D0-9033-CBBF62742849}"/>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227" name="Straight Connector 226">
                <a:extLst>
                  <a:ext uri="{FF2B5EF4-FFF2-40B4-BE49-F238E27FC236}">
                    <a16:creationId xmlns:a16="http://schemas.microsoft.com/office/drawing/2014/main" id="{DA0F5B68-C7A7-44EE-B275-F053F601A173}"/>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grpSp>
        <p:nvGrpSpPr>
          <p:cNvPr id="263" name="Group 262">
            <a:extLst>
              <a:ext uri="{FF2B5EF4-FFF2-40B4-BE49-F238E27FC236}">
                <a16:creationId xmlns:a16="http://schemas.microsoft.com/office/drawing/2014/main" id="{BF08A661-7CB1-4D00-84ED-B576E05750DE}"/>
              </a:ext>
            </a:extLst>
          </p:cNvPr>
          <p:cNvGrpSpPr/>
          <p:nvPr/>
        </p:nvGrpSpPr>
        <p:grpSpPr>
          <a:xfrm>
            <a:off x="6711801" y="3833137"/>
            <a:ext cx="1635456" cy="1501652"/>
            <a:chOff x="3625849" y="1377950"/>
            <a:chExt cx="5029202" cy="5029200"/>
          </a:xfrm>
        </p:grpSpPr>
        <p:sp>
          <p:nvSpPr>
            <p:cNvPr id="264" name="Rectangle 263">
              <a:extLst>
                <a:ext uri="{FF2B5EF4-FFF2-40B4-BE49-F238E27FC236}">
                  <a16:creationId xmlns:a16="http://schemas.microsoft.com/office/drawing/2014/main" id="{6130C0E2-45FF-4690-8E0E-9E1DBE8CD46D}"/>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5" name="Graphic 264">
              <a:extLst>
                <a:ext uri="{FF2B5EF4-FFF2-40B4-BE49-F238E27FC236}">
                  <a16:creationId xmlns:a16="http://schemas.microsoft.com/office/drawing/2014/main" id="{966ADBA6-0B18-4E64-9BDB-5B0E330A4930}"/>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266" name="Straight Connector 265">
              <a:extLst>
                <a:ext uri="{FF2B5EF4-FFF2-40B4-BE49-F238E27FC236}">
                  <a16:creationId xmlns:a16="http://schemas.microsoft.com/office/drawing/2014/main" id="{B26633C5-B5EB-489A-B38C-FFDDA3D7B4B7}"/>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267" name="Straight Connector 266">
              <a:extLst>
                <a:ext uri="{FF2B5EF4-FFF2-40B4-BE49-F238E27FC236}">
                  <a16:creationId xmlns:a16="http://schemas.microsoft.com/office/drawing/2014/main" id="{FA60D633-50E0-41DC-B3B1-5DF848219FB4}"/>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268" name="Straight Connector 267">
              <a:extLst>
                <a:ext uri="{FF2B5EF4-FFF2-40B4-BE49-F238E27FC236}">
                  <a16:creationId xmlns:a16="http://schemas.microsoft.com/office/drawing/2014/main" id="{DD435BF9-390F-46CE-88E4-F8D9B61A3D21}"/>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269" name="Straight Connector 268">
              <a:extLst>
                <a:ext uri="{FF2B5EF4-FFF2-40B4-BE49-F238E27FC236}">
                  <a16:creationId xmlns:a16="http://schemas.microsoft.com/office/drawing/2014/main" id="{E2747812-8E54-4F02-9079-B651AD62AA2F}"/>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19889598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Box 163">
            <a:extLst>
              <a:ext uri="{FF2B5EF4-FFF2-40B4-BE49-F238E27FC236}">
                <a16:creationId xmlns:a16="http://schemas.microsoft.com/office/drawing/2014/main" id="{EA43C72D-B94D-4B68-B282-E4AB47C3EAF8}"/>
              </a:ext>
            </a:extLst>
          </p:cNvPr>
          <p:cNvSpPr txBox="1"/>
          <p:nvPr/>
        </p:nvSpPr>
        <p:spPr>
          <a:xfrm>
            <a:off x="217714" y="1272424"/>
            <a:ext cx="3102560" cy="646331"/>
          </a:xfrm>
          <a:prstGeom prst="rect">
            <a:avLst/>
          </a:prstGeom>
          <a:noFill/>
        </p:spPr>
        <p:txBody>
          <a:bodyPr wrap="square" rtlCol="0">
            <a:spAutoFit/>
          </a:bodyPr>
          <a:lstStyle/>
          <a:p>
            <a:r>
              <a:rPr lang="en-US" dirty="0">
                <a:solidFill>
                  <a:schemeClr val="bg1"/>
                </a:solidFill>
              </a:rPr>
              <a:t>Encode S in </a:t>
            </a:r>
            <a:r>
              <a:rPr lang="el-GR" dirty="0">
                <a:solidFill>
                  <a:schemeClr val="bg1"/>
                </a:solidFill>
              </a:rPr>
              <a:t>τ</a:t>
            </a:r>
            <a:r>
              <a:rPr lang="en-US" dirty="0">
                <a:solidFill>
                  <a:schemeClr val="bg1"/>
                </a:solidFill>
              </a:rPr>
              <a:t> and glue function</a:t>
            </a:r>
          </a:p>
          <a:p>
            <a:endParaRPr lang="en-US" dirty="0">
              <a:solidFill>
                <a:schemeClr val="bg1"/>
              </a:solidFill>
            </a:endParaRPr>
          </a:p>
        </p:txBody>
      </p:sp>
      <p:sp>
        <p:nvSpPr>
          <p:cNvPr id="165" name="TextBox 164">
            <a:extLst>
              <a:ext uri="{FF2B5EF4-FFF2-40B4-BE49-F238E27FC236}">
                <a16:creationId xmlns:a16="http://schemas.microsoft.com/office/drawing/2014/main" id="{2F8C397B-5E63-46A7-BF50-0E3D70B6CDFD}"/>
              </a:ext>
            </a:extLst>
          </p:cNvPr>
          <p:cNvSpPr txBox="1"/>
          <p:nvPr/>
        </p:nvSpPr>
        <p:spPr>
          <a:xfrm>
            <a:off x="2944749" y="2334067"/>
            <a:ext cx="2435282" cy="369332"/>
          </a:xfrm>
          <a:prstGeom prst="rect">
            <a:avLst/>
          </a:prstGeom>
          <a:noFill/>
        </p:spPr>
        <p:txBody>
          <a:bodyPr wrap="none" rtlCol="0">
            <a:spAutoFit/>
          </a:bodyPr>
          <a:lstStyle/>
          <a:p>
            <a:r>
              <a:rPr lang="en-US" u="sng" dirty="0">
                <a:solidFill>
                  <a:schemeClr val="bg1"/>
                </a:solidFill>
              </a:rPr>
              <a:t>Precise-width Rectangle</a:t>
            </a:r>
          </a:p>
        </p:txBody>
      </p:sp>
      <p:sp>
        <p:nvSpPr>
          <p:cNvPr id="181" name="TextBox 180">
            <a:extLst>
              <a:ext uri="{FF2B5EF4-FFF2-40B4-BE49-F238E27FC236}">
                <a16:creationId xmlns:a16="http://schemas.microsoft.com/office/drawing/2014/main" id="{1C8C29DE-1286-4EE6-A89B-F5FCF4AD12D9}"/>
              </a:ext>
            </a:extLst>
          </p:cNvPr>
          <p:cNvSpPr txBox="1"/>
          <p:nvPr/>
        </p:nvSpPr>
        <p:spPr>
          <a:xfrm>
            <a:off x="9868163" y="4188294"/>
            <a:ext cx="1422184" cy="369332"/>
          </a:xfrm>
          <a:prstGeom prst="rect">
            <a:avLst/>
          </a:prstGeom>
          <a:noFill/>
        </p:spPr>
        <p:txBody>
          <a:bodyPr wrap="none" rtlCol="0">
            <a:spAutoFit/>
          </a:bodyPr>
          <a:lstStyle/>
          <a:p>
            <a:r>
              <a:rPr lang="en-US" u="sng" dirty="0">
                <a:solidFill>
                  <a:schemeClr val="bg1"/>
                </a:solidFill>
              </a:rPr>
              <a:t>Scaled Shape</a:t>
            </a:r>
          </a:p>
        </p:txBody>
      </p:sp>
      <p:cxnSp>
        <p:nvCxnSpPr>
          <p:cNvPr id="193" name="Straight Connector 192">
            <a:extLst>
              <a:ext uri="{FF2B5EF4-FFF2-40B4-BE49-F238E27FC236}">
                <a16:creationId xmlns:a16="http://schemas.microsoft.com/office/drawing/2014/main" id="{F23FF927-B29C-4426-8D5F-29C37E4F5A5B}"/>
              </a:ext>
            </a:extLst>
          </p:cNvPr>
          <p:cNvCxnSpPr>
            <a:cxnSpLocks/>
          </p:cNvCxnSpPr>
          <p:nvPr/>
        </p:nvCxnSpPr>
        <p:spPr>
          <a:xfrm>
            <a:off x="272176" y="1663374"/>
            <a:ext cx="2937749" cy="15367"/>
          </a:xfrm>
          <a:prstGeom prst="line">
            <a:avLst/>
          </a:prstGeom>
        </p:spPr>
        <p:style>
          <a:lnRef idx="2">
            <a:schemeClr val="dk1"/>
          </a:lnRef>
          <a:fillRef idx="0">
            <a:schemeClr val="dk1"/>
          </a:fillRef>
          <a:effectRef idx="1">
            <a:schemeClr val="dk1"/>
          </a:effectRef>
          <a:fontRef idx="minor">
            <a:schemeClr val="tx1"/>
          </a:fontRef>
        </p:style>
      </p:cxnSp>
      <p:grpSp>
        <p:nvGrpSpPr>
          <p:cNvPr id="3" name="Group 2">
            <a:extLst>
              <a:ext uri="{FF2B5EF4-FFF2-40B4-BE49-F238E27FC236}">
                <a16:creationId xmlns:a16="http://schemas.microsoft.com/office/drawing/2014/main" id="{89DABBF1-EE3C-4DD8-A5DB-AF802D8FC94C}"/>
              </a:ext>
            </a:extLst>
          </p:cNvPr>
          <p:cNvGrpSpPr/>
          <p:nvPr/>
        </p:nvGrpSpPr>
        <p:grpSpPr>
          <a:xfrm>
            <a:off x="1150966" y="2975127"/>
            <a:ext cx="1555170" cy="959798"/>
            <a:chOff x="11978" y="2533377"/>
            <a:chExt cx="1555170" cy="959798"/>
          </a:xfrm>
        </p:grpSpPr>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527982" cy="338554"/>
            </a:xfrm>
            <a:prstGeom prst="rect">
              <a:avLst/>
            </a:prstGeom>
            <a:noFill/>
          </p:spPr>
          <p:txBody>
            <a:bodyPr wrap="none" rtlCol="0">
              <a:spAutoFit/>
            </a:bodyPr>
            <a:lstStyle/>
            <a:p>
              <a:r>
                <a:rPr lang="en-US" sz="1600" dirty="0">
                  <a:solidFill>
                    <a:schemeClr val="bg1"/>
                  </a:solidFill>
                </a:rPr>
                <a:t>Self-Assembles</a:t>
              </a:r>
            </a:p>
          </p:txBody>
        </p: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grpSp>
      <p:grpSp>
        <p:nvGrpSpPr>
          <p:cNvPr id="249" name="Group 248">
            <a:extLst>
              <a:ext uri="{FF2B5EF4-FFF2-40B4-BE49-F238E27FC236}">
                <a16:creationId xmlns:a16="http://schemas.microsoft.com/office/drawing/2014/main" id="{F8428885-B292-4F2D-BF75-670F3107F6BA}"/>
              </a:ext>
            </a:extLst>
          </p:cNvPr>
          <p:cNvGrpSpPr/>
          <p:nvPr/>
        </p:nvGrpSpPr>
        <p:grpSpPr>
          <a:xfrm>
            <a:off x="7171998" y="5507386"/>
            <a:ext cx="2367828" cy="1101312"/>
            <a:chOff x="4598672" y="3868932"/>
            <a:chExt cx="2367828" cy="1101312"/>
          </a:xfrm>
        </p:grpSpPr>
        <p:sp>
          <p:nvSpPr>
            <p:cNvPr id="250" name="TextBox 249">
              <a:extLst>
                <a:ext uri="{FF2B5EF4-FFF2-40B4-BE49-F238E27FC236}">
                  <a16:creationId xmlns:a16="http://schemas.microsoft.com/office/drawing/2014/main" id="{323FA6B0-1BFF-4325-9245-1E40827C304A}"/>
                </a:ext>
              </a:extLst>
            </p:cNvPr>
            <p:cNvSpPr txBox="1"/>
            <p:nvPr/>
          </p:nvSpPr>
          <p:spPr>
            <a:xfrm>
              <a:off x="4598672" y="4631690"/>
              <a:ext cx="2367828" cy="338554"/>
            </a:xfrm>
            <a:prstGeom prst="rect">
              <a:avLst/>
            </a:prstGeom>
            <a:noFill/>
          </p:spPr>
          <p:txBody>
            <a:bodyPr wrap="none" rtlCol="0">
              <a:spAutoFit/>
            </a:bodyPr>
            <a:lstStyle/>
            <a:p>
              <a:r>
                <a:rPr lang="en-US" sz="1600" dirty="0">
                  <a:solidFill>
                    <a:schemeClr val="bg1"/>
                  </a:solidFill>
                </a:rPr>
                <a:t>TM’s using O(1) tile types</a:t>
              </a:r>
            </a:p>
          </p:txBody>
        </p:sp>
        <p:grpSp>
          <p:nvGrpSpPr>
            <p:cNvPr id="251" name="Group 250">
              <a:extLst>
                <a:ext uri="{FF2B5EF4-FFF2-40B4-BE49-F238E27FC236}">
                  <a16:creationId xmlns:a16="http://schemas.microsoft.com/office/drawing/2014/main" id="{3E09328D-E158-4C8F-8F72-E1D7FF0B3D30}"/>
                </a:ext>
              </a:extLst>
            </p:cNvPr>
            <p:cNvGrpSpPr/>
            <p:nvPr/>
          </p:nvGrpSpPr>
          <p:grpSpPr>
            <a:xfrm>
              <a:off x="5714112" y="3868932"/>
              <a:ext cx="436046" cy="393700"/>
              <a:chOff x="947440" y="2425700"/>
              <a:chExt cx="436046" cy="393700"/>
            </a:xfrm>
          </p:grpSpPr>
          <p:cxnSp>
            <p:nvCxnSpPr>
              <p:cNvPr id="253" name="Straight Connector 252">
                <a:extLst>
                  <a:ext uri="{FF2B5EF4-FFF2-40B4-BE49-F238E27FC236}">
                    <a16:creationId xmlns:a16="http://schemas.microsoft.com/office/drawing/2014/main" id="{89C99D00-F7B9-4F70-8644-DCA26E127D55}"/>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54" name="Straight Arrow Connector 253">
                <a:extLst>
                  <a:ext uri="{FF2B5EF4-FFF2-40B4-BE49-F238E27FC236}">
                    <a16:creationId xmlns:a16="http://schemas.microsoft.com/office/drawing/2014/main" id="{974716C3-5B28-4FF7-8008-3C9388CDD32F}"/>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52" name="Straight Connector 251">
              <a:extLst>
                <a:ext uri="{FF2B5EF4-FFF2-40B4-BE49-F238E27FC236}">
                  <a16:creationId xmlns:a16="http://schemas.microsoft.com/office/drawing/2014/main" id="{DFCBB12A-8649-438F-B136-FAD4A14F986D}"/>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85" name="TextBox 84">
            <a:extLst>
              <a:ext uri="{FF2B5EF4-FFF2-40B4-BE49-F238E27FC236}">
                <a16:creationId xmlns:a16="http://schemas.microsoft.com/office/drawing/2014/main" id="{E8F7D0DD-BCD0-4A77-B313-22663A6C98AB}"/>
              </a:ext>
            </a:extLst>
          </p:cNvPr>
          <p:cNvSpPr txBox="1"/>
          <p:nvPr/>
        </p:nvSpPr>
        <p:spPr>
          <a:xfrm>
            <a:off x="6048235" y="3089981"/>
            <a:ext cx="3005951" cy="646331"/>
          </a:xfrm>
          <a:prstGeom prst="rect">
            <a:avLst/>
          </a:prstGeom>
          <a:noFill/>
        </p:spPr>
        <p:txBody>
          <a:bodyPr wrap="none" rtlCol="0">
            <a:spAutoFit/>
          </a:bodyPr>
          <a:lstStyle/>
          <a:p>
            <a:pPr algn="ctr"/>
            <a:r>
              <a:rPr lang="en-US" u="sng" dirty="0">
                <a:solidFill>
                  <a:schemeClr val="bg1"/>
                </a:solidFill>
              </a:rPr>
              <a:t>Seed Block which encodes the</a:t>
            </a:r>
            <a:br>
              <a:rPr lang="en-US" u="sng" dirty="0">
                <a:solidFill>
                  <a:schemeClr val="bg1"/>
                </a:solidFill>
              </a:rPr>
            </a:br>
            <a:r>
              <a:rPr lang="en-US" u="sng" dirty="0">
                <a:solidFill>
                  <a:schemeClr val="bg1"/>
                </a:solidFill>
              </a:rPr>
              <a:t>program to assemble S</a:t>
            </a:r>
          </a:p>
        </p:txBody>
      </p:sp>
      <p:sp>
        <p:nvSpPr>
          <p:cNvPr id="86" name="TextBox 85">
            <a:extLst>
              <a:ext uri="{FF2B5EF4-FFF2-40B4-BE49-F238E27FC236}">
                <a16:creationId xmlns:a16="http://schemas.microsoft.com/office/drawing/2014/main" id="{D472E268-4BAB-4585-A27B-5A93EF79CCD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Process Overview</a:t>
            </a:r>
            <a:endParaRPr lang="en-US" sz="1600" dirty="0">
              <a:solidFill>
                <a:schemeClr val="bg1"/>
              </a:solidFill>
            </a:endParaRPr>
          </a:p>
        </p:txBody>
      </p:sp>
      <p:pic>
        <p:nvPicPr>
          <p:cNvPr id="83" name="Graphic 82">
            <a:extLst>
              <a:ext uri="{FF2B5EF4-FFF2-40B4-BE49-F238E27FC236}">
                <a16:creationId xmlns:a16="http://schemas.microsoft.com/office/drawing/2014/main" id="{EBCE7533-99D1-4F0D-8E16-6D44004614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79372" y="2946621"/>
            <a:ext cx="970088" cy="1165016"/>
          </a:xfrm>
          <a:prstGeom prst="rect">
            <a:avLst/>
          </a:prstGeom>
        </p:spPr>
      </p:pic>
      <p:grpSp>
        <p:nvGrpSpPr>
          <p:cNvPr id="97" name="Group 96">
            <a:extLst>
              <a:ext uri="{FF2B5EF4-FFF2-40B4-BE49-F238E27FC236}">
                <a16:creationId xmlns:a16="http://schemas.microsoft.com/office/drawing/2014/main" id="{24F4EAED-4AC5-4C62-864B-E356E8D6A2CC}"/>
              </a:ext>
            </a:extLst>
          </p:cNvPr>
          <p:cNvGrpSpPr/>
          <p:nvPr/>
        </p:nvGrpSpPr>
        <p:grpSpPr>
          <a:xfrm>
            <a:off x="1744548" y="1790542"/>
            <a:ext cx="992531" cy="873535"/>
            <a:chOff x="5162752" y="3143213"/>
            <a:chExt cx="1670865" cy="1701932"/>
          </a:xfrm>
        </p:grpSpPr>
        <p:grpSp>
          <p:nvGrpSpPr>
            <p:cNvPr id="98" name="Group 97">
              <a:extLst>
                <a:ext uri="{FF2B5EF4-FFF2-40B4-BE49-F238E27FC236}">
                  <a16:creationId xmlns:a16="http://schemas.microsoft.com/office/drawing/2014/main" id="{6F31C77E-61A4-4C78-8080-ED52CBA039E9}"/>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6CEA0A46-CCF9-4352-92A4-787E06368A8F}"/>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244C91F2-4060-464D-8BAA-E3BFCF902BC4}"/>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6D3E8801-A67A-4AC1-9F08-1AB39279D123}"/>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9B04B11F-6FD4-49F0-A2BB-ADA8DD17987A}"/>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4DC6E4CB-58F5-46AE-899B-4FC73254A4FF}"/>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450C0B00-C560-4E4D-9BB6-4EB96BA987AE}"/>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9" name="Group 98">
              <a:extLst>
                <a:ext uri="{FF2B5EF4-FFF2-40B4-BE49-F238E27FC236}">
                  <a16:creationId xmlns:a16="http://schemas.microsoft.com/office/drawing/2014/main" id="{B1771180-6FD0-4169-96B8-E047A7EB6958}"/>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170" name="Rectangle 169">
                <a:extLst>
                  <a:ext uri="{FF2B5EF4-FFF2-40B4-BE49-F238E27FC236}">
                    <a16:creationId xmlns:a16="http://schemas.microsoft.com/office/drawing/2014/main" id="{6DAF4515-82F0-4688-9133-DF23FB90F240}"/>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A9E9E0C2-24AA-4ADF-A165-1A6E108E3981}"/>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1E90318A-9B96-43C5-8F71-C2D822E0A84E}"/>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1439DBFA-0592-4ED2-8240-2D02BF9B1F01}"/>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897C8F16-933E-4B7F-BC33-F0730C4C6C5F}"/>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0" name="Group 99">
              <a:extLst>
                <a:ext uri="{FF2B5EF4-FFF2-40B4-BE49-F238E27FC236}">
                  <a16:creationId xmlns:a16="http://schemas.microsoft.com/office/drawing/2014/main" id="{6136FEAD-52B9-4450-896C-24BF43685DE9}"/>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162" name="Rectangle 161">
                <a:extLst>
                  <a:ext uri="{FF2B5EF4-FFF2-40B4-BE49-F238E27FC236}">
                    <a16:creationId xmlns:a16="http://schemas.microsoft.com/office/drawing/2014/main" id="{4A297662-1B8E-4297-AAEB-5E9B61C87998}"/>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F5B5FC88-2CA1-46FD-A90B-B925684B0217}"/>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FC99A175-250A-41E2-8630-8AE8B3B2EED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42260802-B5B4-4206-A59C-10716FC2122F}"/>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77B1389A-3ACB-4F7C-9285-629D19C1A7A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D34995F9-0A19-4639-A54F-4EA4282CC562}"/>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158" name="Rectangle 157">
                <a:extLst>
                  <a:ext uri="{FF2B5EF4-FFF2-40B4-BE49-F238E27FC236}">
                    <a16:creationId xmlns:a16="http://schemas.microsoft.com/office/drawing/2014/main" id="{E69D1AB5-C03D-4E37-AD94-1606BEB04BE8}"/>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9" name="Rectangle 158">
                <a:extLst>
                  <a:ext uri="{FF2B5EF4-FFF2-40B4-BE49-F238E27FC236}">
                    <a16:creationId xmlns:a16="http://schemas.microsoft.com/office/drawing/2014/main" id="{E24BDBD5-8EC9-4679-A776-A26F2C541506}"/>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59">
                <a:extLst>
                  <a:ext uri="{FF2B5EF4-FFF2-40B4-BE49-F238E27FC236}">
                    <a16:creationId xmlns:a16="http://schemas.microsoft.com/office/drawing/2014/main" id="{83DCA899-22D2-4CC7-816F-83036C2E9C21}"/>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45AC1AB4-CCCE-4A51-AE8F-E42BD40B3F81}"/>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2" name="Group 101">
              <a:extLst>
                <a:ext uri="{FF2B5EF4-FFF2-40B4-BE49-F238E27FC236}">
                  <a16:creationId xmlns:a16="http://schemas.microsoft.com/office/drawing/2014/main" id="{CBC94545-03F9-469C-B8BB-7DF43B916C01}"/>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108" name="Rectangle 107">
                <a:extLst>
                  <a:ext uri="{FF2B5EF4-FFF2-40B4-BE49-F238E27FC236}">
                    <a16:creationId xmlns:a16="http://schemas.microsoft.com/office/drawing/2014/main" id="{9A19F5BF-219B-4999-BED7-EDBFF0138DBC}"/>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5BFF818A-58F6-4169-AF37-45E6C274219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49FA46B1-9C07-4B38-961A-3A03F8E70E4D}"/>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Rectangle 110">
                <a:extLst>
                  <a:ext uri="{FF2B5EF4-FFF2-40B4-BE49-F238E27FC236}">
                    <a16:creationId xmlns:a16="http://schemas.microsoft.com/office/drawing/2014/main" id="{49F4116E-CE47-433E-A3A3-F5A9C045F8C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 name="Rectangle 111">
                <a:extLst>
                  <a:ext uri="{FF2B5EF4-FFF2-40B4-BE49-F238E27FC236}">
                    <a16:creationId xmlns:a16="http://schemas.microsoft.com/office/drawing/2014/main" id="{C8119467-99AF-4DF5-9D01-B431840A1C05}"/>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508B4EA2-53B7-4C30-BBE2-50D37D4FB505}"/>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3" name="Group 102">
              <a:extLst>
                <a:ext uri="{FF2B5EF4-FFF2-40B4-BE49-F238E27FC236}">
                  <a16:creationId xmlns:a16="http://schemas.microsoft.com/office/drawing/2014/main" id="{89AFBA5A-8506-4FB1-80DB-886686D9B623}"/>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104" name="Rectangle 103">
                <a:extLst>
                  <a:ext uri="{FF2B5EF4-FFF2-40B4-BE49-F238E27FC236}">
                    <a16:creationId xmlns:a16="http://schemas.microsoft.com/office/drawing/2014/main" id="{8DC0917B-037A-4ACD-800D-6688EB0938D4}"/>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6E1783A7-73E5-4495-ADD9-CFA090D5D24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EE3B8595-70EA-45A0-9E7A-6CB2A99F5AA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2A0FB818-973F-4584-8437-99891FE5B9AB}"/>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96" name="Group 195">
            <a:extLst>
              <a:ext uri="{FF2B5EF4-FFF2-40B4-BE49-F238E27FC236}">
                <a16:creationId xmlns:a16="http://schemas.microsoft.com/office/drawing/2014/main" id="{81F7E277-CF4C-44AA-A127-8B2698F64E0F}"/>
              </a:ext>
            </a:extLst>
          </p:cNvPr>
          <p:cNvGrpSpPr/>
          <p:nvPr/>
        </p:nvGrpSpPr>
        <p:grpSpPr>
          <a:xfrm>
            <a:off x="1313187" y="1921392"/>
            <a:ext cx="169763" cy="709259"/>
            <a:chOff x="2783837" y="4446481"/>
            <a:chExt cx="255929" cy="934122"/>
          </a:xfrm>
        </p:grpSpPr>
        <p:sp>
          <p:nvSpPr>
            <p:cNvPr id="197" name="Rectangle 196">
              <a:extLst>
                <a:ext uri="{FF2B5EF4-FFF2-40B4-BE49-F238E27FC236}">
                  <a16:creationId xmlns:a16="http://schemas.microsoft.com/office/drawing/2014/main" id="{3A4DF882-5FBF-4F4C-9747-4CECC250883E}"/>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76C628A5-0737-4578-8C21-A5AEDC6910CC}"/>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Rounded Corners 201">
              <a:extLst>
                <a:ext uri="{FF2B5EF4-FFF2-40B4-BE49-F238E27FC236}">
                  <a16:creationId xmlns:a16="http://schemas.microsoft.com/office/drawing/2014/main" id="{FAF1FE33-C5A3-40B0-BF35-9FD8072BF463}"/>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A0531290-A82E-41BA-B9EA-C4EE0A47A7E4}"/>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BF4B9828-B400-4FBC-BB83-4AF816813692}"/>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 name="Rectangle 204">
              <a:extLst>
                <a:ext uri="{FF2B5EF4-FFF2-40B4-BE49-F238E27FC236}">
                  <a16:creationId xmlns:a16="http://schemas.microsoft.com/office/drawing/2014/main" id="{3247DD01-BC49-4F69-BB52-729F7CC78F29}"/>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975FF6C9-58E6-4DED-9CB4-88894F1DE3EF}"/>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9" name="TextBox 208">
            <a:extLst>
              <a:ext uri="{FF2B5EF4-FFF2-40B4-BE49-F238E27FC236}">
                <a16:creationId xmlns:a16="http://schemas.microsoft.com/office/drawing/2014/main" id="{EB1990FF-95F9-4075-896F-1A2ED27BFBF5}"/>
              </a:ext>
            </a:extLst>
          </p:cNvPr>
          <p:cNvSpPr txBox="1"/>
          <p:nvPr/>
        </p:nvSpPr>
        <p:spPr>
          <a:xfrm>
            <a:off x="1410021" y="1830214"/>
            <a:ext cx="160416" cy="338554"/>
          </a:xfrm>
          <a:prstGeom prst="rect">
            <a:avLst/>
          </a:prstGeom>
          <a:noFill/>
        </p:spPr>
        <p:txBody>
          <a:bodyPr wrap="square" rtlCol="0">
            <a:spAutoFit/>
          </a:bodyPr>
          <a:lstStyle/>
          <a:p>
            <a:r>
              <a:rPr lang="el-GR" sz="1600" dirty="0">
                <a:solidFill>
                  <a:schemeClr val="bg1"/>
                </a:solidFill>
              </a:rPr>
              <a:t>τ</a:t>
            </a:r>
            <a:endParaRPr lang="en-US" sz="1600" dirty="0">
              <a:solidFill>
                <a:schemeClr val="bg1"/>
              </a:solidFill>
            </a:endParaRPr>
          </a:p>
        </p:txBody>
      </p:sp>
      <p:sp>
        <p:nvSpPr>
          <p:cNvPr id="210" name="Arrow: Right 209">
            <a:extLst>
              <a:ext uri="{FF2B5EF4-FFF2-40B4-BE49-F238E27FC236}">
                <a16:creationId xmlns:a16="http://schemas.microsoft.com/office/drawing/2014/main" id="{7C1D5DF5-EBA0-4EFB-B30E-7E2CA17557B1}"/>
              </a:ext>
            </a:extLst>
          </p:cNvPr>
          <p:cNvSpPr/>
          <p:nvPr/>
        </p:nvSpPr>
        <p:spPr>
          <a:xfrm>
            <a:off x="994668" y="2227310"/>
            <a:ext cx="243089" cy="223731"/>
          </a:xfrm>
          <a:prstGeom prst="rightArrow">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TextBox 211">
            <a:extLst>
              <a:ext uri="{FF2B5EF4-FFF2-40B4-BE49-F238E27FC236}">
                <a16:creationId xmlns:a16="http://schemas.microsoft.com/office/drawing/2014/main" id="{0E99B342-8D40-4434-AC0D-D4B39632F959}"/>
              </a:ext>
            </a:extLst>
          </p:cNvPr>
          <p:cNvSpPr txBox="1"/>
          <p:nvPr/>
        </p:nvSpPr>
        <p:spPr>
          <a:xfrm>
            <a:off x="708627" y="2638986"/>
            <a:ext cx="1440931" cy="338554"/>
          </a:xfrm>
          <a:prstGeom prst="rect">
            <a:avLst/>
          </a:prstGeom>
          <a:noFill/>
        </p:spPr>
        <p:txBody>
          <a:bodyPr wrap="square" rtlCol="0">
            <a:spAutoFit/>
          </a:bodyPr>
          <a:lstStyle/>
          <a:p>
            <a:r>
              <a:rPr lang="en-US" sz="1600" dirty="0">
                <a:solidFill>
                  <a:schemeClr val="bg1"/>
                </a:solidFill>
              </a:rPr>
              <a:t>O(1) tile types</a:t>
            </a:r>
          </a:p>
        </p:txBody>
      </p:sp>
      <p:grpSp>
        <p:nvGrpSpPr>
          <p:cNvPr id="113" name="Group 112">
            <a:extLst>
              <a:ext uri="{FF2B5EF4-FFF2-40B4-BE49-F238E27FC236}">
                <a16:creationId xmlns:a16="http://schemas.microsoft.com/office/drawing/2014/main" id="{BBAF5B42-D6CF-4495-99FE-9918AEE05F1A}"/>
              </a:ext>
            </a:extLst>
          </p:cNvPr>
          <p:cNvGrpSpPr/>
          <p:nvPr/>
        </p:nvGrpSpPr>
        <p:grpSpPr>
          <a:xfrm>
            <a:off x="6711801" y="3833137"/>
            <a:ext cx="1635456" cy="1501652"/>
            <a:chOff x="3625849" y="1377950"/>
            <a:chExt cx="5029202" cy="5029200"/>
          </a:xfrm>
        </p:grpSpPr>
        <p:sp>
          <p:nvSpPr>
            <p:cNvPr id="114" name="Rectangle 113">
              <a:extLst>
                <a:ext uri="{FF2B5EF4-FFF2-40B4-BE49-F238E27FC236}">
                  <a16:creationId xmlns:a16="http://schemas.microsoft.com/office/drawing/2014/main" id="{BE580C90-2A26-4495-AEAD-363817904946}"/>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5" name="Graphic 114">
              <a:extLst>
                <a:ext uri="{FF2B5EF4-FFF2-40B4-BE49-F238E27FC236}">
                  <a16:creationId xmlns:a16="http://schemas.microsoft.com/office/drawing/2014/main" id="{0E9F2EF3-A987-4BB0-9143-38019A89EB35}"/>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116" name="Straight Connector 115">
              <a:extLst>
                <a:ext uri="{FF2B5EF4-FFF2-40B4-BE49-F238E27FC236}">
                  <a16:creationId xmlns:a16="http://schemas.microsoft.com/office/drawing/2014/main" id="{D00A3438-9E27-4000-917E-7099B03822CF}"/>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17" name="Straight Connector 116">
              <a:extLst>
                <a:ext uri="{FF2B5EF4-FFF2-40B4-BE49-F238E27FC236}">
                  <a16:creationId xmlns:a16="http://schemas.microsoft.com/office/drawing/2014/main" id="{64A6CABA-E200-47A8-BA12-71266A9FA53F}"/>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a:extLst>
                <a:ext uri="{FF2B5EF4-FFF2-40B4-BE49-F238E27FC236}">
                  <a16:creationId xmlns:a16="http://schemas.microsoft.com/office/drawing/2014/main" id="{998DF166-DEE2-43A9-AC23-C11CD642B5A5}"/>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E2F48F3D-2317-4357-887E-9C918DF864EE}"/>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nvGrpSpPr>
          <p:cNvPr id="120" name="Group 119">
            <a:extLst>
              <a:ext uri="{FF2B5EF4-FFF2-40B4-BE49-F238E27FC236}">
                <a16:creationId xmlns:a16="http://schemas.microsoft.com/office/drawing/2014/main" id="{4218A32E-AD07-4840-A02C-AB75FC3A6479}"/>
              </a:ext>
            </a:extLst>
          </p:cNvPr>
          <p:cNvGrpSpPr/>
          <p:nvPr/>
        </p:nvGrpSpPr>
        <p:grpSpPr>
          <a:xfrm>
            <a:off x="3961411" y="4260475"/>
            <a:ext cx="2292615" cy="1074314"/>
            <a:chOff x="4445160" y="3868932"/>
            <a:chExt cx="2292615" cy="1074314"/>
          </a:xfrm>
        </p:grpSpPr>
        <p:sp>
          <p:nvSpPr>
            <p:cNvPr id="121" name="TextBox 120">
              <a:extLst>
                <a:ext uri="{FF2B5EF4-FFF2-40B4-BE49-F238E27FC236}">
                  <a16:creationId xmlns:a16="http://schemas.microsoft.com/office/drawing/2014/main" id="{B1ADA6BB-8F06-4E53-9450-A30598D7ACF3}"/>
                </a:ext>
              </a:extLst>
            </p:cNvPr>
            <p:cNvSpPr txBox="1"/>
            <p:nvPr/>
          </p:nvSpPr>
          <p:spPr>
            <a:xfrm>
              <a:off x="4445160" y="4604692"/>
              <a:ext cx="2292615" cy="338554"/>
            </a:xfrm>
            <a:prstGeom prst="rect">
              <a:avLst/>
            </a:prstGeom>
            <a:noFill/>
          </p:spPr>
          <p:txBody>
            <a:bodyPr wrap="none" rtlCol="0">
              <a:spAutoFit/>
            </a:bodyPr>
            <a:lstStyle/>
            <a:p>
              <a:r>
                <a:rPr lang="en-US" sz="1600" dirty="0">
                  <a:solidFill>
                    <a:schemeClr val="bg1"/>
                  </a:solidFill>
                </a:rPr>
                <a:t>Self-Assembly Continues</a:t>
              </a:r>
            </a:p>
          </p:txBody>
        </p:sp>
        <p:grpSp>
          <p:nvGrpSpPr>
            <p:cNvPr id="122" name="Group 121">
              <a:extLst>
                <a:ext uri="{FF2B5EF4-FFF2-40B4-BE49-F238E27FC236}">
                  <a16:creationId xmlns:a16="http://schemas.microsoft.com/office/drawing/2014/main" id="{1816AE4A-05FD-4B8E-9E06-022F82CCD4B4}"/>
                </a:ext>
              </a:extLst>
            </p:cNvPr>
            <p:cNvGrpSpPr/>
            <p:nvPr/>
          </p:nvGrpSpPr>
          <p:grpSpPr>
            <a:xfrm>
              <a:off x="5714112" y="3868932"/>
              <a:ext cx="436046" cy="393700"/>
              <a:chOff x="947440" y="2425700"/>
              <a:chExt cx="436046" cy="393700"/>
            </a:xfrm>
          </p:grpSpPr>
          <p:cxnSp>
            <p:nvCxnSpPr>
              <p:cNvPr id="124" name="Straight Connector 123">
                <a:extLst>
                  <a:ext uri="{FF2B5EF4-FFF2-40B4-BE49-F238E27FC236}">
                    <a16:creationId xmlns:a16="http://schemas.microsoft.com/office/drawing/2014/main" id="{6E3192EF-DAE1-48F3-9F58-F385FDBAC040}"/>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25" name="Straight Arrow Connector 124">
                <a:extLst>
                  <a:ext uri="{FF2B5EF4-FFF2-40B4-BE49-F238E27FC236}">
                    <a16:creationId xmlns:a16="http://schemas.microsoft.com/office/drawing/2014/main" id="{26B60802-381D-474B-8A1E-CCEF550340B5}"/>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23" name="Straight Connector 122">
              <a:extLst>
                <a:ext uri="{FF2B5EF4-FFF2-40B4-BE49-F238E27FC236}">
                  <a16:creationId xmlns:a16="http://schemas.microsoft.com/office/drawing/2014/main" id="{AB1027B4-8AE1-4D8F-887A-06F00C6365FF}"/>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133" name="TextBox 132">
            <a:extLst>
              <a:ext uri="{FF2B5EF4-FFF2-40B4-BE49-F238E27FC236}">
                <a16:creationId xmlns:a16="http://schemas.microsoft.com/office/drawing/2014/main" id="{D93F4305-23C7-4A6A-B100-BCC472FF908A}"/>
              </a:ext>
            </a:extLst>
          </p:cNvPr>
          <p:cNvSpPr txBox="1"/>
          <p:nvPr/>
        </p:nvSpPr>
        <p:spPr>
          <a:xfrm>
            <a:off x="8899783" y="1467535"/>
            <a:ext cx="2877134" cy="369332"/>
          </a:xfrm>
          <a:prstGeom prst="rect">
            <a:avLst/>
          </a:prstGeom>
          <a:noFill/>
        </p:spPr>
        <p:txBody>
          <a:bodyPr wrap="none" rtlCol="0">
            <a:spAutoFit/>
          </a:bodyPr>
          <a:lstStyle/>
          <a:p>
            <a:r>
              <a:rPr lang="en-US" u="sng" dirty="0">
                <a:solidFill>
                  <a:sysClr val="windowText" lastClr="000000"/>
                </a:solidFill>
              </a:rPr>
              <a:t>(</a:t>
            </a:r>
            <a:r>
              <a:rPr lang="en-US" u="sng" dirty="0" err="1">
                <a:solidFill>
                  <a:schemeClr val="bg1"/>
                </a:solidFill>
              </a:rPr>
              <a:t>Soloveichik</a:t>
            </a:r>
            <a:r>
              <a:rPr lang="en-US" u="sng" dirty="0">
                <a:solidFill>
                  <a:schemeClr val="bg1"/>
                </a:solidFill>
              </a:rPr>
              <a:t>, Winfree, 2007</a:t>
            </a:r>
            <a:r>
              <a:rPr lang="en-US" u="sng" dirty="0">
                <a:solidFill>
                  <a:sysClr val="windowText" lastClr="000000"/>
                </a:solidFill>
              </a:rPr>
              <a:t>)</a:t>
            </a:r>
            <a:endParaRPr lang="en-US" u="sng" dirty="0">
              <a:solidFill>
                <a:schemeClr val="bg1"/>
              </a:solidFill>
            </a:endParaRPr>
          </a:p>
        </p:txBody>
      </p:sp>
      <p:cxnSp>
        <p:nvCxnSpPr>
          <p:cNvPr id="6" name="Straight Connector 5">
            <a:extLst>
              <a:ext uri="{FF2B5EF4-FFF2-40B4-BE49-F238E27FC236}">
                <a16:creationId xmlns:a16="http://schemas.microsoft.com/office/drawing/2014/main" id="{0041DAA2-B98D-4FC8-B3C4-50ECFBBE59F2}"/>
              </a:ext>
            </a:extLst>
          </p:cNvPr>
          <p:cNvCxnSpPr>
            <a:cxnSpLocks/>
          </p:cNvCxnSpPr>
          <p:nvPr/>
        </p:nvCxnSpPr>
        <p:spPr>
          <a:xfrm>
            <a:off x="10338350" y="1999491"/>
            <a:ext cx="1295808" cy="2373469"/>
          </a:xfrm>
          <a:prstGeom prst="line">
            <a:avLst/>
          </a:prstGeom>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FCC13A15-BE52-4A38-AA75-2B739D564C8D}"/>
              </a:ext>
            </a:extLst>
          </p:cNvPr>
          <p:cNvCxnSpPr>
            <a:cxnSpLocks/>
          </p:cNvCxnSpPr>
          <p:nvPr/>
        </p:nvCxnSpPr>
        <p:spPr>
          <a:xfrm flipV="1">
            <a:off x="7699883" y="1998247"/>
            <a:ext cx="2638467" cy="810016"/>
          </a:xfrm>
          <a:prstGeom prst="line">
            <a:avLst/>
          </a:prstGeom>
        </p:spPr>
        <p:style>
          <a:lnRef idx="1">
            <a:schemeClr val="dk1"/>
          </a:lnRef>
          <a:fillRef idx="0">
            <a:schemeClr val="dk1"/>
          </a:fillRef>
          <a:effectRef idx="0">
            <a:schemeClr val="dk1"/>
          </a:effectRef>
          <a:fontRef idx="minor">
            <a:schemeClr val="tx1"/>
          </a:fontRef>
        </p:style>
      </p:cxnSp>
      <p:grpSp>
        <p:nvGrpSpPr>
          <p:cNvPr id="142" name="Group 141">
            <a:extLst>
              <a:ext uri="{FF2B5EF4-FFF2-40B4-BE49-F238E27FC236}">
                <a16:creationId xmlns:a16="http://schemas.microsoft.com/office/drawing/2014/main" id="{AE60FA88-7250-4D42-BE41-28F0CBD01EBA}"/>
              </a:ext>
            </a:extLst>
          </p:cNvPr>
          <p:cNvGrpSpPr/>
          <p:nvPr/>
        </p:nvGrpSpPr>
        <p:grpSpPr>
          <a:xfrm>
            <a:off x="9144936" y="4747514"/>
            <a:ext cx="2631981" cy="1375957"/>
            <a:chOff x="9144936" y="4747514"/>
            <a:chExt cx="2631981" cy="1375957"/>
          </a:xfrm>
        </p:grpSpPr>
        <p:grpSp>
          <p:nvGrpSpPr>
            <p:cNvPr id="143" name="Group 142">
              <a:extLst>
                <a:ext uri="{FF2B5EF4-FFF2-40B4-BE49-F238E27FC236}">
                  <a16:creationId xmlns:a16="http://schemas.microsoft.com/office/drawing/2014/main" id="{5EF35754-8DF1-4DF4-A170-24088E2DD4C3}"/>
                </a:ext>
              </a:extLst>
            </p:cNvPr>
            <p:cNvGrpSpPr/>
            <p:nvPr/>
          </p:nvGrpSpPr>
          <p:grpSpPr>
            <a:xfrm>
              <a:off x="9144936" y="4747514"/>
              <a:ext cx="2631981" cy="1375957"/>
              <a:chOff x="8043901" y="3744165"/>
              <a:chExt cx="3456965" cy="2084033"/>
            </a:xfrm>
          </p:grpSpPr>
          <p:sp>
            <p:nvSpPr>
              <p:cNvPr id="151" name="Rectangle 150">
                <a:extLst>
                  <a:ext uri="{FF2B5EF4-FFF2-40B4-BE49-F238E27FC236}">
                    <a16:creationId xmlns:a16="http://schemas.microsoft.com/office/drawing/2014/main" id="{E95194AA-1B69-46FA-99A5-616A25F81114}"/>
                  </a:ext>
                </a:extLst>
              </p:cNvPr>
              <p:cNvSpPr/>
              <p:nvPr/>
            </p:nvSpPr>
            <p:spPr>
              <a:xfrm>
                <a:off x="9426688"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E4096937-2576-44CA-92F0-417B29374DCC}"/>
                  </a:ext>
                </a:extLst>
              </p:cNvPr>
              <p:cNvSpPr/>
              <p:nvPr/>
            </p:nvSpPr>
            <p:spPr>
              <a:xfrm>
                <a:off x="10118080"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D77C92D2-3299-4AAC-94D8-A4D3D0807C14}"/>
                  </a:ext>
                </a:extLst>
              </p:cNvPr>
              <p:cNvSpPr/>
              <p:nvPr/>
            </p:nvSpPr>
            <p:spPr>
              <a:xfrm>
                <a:off x="8735295" y="443803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Rectangle 162">
                <a:extLst>
                  <a:ext uri="{FF2B5EF4-FFF2-40B4-BE49-F238E27FC236}">
                    <a16:creationId xmlns:a16="http://schemas.microsoft.com/office/drawing/2014/main" id="{716A7A74-D35A-4D87-AD44-7835BB5D5EBC}"/>
                  </a:ext>
                </a:extLst>
              </p:cNvPr>
              <p:cNvSpPr/>
              <p:nvPr/>
            </p:nvSpPr>
            <p:spPr>
              <a:xfrm>
                <a:off x="8735295" y="5131369"/>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8796FCE-767E-4185-B6FD-4D2F39A0CE62}"/>
                  </a:ext>
                </a:extLst>
              </p:cNvPr>
              <p:cNvSpPr/>
              <p:nvPr/>
            </p:nvSpPr>
            <p:spPr>
              <a:xfrm>
                <a:off x="10118080" y="444099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E8F9DE79-FCC9-478D-BFAA-90E0DD04D8B8}"/>
                  </a:ext>
                </a:extLst>
              </p:cNvPr>
              <p:cNvSpPr/>
              <p:nvPr/>
            </p:nvSpPr>
            <p:spPr>
              <a:xfrm>
                <a:off x="9426688" y="5131369"/>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319758E5-91F5-4939-97C8-458487B6C86C}"/>
                  </a:ext>
                </a:extLst>
              </p:cNvPr>
              <p:cNvSpPr/>
              <p:nvPr/>
            </p:nvSpPr>
            <p:spPr>
              <a:xfrm>
                <a:off x="10118080" y="512948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88A3B5EB-FC47-4CA1-ABA7-B13746AD6140}"/>
                  </a:ext>
                </a:extLst>
              </p:cNvPr>
              <p:cNvSpPr/>
              <p:nvPr/>
            </p:nvSpPr>
            <p:spPr>
              <a:xfrm>
                <a:off x="8043901" y="512948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31A96557-A69F-445B-93CD-B753F2F1090F}"/>
                  </a:ext>
                </a:extLst>
              </p:cNvPr>
              <p:cNvSpPr/>
              <p:nvPr/>
            </p:nvSpPr>
            <p:spPr>
              <a:xfrm>
                <a:off x="10809472"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E1F513CF-9E42-4225-BAFE-9373216CAFC3}"/>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oup 143">
              <a:extLst>
                <a:ext uri="{FF2B5EF4-FFF2-40B4-BE49-F238E27FC236}">
                  <a16:creationId xmlns:a16="http://schemas.microsoft.com/office/drawing/2014/main" id="{8D3FDEF7-7317-41C3-927F-CE031715CD8F}"/>
                </a:ext>
              </a:extLst>
            </p:cNvPr>
            <p:cNvGrpSpPr/>
            <p:nvPr/>
          </p:nvGrpSpPr>
          <p:grpSpPr>
            <a:xfrm>
              <a:off x="9671333" y="4748136"/>
              <a:ext cx="526395" cy="456876"/>
              <a:chOff x="3625849" y="1377950"/>
              <a:chExt cx="5029202" cy="5029200"/>
            </a:xfrm>
          </p:grpSpPr>
          <p:sp>
            <p:nvSpPr>
              <p:cNvPr id="145" name="Rectangle 144">
                <a:extLst>
                  <a:ext uri="{FF2B5EF4-FFF2-40B4-BE49-F238E27FC236}">
                    <a16:creationId xmlns:a16="http://schemas.microsoft.com/office/drawing/2014/main" id="{ED80C168-CB6E-4A75-AFD1-11C9A96B785D}"/>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6" name="Graphic 145">
                <a:extLst>
                  <a:ext uri="{FF2B5EF4-FFF2-40B4-BE49-F238E27FC236}">
                    <a16:creationId xmlns:a16="http://schemas.microsoft.com/office/drawing/2014/main" id="{EC24F1F1-4908-4DFB-8C28-812921913A68}"/>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147" name="Straight Connector 146">
                <a:extLst>
                  <a:ext uri="{FF2B5EF4-FFF2-40B4-BE49-F238E27FC236}">
                    <a16:creationId xmlns:a16="http://schemas.microsoft.com/office/drawing/2014/main" id="{622EFEAF-ADC4-4D0C-A35F-B2CFD91DDE79}"/>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43A87E3E-C35D-4C0D-93A0-D25E7C0917AA}"/>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49" name="Straight Connector 148">
                <a:extLst>
                  <a:ext uri="{FF2B5EF4-FFF2-40B4-BE49-F238E27FC236}">
                    <a16:creationId xmlns:a16="http://schemas.microsoft.com/office/drawing/2014/main" id="{E2F8BE89-B828-4D11-ABDC-B4560032D356}"/>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50" name="Straight Connector 149">
                <a:extLst>
                  <a:ext uri="{FF2B5EF4-FFF2-40B4-BE49-F238E27FC236}">
                    <a16:creationId xmlns:a16="http://schemas.microsoft.com/office/drawing/2014/main" id="{8483084A-DF07-4183-9CD8-338E736C4E97}"/>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grpSp>
        <p:nvGrpSpPr>
          <p:cNvPr id="213" name="Group 212">
            <a:extLst>
              <a:ext uri="{FF2B5EF4-FFF2-40B4-BE49-F238E27FC236}">
                <a16:creationId xmlns:a16="http://schemas.microsoft.com/office/drawing/2014/main" id="{BC1C191D-D8AC-4280-AE15-AE892538112C}"/>
              </a:ext>
            </a:extLst>
          </p:cNvPr>
          <p:cNvGrpSpPr/>
          <p:nvPr/>
        </p:nvGrpSpPr>
        <p:grpSpPr>
          <a:xfrm>
            <a:off x="140367" y="2035798"/>
            <a:ext cx="848813" cy="462674"/>
            <a:chOff x="5092693" y="3577993"/>
            <a:chExt cx="3587757" cy="2083603"/>
          </a:xfrm>
          <a:solidFill>
            <a:schemeClr val="tx1">
              <a:lumMod val="50000"/>
            </a:schemeClr>
          </a:solidFill>
        </p:grpSpPr>
        <p:sp>
          <p:nvSpPr>
            <p:cNvPr id="214" name="Rectangle 213">
              <a:extLst>
                <a:ext uri="{FF2B5EF4-FFF2-40B4-BE49-F238E27FC236}">
                  <a16:creationId xmlns:a16="http://schemas.microsoft.com/office/drawing/2014/main" id="{67B8247B-0C82-429E-B574-C4F4F2A4CB16}"/>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5F18710B-D8C3-477F-81E3-979278A76F6F}"/>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8DFE9AD1-323C-482D-8C58-8AE94BA2C716}"/>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F61C370F-40A1-4D31-9B8E-D4480DEEEB3C}"/>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AF33E4AD-E87A-439D-B66D-3AA19E8B2382}"/>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805B41B2-913C-4009-930F-8EB29A5492DB}"/>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402D3149-60C1-4155-8EC3-3367B1654F03}"/>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F1D941CA-A504-4DCD-8141-F7D9DFF3C90D}"/>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751FA84A-AE79-4C16-9BDF-87ABE622D43E}"/>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8783FC96-FE5E-4498-A520-294C809E7F33}"/>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4" name="Rectangle 223">
            <a:extLst>
              <a:ext uri="{FF2B5EF4-FFF2-40B4-BE49-F238E27FC236}">
                <a16:creationId xmlns:a16="http://schemas.microsoft.com/office/drawing/2014/main" id="{62F2F012-996B-401A-A377-32D15A238844}"/>
              </a:ext>
            </a:extLst>
          </p:cNvPr>
          <p:cNvSpPr/>
          <p:nvPr/>
        </p:nvSpPr>
        <p:spPr>
          <a:xfrm>
            <a:off x="-12531" y="1091082"/>
            <a:ext cx="6136257" cy="4356805"/>
          </a:xfrm>
          <a:prstGeom prst="rect">
            <a:avLst/>
          </a:prstGeom>
          <a:solidFill>
            <a:schemeClr val="tx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Rounded Corners 225">
            <a:extLst>
              <a:ext uri="{FF2B5EF4-FFF2-40B4-BE49-F238E27FC236}">
                <a16:creationId xmlns:a16="http://schemas.microsoft.com/office/drawing/2014/main" id="{BC00B9F5-53C5-467E-A3A7-F432F45C1F5B}"/>
              </a:ext>
            </a:extLst>
          </p:cNvPr>
          <p:cNvSpPr/>
          <p:nvPr/>
        </p:nvSpPr>
        <p:spPr>
          <a:xfrm>
            <a:off x="5810933" y="2126138"/>
            <a:ext cx="3437189" cy="835141"/>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br>
              <a:rPr lang="en-US" sz="1600" dirty="0">
                <a:solidFill>
                  <a:srgbClr val="FF0000"/>
                </a:solidFill>
              </a:rPr>
            </a:br>
            <a:r>
              <a:rPr lang="en-US" sz="1600" dirty="0">
                <a:solidFill>
                  <a:srgbClr val="FF0000"/>
                </a:solidFill>
              </a:rPr>
              <a:t>Incurred		        tile types</a:t>
            </a:r>
          </a:p>
        </p:txBody>
      </p:sp>
      <p:grpSp>
        <p:nvGrpSpPr>
          <p:cNvPr id="227" name="Group 226">
            <a:extLst>
              <a:ext uri="{FF2B5EF4-FFF2-40B4-BE49-F238E27FC236}">
                <a16:creationId xmlns:a16="http://schemas.microsoft.com/office/drawing/2014/main" id="{EDAFDB44-53E8-4A6D-8C1F-A6983FE9F033}"/>
              </a:ext>
            </a:extLst>
          </p:cNvPr>
          <p:cNvGrpSpPr/>
          <p:nvPr/>
        </p:nvGrpSpPr>
        <p:grpSpPr>
          <a:xfrm>
            <a:off x="6646001" y="2213452"/>
            <a:ext cx="1618094" cy="646331"/>
            <a:chOff x="4543203" y="4407239"/>
            <a:chExt cx="2414808" cy="981096"/>
          </a:xfrm>
        </p:grpSpPr>
        <p:grpSp>
          <p:nvGrpSpPr>
            <p:cNvPr id="228" name="Group 227">
              <a:extLst>
                <a:ext uri="{FF2B5EF4-FFF2-40B4-BE49-F238E27FC236}">
                  <a16:creationId xmlns:a16="http://schemas.microsoft.com/office/drawing/2014/main" id="{5381C40E-3BD5-49D5-8A32-0B7EE266A3B4}"/>
                </a:ext>
              </a:extLst>
            </p:cNvPr>
            <p:cNvGrpSpPr/>
            <p:nvPr/>
          </p:nvGrpSpPr>
          <p:grpSpPr>
            <a:xfrm>
              <a:off x="5321099" y="4474789"/>
              <a:ext cx="1636912" cy="707887"/>
              <a:chOff x="5678286" y="3403227"/>
              <a:chExt cx="1636912" cy="707887"/>
            </a:xfrm>
          </p:grpSpPr>
          <p:sp>
            <p:nvSpPr>
              <p:cNvPr id="230" name="TextBox 229">
                <a:extLst>
                  <a:ext uri="{FF2B5EF4-FFF2-40B4-BE49-F238E27FC236}">
                    <a16:creationId xmlns:a16="http://schemas.microsoft.com/office/drawing/2014/main" id="{567802FE-AF92-47FF-8EDB-1EF4ACBB334C}"/>
                  </a:ext>
                </a:extLst>
              </p:cNvPr>
              <p:cNvSpPr txBox="1"/>
              <p:nvPr/>
            </p:nvSpPr>
            <p:spPr>
              <a:xfrm>
                <a:off x="5678286" y="3803337"/>
                <a:ext cx="1636912" cy="307777"/>
              </a:xfrm>
              <a:prstGeom prst="rect">
                <a:avLst/>
              </a:prstGeom>
              <a:noFill/>
            </p:spPr>
            <p:txBody>
              <a:bodyPr wrap="square" rtlCol="0">
                <a:spAutoFit/>
              </a:bodyPr>
              <a:lstStyle/>
              <a:p>
                <a:r>
                  <a:rPr lang="en-US" sz="1400" dirty="0">
                    <a:solidFill>
                      <a:srgbClr val="FF0000"/>
                    </a:solidFill>
                  </a:rPr>
                  <a:t>log(K(S))</a:t>
                </a:r>
              </a:p>
            </p:txBody>
          </p:sp>
          <p:cxnSp>
            <p:nvCxnSpPr>
              <p:cNvPr id="231" name="Straight Connector 230">
                <a:extLst>
                  <a:ext uri="{FF2B5EF4-FFF2-40B4-BE49-F238E27FC236}">
                    <a16:creationId xmlns:a16="http://schemas.microsoft.com/office/drawing/2014/main" id="{490C411B-6BB6-4683-B9D9-C45865D69F74}"/>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232" name="TextBox 231">
                <a:extLst>
                  <a:ext uri="{FF2B5EF4-FFF2-40B4-BE49-F238E27FC236}">
                    <a16:creationId xmlns:a16="http://schemas.microsoft.com/office/drawing/2014/main" id="{67FC3C7D-262E-4AED-A2D7-6D6CDD8744DB}"/>
                  </a:ext>
                </a:extLst>
              </p:cNvPr>
              <p:cNvSpPr txBox="1"/>
              <p:nvPr/>
            </p:nvSpPr>
            <p:spPr>
              <a:xfrm>
                <a:off x="5878726" y="3403227"/>
                <a:ext cx="1117476" cy="307777"/>
              </a:xfrm>
              <a:prstGeom prst="rect">
                <a:avLst/>
              </a:prstGeom>
              <a:noFill/>
            </p:spPr>
            <p:txBody>
              <a:bodyPr wrap="square" rtlCol="0">
                <a:spAutoFit/>
              </a:bodyPr>
              <a:lstStyle/>
              <a:p>
                <a:r>
                  <a:rPr lang="en-US" sz="1400" dirty="0">
                    <a:solidFill>
                      <a:srgbClr val="FF0000"/>
                    </a:solidFill>
                  </a:rPr>
                  <a:t>K(S)</a:t>
                </a:r>
              </a:p>
            </p:txBody>
          </p:sp>
        </p:grpSp>
        <p:sp>
          <p:nvSpPr>
            <p:cNvPr id="229" name="TextBox 228">
              <a:extLst>
                <a:ext uri="{FF2B5EF4-FFF2-40B4-BE49-F238E27FC236}">
                  <a16:creationId xmlns:a16="http://schemas.microsoft.com/office/drawing/2014/main" id="{BC8B4156-C5C0-4B7C-99C6-B2BE608EE620}"/>
                </a:ext>
              </a:extLst>
            </p:cNvPr>
            <p:cNvSpPr txBox="1"/>
            <p:nvPr/>
          </p:nvSpPr>
          <p:spPr>
            <a:xfrm>
              <a:off x="4543203" y="4407239"/>
              <a:ext cx="2342526" cy="981096"/>
            </a:xfrm>
            <a:prstGeom prst="rect">
              <a:avLst/>
            </a:prstGeom>
            <a:noFill/>
          </p:spPr>
          <p:txBody>
            <a:bodyPr wrap="none" rtlCol="0">
              <a:spAutoFit/>
            </a:bodyPr>
            <a:lstStyle/>
            <a:p>
              <a:r>
                <a:rPr lang="en-US" sz="3600" dirty="0">
                  <a:solidFill>
                    <a:srgbClr val="FF0000"/>
                  </a:solidFill>
                </a:rPr>
                <a:t>O(</a:t>
              </a:r>
              <a:r>
                <a:rPr lang="en-US" sz="3200" dirty="0">
                  <a:solidFill>
                    <a:srgbClr val="FF0000"/>
                  </a:solidFill>
                </a:rPr>
                <a:t> </a:t>
              </a:r>
              <a:r>
                <a:rPr lang="en-US" sz="3600" dirty="0">
                  <a:solidFill>
                    <a:srgbClr val="FF0000"/>
                  </a:solidFill>
                </a:rPr>
                <a:t>     </a:t>
              </a:r>
              <a:r>
                <a:rPr lang="en-US" sz="1600" dirty="0">
                  <a:solidFill>
                    <a:srgbClr val="FF0000"/>
                  </a:solidFill>
                </a:rPr>
                <a:t> </a:t>
              </a:r>
              <a:r>
                <a:rPr lang="en-US" sz="3600" dirty="0">
                  <a:solidFill>
                    <a:srgbClr val="FF0000"/>
                  </a:solidFill>
                </a:rPr>
                <a:t>)</a:t>
              </a:r>
            </a:p>
          </p:txBody>
        </p:sp>
      </p:grpSp>
    </p:spTree>
    <p:extLst>
      <p:ext uri="{BB962C8B-B14F-4D97-AF65-F5344CB8AC3E}">
        <p14:creationId xmlns:p14="http://schemas.microsoft.com/office/powerpoint/2010/main" val="16862566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Box 163">
            <a:extLst>
              <a:ext uri="{FF2B5EF4-FFF2-40B4-BE49-F238E27FC236}">
                <a16:creationId xmlns:a16="http://schemas.microsoft.com/office/drawing/2014/main" id="{EA43C72D-B94D-4B68-B282-E4AB47C3EAF8}"/>
              </a:ext>
            </a:extLst>
          </p:cNvPr>
          <p:cNvSpPr txBox="1"/>
          <p:nvPr/>
        </p:nvSpPr>
        <p:spPr>
          <a:xfrm>
            <a:off x="217714" y="1272424"/>
            <a:ext cx="3102560" cy="646331"/>
          </a:xfrm>
          <a:prstGeom prst="rect">
            <a:avLst/>
          </a:prstGeom>
          <a:noFill/>
        </p:spPr>
        <p:txBody>
          <a:bodyPr wrap="square" rtlCol="0">
            <a:spAutoFit/>
          </a:bodyPr>
          <a:lstStyle/>
          <a:p>
            <a:r>
              <a:rPr lang="en-US" dirty="0">
                <a:solidFill>
                  <a:schemeClr val="bg1"/>
                </a:solidFill>
              </a:rPr>
              <a:t>Encode S in </a:t>
            </a:r>
            <a:r>
              <a:rPr lang="el-GR" dirty="0">
                <a:solidFill>
                  <a:schemeClr val="bg1"/>
                </a:solidFill>
              </a:rPr>
              <a:t>τ</a:t>
            </a:r>
            <a:r>
              <a:rPr lang="en-US" dirty="0">
                <a:solidFill>
                  <a:schemeClr val="bg1"/>
                </a:solidFill>
              </a:rPr>
              <a:t> and glue function</a:t>
            </a:r>
          </a:p>
          <a:p>
            <a:endParaRPr lang="en-US" dirty="0">
              <a:solidFill>
                <a:schemeClr val="bg1"/>
              </a:solidFill>
            </a:endParaRPr>
          </a:p>
        </p:txBody>
      </p:sp>
      <p:sp>
        <p:nvSpPr>
          <p:cNvPr id="165" name="TextBox 164">
            <a:extLst>
              <a:ext uri="{FF2B5EF4-FFF2-40B4-BE49-F238E27FC236}">
                <a16:creationId xmlns:a16="http://schemas.microsoft.com/office/drawing/2014/main" id="{2F8C397B-5E63-46A7-BF50-0E3D70B6CDFD}"/>
              </a:ext>
            </a:extLst>
          </p:cNvPr>
          <p:cNvSpPr txBox="1"/>
          <p:nvPr/>
        </p:nvSpPr>
        <p:spPr>
          <a:xfrm>
            <a:off x="2944749" y="2334067"/>
            <a:ext cx="2435282" cy="369332"/>
          </a:xfrm>
          <a:prstGeom prst="rect">
            <a:avLst/>
          </a:prstGeom>
          <a:noFill/>
        </p:spPr>
        <p:txBody>
          <a:bodyPr wrap="none" rtlCol="0">
            <a:spAutoFit/>
          </a:bodyPr>
          <a:lstStyle/>
          <a:p>
            <a:r>
              <a:rPr lang="en-US" u="sng" dirty="0">
                <a:solidFill>
                  <a:schemeClr val="bg1"/>
                </a:solidFill>
              </a:rPr>
              <a:t>Precise-width Rectangle</a:t>
            </a:r>
          </a:p>
        </p:txBody>
      </p:sp>
      <p:sp>
        <p:nvSpPr>
          <p:cNvPr id="181" name="TextBox 180">
            <a:extLst>
              <a:ext uri="{FF2B5EF4-FFF2-40B4-BE49-F238E27FC236}">
                <a16:creationId xmlns:a16="http://schemas.microsoft.com/office/drawing/2014/main" id="{1C8C29DE-1286-4EE6-A89B-F5FCF4AD12D9}"/>
              </a:ext>
            </a:extLst>
          </p:cNvPr>
          <p:cNvSpPr txBox="1"/>
          <p:nvPr/>
        </p:nvSpPr>
        <p:spPr>
          <a:xfrm>
            <a:off x="9868163" y="4188294"/>
            <a:ext cx="1422184" cy="369332"/>
          </a:xfrm>
          <a:prstGeom prst="rect">
            <a:avLst/>
          </a:prstGeom>
          <a:noFill/>
        </p:spPr>
        <p:txBody>
          <a:bodyPr wrap="none" rtlCol="0">
            <a:spAutoFit/>
          </a:bodyPr>
          <a:lstStyle/>
          <a:p>
            <a:r>
              <a:rPr lang="en-US" u="sng" dirty="0">
                <a:solidFill>
                  <a:schemeClr val="bg1"/>
                </a:solidFill>
              </a:rPr>
              <a:t>Scaled Shape</a:t>
            </a:r>
          </a:p>
        </p:txBody>
      </p:sp>
      <p:cxnSp>
        <p:nvCxnSpPr>
          <p:cNvPr id="193" name="Straight Connector 192">
            <a:extLst>
              <a:ext uri="{FF2B5EF4-FFF2-40B4-BE49-F238E27FC236}">
                <a16:creationId xmlns:a16="http://schemas.microsoft.com/office/drawing/2014/main" id="{F23FF927-B29C-4426-8D5F-29C37E4F5A5B}"/>
              </a:ext>
            </a:extLst>
          </p:cNvPr>
          <p:cNvCxnSpPr>
            <a:cxnSpLocks/>
          </p:cNvCxnSpPr>
          <p:nvPr/>
        </p:nvCxnSpPr>
        <p:spPr>
          <a:xfrm>
            <a:off x="272176" y="1663374"/>
            <a:ext cx="2937749" cy="15367"/>
          </a:xfrm>
          <a:prstGeom prst="line">
            <a:avLst/>
          </a:prstGeom>
        </p:spPr>
        <p:style>
          <a:lnRef idx="2">
            <a:schemeClr val="dk1"/>
          </a:lnRef>
          <a:fillRef idx="0">
            <a:schemeClr val="dk1"/>
          </a:fillRef>
          <a:effectRef idx="1">
            <a:schemeClr val="dk1"/>
          </a:effectRef>
          <a:fontRef idx="minor">
            <a:schemeClr val="tx1"/>
          </a:fontRef>
        </p:style>
      </p:cxnSp>
      <p:grpSp>
        <p:nvGrpSpPr>
          <p:cNvPr id="3" name="Group 2">
            <a:extLst>
              <a:ext uri="{FF2B5EF4-FFF2-40B4-BE49-F238E27FC236}">
                <a16:creationId xmlns:a16="http://schemas.microsoft.com/office/drawing/2014/main" id="{89DABBF1-EE3C-4DD8-A5DB-AF802D8FC94C}"/>
              </a:ext>
            </a:extLst>
          </p:cNvPr>
          <p:cNvGrpSpPr/>
          <p:nvPr/>
        </p:nvGrpSpPr>
        <p:grpSpPr>
          <a:xfrm>
            <a:off x="1150966" y="2975127"/>
            <a:ext cx="1555170" cy="959798"/>
            <a:chOff x="11978" y="2533377"/>
            <a:chExt cx="1555170" cy="959798"/>
          </a:xfrm>
        </p:grpSpPr>
        <p:grpSp>
          <p:nvGrpSpPr>
            <p:cNvPr id="154" name="Group 153">
              <a:extLst>
                <a:ext uri="{FF2B5EF4-FFF2-40B4-BE49-F238E27FC236}">
                  <a16:creationId xmlns:a16="http://schemas.microsoft.com/office/drawing/2014/main" id="{ABC1B264-44DF-4A8E-BE2E-7F3E9739858D}"/>
                </a:ext>
              </a:extLst>
            </p:cNvPr>
            <p:cNvGrpSpPr/>
            <p:nvPr/>
          </p:nvGrpSpPr>
          <p:grpSpPr>
            <a:xfrm>
              <a:off x="1131102" y="2533377"/>
              <a:ext cx="436046" cy="393700"/>
              <a:chOff x="947440" y="2425700"/>
              <a:chExt cx="436046" cy="393700"/>
            </a:xfrm>
          </p:grpSpPr>
          <p:cxnSp>
            <p:nvCxnSpPr>
              <p:cNvPr id="155" name="Straight Connector 154">
                <a:extLst>
                  <a:ext uri="{FF2B5EF4-FFF2-40B4-BE49-F238E27FC236}">
                    <a16:creationId xmlns:a16="http://schemas.microsoft.com/office/drawing/2014/main" id="{817BD31A-85C5-4F15-9498-EDACA3D6FEE6}"/>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56" name="Straight Arrow Connector 155">
                <a:extLst>
                  <a:ext uri="{FF2B5EF4-FFF2-40B4-BE49-F238E27FC236}">
                    <a16:creationId xmlns:a16="http://schemas.microsoft.com/office/drawing/2014/main" id="{93D13032-B044-4797-9E8D-802E12737EF4}"/>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80" name="TextBox 179">
              <a:extLst>
                <a:ext uri="{FF2B5EF4-FFF2-40B4-BE49-F238E27FC236}">
                  <a16:creationId xmlns:a16="http://schemas.microsoft.com/office/drawing/2014/main" id="{ADE3E20A-BCAC-4D00-9CA5-DA6629F5E08B}"/>
                </a:ext>
              </a:extLst>
            </p:cNvPr>
            <p:cNvSpPr txBox="1"/>
            <p:nvPr/>
          </p:nvSpPr>
          <p:spPr>
            <a:xfrm>
              <a:off x="11978" y="3154621"/>
              <a:ext cx="1527982" cy="338554"/>
            </a:xfrm>
            <a:prstGeom prst="rect">
              <a:avLst/>
            </a:prstGeom>
            <a:noFill/>
          </p:spPr>
          <p:txBody>
            <a:bodyPr wrap="none" rtlCol="0">
              <a:spAutoFit/>
            </a:bodyPr>
            <a:lstStyle/>
            <a:p>
              <a:r>
                <a:rPr lang="en-US" sz="1600" dirty="0">
                  <a:solidFill>
                    <a:schemeClr val="bg1"/>
                  </a:solidFill>
                </a:rPr>
                <a:t>Self-Assembles</a:t>
              </a:r>
            </a:p>
          </p:txBody>
        </p:sp>
        <p:cxnSp>
          <p:nvCxnSpPr>
            <p:cNvPr id="206" name="Straight Connector 205">
              <a:extLst>
                <a:ext uri="{FF2B5EF4-FFF2-40B4-BE49-F238E27FC236}">
                  <a16:creationId xmlns:a16="http://schemas.microsoft.com/office/drawing/2014/main" id="{0EBCBC8F-45A3-45BA-9B48-AE822A28F212}"/>
                </a:ext>
              </a:extLst>
            </p:cNvPr>
            <p:cNvCxnSpPr/>
            <p:nvPr/>
          </p:nvCxnSpPr>
          <p:spPr>
            <a:xfrm flipV="1">
              <a:off x="617591" y="2923190"/>
              <a:ext cx="387580" cy="243222"/>
            </a:xfrm>
            <a:prstGeom prst="line">
              <a:avLst/>
            </a:prstGeom>
          </p:spPr>
          <p:style>
            <a:lnRef idx="1">
              <a:schemeClr val="dk1"/>
            </a:lnRef>
            <a:fillRef idx="0">
              <a:schemeClr val="dk1"/>
            </a:fillRef>
            <a:effectRef idx="0">
              <a:schemeClr val="dk1"/>
            </a:effectRef>
            <a:fontRef idx="minor">
              <a:schemeClr val="tx1"/>
            </a:fontRef>
          </p:style>
        </p:cxnSp>
      </p:grpSp>
      <p:grpSp>
        <p:nvGrpSpPr>
          <p:cNvPr id="249" name="Group 248">
            <a:extLst>
              <a:ext uri="{FF2B5EF4-FFF2-40B4-BE49-F238E27FC236}">
                <a16:creationId xmlns:a16="http://schemas.microsoft.com/office/drawing/2014/main" id="{F8428885-B292-4F2D-BF75-670F3107F6BA}"/>
              </a:ext>
            </a:extLst>
          </p:cNvPr>
          <p:cNvGrpSpPr/>
          <p:nvPr/>
        </p:nvGrpSpPr>
        <p:grpSpPr>
          <a:xfrm>
            <a:off x="7171998" y="5507386"/>
            <a:ext cx="2367828" cy="1101312"/>
            <a:chOff x="4598672" y="3868932"/>
            <a:chExt cx="2367828" cy="1101312"/>
          </a:xfrm>
        </p:grpSpPr>
        <p:sp>
          <p:nvSpPr>
            <p:cNvPr id="250" name="TextBox 249">
              <a:extLst>
                <a:ext uri="{FF2B5EF4-FFF2-40B4-BE49-F238E27FC236}">
                  <a16:creationId xmlns:a16="http://schemas.microsoft.com/office/drawing/2014/main" id="{323FA6B0-1BFF-4325-9245-1E40827C304A}"/>
                </a:ext>
              </a:extLst>
            </p:cNvPr>
            <p:cNvSpPr txBox="1"/>
            <p:nvPr/>
          </p:nvSpPr>
          <p:spPr>
            <a:xfrm>
              <a:off x="4598672" y="4631690"/>
              <a:ext cx="2367828" cy="338554"/>
            </a:xfrm>
            <a:prstGeom prst="rect">
              <a:avLst/>
            </a:prstGeom>
            <a:noFill/>
          </p:spPr>
          <p:txBody>
            <a:bodyPr wrap="none" rtlCol="0">
              <a:spAutoFit/>
            </a:bodyPr>
            <a:lstStyle/>
            <a:p>
              <a:r>
                <a:rPr lang="en-US" sz="1600" dirty="0">
                  <a:solidFill>
                    <a:schemeClr val="bg1"/>
                  </a:solidFill>
                </a:rPr>
                <a:t>TM’s using O(1) tile types</a:t>
              </a:r>
            </a:p>
          </p:txBody>
        </p:sp>
        <p:grpSp>
          <p:nvGrpSpPr>
            <p:cNvPr id="251" name="Group 250">
              <a:extLst>
                <a:ext uri="{FF2B5EF4-FFF2-40B4-BE49-F238E27FC236}">
                  <a16:creationId xmlns:a16="http://schemas.microsoft.com/office/drawing/2014/main" id="{3E09328D-E158-4C8F-8F72-E1D7FF0B3D30}"/>
                </a:ext>
              </a:extLst>
            </p:cNvPr>
            <p:cNvGrpSpPr/>
            <p:nvPr/>
          </p:nvGrpSpPr>
          <p:grpSpPr>
            <a:xfrm>
              <a:off x="5714112" y="3868932"/>
              <a:ext cx="436046" cy="393700"/>
              <a:chOff x="947440" y="2425700"/>
              <a:chExt cx="436046" cy="393700"/>
            </a:xfrm>
          </p:grpSpPr>
          <p:cxnSp>
            <p:nvCxnSpPr>
              <p:cNvPr id="253" name="Straight Connector 252">
                <a:extLst>
                  <a:ext uri="{FF2B5EF4-FFF2-40B4-BE49-F238E27FC236}">
                    <a16:creationId xmlns:a16="http://schemas.microsoft.com/office/drawing/2014/main" id="{89C99D00-F7B9-4F70-8644-DCA26E127D55}"/>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54" name="Straight Arrow Connector 253">
                <a:extLst>
                  <a:ext uri="{FF2B5EF4-FFF2-40B4-BE49-F238E27FC236}">
                    <a16:creationId xmlns:a16="http://schemas.microsoft.com/office/drawing/2014/main" id="{974716C3-5B28-4FF7-8008-3C9388CDD32F}"/>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52" name="Straight Connector 251">
              <a:extLst>
                <a:ext uri="{FF2B5EF4-FFF2-40B4-BE49-F238E27FC236}">
                  <a16:creationId xmlns:a16="http://schemas.microsoft.com/office/drawing/2014/main" id="{DFCBB12A-8649-438F-B136-FAD4A14F986D}"/>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85" name="TextBox 84">
            <a:extLst>
              <a:ext uri="{FF2B5EF4-FFF2-40B4-BE49-F238E27FC236}">
                <a16:creationId xmlns:a16="http://schemas.microsoft.com/office/drawing/2014/main" id="{E8F7D0DD-BCD0-4A77-B313-22663A6C98AB}"/>
              </a:ext>
            </a:extLst>
          </p:cNvPr>
          <p:cNvSpPr txBox="1"/>
          <p:nvPr/>
        </p:nvSpPr>
        <p:spPr>
          <a:xfrm>
            <a:off x="6048235" y="3089981"/>
            <a:ext cx="3005951" cy="646331"/>
          </a:xfrm>
          <a:prstGeom prst="rect">
            <a:avLst/>
          </a:prstGeom>
          <a:noFill/>
        </p:spPr>
        <p:txBody>
          <a:bodyPr wrap="none" rtlCol="0">
            <a:spAutoFit/>
          </a:bodyPr>
          <a:lstStyle/>
          <a:p>
            <a:pPr algn="ctr"/>
            <a:r>
              <a:rPr lang="en-US" u="sng" dirty="0">
                <a:solidFill>
                  <a:schemeClr val="bg1"/>
                </a:solidFill>
              </a:rPr>
              <a:t>Seed Block which encodes the</a:t>
            </a:r>
            <a:br>
              <a:rPr lang="en-US" u="sng" dirty="0">
                <a:solidFill>
                  <a:schemeClr val="bg1"/>
                </a:solidFill>
              </a:rPr>
            </a:br>
            <a:r>
              <a:rPr lang="en-US" u="sng" dirty="0">
                <a:solidFill>
                  <a:schemeClr val="bg1"/>
                </a:solidFill>
              </a:rPr>
              <a:t>program to assemble S</a:t>
            </a:r>
          </a:p>
        </p:txBody>
      </p:sp>
      <p:sp>
        <p:nvSpPr>
          <p:cNvPr id="86" name="TextBox 85">
            <a:extLst>
              <a:ext uri="{FF2B5EF4-FFF2-40B4-BE49-F238E27FC236}">
                <a16:creationId xmlns:a16="http://schemas.microsoft.com/office/drawing/2014/main" id="{D472E268-4BAB-4585-A27B-5A93EF79CCD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Process Overview</a:t>
            </a:r>
            <a:endParaRPr lang="en-US" sz="1600" dirty="0">
              <a:solidFill>
                <a:schemeClr val="bg1"/>
              </a:solidFill>
            </a:endParaRPr>
          </a:p>
        </p:txBody>
      </p:sp>
      <p:pic>
        <p:nvPicPr>
          <p:cNvPr id="83" name="Graphic 82">
            <a:extLst>
              <a:ext uri="{FF2B5EF4-FFF2-40B4-BE49-F238E27FC236}">
                <a16:creationId xmlns:a16="http://schemas.microsoft.com/office/drawing/2014/main" id="{EBCE7533-99D1-4F0D-8E16-6D44004614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79372" y="2946621"/>
            <a:ext cx="970088" cy="1165016"/>
          </a:xfrm>
          <a:prstGeom prst="rect">
            <a:avLst/>
          </a:prstGeom>
        </p:spPr>
      </p:pic>
      <p:grpSp>
        <p:nvGrpSpPr>
          <p:cNvPr id="97" name="Group 96">
            <a:extLst>
              <a:ext uri="{FF2B5EF4-FFF2-40B4-BE49-F238E27FC236}">
                <a16:creationId xmlns:a16="http://schemas.microsoft.com/office/drawing/2014/main" id="{24F4EAED-4AC5-4C62-864B-E356E8D6A2CC}"/>
              </a:ext>
            </a:extLst>
          </p:cNvPr>
          <p:cNvGrpSpPr/>
          <p:nvPr/>
        </p:nvGrpSpPr>
        <p:grpSpPr>
          <a:xfrm>
            <a:off x="1744548" y="1790542"/>
            <a:ext cx="992531" cy="873535"/>
            <a:chOff x="5162752" y="3143213"/>
            <a:chExt cx="1670865" cy="1701932"/>
          </a:xfrm>
        </p:grpSpPr>
        <p:grpSp>
          <p:nvGrpSpPr>
            <p:cNvPr id="98" name="Group 97">
              <a:extLst>
                <a:ext uri="{FF2B5EF4-FFF2-40B4-BE49-F238E27FC236}">
                  <a16:creationId xmlns:a16="http://schemas.microsoft.com/office/drawing/2014/main" id="{6F31C77E-61A4-4C78-8080-ED52CBA039E9}"/>
                </a:ext>
              </a:extLst>
            </p:cNvPr>
            <p:cNvGrpSpPr/>
            <p:nvPr/>
          </p:nvGrpSpPr>
          <p:grpSpPr>
            <a:xfrm>
              <a:off x="5215077" y="4213544"/>
              <a:ext cx="271148" cy="269638"/>
              <a:chOff x="2274846" y="1095709"/>
              <a:chExt cx="1352962" cy="1355911"/>
            </a:xfrm>
            <a:effectLst>
              <a:outerShdw blurRad="50800" dist="38100" dir="2700000" algn="tl" rotWithShape="0">
                <a:prstClr val="black">
                  <a:alpha val="40000"/>
                </a:prstClr>
              </a:outerShdw>
            </a:effectLst>
          </p:grpSpPr>
          <p:sp>
            <p:nvSpPr>
              <p:cNvPr id="175" name="Rectangle 174">
                <a:extLst>
                  <a:ext uri="{FF2B5EF4-FFF2-40B4-BE49-F238E27FC236}">
                    <a16:creationId xmlns:a16="http://schemas.microsoft.com/office/drawing/2014/main" id="{6CEA0A46-CCF9-4352-92A4-787E06368A8F}"/>
                  </a:ext>
                </a:extLst>
              </p:cNvPr>
              <p:cNvSpPr/>
              <p:nvPr/>
            </p:nvSpPr>
            <p:spPr>
              <a:xfrm rot="5400000">
                <a:off x="2274671" y="109848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ectangle 175">
                <a:extLst>
                  <a:ext uri="{FF2B5EF4-FFF2-40B4-BE49-F238E27FC236}">
                    <a16:creationId xmlns:a16="http://schemas.microsoft.com/office/drawing/2014/main" id="{244C91F2-4060-464D-8BAA-E3BFCF902BC4}"/>
                  </a:ext>
                </a:extLst>
              </p:cNvPr>
              <p:cNvSpPr/>
              <p:nvPr/>
            </p:nvSpPr>
            <p:spPr>
              <a:xfrm rot="10800000">
                <a:off x="3411197" y="1594131"/>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7" name="Rectangle 176">
                <a:extLst>
                  <a:ext uri="{FF2B5EF4-FFF2-40B4-BE49-F238E27FC236}">
                    <a16:creationId xmlns:a16="http://schemas.microsoft.com/office/drawing/2014/main" id="{6D3E8801-A67A-4AC1-9F08-1AB39279D123}"/>
                  </a:ext>
                </a:extLst>
              </p:cNvPr>
              <p:cNvSpPr/>
              <p:nvPr/>
            </p:nvSpPr>
            <p:spPr>
              <a:xfrm rot="16200000">
                <a:off x="3080342"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8" name="Rectangle 177">
                <a:extLst>
                  <a:ext uri="{FF2B5EF4-FFF2-40B4-BE49-F238E27FC236}">
                    <a16:creationId xmlns:a16="http://schemas.microsoft.com/office/drawing/2014/main" id="{9B04B11F-6FD4-49F0-A2BB-ADA8DD17987A}"/>
                  </a:ext>
                </a:extLst>
              </p:cNvPr>
              <p:cNvSpPr/>
              <p:nvPr/>
            </p:nvSpPr>
            <p:spPr>
              <a:xfrm rot="16200000">
                <a:off x="2632225" y="2162483"/>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9" name="Rectangle 178">
                <a:extLst>
                  <a:ext uri="{FF2B5EF4-FFF2-40B4-BE49-F238E27FC236}">
                    <a16:creationId xmlns:a16="http://schemas.microsoft.com/office/drawing/2014/main" id="{4DC6E4CB-58F5-46AE-899B-4FC73254A4FF}"/>
                  </a:ext>
                </a:extLst>
              </p:cNvPr>
              <p:cNvSpPr/>
              <p:nvPr/>
            </p:nvSpPr>
            <p:spPr>
              <a:xfrm rot="16200000">
                <a:off x="3080342"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81">
                <a:extLst>
                  <a:ext uri="{FF2B5EF4-FFF2-40B4-BE49-F238E27FC236}">
                    <a16:creationId xmlns:a16="http://schemas.microsoft.com/office/drawing/2014/main" id="{450C0B00-C560-4E4D-9BB6-4EB96BA987AE}"/>
                  </a:ext>
                </a:extLst>
              </p:cNvPr>
              <p:cNvSpPr/>
              <p:nvPr/>
            </p:nvSpPr>
            <p:spPr>
              <a:xfrm rot="16200000">
                <a:off x="2632225" y="1023183"/>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99" name="Group 98">
              <a:extLst>
                <a:ext uri="{FF2B5EF4-FFF2-40B4-BE49-F238E27FC236}">
                  <a16:creationId xmlns:a16="http://schemas.microsoft.com/office/drawing/2014/main" id="{B1771180-6FD0-4169-96B8-E047A7EB6958}"/>
                </a:ext>
              </a:extLst>
            </p:cNvPr>
            <p:cNvGrpSpPr/>
            <p:nvPr/>
          </p:nvGrpSpPr>
          <p:grpSpPr>
            <a:xfrm>
              <a:off x="5162752" y="3143213"/>
              <a:ext cx="271160" cy="269637"/>
              <a:chOff x="9356965" y="2466176"/>
              <a:chExt cx="1353133" cy="1353312"/>
            </a:xfrm>
            <a:effectLst>
              <a:outerShdw blurRad="50800" dist="38100" dir="2700000" algn="tl" rotWithShape="0">
                <a:prstClr val="black">
                  <a:alpha val="40000"/>
                </a:prstClr>
              </a:outerShdw>
            </a:effectLst>
          </p:grpSpPr>
          <p:sp>
            <p:nvSpPr>
              <p:cNvPr id="170" name="Rectangle 169">
                <a:extLst>
                  <a:ext uri="{FF2B5EF4-FFF2-40B4-BE49-F238E27FC236}">
                    <a16:creationId xmlns:a16="http://schemas.microsoft.com/office/drawing/2014/main" id="{6DAF4515-82F0-4688-9133-DF23FB90F240}"/>
                  </a:ext>
                </a:extLst>
              </p:cNvPr>
              <p:cNvSpPr/>
              <p:nvPr/>
            </p:nvSpPr>
            <p:spPr>
              <a:xfrm rot="5400000">
                <a:off x="9356790" y="2466351"/>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1" name="Rectangle 170">
                <a:extLst>
                  <a:ext uri="{FF2B5EF4-FFF2-40B4-BE49-F238E27FC236}">
                    <a16:creationId xmlns:a16="http://schemas.microsoft.com/office/drawing/2014/main" id="{A9E9E0C2-24AA-4ADF-A165-1A6E108E3981}"/>
                  </a:ext>
                </a:extLst>
              </p:cNvPr>
              <p:cNvSpPr/>
              <p:nvPr/>
            </p:nvSpPr>
            <p:spPr>
              <a:xfrm rot="5400000">
                <a:off x="9714891" y="2393911"/>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2" name="Rectangle 171">
                <a:extLst>
                  <a:ext uri="{FF2B5EF4-FFF2-40B4-BE49-F238E27FC236}">
                    <a16:creationId xmlns:a16="http://schemas.microsoft.com/office/drawing/2014/main" id="{1E90318A-9B96-43C5-8F71-C2D822E0A84E}"/>
                  </a:ext>
                </a:extLst>
              </p:cNvPr>
              <p:cNvSpPr/>
              <p:nvPr/>
            </p:nvSpPr>
            <p:spPr>
              <a:xfrm rot="5400000">
                <a:off x="10159816" y="2393740"/>
                <a:ext cx="216611" cy="361663"/>
              </a:xfrm>
              <a:prstGeom prst="rect">
                <a:avLst/>
              </a:prstGeom>
              <a:solidFill>
                <a:srgbClr val="00B050"/>
              </a:solidFill>
              <a:ln w="63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3" name="Rectangle 172">
                <a:extLst>
                  <a:ext uri="{FF2B5EF4-FFF2-40B4-BE49-F238E27FC236}">
                    <a16:creationId xmlns:a16="http://schemas.microsoft.com/office/drawing/2014/main" id="{1439DBFA-0592-4ED2-8240-2D02BF9B1F01}"/>
                  </a:ext>
                </a:extLst>
              </p:cNvPr>
              <p:cNvSpPr/>
              <p:nvPr/>
            </p:nvSpPr>
            <p:spPr>
              <a:xfrm>
                <a:off x="10493487" y="3172164"/>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4" name="Rectangle 173">
                <a:extLst>
                  <a:ext uri="{FF2B5EF4-FFF2-40B4-BE49-F238E27FC236}">
                    <a16:creationId xmlns:a16="http://schemas.microsoft.com/office/drawing/2014/main" id="{897C8F16-933E-4B7F-BC33-F0730C4C6C5F}"/>
                  </a:ext>
                </a:extLst>
              </p:cNvPr>
              <p:cNvSpPr/>
              <p:nvPr/>
            </p:nvSpPr>
            <p:spPr>
              <a:xfrm>
                <a:off x="10493316" y="2727239"/>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0" name="Group 99">
              <a:extLst>
                <a:ext uri="{FF2B5EF4-FFF2-40B4-BE49-F238E27FC236}">
                  <a16:creationId xmlns:a16="http://schemas.microsoft.com/office/drawing/2014/main" id="{6136FEAD-52B9-4450-896C-24BF43685DE9}"/>
                </a:ext>
              </a:extLst>
            </p:cNvPr>
            <p:cNvGrpSpPr/>
            <p:nvPr/>
          </p:nvGrpSpPr>
          <p:grpSpPr>
            <a:xfrm>
              <a:off x="5671674" y="3744165"/>
              <a:ext cx="271096" cy="269122"/>
              <a:chOff x="9180347" y="987490"/>
              <a:chExt cx="1352962" cy="1353312"/>
            </a:xfrm>
            <a:effectLst>
              <a:outerShdw blurRad="50800" dist="38100" dir="2700000" algn="tl" rotWithShape="0">
                <a:prstClr val="black">
                  <a:alpha val="40000"/>
                </a:prstClr>
              </a:outerShdw>
            </a:effectLst>
          </p:grpSpPr>
          <p:sp>
            <p:nvSpPr>
              <p:cNvPr id="162" name="Rectangle 161">
                <a:extLst>
                  <a:ext uri="{FF2B5EF4-FFF2-40B4-BE49-F238E27FC236}">
                    <a16:creationId xmlns:a16="http://schemas.microsoft.com/office/drawing/2014/main" id="{4A297662-1B8E-4297-AAEB-5E9B61C87998}"/>
                  </a:ext>
                </a:extLst>
              </p:cNvPr>
              <p:cNvSpPr/>
              <p:nvPr/>
            </p:nvSpPr>
            <p:spPr>
              <a:xfrm rot="5400000">
                <a:off x="9180172" y="987665"/>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6" name="Rectangle 165">
                <a:extLst>
                  <a:ext uri="{FF2B5EF4-FFF2-40B4-BE49-F238E27FC236}">
                    <a16:creationId xmlns:a16="http://schemas.microsoft.com/office/drawing/2014/main" id="{F5B5FC88-2CA1-46FD-A90B-B925684B0217}"/>
                  </a:ext>
                </a:extLst>
              </p:cNvPr>
              <p:cNvSpPr/>
              <p:nvPr/>
            </p:nvSpPr>
            <p:spPr>
              <a:xfrm rot="16200000">
                <a:off x="9748521" y="2051575"/>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7" name="Rectangle 166">
                <a:extLst>
                  <a:ext uri="{FF2B5EF4-FFF2-40B4-BE49-F238E27FC236}">
                    <a16:creationId xmlns:a16="http://schemas.microsoft.com/office/drawing/2014/main" id="{FC99A175-250A-41E2-8630-8AE8B3B2EED4}"/>
                  </a:ext>
                </a:extLst>
              </p:cNvPr>
              <p:cNvSpPr/>
              <p:nvPr/>
            </p:nvSpPr>
            <p:spPr>
              <a:xfrm rot="10800000">
                <a:off x="10316698"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8" name="Rectangle 167">
                <a:extLst>
                  <a:ext uri="{FF2B5EF4-FFF2-40B4-BE49-F238E27FC236}">
                    <a16:creationId xmlns:a16="http://schemas.microsoft.com/office/drawing/2014/main" id="{42260802-B5B4-4206-A59C-10716FC2122F}"/>
                  </a:ext>
                </a:extLst>
              </p:cNvPr>
              <p:cNvSpPr/>
              <p:nvPr/>
            </p:nvSpPr>
            <p:spPr>
              <a:xfrm rot="16200000">
                <a:off x="9742794" y="915144"/>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9" name="Rectangle 168">
                <a:extLst>
                  <a:ext uri="{FF2B5EF4-FFF2-40B4-BE49-F238E27FC236}">
                    <a16:creationId xmlns:a16="http://schemas.microsoft.com/office/drawing/2014/main" id="{77B1389A-3ACB-4F7C-9285-629D19C1A7AB}"/>
                  </a:ext>
                </a:extLst>
              </p:cNvPr>
              <p:cNvSpPr/>
              <p:nvPr/>
            </p:nvSpPr>
            <p:spPr>
              <a:xfrm rot="10800000">
                <a:off x="9185077" y="1483313"/>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1" name="Group 100">
              <a:extLst>
                <a:ext uri="{FF2B5EF4-FFF2-40B4-BE49-F238E27FC236}">
                  <a16:creationId xmlns:a16="http://schemas.microsoft.com/office/drawing/2014/main" id="{D34995F9-0A19-4639-A54F-4EA4282CC562}"/>
                </a:ext>
              </a:extLst>
            </p:cNvPr>
            <p:cNvGrpSpPr/>
            <p:nvPr/>
          </p:nvGrpSpPr>
          <p:grpSpPr>
            <a:xfrm>
              <a:off x="6313045" y="3342819"/>
              <a:ext cx="271149" cy="269122"/>
              <a:chOff x="7605132" y="3950429"/>
              <a:chExt cx="1352962" cy="1353312"/>
            </a:xfrm>
            <a:effectLst>
              <a:outerShdw blurRad="50800" dist="38100" dir="2700000" algn="tl" rotWithShape="0">
                <a:prstClr val="black">
                  <a:alpha val="40000"/>
                </a:prstClr>
              </a:outerShdw>
            </a:effectLst>
          </p:grpSpPr>
          <p:sp>
            <p:nvSpPr>
              <p:cNvPr id="158" name="Rectangle 157">
                <a:extLst>
                  <a:ext uri="{FF2B5EF4-FFF2-40B4-BE49-F238E27FC236}">
                    <a16:creationId xmlns:a16="http://schemas.microsoft.com/office/drawing/2014/main" id="{E69D1AB5-C03D-4E37-AD94-1606BEB04BE8}"/>
                  </a:ext>
                </a:extLst>
              </p:cNvPr>
              <p:cNvSpPr/>
              <p:nvPr/>
            </p:nvSpPr>
            <p:spPr>
              <a:xfrm rot="5400000">
                <a:off x="7604957" y="3950604"/>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9" name="Rectangle 158">
                <a:extLst>
                  <a:ext uri="{FF2B5EF4-FFF2-40B4-BE49-F238E27FC236}">
                    <a16:creationId xmlns:a16="http://schemas.microsoft.com/office/drawing/2014/main" id="{E24BDBD5-8EC9-4679-A776-A26F2C541506}"/>
                  </a:ext>
                </a:extLst>
              </p:cNvPr>
              <p:cNvSpPr/>
              <p:nvPr/>
            </p:nvSpPr>
            <p:spPr>
              <a:xfrm rot="10800000">
                <a:off x="8741483" y="4446252"/>
                <a:ext cx="216611" cy="361663"/>
              </a:xfrm>
              <a:prstGeom prst="rect">
                <a:avLst/>
              </a:prstGeom>
              <a:solidFill>
                <a:srgbClr val="7030A0"/>
              </a:solidFill>
              <a:ln w="6350">
                <a:solidFill>
                  <a:srgbClr val="6401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59">
                <a:extLst>
                  <a:ext uri="{FF2B5EF4-FFF2-40B4-BE49-F238E27FC236}">
                    <a16:creationId xmlns:a16="http://schemas.microsoft.com/office/drawing/2014/main" id="{83DCA899-22D2-4CC7-816F-83036C2E9C21}"/>
                  </a:ext>
                </a:extLst>
              </p:cNvPr>
              <p:cNvSpPr/>
              <p:nvPr/>
            </p:nvSpPr>
            <p:spPr>
              <a:xfrm rot="16200000">
                <a:off x="8410628"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ectangle 160">
                <a:extLst>
                  <a:ext uri="{FF2B5EF4-FFF2-40B4-BE49-F238E27FC236}">
                    <a16:creationId xmlns:a16="http://schemas.microsoft.com/office/drawing/2014/main" id="{45AC1AB4-CCCE-4A51-AE8F-E42BD40B3F81}"/>
                  </a:ext>
                </a:extLst>
              </p:cNvPr>
              <p:cNvSpPr/>
              <p:nvPr/>
            </p:nvSpPr>
            <p:spPr>
              <a:xfrm rot="16200000">
                <a:off x="7962511" y="5014604"/>
                <a:ext cx="216611" cy="361663"/>
              </a:xfrm>
              <a:prstGeom prst="rect">
                <a:avLst/>
              </a:prstGeom>
              <a:solidFill>
                <a:srgbClr val="FFFF00"/>
              </a:solidFill>
              <a:ln w="63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2" name="Group 101">
              <a:extLst>
                <a:ext uri="{FF2B5EF4-FFF2-40B4-BE49-F238E27FC236}">
                  <a16:creationId xmlns:a16="http://schemas.microsoft.com/office/drawing/2014/main" id="{CBC94545-03F9-469C-B8BB-7DF43B916C01}"/>
                </a:ext>
              </a:extLst>
            </p:cNvPr>
            <p:cNvGrpSpPr/>
            <p:nvPr/>
          </p:nvGrpSpPr>
          <p:grpSpPr>
            <a:xfrm>
              <a:off x="6015609" y="4575506"/>
              <a:ext cx="271128" cy="269639"/>
              <a:chOff x="902841" y="1533868"/>
              <a:chExt cx="1353132" cy="1353312"/>
            </a:xfrm>
            <a:effectLst>
              <a:outerShdw blurRad="50800" dist="38100" dir="2700000" algn="tl" rotWithShape="0">
                <a:prstClr val="black">
                  <a:alpha val="40000"/>
                </a:prstClr>
              </a:outerShdw>
            </a:effectLst>
          </p:grpSpPr>
          <p:sp>
            <p:nvSpPr>
              <p:cNvPr id="108" name="Rectangle 107">
                <a:extLst>
                  <a:ext uri="{FF2B5EF4-FFF2-40B4-BE49-F238E27FC236}">
                    <a16:creationId xmlns:a16="http://schemas.microsoft.com/office/drawing/2014/main" id="{9A19F5BF-219B-4999-BED7-EDBFF0138DBC}"/>
                  </a:ext>
                </a:extLst>
              </p:cNvPr>
              <p:cNvSpPr/>
              <p:nvPr/>
            </p:nvSpPr>
            <p:spPr>
              <a:xfrm rot="5400000">
                <a:off x="902837" y="153404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5BFF818A-58F6-4169-AF37-45E6C2742199}"/>
                  </a:ext>
                </a:extLst>
              </p:cNvPr>
              <p:cNvSpPr/>
              <p:nvPr/>
            </p:nvSpPr>
            <p:spPr>
              <a:xfrm>
                <a:off x="903012" y="2239856"/>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ectangle 109">
                <a:extLst>
                  <a:ext uri="{FF2B5EF4-FFF2-40B4-BE49-F238E27FC236}">
                    <a16:creationId xmlns:a16="http://schemas.microsoft.com/office/drawing/2014/main" id="{49FA46B1-9C07-4B38-961A-3A03F8E70E4D}"/>
                  </a:ext>
                </a:extLst>
              </p:cNvPr>
              <p:cNvSpPr/>
              <p:nvPr/>
            </p:nvSpPr>
            <p:spPr>
              <a:xfrm>
                <a:off x="902841" y="1794931"/>
                <a:ext cx="216611" cy="361663"/>
              </a:xfrm>
              <a:prstGeom prst="rect">
                <a:avLst/>
              </a:prstGeom>
              <a:solidFill>
                <a:srgbClr val="FC711C"/>
              </a:solidFill>
              <a:ln w="63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Rectangle 110">
                <a:extLst>
                  <a:ext uri="{FF2B5EF4-FFF2-40B4-BE49-F238E27FC236}">
                    <a16:creationId xmlns:a16="http://schemas.microsoft.com/office/drawing/2014/main" id="{49F4116E-CE47-433E-A3A3-F5A9C045F8C9}"/>
                  </a:ext>
                </a:extLst>
              </p:cNvPr>
              <p:cNvSpPr/>
              <p:nvPr/>
            </p:nvSpPr>
            <p:spPr>
              <a:xfrm rot="16200000">
                <a:off x="1471186" y="146314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2" name="Rectangle 111">
                <a:extLst>
                  <a:ext uri="{FF2B5EF4-FFF2-40B4-BE49-F238E27FC236}">
                    <a16:creationId xmlns:a16="http://schemas.microsoft.com/office/drawing/2014/main" id="{C8119467-99AF-4DF5-9D01-B431840A1C05}"/>
                  </a:ext>
                </a:extLst>
              </p:cNvPr>
              <p:cNvSpPr/>
              <p:nvPr/>
            </p:nvSpPr>
            <p:spPr>
              <a:xfrm>
                <a:off x="2037062" y="223985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7" name="Rectangle 156">
                <a:extLst>
                  <a:ext uri="{FF2B5EF4-FFF2-40B4-BE49-F238E27FC236}">
                    <a16:creationId xmlns:a16="http://schemas.microsoft.com/office/drawing/2014/main" id="{508B4EA2-53B7-4C30-BBE2-50D37D4FB505}"/>
                  </a:ext>
                </a:extLst>
              </p:cNvPr>
              <p:cNvSpPr/>
              <p:nvPr/>
            </p:nvSpPr>
            <p:spPr>
              <a:xfrm>
                <a:off x="2036891" y="179493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03" name="Group 102">
              <a:extLst>
                <a:ext uri="{FF2B5EF4-FFF2-40B4-BE49-F238E27FC236}">
                  <a16:creationId xmlns:a16="http://schemas.microsoft.com/office/drawing/2014/main" id="{89AFBA5A-8506-4FB1-80DB-886686D9B623}"/>
                </a:ext>
              </a:extLst>
            </p:cNvPr>
            <p:cNvGrpSpPr/>
            <p:nvPr/>
          </p:nvGrpSpPr>
          <p:grpSpPr>
            <a:xfrm>
              <a:off x="6562490" y="4086418"/>
              <a:ext cx="271127" cy="269638"/>
              <a:chOff x="7607604" y="4156548"/>
              <a:chExt cx="1352961" cy="1353312"/>
            </a:xfrm>
            <a:effectLst>
              <a:outerShdw blurRad="50800" dist="38100" dir="2700000" algn="tl" rotWithShape="0">
                <a:prstClr val="black">
                  <a:alpha val="40000"/>
                </a:prstClr>
              </a:outerShdw>
            </a:effectLst>
          </p:grpSpPr>
          <p:sp>
            <p:nvSpPr>
              <p:cNvPr id="104" name="Rectangle 103">
                <a:extLst>
                  <a:ext uri="{FF2B5EF4-FFF2-40B4-BE49-F238E27FC236}">
                    <a16:creationId xmlns:a16="http://schemas.microsoft.com/office/drawing/2014/main" id="{8DC0917B-037A-4ACD-800D-6688EB0938D4}"/>
                  </a:ext>
                </a:extLst>
              </p:cNvPr>
              <p:cNvSpPr/>
              <p:nvPr/>
            </p:nvSpPr>
            <p:spPr>
              <a:xfrm rot="5400000">
                <a:off x="7607429" y="4156723"/>
                <a:ext cx="1353312" cy="1352961"/>
              </a:xfrm>
              <a:prstGeom prst="rect">
                <a:avLst/>
              </a:prstGeom>
              <a:solidFill>
                <a:schemeClr val="tx1">
                  <a:lumMod val="50000"/>
                </a:schemeClr>
              </a:solidFill>
              <a:ln w="6350">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6E1783A7-73E5-4495-ADD9-CFA090D5D24D}"/>
                  </a:ext>
                </a:extLst>
              </p:cNvPr>
              <p:cNvSpPr/>
              <p:nvPr/>
            </p:nvSpPr>
            <p:spPr>
              <a:xfrm rot="16200000">
                <a:off x="8175778" y="4085826"/>
                <a:ext cx="216611" cy="361663"/>
              </a:xfrm>
              <a:prstGeom prst="rect">
                <a:avLst/>
              </a:prstGeom>
              <a:solidFill>
                <a:srgbClr val="015AAB"/>
              </a:solidFill>
              <a:ln w="6350">
                <a:solidFill>
                  <a:srgbClr val="002A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6" name="Rectangle 105">
                <a:extLst>
                  <a:ext uri="{FF2B5EF4-FFF2-40B4-BE49-F238E27FC236}">
                    <a16:creationId xmlns:a16="http://schemas.microsoft.com/office/drawing/2014/main" id="{EE3B8595-70EA-45A0-9E7A-6CB2A99F5AAB}"/>
                  </a:ext>
                </a:extLst>
              </p:cNvPr>
              <p:cNvSpPr/>
              <p:nvPr/>
            </p:nvSpPr>
            <p:spPr>
              <a:xfrm>
                <a:off x="7607777" y="4862536"/>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2A0FB818-973F-4584-8437-99891FE5B9AB}"/>
                  </a:ext>
                </a:extLst>
              </p:cNvPr>
              <p:cNvSpPr/>
              <p:nvPr/>
            </p:nvSpPr>
            <p:spPr>
              <a:xfrm>
                <a:off x="7607606" y="4417611"/>
                <a:ext cx="216611" cy="361663"/>
              </a:xfrm>
              <a:prstGeom prst="rect">
                <a:avLst/>
              </a:prstGeom>
              <a:solidFill>
                <a:srgbClr val="FF0000"/>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196" name="Group 195">
            <a:extLst>
              <a:ext uri="{FF2B5EF4-FFF2-40B4-BE49-F238E27FC236}">
                <a16:creationId xmlns:a16="http://schemas.microsoft.com/office/drawing/2014/main" id="{81F7E277-CF4C-44AA-A127-8B2698F64E0F}"/>
              </a:ext>
            </a:extLst>
          </p:cNvPr>
          <p:cNvGrpSpPr/>
          <p:nvPr/>
        </p:nvGrpSpPr>
        <p:grpSpPr>
          <a:xfrm>
            <a:off x="1313187" y="1921392"/>
            <a:ext cx="169763" cy="709259"/>
            <a:chOff x="2783837" y="4446481"/>
            <a:chExt cx="255929" cy="934122"/>
          </a:xfrm>
        </p:grpSpPr>
        <p:sp>
          <p:nvSpPr>
            <p:cNvPr id="197" name="Rectangle 196">
              <a:extLst>
                <a:ext uri="{FF2B5EF4-FFF2-40B4-BE49-F238E27FC236}">
                  <a16:creationId xmlns:a16="http://schemas.microsoft.com/office/drawing/2014/main" id="{3A4DF882-5FBF-4F4C-9747-4CECC250883E}"/>
                </a:ext>
              </a:extLst>
            </p:cNvPr>
            <p:cNvSpPr/>
            <p:nvPr/>
          </p:nvSpPr>
          <p:spPr>
            <a:xfrm>
              <a:off x="2823988" y="4935436"/>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76C628A5-0737-4578-8C21-A5AEDC6910CC}"/>
                </a:ext>
              </a:extLst>
            </p:cNvPr>
            <p:cNvSpPr/>
            <p:nvPr/>
          </p:nvSpPr>
          <p:spPr>
            <a:xfrm>
              <a:off x="2823986" y="5058005"/>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Rounded Corners 201">
              <a:extLst>
                <a:ext uri="{FF2B5EF4-FFF2-40B4-BE49-F238E27FC236}">
                  <a16:creationId xmlns:a16="http://schemas.microsoft.com/office/drawing/2014/main" id="{FAF1FE33-C5A3-40B0-BF35-9FD8072BF463}"/>
                </a:ext>
              </a:extLst>
            </p:cNvPr>
            <p:cNvSpPr/>
            <p:nvPr/>
          </p:nvSpPr>
          <p:spPr>
            <a:xfrm>
              <a:off x="2823985" y="4446481"/>
              <a:ext cx="175631" cy="154928"/>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A0531290-A82E-41BA-B9EA-C4EE0A47A7E4}"/>
                </a:ext>
              </a:extLst>
            </p:cNvPr>
            <p:cNvSpPr/>
            <p:nvPr/>
          </p:nvSpPr>
          <p:spPr>
            <a:xfrm>
              <a:off x="2783837" y="5151591"/>
              <a:ext cx="255929" cy="229012"/>
            </a:xfrm>
            <a:prstGeom prst="ellipse">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BF4B9828-B400-4FBC-BB83-4AF816813692}"/>
                </a:ext>
              </a:extLst>
            </p:cNvPr>
            <p:cNvSpPr/>
            <p:nvPr/>
          </p:nvSpPr>
          <p:spPr>
            <a:xfrm>
              <a:off x="2823986" y="4812868"/>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 name="Rectangle 204">
              <a:extLst>
                <a:ext uri="{FF2B5EF4-FFF2-40B4-BE49-F238E27FC236}">
                  <a16:creationId xmlns:a16="http://schemas.microsoft.com/office/drawing/2014/main" id="{3247DD01-BC49-4F69-BB52-729F7CC78F29}"/>
                </a:ext>
              </a:extLst>
            </p:cNvPr>
            <p:cNvSpPr/>
            <p:nvPr/>
          </p:nvSpPr>
          <p:spPr>
            <a:xfrm>
              <a:off x="2823986" y="4690299"/>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975FF6C9-58E6-4DED-9CB4-88894F1DE3EF}"/>
                </a:ext>
              </a:extLst>
            </p:cNvPr>
            <p:cNvSpPr/>
            <p:nvPr/>
          </p:nvSpPr>
          <p:spPr>
            <a:xfrm>
              <a:off x="2823986" y="4568774"/>
              <a:ext cx="175631" cy="122568"/>
            </a:xfrm>
            <a:prstGeom prst="rect">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9" name="TextBox 208">
            <a:extLst>
              <a:ext uri="{FF2B5EF4-FFF2-40B4-BE49-F238E27FC236}">
                <a16:creationId xmlns:a16="http://schemas.microsoft.com/office/drawing/2014/main" id="{EB1990FF-95F9-4075-896F-1A2ED27BFBF5}"/>
              </a:ext>
            </a:extLst>
          </p:cNvPr>
          <p:cNvSpPr txBox="1"/>
          <p:nvPr/>
        </p:nvSpPr>
        <p:spPr>
          <a:xfrm>
            <a:off x="1410021" y="1830214"/>
            <a:ext cx="160416" cy="338554"/>
          </a:xfrm>
          <a:prstGeom prst="rect">
            <a:avLst/>
          </a:prstGeom>
          <a:noFill/>
        </p:spPr>
        <p:txBody>
          <a:bodyPr wrap="square" rtlCol="0">
            <a:spAutoFit/>
          </a:bodyPr>
          <a:lstStyle/>
          <a:p>
            <a:r>
              <a:rPr lang="el-GR" sz="1600" dirty="0">
                <a:solidFill>
                  <a:schemeClr val="bg1"/>
                </a:solidFill>
              </a:rPr>
              <a:t>τ</a:t>
            </a:r>
            <a:endParaRPr lang="en-US" sz="1600" dirty="0">
              <a:solidFill>
                <a:schemeClr val="bg1"/>
              </a:solidFill>
            </a:endParaRPr>
          </a:p>
        </p:txBody>
      </p:sp>
      <p:sp>
        <p:nvSpPr>
          <p:cNvPr id="210" name="Arrow: Right 209">
            <a:extLst>
              <a:ext uri="{FF2B5EF4-FFF2-40B4-BE49-F238E27FC236}">
                <a16:creationId xmlns:a16="http://schemas.microsoft.com/office/drawing/2014/main" id="{7C1D5DF5-EBA0-4EFB-B30E-7E2CA17557B1}"/>
              </a:ext>
            </a:extLst>
          </p:cNvPr>
          <p:cNvSpPr/>
          <p:nvPr/>
        </p:nvSpPr>
        <p:spPr>
          <a:xfrm>
            <a:off x="994668" y="2227310"/>
            <a:ext cx="243089" cy="223731"/>
          </a:xfrm>
          <a:prstGeom prst="rightArrow">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TextBox 211">
            <a:extLst>
              <a:ext uri="{FF2B5EF4-FFF2-40B4-BE49-F238E27FC236}">
                <a16:creationId xmlns:a16="http://schemas.microsoft.com/office/drawing/2014/main" id="{0E99B342-8D40-4434-AC0D-D4B39632F959}"/>
              </a:ext>
            </a:extLst>
          </p:cNvPr>
          <p:cNvSpPr txBox="1"/>
          <p:nvPr/>
        </p:nvSpPr>
        <p:spPr>
          <a:xfrm>
            <a:off x="708627" y="2638986"/>
            <a:ext cx="1440931" cy="338554"/>
          </a:xfrm>
          <a:prstGeom prst="rect">
            <a:avLst/>
          </a:prstGeom>
          <a:noFill/>
        </p:spPr>
        <p:txBody>
          <a:bodyPr wrap="square" rtlCol="0">
            <a:spAutoFit/>
          </a:bodyPr>
          <a:lstStyle/>
          <a:p>
            <a:r>
              <a:rPr lang="en-US" sz="1600" dirty="0">
                <a:solidFill>
                  <a:schemeClr val="bg1"/>
                </a:solidFill>
              </a:rPr>
              <a:t>O(1) tile types</a:t>
            </a:r>
          </a:p>
        </p:txBody>
      </p:sp>
      <p:grpSp>
        <p:nvGrpSpPr>
          <p:cNvPr id="113" name="Group 112">
            <a:extLst>
              <a:ext uri="{FF2B5EF4-FFF2-40B4-BE49-F238E27FC236}">
                <a16:creationId xmlns:a16="http://schemas.microsoft.com/office/drawing/2014/main" id="{BBAF5B42-D6CF-4495-99FE-9918AEE05F1A}"/>
              </a:ext>
            </a:extLst>
          </p:cNvPr>
          <p:cNvGrpSpPr/>
          <p:nvPr/>
        </p:nvGrpSpPr>
        <p:grpSpPr>
          <a:xfrm>
            <a:off x="6711801" y="3833137"/>
            <a:ext cx="1635456" cy="1501652"/>
            <a:chOff x="3625849" y="1377950"/>
            <a:chExt cx="5029202" cy="5029200"/>
          </a:xfrm>
        </p:grpSpPr>
        <p:sp>
          <p:nvSpPr>
            <p:cNvPr id="114" name="Rectangle 113">
              <a:extLst>
                <a:ext uri="{FF2B5EF4-FFF2-40B4-BE49-F238E27FC236}">
                  <a16:creationId xmlns:a16="http://schemas.microsoft.com/office/drawing/2014/main" id="{BE580C90-2A26-4495-AEAD-363817904946}"/>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5" name="Graphic 114">
              <a:extLst>
                <a:ext uri="{FF2B5EF4-FFF2-40B4-BE49-F238E27FC236}">
                  <a16:creationId xmlns:a16="http://schemas.microsoft.com/office/drawing/2014/main" id="{0E9F2EF3-A987-4BB0-9143-38019A89EB35}"/>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116" name="Straight Connector 115">
              <a:extLst>
                <a:ext uri="{FF2B5EF4-FFF2-40B4-BE49-F238E27FC236}">
                  <a16:creationId xmlns:a16="http://schemas.microsoft.com/office/drawing/2014/main" id="{D00A3438-9E27-4000-917E-7099B03822CF}"/>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17" name="Straight Connector 116">
              <a:extLst>
                <a:ext uri="{FF2B5EF4-FFF2-40B4-BE49-F238E27FC236}">
                  <a16:creationId xmlns:a16="http://schemas.microsoft.com/office/drawing/2014/main" id="{64A6CABA-E200-47A8-BA12-71266A9FA53F}"/>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a:extLst>
                <a:ext uri="{FF2B5EF4-FFF2-40B4-BE49-F238E27FC236}">
                  <a16:creationId xmlns:a16="http://schemas.microsoft.com/office/drawing/2014/main" id="{998DF166-DEE2-43A9-AC23-C11CD642B5A5}"/>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E2F48F3D-2317-4357-887E-9C918DF864EE}"/>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nvGrpSpPr>
          <p:cNvPr id="120" name="Group 119">
            <a:extLst>
              <a:ext uri="{FF2B5EF4-FFF2-40B4-BE49-F238E27FC236}">
                <a16:creationId xmlns:a16="http://schemas.microsoft.com/office/drawing/2014/main" id="{4218A32E-AD07-4840-A02C-AB75FC3A6479}"/>
              </a:ext>
            </a:extLst>
          </p:cNvPr>
          <p:cNvGrpSpPr/>
          <p:nvPr/>
        </p:nvGrpSpPr>
        <p:grpSpPr>
          <a:xfrm>
            <a:off x="3961411" y="4260475"/>
            <a:ext cx="2292615" cy="1074314"/>
            <a:chOff x="4445160" y="3868932"/>
            <a:chExt cx="2292615" cy="1074314"/>
          </a:xfrm>
        </p:grpSpPr>
        <p:sp>
          <p:nvSpPr>
            <p:cNvPr id="121" name="TextBox 120">
              <a:extLst>
                <a:ext uri="{FF2B5EF4-FFF2-40B4-BE49-F238E27FC236}">
                  <a16:creationId xmlns:a16="http://schemas.microsoft.com/office/drawing/2014/main" id="{B1ADA6BB-8F06-4E53-9450-A30598D7ACF3}"/>
                </a:ext>
              </a:extLst>
            </p:cNvPr>
            <p:cNvSpPr txBox="1"/>
            <p:nvPr/>
          </p:nvSpPr>
          <p:spPr>
            <a:xfrm>
              <a:off x="4445160" y="4604692"/>
              <a:ext cx="2292615" cy="338554"/>
            </a:xfrm>
            <a:prstGeom prst="rect">
              <a:avLst/>
            </a:prstGeom>
            <a:noFill/>
          </p:spPr>
          <p:txBody>
            <a:bodyPr wrap="none" rtlCol="0">
              <a:spAutoFit/>
            </a:bodyPr>
            <a:lstStyle/>
            <a:p>
              <a:r>
                <a:rPr lang="en-US" sz="1600" dirty="0">
                  <a:solidFill>
                    <a:schemeClr val="bg1"/>
                  </a:solidFill>
                </a:rPr>
                <a:t>Self-Assembly Continues</a:t>
              </a:r>
            </a:p>
          </p:txBody>
        </p:sp>
        <p:grpSp>
          <p:nvGrpSpPr>
            <p:cNvPr id="122" name="Group 121">
              <a:extLst>
                <a:ext uri="{FF2B5EF4-FFF2-40B4-BE49-F238E27FC236}">
                  <a16:creationId xmlns:a16="http://schemas.microsoft.com/office/drawing/2014/main" id="{1816AE4A-05FD-4B8E-9E06-022F82CCD4B4}"/>
                </a:ext>
              </a:extLst>
            </p:cNvPr>
            <p:cNvGrpSpPr/>
            <p:nvPr/>
          </p:nvGrpSpPr>
          <p:grpSpPr>
            <a:xfrm>
              <a:off x="5714112" y="3868932"/>
              <a:ext cx="436046" cy="393700"/>
              <a:chOff x="947440" y="2425700"/>
              <a:chExt cx="436046" cy="393700"/>
            </a:xfrm>
          </p:grpSpPr>
          <p:cxnSp>
            <p:nvCxnSpPr>
              <p:cNvPr id="124" name="Straight Connector 123">
                <a:extLst>
                  <a:ext uri="{FF2B5EF4-FFF2-40B4-BE49-F238E27FC236}">
                    <a16:creationId xmlns:a16="http://schemas.microsoft.com/office/drawing/2014/main" id="{6E3192EF-DAE1-48F3-9F58-F385FDBAC040}"/>
                  </a:ext>
                </a:extLst>
              </p:cNvPr>
              <p:cNvCxnSpPr/>
              <p:nvPr/>
            </p:nvCxnSpPr>
            <p:spPr>
              <a:xfrm>
                <a:off x="947440" y="2425700"/>
                <a:ext cx="0" cy="3937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25" name="Straight Arrow Connector 124">
                <a:extLst>
                  <a:ext uri="{FF2B5EF4-FFF2-40B4-BE49-F238E27FC236}">
                    <a16:creationId xmlns:a16="http://schemas.microsoft.com/office/drawing/2014/main" id="{26B60802-381D-474B-8A1E-CCEF550340B5}"/>
                  </a:ext>
                </a:extLst>
              </p:cNvPr>
              <p:cNvCxnSpPr/>
              <p:nvPr/>
            </p:nvCxnSpPr>
            <p:spPr>
              <a:xfrm>
                <a:off x="947440" y="2819400"/>
                <a:ext cx="436046"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23" name="Straight Connector 122">
              <a:extLst>
                <a:ext uri="{FF2B5EF4-FFF2-40B4-BE49-F238E27FC236}">
                  <a16:creationId xmlns:a16="http://schemas.microsoft.com/office/drawing/2014/main" id="{AB1027B4-8AE1-4D8F-887A-06F00C6365FF}"/>
                </a:ext>
              </a:extLst>
            </p:cNvPr>
            <p:cNvCxnSpPr/>
            <p:nvPr/>
          </p:nvCxnSpPr>
          <p:spPr>
            <a:xfrm flipV="1">
              <a:off x="5248240" y="4361470"/>
              <a:ext cx="387580" cy="243222"/>
            </a:xfrm>
            <a:prstGeom prst="line">
              <a:avLst/>
            </a:prstGeom>
          </p:spPr>
          <p:style>
            <a:lnRef idx="1">
              <a:schemeClr val="dk1"/>
            </a:lnRef>
            <a:fillRef idx="0">
              <a:schemeClr val="dk1"/>
            </a:fillRef>
            <a:effectRef idx="0">
              <a:schemeClr val="dk1"/>
            </a:effectRef>
            <a:fontRef idx="minor">
              <a:schemeClr val="tx1"/>
            </a:fontRef>
          </p:style>
        </p:cxnSp>
      </p:grpSp>
      <p:sp>
        <p:nvSpPr>
          <p:cNvPr id="134" name="Rectangle 133">
            <a:extLst>
              <a:ext uri="{FF2B5EF4-FFF2-40B4-BE49-F238E27FC236}">
                <a16:creationId xmlns:a16="http://schemas.microsoft.com/office/drawing/2014/main" id="{90E60C38-68AF-4E39-9314-F123E5C43749}"/>
              </a:ext>
            </a:extLst>
          </p:cNvPr>
          <p:cNvSpPr/>
          <p:nvPr/>
        </p:nvSpPr>
        <p:spPr>
          <a:xfrm>
            <a:off x="6711801" y="5453418"/>
            <a:ext cx="2230916" cy="1322982"/>
          </a:xfrm>
          <a:prstGeom prst="rect">
            <a:avLst/>
          </a:prstGeom>
          <a:solidFill>
            <a:schemeClr val="tx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9ECCF5DB-28E8-47CE-AAAC-79DFD810A68E}"/>
              </a:ext>
            </a:extLst>
          </p:cNvPr>
          <p:cNvGrpSpPr/>
          <p:nvPr/>
        </p:nvGrpSpPr>
        <p:grpSpPr>
          <a:xfrm>
            <a:off x="5810933" y="2126138"/>
            <a:ext cx="3437189" cy="678405"/>
            <a:chOff x="5810933" y="2126138"/>
            <a:chExt cx="3437189" cy="678405"/>
          </a:xfrm>
        </p:grpSpPr>
        <p:grpSp>
          <p:nvGrpSpPr>
            <p:cNvPr id="136" name="Group 135">
              <a:extLst>
                <a:ext uri="{FF2B5EF4-FFF2-40B4-BE49-F238E27FC236}">
                  <a16:creationId xmlns:a16="http://schemas.microsoft.com/office/drawing/2014/main" id="{9F1D07CD-D748-4033-8609-B24854C864F9}"/>
                </a:ext>
              </a:extLst>
            </p:cNvPr>
            <p:cNvGrpSpPr/>
            <p:nvPr/>
          </p:nvGrpSpPr>
          <p:grpSpPr>
            <a:xfrm>
              <a:off x="5810933" y="2126138"/>
              <a:ext cx="3437189" cy="678405"/>
              <a:chOff x="6851444" y="2496104"/>
              <a:chExt cx="3437189" cy="835141"/>
            </a:xfrm>
          </p:grpSpPr>
          <p:sp>
            <p:nvSpPr>
              <p:cNvPr id="137" name="Rectangle: Rounded Corners 136">
                <a:extLst>
                  <a:ext uri="{FF2B5EF4-FFF2-40B4-BE49-F238E27FC236}">
                    <a16:creationId xmlns:a16="http://schemas.microsoft.com/office/drawing/2014/main" id="{C252D305-92A1-40EB-B2B9-0A2D5F173133}"/>
                  </a:ext>
                </a:extLst>
              </p:cNvPr>
              <p:cNvSpPr/>
              <p:nvPr/>
            </p:nvSpPr>
            <p:spPr>
              <a:xfrm>
                <a:off x="6851444" y="2496104"/>
                <a:ext cx="3437189" cy="835141"/>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endParaRPr lang="en-US" sz="1600" dirty="0">
                  <a:solidFill>
                    <a:srgbClr val="FF0000"/>
                  </a:solidFill>
                </a:endParaRPr>
              </a:p>
            </p:txBody>
          </p:sp>
          <p:sp>
            <p:nvSpPr>
              <p:cNvPr id="140" name="TextBox 139">
                <a:extLst>
                  <a:ext uri="{FF2B5EF4-FFF2-40B4-BE49-F238E27FC236}">
                    <a16:creationId xmlns:a16="http://schemas.microsoft.com/office/drawing/2014/main" id="{ABE39FFD-B7B3-4A00-816A-31A826C67860}"/>
                  </a:ext>
                </a:extLst>
              </p:cNvPr>
              <p:cNvSpPr txBox="1"/>
              <p:nvPr/>
            </p:nvSpPr>
            <p:spPr>
              <a:xfrm>
                <a:off x="8213106" y="2498715"/>
                <a:ext cx="1056700" cy="646331"/>
              </a:xfrm>
              <a:prstGeom prst="rect">
                <a:avLst/>
              </a:prstGeom>
              <a:noFill/>
            </p:spPr>
            <p:txBody>
              <a:bodyPr wrap="none" rtlCol="0">
                <a:spAutoFit/>
              </a:bodyPr>
              <a:lstStyle/>
              <a:p>
                <a:r>
                  <a:rPr lang="en-US" sz="3600" dirty="0">
                    <a:solidFill>
                      <a:srgbClr val="FF0000"/>
                    </a:solidFill>
                  </a:rPr>
                  <a:t>O(1)</a:t>
                </a:r>
              </a:p>
            </p:txBody>
          </p:sp>
        </p:grpSp>
        <p:sp>
          <p:nvSpPr>
            <p:cNvPr id="5" name="Rectangle 4">
              <a:extLst>
                <a:ext uri="{FF2B5EF4-FFF2-40B4-BE49-F238E27FC236}">
                  <a16:creationId xmlns:a16="http://schemas.microsoft.com/office/drawing/2014/main" id="{B3FB098C-40E3-4089-ABE6-4D4A506B7629}"/>
                </a:ext>
              </a:extLst>
            </p:cNvPr>
            <p:cNvSpPr/>
            <p:nvPr/>
          </p:nvSpPr>
          <p:spPr>
            <a:xfrm>
              <a:off x="8120297" y="2304737"/>
              <a:ext cx="934871" cy="338554"/>
            </a:xfrm>
            <a:prstGeom prst="rect">
              <a:avLst/>
            </a:prstGeom>
          </p:spPr>
          <p:txBody>
            <a:bodyPr wrap="none">
              <a:spAutoFit/>
            </a:bodyPr>
            <a:lstStyle/>
            <a:p>
              <a:r>
                <a:rPr lang="en-US" sz="1600" dirty="0">
                  <a:solidFill>
                    <a:srgbClr val="FF0000"/>
                  </a:solidFill>
                </a:rPr>
                <a:t>tile types</a:t>
              </a:r>
              <a:endParaRPr lang="en-US" sz="1600" dirty="0"/>
            </a:p>
          </p:txBody>
        </p:sp>
      </p:grpSp>
      <p:sp>
        <p:nvSpPr>
          <p:cNvPr id="133" name="Rectangle 132">
            <a:extLst>
              <a:ext uri="{FF2B5EF4-FFF2-40B4-BE49-F238E27FC236}">
                <a16:creationId xmlns:a16="http://schemas.microsoft.com/office/drawing/2014/main" id="{0ACA59A2-4D9A-4FB3-BEE4-330B64318FA6}"/>
              </a:ext>
            </a:extLst>
          </p:cNvPr>
          <p:cNvSpPr/>
          <p:nvPr/>
        </p:nvSpPr>
        <p:spPr>
          <a:xfrm>
            <a:off x="5778352" y="2284381"/>
            <a:ext cx="1551036" cy="338554"/>
          </a:xfrm>
          <a:prstGeom prst="rect">
            <a:avLst/>
          </a:prstGeom>
        </p:spPr>
        <p:txBody>
          <a:bodyPr wrap="square">
            <a:spAutoFit/>
          </a:bodyPr>
          <a:lstStyle/>
          <a:p>
            <a:r>
              <a:rPr lang="en-US" sz="1600" dirty="0">
                <a:solidFill>
                  <a:srgbClr val="FF0000"/>
                </a:solidFill>
              </a:rPr>
              <a:t>We can achieve:</a:t>
            </a:r>
          </a:p>
        </p:txBody>
      </p:sp>
      <p:grpSp>
        <p:nvGrpSpPr>
          <p:cNvPr id="200" name="Group 199">
            <a:extLst>
              <a:ext uri="{FF2B5EF4-FFF2-40B4-BE49-F238E27FC236}">
                <a16:creationId xmlns:a16="http://schemas.microsoft.com/office/drawing/2014/main" id="{6B715ECE-3567-4CE3-9234-00D34D3A683E}"/>
              </a:ext>
            </a:extLst>
          </p:cNvPr>
          <p:cNvGrpSpPr/>
          <p:nvPr/>
        </p:nvGrpSpPr>
        <p:grpSpPr>
          <a:xfrm>
            <a:off x="140367" y="2035798"/>
            <a:ext cx="848813" cy="462674"/>
            <a:chOff x="5092693" y="3577993"/>
            <a:chExt cx="3587757" cy="2083603"/>
          </a:xfrm>
          <a:solidFill>
            <a:schemeClr val="tx1">
              <a:lumMod val="50000"/>
            </a:schemeClr>
          </a:solidFill>
        </p:grpSpPr>
        <p:sp>
          <p:nvSpPr>
            <p:cNvPr id="207" name="Rectangle 206">
              <a:extLst>
                <a:ext uri="{FF2B5EF4-FFF2-40B4-BE49-F238E27FC236}">
                  <a16:creationId xmlns:a16="http://schemas.microsoft.com/office/drawing/2014/main" id="{68366044-EB55-48AB-8793-CFE04B147E07}"/>
                </a:ext>
              </a:extLst>
            </p:cNvPr>
            <p:cNvSpPr/>
            <p:nvPr/>
          </p:nvSpPr>
          <p:spPr>
            <a:xfrm>
              <a:off x="652779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AB5CBC46-8378-4B8C-96D7-5D38C80AC458}"/>
                </a:ext>
              </a:extLst>
            </p:cNvPr>
            <p:cNvSpPr/>
            <p:nvPr/>
          </p:nvSpPr>
          <p:spPr>
            <a:xfrm>
              <a:off x="7245347"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7E6D3E49-77A3-4DDC-8268-D64C4D559F25}"/>
                </a:ext>
              </a:extLst>
            </p:cNvPr>
            <p:cNvSpPr/>
            <p:nvPr/>
          </p:nvSpPr>
          <p:spPr>
            <a:xfrm>
              <a:off x="5810245" y="427172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D8C0B76C-574A-4552-8459-71A59A365B9F}"/>
                </a:ext>
              </a:extLst>
            </p:cNvPr>
            <p:cNvSpPr/>
            <p:nvPr/>
          </p:nvSpPr>
          <p:spPr>
            <a:xfrm>
              <a:off x="5810245"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294078CC-6BB6-4CEB-BFFB-91635F7BCC81}"/>
                </a:ext>
              </a:extLst>
            </p:cNvPr>
            <p:cNvSpPr/>
            <p:nvPr/>
          </p:nvSpPr>
          <p:spPr>
            <a:xfrm>
              <a:off x="7245347" y="4274679"/>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A3E870A2-7E53-466E-A1F8-D04812FEE9EF}"/>
                </a:ext>
              </a:extLst>
            </p:cNvPr>
            <p:cNvSpPr/>
            <p:nvPr/>
          </p:nvSpPr>
          <p:spPr>
            <a:xfrm>
              <a:off x="6527797" y="4964911"/>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DB741E5F-59C6-499C-A09C-E46C49993D21}"/>
                </a:ext>
              </a:extLst>
            </p:cNvPr>
            <p:cNvSpPr/>
            <p:nvPr/>
          </p:nvSpPr>
          <p:spPr>
            <a:xfrm>
              <a:off x="7245347"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5875ECDA-E7E7-4659-B177-B560E32FFDEC}"/>
                </a:ext>
              </a:extLst>
            </p:cNvPr>
            <p:cNvSpPr/>
            <p:nvPr/>
          </p:nvSpPr>
          <p:spPr>
            <a:xfrm>
              <a:off x="5092693" y="4963027"/>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94DE3EAE-2620-4A8E-BF71-6BC785CD0AD1}"/>
                </a:ext>
              </a:extLst>
            </p:cNvPr>
            <p:cNvSpPr/>
            <p:nvPr/>
          </p:nvSpPr>
          <p:spPr>
            <a:xfrm>
              <a:off x="7962898" y="3577994"/>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C1CC43D7-A571-4CDE-9600-414C5C6BBDF8}"/>
                </a:ext>
              </a:extLst>
            </p:cNvPr>
            <p:cNvSpPr/>
            <p:nvPr/>
          </p:nvSpPr>
          <p:spPr>
            <a:xfrm>
              <a:off x="5810245" y="3577993"/>
              <a:ext cx="717552" cy="696685"/>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1" name="Group 220">
            <a:extLst>
              <a:ext uri="{FF2B5EF4-FFF2-40B4-BE49-F238E27FC236}">
                <a16:creationId xmlns:a16="http://schemas.microsoft.com/office/drawing/2014/main" id="{FA9DFE00-45EE-4D7B-8C7E-D9B69E43DFAD}"/>
              </a:ext>
            </a:extLst>
          </p:cNvPr>
          <p:cNvGrpSpPr/>
          <p:nvPr/>
        </p:nvGrpSpPr>
        <p:grpSpPr>
          <a:xfrm>
            <a:off x="9144936" y="4747514"/>
            <a:ext cx="2631981" cy="1375957"/>
            <a:chOff x="9144936" y="4747514"/>
            <a:chExt cx="2631981" cy="1375957"/>
          </a:xfrm>
        </p:grpSpPr>
        <p:grpSp>
          <p:nvGrpSpPr>
            <p:cNvPr id="222" name="Group 221">
              <a:extLst>
                <a:ext uri="{FF2B5EF4-FFF2-40B4-BE49-F238E27FC236}">
                  <a16:creationId xmlns:a16="http://schemas.microsoft.com/office/drawing/2014/main" id="{41726B99-F584-45F8-87D4-CBFA2E5D885B}"/>
                </a:ext>
              </a:extLst>
            </p:cNvPr>
            <p:cNvGrpSpPr/>
            <p:nvPr/>
          </p:nvGrpSpPr>
          <p:grpSpPr>
            <a:xfrm>
              <a:off x="9144936" y="4747514"/>
              <a:ext cx="2631981" cy="1375957"/>
              <a:chOff x="8043901" y="3744165"/>
              <a:chExt cx="3456965" cy="2084033"/>
            </a:xfrm>
          </p:grpSpPr>
          <p:sp>
            <p:nvSpPr>
              <p:cNvPr id="230" name="Rectangle 229">
                <a:extLst>
                  <a:ext uri="{FF2B5EF4-FFF2-40B4-BE49-F238E27FC236}">
                    <a16:creationId xmlns:a16="http://schemas.microsoft.com/office/drawing/2014/main" id="{0B1CD283-ECDD-4221-8892-12122A21EE93}"/>
                  </a:ext>
                </a:extLst>
              </p:cNvPr>
              <p:cNvSpPr/>
              <p:nvPr/>
            </p:nvSpPr>
            <p:spPr>
              <a:xfrm>
                <a:off x="9426688"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C1E0C919-7505-45F7-8C79-D59671F3BBC2}"/>
                  </a:ext>
                </a:extLst>
              </p:cNvPr>
              <p:cNvSpPr/>
              <p:nvPr/>
            </p:nvSpPr>
            <p:spPr>
              <a:xfrm>
                <a:off x="10118080"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0E62FD02-6BA1-462D-9A3B-3A6BF05C0621}"/>
                  </a:ext>
                </a:extLst>
              </p:cNvPr>
              <p:cNvSpPr/>
              <p:nvPr/>
            </p:nvSpPr>
            <p:spPr>
              <a:xfrm>
                <a:off x="8735295" y="443803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3" name="Rectangle 232">
                <a:extLst>
                  <a:ext uri="{FF2B5EF4-FFF2-40B4-BE49-F238E27FC236}">
                    <a16:creationId xmlns:a16="http://schemas.microsoft.com/office/drawing/2014/main" id="{C45F1364-CCD1-4D50-8EFD-648CD0C12DB5}"/>
                  </a:ext>
                </a:extLst>
              </p:cNvPr>
              <p:cNvSpPr/>
              <p:nvPr/>
            </p:nvSpPr>
            <p:spPr>
              <a:xfrm>
                <a:off x="8735295" y="5131369"/>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BA25710A-1738-48D6-8CDD-F461DADBED27}"/>
                  </a:ext>
                </a:extLst>
              </p:cNvPr>
              <p:cNvSpPr/>
              <p:nvPr/>
            </p:nvSpPr>
            <p:spPr>
              <a:xfrm>
                <a:off x="10118080" y="444099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E5445EC0-2401-4099-ACB6-5D09336F6F76}"/>
                  </a:ext>
                </a:extLst>
              </p:cNvPr>
              <p:cNvSpPr/>
              <p:nvPr/>
            </p:nvSpPr>
            <p:spPr>
              <a:xfrm>
                <a:off x="9426688" y="5131369"/>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63AE72BF-2A12-404E-9D75-37C935AD1EA8}"/>
                  </a:ext>
                </a:extLst>
              </p:cNvPr>
              <p:cNvSpPr/>
              <p:nvPr/>
            </p:nvSpPr>
            <p:spPr>
              <a:xfrm>
                <a:off x="10118080" y="512948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F06EE76E-2188-4165-B47C-C4CA13049A4E}"/>
                  </a:ext>
                </a:extLst>
              </p:cNvPr>
              <p:cNvSpPr/>
              <p:nvPr/>
            </p:nvSpPr>
            <p:spPr>
              <a:xfrm>
                <a:off x="8043901" y="5129485"/>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79D813CE-162C-4F83-B25C-8B7F0084389F}"/>
                  </a:ext>
                </a:extLst>
              </p:cNvPr>
              <p:cNvSpPr/>
              <p:nvPr/>
            </p:nvSpPr>
            <p:spPr>
              <a:xfrm>
                <a:off x="10809472" y="3744166"/>
                <a:ext cx="691394" cy="696829"/>
              </a:xfrm>
              <a:prstGeom prst="rect">
                <a:avLst/>
              </a:prstGeom>
              <a:pattFill prst="lgGrid">
                <a:fgClr>
                  <a:schemeClr val="bg1"/>
                </a:fgClr>
                <a:bgClr>
                  <a:schemeClr val="tx1">
                    <a:lumMod val="50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5B99B2CE-E31E-4C47-84DF-4224A96266E3}"/>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3" name="Group 222">
              <a:extLst>
                <a:ext uri="{FF2B5EF4-FFF2-40B4-BE49-F238E27FC236}">
                  <a16:creationId xmlns:a16="http://schemas.microsoft.com/office/drawing/2014/main" id="{72FB2BB2-50C3-4A80-BF23-F371AC0FF468}"/>
                </a:ext>
              </a:extLst>
            </p:cNvPr>
            <p:cNvGrpSpPr/>
            <p:nvPr/>
          </p:nvGrpSpPr>
          <p:grpSpPr>
            <a:xfrm>
              <a:off x="9671333" y="4748136"/>
              <a:ext cx="526395" cy="456876"/>
              <a:chOff x="3625849" y="1377950"/>
              <a:chExt cx="5029202" cy="5029200"/>
            </a:xfrm>
          </p:grpSpPr>
          <p:sp>
            <p:nvSpPr>
              <p:cNvPr id="224" name="Rectangle 223">
                <a:extLst>
                  <a:ext uri="{FF2B5EF4-FFF2-40B4-BE49-F238E27FC236}">
                    <a16:creationId xmlns:a16="http://schemas.microsoft.com/office/drawing/2014/main" id="{526BA1FD-A0E0-452B-8754-A948D186B776}"/>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 name="Graphic 224">
                <a:extLst>
                  <a:ext uri="{FF2B5EF4-FFF2-40B4-BE49-F238E27FC236}">
                    <a16:creationId xmlns:a16="http://schemas.microsoft.com/office/drawing/2014/main" id="{C07A3A96-B389-4582-A1DF-FD0C4F56ED84}"/>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226" name="Straight Connector 225">
                <a:extLst>
                  <a:ext uri="{FF2B5EF4-FFF2-40B4-BE49-F238E27FC236}">
                    <a16:creationId xmlns:a16="http://schemas.microsoft.com/office/drawing/2014/main" id="{0190D54E-C6CC-457F-82DA-635C27060B09}"/>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227" name="Straight Connector 226">
                <a:extLst>
                  <a:ext uri="{FF2B5EF4-FFF2-40B4-BE49-F238E27FC236}">
                    <a16:creationId xmlns:a16="http://schemas.microsoft.com/office/drawing/2014/main" id="{9AA51859-55A4-4FAB-8E21-3977930FA104}"/>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228" name="Straight Connector 227">
                <a:extLst>
                  <a:ext uri="{FF2B5EF4-FFF2-40B4-BE49-F238E27FC236}">
                    <a16:creationId xmlns:a16="http://schemas.microsoft.com/office/drawing/2014/main" id="{6DBF1EDF-E94B-41B6-B7F2-AE793B2EE343}"/>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229" name="Straight Connector 228">
                <a:extLst>
                  <a:ext uri="{FF2B5EF4-FFF2-40B4-BE49-F238E27FC236}">
                    <a16:creationId xmlns:a16="http://schemas.microsoft.com/office/drawing/2014/main" id="{D6152AD6-D485-4D0A-B654-80A5018F9AC4}"/>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sp>
        <p:nvSpPr>
          <p:cNvPr id="240" name="Rectangle 239">
            <a:extLst>
              <a:ext uri="{FF2B5EF4-FFF2-40B4-BE49-F238E27FC236}">
                <a16:creationId xmlns:a16="http://schemas.microsoft.com/office/drawing/2014/main" id="{140E82B4-D9D7-4051-B947-E93C63AEAA22}"/>
              </a:ext>
            </a:extLst>
          </p:cNvPr>
          <p:cNvSpPr/>
          <p:nvPr/>
        </p:nvSpPr>
        <p:spPr>
          <a:xfrm>
            <a:off x="8948696" y="4217817"/>
            <a:ext cx="3151850" cy="2435706"/>
          </a:xfrm>
          <a:prstGeom prst="rect">
            <a:avLst/>
          </a:prstGeom>
          <a:solidFill>
            <a:schemeClr val="tx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774476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Box 164">
            <a:extLst>
              <a:ext uri="{FF2B5EF4-FFF2-40B4-BE49-F238E27FC236}">
                <a16:creationId xmlns:a16="http://schemas.microsoft.com/office/drawing/2014/main" id="{2F8C397B-5E63-46A7-BF50-0E3D70B6CDFD}"/>
              </a:ext>
            </a:extLst>
          </p:cNvPr>
          <p:cNvSpPr txBox="1"/>
          <p:nvPr/>
        </p:nvSpPr>
        <p:spPr>
          <a:xfrm>
            <a:off x="4878359" y="2419378"/>
            <a:ext cx="2435282" cy="369332"/>
          </a:xfrm>
          <a:prstGeom prst="rect">
            <a:avLst/>
          </a:prstGeom>
          <a:noFill/>
        </p:spPr>
        <p:txBody>
          <a:bodyPr wrap="none" rtlCol="0">
            <a:spAutoFit/>
          </a:bodyPr>
          <a:lstStyle/>
          <a:p>
            <a:r>
              <a:rPr lang="en-US" u="sng" dirty="0">
                <a:solidFill>
                  <a:schemeClr val="bg1"/>
                </a:solidFill>
              </a:rPr>
              <a:t>Precise-width Rectangle</a:t>
            </a:r>
          </a:p>
        </p:txBody>
      </p:sp>
      <p:sp>
        <p:nvSpPr>
          <p:cNvPr id="86" name="TextBox 85">
            <a:extLst>
              <a:ext uri="{FF2B5EF4-FFF2-40B4-BE49-F238E27FC236}">
                <a16:creationId xmlns:a16="http://schemas.microsoft.com/office/drawing/2014/main" id="{D472E268-4BAB-4585-A27B-5A93EF79CCD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Key Idea</a:t>
            </a:r>
            <a:endParaRPr lang="en-US" sz="1600" dirty="0">
              <a:solidFill>
                <a:schemeClr val="bg1"/>
              </a:solidFill>
            </a:endParaRPr>
          </a:p>
        </p:txBody>
      </p:sp>
      <p:pic>
        <p:nvPicPr>
          <p:cNvPr id="83" name="Graphic 82">
            <a:extLst>
              <a:ext uri="{FF2B5EF4-FFF2-40B4-BE49-F238E27FC236}">
                <a16:creationId xmlns:a16="http://schemas.microsoft.com/office/drawing/2014/main" id="{EBCE7533-99D1-4F0D-8E16-6D44004614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10956" y="3330852"/>
            <a:ext cx="970088" cy="1165016"/>
          </a:xfrm>
          <a:prstGeom prst="rect">
            <a:avLst/>
          </a:prstGeom>
        </p:spPr>
      </p:pic>
      <p:sp>
        <p:nvSpPr>
          <p:cNvPr id="6" name="TextBox 5">
            <a:extLst>
              <a:ext uri="{FF2B5EF4-FFF2-40B4-BE49-F238E27FC236}">
                <a16:creationId xmlns:a16="http://schemas.microsoft.com/office/drawing/2014/main" id="{B5103B67-8CB0-4B9B-ADC2-AFDAA6E78506}"/>
              </a:ext>
            </a:extLst>
          </p:cNvPr>
          <p:cNvSpPr txBox="1"/>
          <p:nvPr/>
        </p:nvSpPr>
        <p:spPr>
          <a:xfrm>
            <a:off x="322349" y="3214292"/>
            <a:ext cx="3211135" cy="1200329"/>
          </a:xfrm>
          <a:prstGeom prst="rect">
            <a:avLst/>
          </a:prstGeom>
          <a:noFill/>
        </p:spPr>
        <p:txBody>
          <a:bodyPr wrap="none" rtlCol="0">
            <a:spAutoFit/>
          </a:bodyPr>
          <a:lstStyle/>
          <a:p>
            <a:r>
              <a:rPr lang="en-US" dirty="0">
                <a:solidFill>
                  <a:schemeClr val="bg1"/>
                </a:solidFill>
              </a:rPr>
              <a:t>There exists a binary program </a:t>
            </a:r>
            <a:r>
              <a:rPr lang="en-US" i="1" dirty="0">
                <a:solidFill>
                  <a:schemeClr val="bg1"/>
                </a:solidFill>
              </a:rPr>
              <a:t>P</a:t>
            </a:r>
            <a:r>
              <a:rPr lang="en-US" dirty="0">
                <a:solidFill>
                  <a:schemeClr val="bg1"/>
                </a:solidFill>
              </a:rPr>
              <a:t> </a:t>
            </a:r>
            <a:br>
              <a:rPr lang="en-US" dirty="0">
                <a:solidFill>
                  <a:schemeClr val="bg1"/>
                </a:solidFill>
              </a:rPr>
            </a:br>
            <a:r>
              <a:rPr lang="en-US" dirty="0">
                <a:solidFill>
                  <a:schemeClr val="bg1"/>
                </a:solidFill>
              </a:rPr>
              <a:t>which assembles S in</a:t>
            </a:r>
          </a:p>
          <a:p>
            <a:r>
              <a:rPr lang="en-US" dirty="0">
                <a:solidFill>
                  <a:sysClr val="windowText" lastClr="000000"/>
                </a:solidFill>
              </a:rPr>
              <a:t>(</a:t>
            </a:r>
            <a:r>
              <a:rPr lang="en-US" dirty="0" err="1">
                <a:solidFill>
                  <a:schemeClr val="bg1"/>
                </a:solidFill>
              </a:rPr>
              <a:t>Soloveichik</a:t>
            </a:r>
            <a:r>
              <a:rPr lang="en-US" dirty="0">
                <a:solidFill>
                  <a:schemeClr val="bg1"/>
                </a:solidFill>
              </a:rPr>
              <a:t>, Winfree, 2007</a:t>
            </a:r>
            <a:r>
              <a:rPr lang="en-US" dirty="0">
                <a:solidFill>
                  <a:sysClr val="windowText" lastClr="000000"/>
                </a:solidFill>
              </a:rPr>
              <a:t>)</a:t>
            </a:r>
            <a:endParaRPr lang="en-US" dirty="0">
              <a:solidFill>
                <a:schemeClr val="bg1"/>
              </a:solidFill>
            </a:endParaRPr>
          </a:p>
          <a:p>
            <a:endParaRPr lang="en-US" dirty="0">
              <a:solidFill>
                <a:schemeClr val="bg1"/>
              </a:solidFill>
            </a:endParaRPr>
          </a:p>
        </p:txBody>
      </p:sp>
      <p:cxnSp>
        <p:nvCxnSpPr>
          <p:cNvPr id="9" name="Straight Connector 8">
            <a:extLst>
              <a:ext uri="{FF2B5EF4-FFF2-40B4-BE49-F238E27FC236}">
                <a16:creationId xmlns:a16="http://schemas.microsoft.com/office/drawing/2014/main" id="{2780BFAE-02F6-4E48-960E-1965976B5DAE}"/>
              </a:ext>
            </a:extLst>
          </p:cNvPr>
          <p:cNvCxnSpPr>
            <a:cxnSpLocks/>
          </p:cNvCxnSpPr>
          <p:nvPr/>
        </p:nvCxnSpPr>
        <p:spPr>
          <a:xfrm>
            <a:off x="5610956" y="3214292"/>
            <a:ext cx="970088"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287BB260-EE81-49C5-B861-64AB90D62A8C}"/>
              </a:ext>
            </a:extLst>
          </p:cNvPr>
          <p:cNvCxnSpPr/>
          <p:nvPr/>
        </p:nvCxnSpPr>
        <p:spPr>
          <a:xfrm>
            <a:off x="5610956" y="3155950"/>
            <a:ext cx="0" cy="112183"/>
          </a:xfrm>
          <a:prstGeom prst="line">
            <a:avLst/>
          </a:prstGeom>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99C09468-935B-4B49-8B7C-693D31F293A2}"/>
              </a:ext>
            </a:extLst>
          </p:cNvPr>
          <p:cNvCxnSpPr/>
          <p:nvPr/>
        </p:nvCxnSpPr>
        <p:spPr>
          <a:xfrm>
            <a:off x="6581044" y="3158200"/>
            <a:ext cx="0" cy="112183"/>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6FB4CE8-66C6-410C-B8C7-2337598882F2}"/>
              </a:ext>
            </a:extLst>
          </p:cNvPr>
          <p:cNvSpPr txBox="1"/>
          <p:nvPr/>
        </p:nvSpPr>
        <p:spPr>
          <a:xfrm>
            <a:off x="5873824" y="2776273"/>
            <a:ext cx="444352" cy="523220"/>
          </a:xfrm>
          <a:prstGeom prst="rect">
            <a:avLst/>
          </a:prstGeom>
          <a:noFill/>
        </p:spPr>
        <p:txBody>
          <a:bodyPr wrap="none" rtlCol="0">
            <a:spAutoFit/>
          </a:bodyPr>
          <a:lstStyle/>
          <a:p>
            <a:r>
              <a:rPr lang="en-US" sz="2800" dirty="0">
                <a:solidFill>
                  <a:schemeClr val="bg1"/>
                </a:solidFill>
              </a:rPr>
              <a:t>w</a:t>
            </a:r>
          </a:p>
        </p:txBody>
      </p:sp>
      <p:sp>
        <p:nvSpPr>
          <p:cNvPr id="139" name="TextBox 138">
            <a:extLst>
              <a:ext uri="{FF2B5EF4-FFF2-40B4-BE49-F238E27FC236}">
                <a16:creationId xmlns:a16="http://schemas.microsoft.com/office/drawing/2014/main" id="{084EC43C-97FF-451D-AA8C-BD4CDE582FCD}"/>
              </a:ext>
            </a:extLst>
          </p:cNvPr>
          <p:cNvSpPr txBox="1"/>
          <p:nvPr/>
        </p:nvSpPr>
        <p:spPr>
          <a:xfrm>
            <a:off x="8604013" y="3166533"/>
            <a:ext cx="3265638" cy="830997"/>
          </a:xfrm>
          <a:prstGeom prst="rect">
            <a:avLst/>
          </a:prstGeom>
          <a:noFill/>
        </p:spPr>
        <p:txBody>
          <a:bodyPr wrap="none" rtlCol="0">
            <a:spAutoFit/>
          </a:bodyPr>
          <a:lstStyle/>
          <a:p>
            <a:r>
              <a:rPr lang="en-US" sz="2800" dirty="0">
                <a:solidFill>
                  <a:schemeClr val="bg1"/>
                </a:solidFill>
              </a:rPr>
              <a:t>W </a:t>
            </a:r>
            <a:r>
              <a:rPr lang="en-US" sz="2000" dirty="0">
                <a:solidFill>
                  <a:schemeClr val="bg1"/>
                </a:solidFill>
              </a:rPr>
              <a:t>can be thought of as a</a:t>
            </a:r>
            <a:br>
              <a:rPr lang="en-US" sz="2000" dirty="0">
                <a:solidFill>
                  <a:schemeClr val="bg1"/>
                </a:solidFill>
              </a:rPr>
            </a:br>
            <a:r>
              <a:rPr lang="en-US" sz="2000" dirty="0">
                <a:solidFill>
                  <a:schemeClr val="bg1"/>
                </a:solidFill>
              </a:rPr>
              <a:t>unary encoding of program </a:t>
            </a:r>
            <a:r>
              <a:rPr lang="en-US" sz="2000" i="1" dirty="0">
                <a:solidFill>
                  <a:schemeClr val="bg1"/>
                </a:solidFill>
              </a:rPr>
              <a:t>P</a:t>
            </a:r>
            <a:r>
              <a:rPr lang="en-US" sz="2000" dirty="0">
                <a:solidFill>
                  <a:schemeClr val="bg1"/>
                </a:solidFill>
              </a:rPr>
              <a:t> </a:t>
            </a:r>
            <a:endParaRPr lang="en-US" sz="2800" dirty="0">
              <a:solidFill>
                <a:schemeClr val="bg1"/>
              </a:solidFill>
            </a:endParaRPr>
          </a:p>
        </p:txBody>
      </p:sp>
    </p:spTree>
    <p:extLst>
      <p:ext uri="{BB962C8B-B14F-4D97-AF65-F5344CB8AC3E}">
        <p14:creationId xmlns:p14="http://schemas.microsoft.com/office/powerpoint/2010/main" val="306371657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sp>
        <p:nvSpPr>
          <p:cNvPr id="7" name="Rectangle 6">
            <a:extLst>
              <a:ext uri="{FF2B5EF4-FFF2-40B4-BE49-F238E27FC236}">
                <a16:creationId xmlns:a16="http://schemas.microsoft.com/office/drawing/2014/main" id="{95CBF46E-D9C6-4751-A6D7-C54FE5C40FFC}"/>
              </a:ext>
            </a:extLst>
          </p:cNvPr>
          <p:cNvSpPr/>
          <p:nvPr/>
        </p:nvSpPr>
        <p:spPr>
          <a:xfrm>
            <a:off x="5830976" y="253988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A6B9B06-B8BB-4A3D-87E4-4C8985128887}"/>
              </a:ext>
            </a:extLst>
          </p:cNvPr>
          <p:cNvSpPr/>
          <p:nvPr/>
        </p:nvSpPr>
        <p:spPr>
          <a:xfrm>
            <a:off x="5830976" y="333998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44011FA-FDD5-4697-AB30-BC99E4A41A58}"/>
              </a:ext>
            </a:extLst>
          </p:cNvPr>
          <p:cNvSpPr txBox="1"/>
          <p:nvPr/>
        </p:nvSpPr>
        <p:spPr>
          <a:xfrm>
            <a:off x="4618127" y="2007023"/>
            <a:ext cx="1550424" cy="369332"/>
          </a:xfrm>
          <a:prstGeom prst="rect">
            <a:avLst/>
          </a:prstGeom>
          <a:noFill/>
        </p:spPr>
        <p:txBody>
          <a:bodyPr wrap="none" rtlCol="0">
            <a:spAutoFit/>
          </a:bodyPr>
          <a:lstStyle/>
          <a:p>
            <a:r>
              <a:rPr lang="en-US" dirty="0">
                <a:solidFill>
                  <a:schemeClr val="bg1"/>
                </a:solidFill>
              </a:rPr>
              <a:t>Base assembly</a:t>
            </a:r>
          </a:p>
        </p:txBody>
      </p:sp>
      <p:cxnSp>
        <p:nvCxnSpPr>
          <p:cNvPr id="11" name="Straight Connector 10">
            <a:extLst>
              <a:ext uri="{FF2B5EF4-FFF2-40B4-BE49-F238E27FC236}">
                <a16:creationId xmlns:a16="http://schemas.microsoft.com/office/drawing/2014/main" id="{FCEC0A57-B18F-4D58-9D67-7B14641F8A71}"/>
              </a:ext>
            </a:extLst>
          </p:cNvPr>
          <p:cNvCxnSpPr>
            <a:cxnSpLocks/>
          </p:cNvCxnSpPr>
          <p:nvPr/>
        </p:nvCxnSpPr>
        <p:spPr>
          <a:xfrm flipH="1" flipV="1">
            <a:off x="5450353" y="2376355"/>
            <a:ext cx="232220" cy="2947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873699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2" name="Group 1">
            <a:extLst>
              <a:ext uri="{FF2B5EF4-FFF2-40B4-BE49-F238E27FC236}">
                <a16:creationId xmlns:a16="http://schemas.microsoft.com/office/drawing/2014/main" id="{AA23B25F-AAAC-4FB9-B859-274473AC099B}"/>
              </a:ext>
            </a:extLst>
          </p:cNvPr>
          <p:cNvGrpSpPr/>
          <p:nvPr/>
        </p:nvGrpSpPr>
        <p:grpSpPr>
          <a:xfrm>
            <a:off x="5644671" y="2921000"/>
            <a:ext cx="1028698" cy="1016000"/>
            <a:chOff x="5644671" y="2921000"/>
            <a:chExt cx="1028698" cy="1016000"/>
          </a:xfrm>
        </p:grpSpPr>
        <p:sp>
          <p:nvSpPr>
            <p:cNvPr id="12" name="Rectangle 11">
              <a:extLst>
                <a:ext uri="{FF2B5EF4-FFF2-40B4-BE49-F238E27FC236}">
                  <a16:creationId xmlns:a16="http://schemas.microsoft.com/office/drawing/2014/main" id="{46D5691A-9E9A-4B24-A31C-2D1EB8B74456}"/>
                </a:ext>
              </a:extLst>
            </p:cNvPr>
            <p:cNvSpPr/>
            <p:nvPr/>
          </p:nvSpPr>
          <p:spPr>
            <a:xfrm>
              <a:off x="5727219" y="292100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37C9A79-28AA-4396-9FEF-11845D662ABA}"/>
                </a:ext>
              </a:extLst>
            </p:cNvPr>
            <p:cNvSpPr/>
            <p:nvPr/>
          </p:nvSpPr>
          <p:spPr>
            <a:xfrm>
              <a:off x="5727219" y="342900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182E384-89A7-477F-A253-C28391FAEDD2}"/>
                </a:ext>
              </a:extLst>
            </p:cNvPr>
            <p:cNvSpPr/>
            <p:nvPr/>
          </p:nvSpPr>
          <p:spPr>
            <a:xfrm>
              <a:off x="5644671" y="332263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5F1A60B-968C-49CB-B14D-49912DD4EB3E}"/>
                </a:ext>
              </a:extLst>
            </p:cNvPr>
            <p:cNvSpPr/>
            <p:nvPr/>
          </p:nvSpPr>
          <p:spPr>
            <a:xfrm>
              <a:off x="6590821" y="332263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grpSp>
      <p:sp>
        <p:nvSpPr>
          <p:cNvPr id="16" name="TextBox 15">
            <a:extLst>
              <a:ext uri="{FF2B5EF4-FFF2-40B4-BE49-F238E27FC236}">
                <a16:creationId xmlns:a16="http://schemas.microsoft.com/office/drawing/2014/main" id="{1E774452-777C-401A-BC1E-3AA272090C5B}"/>
              </a:ext>
            </a:extLst>
          </p:cNvPr>
          <p:cNvSpPr txBox="1"/>
          <p:nvPr/>
        </p:nvSpPr>
        <p:spPr>
          <a:xfrm>
            <a:off x="6830613" y="2689157"/>
            <a:ext cx="1435008" cy="369332"/>
          </a:xfrm>
          <a:prstGeom prst="rect">
            <a:avLst/>
          </a:prstGeom>
          <a:noFill/>
        </p:spPr>
        <p:txBody>
          <a:bodyPr wrap="none" rtlCol="0">
            <a:spAutoFit/>
          </a:bodyPr>
          <a:lstStyle/>
          <a:p>
            <a:r>
              <a:rPr lang="en-US" dirty="0">
                <a:solidFill>
                  <a:schemeClr val="bg1"/>
                </a:solidFill>
              </a:rPr>
              <a:t>“Up” domino</a:t>
            </a:r>
          </a:p>
        </p:txBody>
      </p:sp>
      <p:cxnSp>
        <p:nvCxnSpPr>
          <p:cNvPr id="17" name="Straight Connector 16">
            <a:extLst>
              <a:ext uri="{FF2B5EF4-FFF2-40B4-BE49-F238E27FC236}">
                <a16:creationId xmlns:a16="http://schemas.microsoft.com/office/drawing/2014/main" id="{E3BCC1A8-D89F-49DD-AE66-1A108F2CE739}"/>
              </a:ext>
            </a:extLst>
          </p:cNvPr>
          <p:cNvCxnSpPr>
            <a:cxnSpLocks/>
          </p:cNvCxnSpPr>
          <p:nvPr/>
        </p:nvCxnSpPr>
        <p:spPr>
          <a:xfrm flipV="1">
            <a:off x="6830613" y="3027915"/>
            <a:ext cx="645589" cy="2947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629554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5" name="Group 4">
            <a:extLst>
              <a:ext uri="{FF2B5EF4-FFF2-40B4-BE49-F238E27FC236}">
                <a16:creationId xmlns:a16="http://schemas.microsoft.com/office/drawing/2014/main" id="{E37FE1A3-E2CB-455F-B5CB-4C8D0A593403}"/>
              </a:ext>
            </a:extLst>
          </p:cNvPr>
          <p:cNvGrpSpPr/>
          <p:nvPr/>
        </p:nvGrpSpPr>
        <p:grpSpPr>
          <a:xfrm>
            <a:off x="5581651" y="2790805"/>
            <a:ext cx="1028698" cy="1018117"/>
            <a:chOff x="5581651" y="2790805"/>
            <a:chExt cx="1028698" cy="1018117"/>
          </a:xfrm>
        </p:grpSpPr>
        <p:sp>
          <p:nvSpPr>
            <p:cNvPr id="9" name="Rectangle 8">
              <a:extLst>
                <a:ext uri="{FF2B5EF4-FFF2-40B4-BE49-F238E27FC236}">
                  <a16:creationId xmlns:a16="http://schemas.microsoft.com/office/drawing/2014/main" id="{62AFCFAE-99E7-42C0-A13D-0D145107C3F1}"/>
                </a:ext>
              </a:extLst>
            </p:cNvPr>
            <p:cNvSpPr/>
            <p:nvPr/>
          </p:nvSpPr>
          <p:spPr>
            <a:xfrm>
              <a:off x="5664199" y="2792922"/>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442E97-BA65-4BD5-AD29-0D7ADA99FE08}"/>
                </a:ext>
              </a:extLst>
            </p:cNvPr>
            <p:cNvSpPr/>
            <p:nvPr/>
          </p:nvSpPr>
          <p:spPr>
            <a:xfrm>
              <a:off x="5664199" y="3300922"/>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26052A1-BCAA-4114-868E-8EE6327AAF1D}"/>
                </a:ext>
              </a:extLst>
            </p:cNvPr>
            <p:cNvSpPr/>
            <p:nvPr/>
          </p:nvSpPr>
          <p:spPr>
            <a:xfrm>
              <a:off x="5581651" y="3194559"/>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4FE3638-7961-4FEC-A6A0-BB75934C4B95}"/>
                </a:ext>
              </a:extLst>
            </p:cNvPr>
            <p:cNvSpPr/>
            <p:nvPr/>
          </p:nvSpPr>
          <p:spPr>
            <a:xfrm>
              <a:off x="6527801" y="3194559"/>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19" name="Rectangle 18">
              <a:extLst>
                <a:ext uri="{FF2B5EF4-FFF2-40B4-BE49-F238E27FC236}">
                  <a16:creationId xmlns:a16="http://schemas.microsoft.com/office/drawing/2014/main" id="{BD4B2EBD-DD3E-4EFD-8297-44C735E612F4}"/>
                </a:ext>
              </a:extLst>
            </p:cNvPr>
            <p:cNvSpPr/>
            <p:nvPr/>
          </p:nvSpPr>
          <p:spPr>
            <a:xfrm>
              <a:off x="5581651" y="311042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D2FDBAE-A8C9-416A-A189-4303561DEA61}"/>
                </a:ext>
              </a:extLst>
            </p:cNvPr>
            <p:cNvSpPr/>
            <p:nvPr/>
          </p:nvSpPr>
          <p:spPr>
            <a:xfrm>
              <a:off x="5581651" y="340728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4719BC4-46B5-412C-8D49-0AB52784B989}"/>
                </a:ext>
              </a:extLst>
            </p:cNvPr>
            <p:cNvSpPr/>
            <p:nvPr/>
          </p:nvSpPr>
          <p:spPr>
            <a:xfrm>
              <a:off x="6527801" y="311835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CE3E331-A09A-4EF2-8A31-CDBA304B898F}"/>
                </a:ext>
              </a:extLst>
            </p:cNvPr>
            <p:cNvSpPr/>
            <p:nvPr/>
          </p:nvSpPr>
          <p:spPr>
            <a:xfrm>
              <a:off x="6527801" y="340728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389AA91-6FCE-4321-AA60-87EF5BF4602A}"/>
                </a:ext>
              </a:extLst>
            </p:cNvPr>
            <p:cNvSpPr/>
            <p:nvPr/>
          </p:nvSpPr>
          <p:spPr>
            <a:xfrm>
              <a:off x="5581651" y="303422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BB307A0-ABC8-47D0-8F09-F8927A23EC44}"/>
                </a:ext>
              </a:extLst>
            </p:cNvPr>
            <p:cNvSpPr/>
            <p:nvPr/>
          </p:nvSpPr>
          <p:spPr>
            <a:xfrm>
              <a:off x="5581651" y="295405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8B7A607-1938-4184-8F70-B0E16AC25B0C}"/>
                </a:ext>
              </a:extLst>
            </p:cNvPr>
            <p:cNvSpPr/>
            <p:nvPr/>
          </p:nvSpPr>
          <p:spPr>
            <a:xfrm>
              <a:off x="5581651" y="286912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02D8536-5514-4FAD-ACFE-7922D9F227CD}"/>
                </a:ext>
              </a:extLst>
            </p:cNvPr>
            <p:cNvSpPr/>
            <p:nvPr/>
          </p:nvSpPr>
          <p:spPr>
            <a:xfrm>
              <a:off x="5581651" y="279292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69EB2B0-36A5-4135-AE82-6081A3E496C4}"/>
                </a:ext>
              </a:extLst>
            </p:cNvPr>
            <p:cNvSpPr/>
            <p:nvPr/>
          </p:nvSpPr>
          <p:spPr>
            <a:xfrm>
              <a:off x="6527801" y="303025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69C53F6-C880-4B4E-854E-A182DA26BBC8}"/>
                </a:ext>
              </a:extLst>
            </p:cNvPr>
            <p:cNvSpPr/>
            <p:nvPr/>
          </p:nvSpPr>
          <p:spPr>
            <a:xfrm>
              <a:off x="6527801" y="294320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2652BA6-DB60-402C-96EF-1E68D9413914}"/>
                </a:ext>
              </a:extLst>
            </p:cNvPr>
            <p:cNvSpPr/>
            <p:nvPr/>
          </p:nvSpPr>
          <p:spPr>
            <a:xfrm>
              <a:off x="6527801" y="286488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A9D46E9-730F-4C4D-930D-01DBD7201EFF}"/>
                </a:ext>
              </a:extLst>
            </p:cNvPr>
            <p:cNvSpPr/>
            <p:nvPr/>
          </p:nvSpPr>
          <p:spPr>
            <a:xfrm>
              <a:off x="6527801" y="279080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33A5EB9-6169-4C2E-9690-A72A86BADC6E}"/>
                </a:ext>
              </a:extLst>
            </p:cNvPr>
            <p:cNvSpPr/>
            <p:nvPr/>
          </p:nvSpPr>
          <p:spPr>
            <a:xfrm>
              <a:off x="5581651" y="348348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7222B11-E9DA-4F44-9FC0-08F8CDC460CC}"/>
                </a:ext>
              </a:extLst>
            </p:cNvPr>
            <p:cNvSpPr/>
            <p:nvPr/>
          </p:nvSpPr>
          <p:spPr>
            <a:xfrm>
              <a:off x="5581651" y="356576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7ACA92C-EE74-41ED-8B1E-5A6A5257EAE5}"/>
                </a:ext>
              </a:extLst>
            </p:cNvPr>
            <p:cNvSpPr/>
            <p:nvPr/>
          </p:nvSpPr>
          <p:spPr>
            <a:xfrm>
              <a:off x="5581651" y="364540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1636AEE-BC38-49AB-96EC-C7B88984757B}"/>
                </a:ext>
              </a:extLst>
            </p:cNvPr>
            <p:cNvSpPr/>
            <p:nvPr/>
          </p:nvSpPr>
          <p:spPr>
            <a:xfrm>
              <a:off x="5581651" y="373113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4C224F0-1483-460E-B038-C041CDF96EE2}"/>
                </a:ext>
              </a:extLst>
            </p:cNvPr>
            <p:cNvSpPr/>
            <p:nvPr/>
          </p:nvSpPr>
          <p:spPr>
            <a:xfrm>
              <a:off x="6527801" y="3731134"/>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7F6B8E1-B56B-4ED8-8355-5C96C409D142}"/>
                </a:ext>
              </a:extLst>
            </p:cNvPr>
            <p:cNvSpPr/>
            <p:nvPr/>
          </p:nvSpPr>
          <p:spPr>
            <a:xfrm>
              <a:off x="6527801" y="365334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C28A5A0-3DB7-4F09-8B68-743B97D743FF}"/>
                </a:ext>
              </a:extLst>
            </p:cNvPr>
            <p:cNvSpPr/>
            <p:nvPr/>
          </p:nvSpPr>
          <p:spPr>
            <a:xfrm>
              <a:off x="6527801" y="3576354"/>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BEB63E6-82BB-47B0-AE5C-F2C35E89645F}"/>
                </a:ext>
              </a:extLst>
            </p:cNvPr>
            <p:cNvSpPr/>
            <p:nvPr/>
          </p:nvSpPr>
          <p:spPr>
            <a:xfrm>
              <a:off x="6527801" y="349142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6FCE142C-CC45-4417-A07D-7E6323F53242}"/>
              </a:ext>
            </a:extLst>
          </p:cNvPr>
          <p:cNvSpPr txBox="1"/>
          <p:nvPr/>
        </p:nvSpPr>
        <p:spPr>
          <a:xfrm>
            <a:off x="6756447" y="2361775"/>
            <a:ext cx="1544012" cy="369332"/>
          </a:xfrm>
          <a:prstGeom prst="rect">
            <a:avLst/>
          </a:prstGeom>
          <a:noFill/>
        </p:spPr>
        <p:txBody>
          <a:bodyPr wrap="none" rtlCol="0">
            <a:spAutoFit/>
          </a:bodyPr>
          <a:lstStyle/>
          <a:p>
            <a:r>
              <a:rPr lang="en-US" dirty="0">
                <a:solidFill>
                  <a:schemeClr val="bg1"/>
                </a:solidFill>
              </a:rPr>
              <a:t>Signal-passing</a:t>
            </a:r>
          </a:p>
        </p:txBody>
      </p:sp>
      <p:cxnSp>
        <p:nvCxnSpPr>
          <p:cNvPr id="40" name="Straight Connector 39">
            <a:extLst>
              <a:ext uri="{FF2B5EF4-FFF2-40B4-BE49-F238E27FC236}">
                <a16:creationId xmlns:a16="http://schemas.microsoft.com/office/drawing/2014/main" id="{10E754C5-6670-49EB-9007-9A7458640B5F}"/>
              </a:ext>
            </a:extLst>
          </p:cNvPr>
          <p:cNvCxnSpPr>
            <a:cxnSpLocks/>
          </p:cNvCxnSpPr>
          <p:nvPr/>
        </p:nvCxnSpPr>
        <p:spPr>
          <a:xfrm flipV="1">
            <a:off x="6756447" y="2700533"/>
            <a:ext cx="645589" cy="2947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49BA68-A3EF-4CB6-934F-B99CB5CFD2AB}"/>
              </a:ext>
            </a:extLst>
          </p:cNvPr>
          <p:cNvCxnSpPr>
            <a:cxnSpLocks/>
          </p:cNvCxnSpPr>
          <p:nvPr/>
        </p:nvCxnSpPr>
        <p:spPr>
          <a:xfrm flipV="1">
            <a:off x="6756447" y="2715822"/>
            <a:ext cx="645589" cy="7756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16432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2" name="Group 1">
            <a:extLst>
              <a:ext uri="{FF2B5EF4-FFF2-40B4-BE49-F238E27FC236}">
                <a16:creationId xmlns:a16="http://schemas.microsoft.com/office/drawing/2014/main" id="{8BD10082-CFDF-44F5-8263-E7D7457CE805}"/>
              </a:ext>
            </a:extLst>
          </p:cNvPr>
          <p:cNvGrpSpPr/>
          <p:nvPr/>
        </p:nvGrpSpPr>
        <p:grpSpPr>
          <a:xfrm>
            <a:off x="5690677" y="2694707"/>
            <a:ext cx="1031867" cy="1173162"/>
            <a:chOff x="5690677" y="2694707"/>
            <a:chExt cx="1031867" cy="1173162"/>
          </a:xfrm>
        </p:grpSpPr>
        <p:sp>
          <p:nvSpPr>
            <p:cNvPr id="42" name="Rectangle 41">
              <a:extLst>
                <a:ext uri="{FF2B5EF4-FFF2-40B4-BE49-F238E27FC236}">
                  <a16:creationId xmlns:a16="http://schemas.microsoft.com/office/drawing/2014/main" id="{5A543F14-DE89-44E8-90C6-3A4004A9735F}"/>
                </a:ext>
              </a:extLst>
            </p:cNvPr>
            <p:cNvSpPr/>
            <p:nvPr/>
          </p:nvSpPr>
          <p:spPr>
            <a:xfrm>
              <a:off x="5773226" y="277566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139A573-599A-49D8-A881-C7AE7543D448}"/>
                </a:ext>
              </a:extLst>
            </p:cNvPr>
            <p:cNvSpPr/>
            <p:nvPr/>
          </p:nvSpPr>
          <p:spPr>
            <a:xfrm>
              <a:off x="5773226" y="328366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A479301-1C53-4FCE-B0A5-A4D2AD72A03C}"/>
                </a:ext>
              </a:extLst>
            </p:cNvPr>
            <p:cNvSpPr/>
            <p:nvPr/>
          </p:nvSpPr>
          <p:spPr>
            <a:xfrm>
              <a:off x="5690678" y="317730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92D31D5-2D6B-431F-8441-2D459FC24758}"/>
                </a:ext>
              </a:extLst>
            </p:cNvPr>
            <p:cNvSpPr/>
            <p:nvPr/>
          </p:nvSpPr>
          <p:spPr>
            <a:xfrm>
              <a:off x="6636828" y="317730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46" name="Rectangle 45">
              <a:extLst>
                <a:ext uri="{FF2B5EF4-FFF2-40B4-BE49-F238E27FC236}">
                  <a16:creationId xmlns:a16="http://schemas.microsoft.com/office/drawing/2014/main" id="{DEDCC110-8D95-4857-B6DB-9BD5B4FC6D98}"/>
                </a:ext>
              </a:extLst>
            </p:cNvPr>
            <p:cNvSpPr/>
            <p:nvPr/>
          </p:nvSpPr>
          <p:spPr>
            <a:xfrm>
              <a:off x="5690678" y="3093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3D18763-53D4-4E34-A152-F43E907844F8}"/>
                </a:ext>
              </a:extLst>
            </p:cNvPr>
            <p:cNvSpPr/>
            <p:nvPr/>
          </p:nvSpPr>
          <p:spPr>
            <a:xfrm>
              <a:off x="5690678" y="33900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ADF706D-2FA1-4079-95AF-A388A7B317CA}"/>
                </a:ext>
              </a:extLst>
            </p:cNvPr>
            <p:cNvSpPr/>
            <p:nvPr/>
          </p:nvSpPr>
          <p:spPr>
            <a:xfrm>
              <a:off x="6636828" y="310110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4B0CA5A5-9916-407E-8AB2-F29D22D95F54}"/>
                </a:ext>
              </a:extLst>
            </p:cNvPr>
            <p:cNvSpPr/>
            <p:nvPr/>
          </p:nvSpPr>
          <p:spPr>
            <a:xfrm>
              <a:off x="6636828" y="339003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0869FE5-E086-400D-BAF0-80E90652636B}"/>
                </a:ext>
              </a:extLst>
            </p:cNvPr>
            <p:cNvSpPr/>
            <p:nvPr/>
          </p:nvSpPr>
          <p:spPr>
            <a:xfrm>
              <a:off x="5690678" y="30169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1500D55-DAC4-4C5A-BE7F-F1B2F54FDE1B}"/>
                </a:ext>
              </a:extLst>
            </p:cNvPr>
            <p:cNvSpPr/>
            <p:nvPr/>
          </p:nvSpPr>
          <p:spPr>
            <a:xfrm>
              <a:off x="5690678" y="293680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77959D3-4576-4779-9038-909E8808D91F}"/>
                </a:ext>
              </a:extLst>
            </p:cNvPr>
            <p:cNvSpPr/>
            <p:nvPr/>
          </p:nvSpPr>
          <p:spPr>
            <a:xfrm>
              <a:off x="5690678" y="28518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39592BD-579F-4AA9-AAC5-146711691D7B}"/>
                </a:ext>
              </a:extLst>
            </p:cNvPr>
            <p:cNvSpPr/>
            <p:nvPr/>
          </p:nvSpPr>
          <p:spPr>
            <a:xfrm>
              <a:off x="5690678" y="27756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27F6FA5-6AC3-4CE0-86D4-C2F26B5DB1C8}"/>
                </a:ext>
              </a:extLst>
            </p:cNvPr>
            <p:cNvSpPr/>
            <p:nvPr/>
          </p:nvSpPr>
          <p:spPr>
            <a:xfrm>
              <a:off x="6636828" y="30130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DCC5CEB0-73A0-4D31-AAD6-39CF25B6AE12}"/>
                </a:ext>
              </a:extLst>
            </p:cNvPr>
            <p:cNvSpPr/>
            <p:nvPr/>
          </p:nvSpPr>
          <p:spPr>
            <a:xfrm>
              <a:off x="6636828" y="292595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C52E3DB-DBD6-421B-8C8A-B4EB3CAF3C54}"/>
                </a:ext>
              </a:extLst>
            </p:cNvPr>
            <p:cNvSpPr/>
            <p:nvPr/>
          </p:nvSpPr>
          <p:spPr>
            <a:xfrm>
              <a:off x="6636828" y="284763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23C7100-4AC7-4CFE-AF1D-C076C7F05043}"/>
                </a:ext>
              </a:extLst>
            </p:cNvPr>
            <p:cNvSpPr/>
            <p:nvPr/>
          </p:nvSpPr>
          <p:spPr>
            <a:xfrm>
              <a:off x="6636828" y="277355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6E20445-1170-4036-848C-E359F146D629}"/>
                </a:ext>
              </a:extLst>
            </p:cNvPr>
            <p:cNvSpPr/>
            <p:nvPr/>
          </p:nvSpPr>
          <p:spPr>
            <a:xfrm>
              <a:off x="5690678" y="34662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DCA01D5C-EDFF-4270-889B-CE0D9C15ACF3}"/>
                </a:ext>
              </a:extLst>
            </p:cNvPr>
            <p:cNvSpPr/>
            <p:nvPr/>
          </p:nvSpPr>
          <p:spPr>
            <a:xfrm>
              <a:off x="5690678" y="354851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A2946BD4-40A2-4BC9-B3F7-2A39579E5F84}"/>
                </a:ext>
              </a:extLst>
            </p:cNvPr>
            <p:cNvSpPr/>
            <p:nvPr/>
          </p:nvSpPr>
          <p:spPr>
            <a:xfrm>
              <a:off x="5690678" y="362815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F2C7247D-8363-420B-B8CA-DDE24914E96D}"/>
                </a:ext>
              </a:extLst>
            </p:cNvPr>
            <p:cNvSpPr/>
            <p:nvPr/>
          </p:nvSpPr>
          <p:spPr>
            <a:xfrm>
              <a:off x="5690678" y="37138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88B963FE-FAAF-4006-87F2-DC1BD4DFCCE4}"/>
                </a:ext>
              </a:extLst>
            </p:cNvPr>
            <p:cNvSpPr/>
            <p:nvPr/>
          </p:nvSpPr>
          <p:spPr>
            <a:xfrm>
              <a:off x="6636828" y="371388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3115197-6782-4DD5-9D69-1C2109C846B9}"/>
                </a:ext>
              </a:extLst>
            </p:cNvPr>
            <p:cNvSpPr/>
            <p:nvPr/>
          </p:nvSpPr>
          <p:spPr>
            <a:xfrm>
              <a:off x="6636828" y="363609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3609E15C-1554-4C94-8885-7B14C0BAB60B}"/>
                </a:ext>
              </a:extLst>
            </p:cNvPr>
            <p:cNvSpPr/>
            <p:nvPr/>
          </p:nvSpPr>
          <p:spPr>
            <a:xfrm>
              <a:off x="6636828" y="3559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DDE8B9D6-4B65-4180-8361-E5D28EAADBBB}"/>
                </a:ext>
              </a:extLst>
            </p:cNvPr>
            <p:cNvSpPr/>
            <p:nvPr/>
          </p:nvSpPr>
          <p:spPr>
            <a:xfrm>
              <a:off x="6636828" y="347416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C08D78A-7ACC-420B-B821-F0C0A372F247}"/>
                </a:ext>
              </a:extLst>
            </p:cNvPr>
            <p:cNvSpPr/>
            <p:nvPr/>
          </p:nvSpPr>
          <p:spPr>
            <a:xfrm>
              <a:off x="6639996"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FDF5FF5A-85EE-437D-A774-3E8AC74BA4D4}"/>
                </a:ext>
              </a:extLst>
            </p:cNvPr>
            <p:cNvSpPr/>
            <p:nvPr/>
          </p:nvSpPr>
          <p:spPr>
            <a:xfrm>
              <a:off x="5855773"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28E5646-B561-40C7-952A-6ACF35063223}"/>
                </a:ext>
              </a:extLst>
            </p:cNvPr>
            <p:cNvSpPr/>
            <p:nvPr/>
          </p:nvSpPr>
          <p:spPr>
            <a:xfrm>
              <a:off x="5938320"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C31E3157-8809-46AB-B3D0-F2580FA36E42}"/>
                </a:ext>
              </a:extLst>
            </p:cNvPr>
            <p:cNvSpPr/>
            <p:nvPr/>
          </p:nvSpPr>
          <p:spPr>
            <a:xfrm>
              <a:off x="6025612"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EF9D16C1-347D-41FD-A2AF-EB6626471C43}"/>
                </a:ext>
              </a:extLst>
            </p:cNvPr>
            <p:cNvSpPr/>
            <p:nvPr/>
          </p:nvSpPr>
          <p:spPr>
            <a:xfrm>
              <a:off x="6112137"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A7F4D5F6-C236-4E87-A993-DAFD63715B9B}"/>
                </a:ext>
              </a:extLst>
            </p:cNvPr>
            <p:cNvSpPr/>
            <p:nvPr/>
          </p:nvSpPr>
          <p:spPr>
            <a:xfrm>
              <a:off x="6198662"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0B8AC5DB-AE12-4BC9-B27F-5C6EB814C148}"/>
                </a:ext>
              </a:extLst>
            </p:cNvPr>
            <p:cNvSpPr/>
            <p:nvPr/>
          </p:nvSpPr>
          <p:spPr>
            <a:xfrm>
              <a:off x="6287574"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5CDB869-5342-47D4-A02E-2881CCA5344B}"/>
                </a:ext>
              </a:extLst>
            </p:cNvPr>
            <p:cNvSpPr/>
            <p:nvPr/>
          </p:nvSpPr>
          <p:spPr>
            <a:xfrm>
              <a:off x="6378077"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C30D26B-3CC1-45F5-B7D0-A8B8CABEC21F}"/>
                </a:ext>
              </a:extLst>
            </p:cNvPr>
            <p:cNvSpPr/>
            <p:nvPr/>
          </p:nvSpPr>
          <p:spPr>
            <a:xfrm>
              <a:off x="6468564"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E6F31BD-B710-4139-B7B8-3CD94B38586F}"/>
                </a:ext>
              </a:extLst>
            </p:cNvPr>
            <p:cNvSpPr/>
            <p:nvPr/>
          </p:nvSpPr>
          <p:spPr>
            <a:xfrm>
              <a:off x="6554281"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6C9730F6-2A75-4039-8752-91A1F13E3609}"/>
                </a:ext>
              </a:extLst>
            </p:cNvPr>
            <p:cNvSpPr/>
            <p:nvPr/>
          </p:nvSpPr>
          <p:spPr>
            <a:xfrm>
              <a:off x="6636828"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F0DBED92-DD98-455F-979E-B5E1AA613A5D}"/>
                </a:ext>
              </a:extLst>
            </p:cNvPr>
            <p:cNvSpPr/>
            <p:nvPr/>
          </p:nvSpPr>
          <p:spPr>
            <a:xfrm>
              <a:off x="5852605"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CD9179D-4874-43B5-A981-21F471AE1488}"/>
                </a:ext>
              </a:extLst>
            </p:cNvPr>
            <p:cNvSpPr/>
            <p:nvPr/>
          </p:nvSpPr>
          <p:spPr>
            <a:xfrm>
              <a:off x="5935152"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8F9D6153-3F37-4FF3-B613-1EBD4B9770E5}"/>
                </a:ext>
              </a:extLst>
            </p:cNvPr>
            <p:cNvSpPr/>
            <p:nvPr/>
          </p:nvSpPr>
          <p:spPr>
            <a:xfrm>
              <a:off x="6022444"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3166C27C-5E81-40B6-B4F0-44CC123C726B}"/>
                </a:ext>
              </a:extLst>
            </p:cNvPr>
            <p:cNvSpPr/>
            <p:nvPr/>
          </p:nvSpPr>
          <p:spPr>
            <a:xfrm>
              <a:off x="6108969"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A0749394-BDA5-4046-98D4-EC6D6A8ADD97}"/>
                </a:ext>
              </a:extLst>
            </p:cNvPr>
            <p:cNvSpPr/>
            <p:nvPr/>
          </p:nvSpPr>
          <p:spPr>
            <a:xfrm>
              <a:off x="6195494"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16CFB7DA-EA63-4EC2-BF9A-EEFE0F0832F6}"/>
                </a:ext>
              </a:extLst>
            </p:cNvPr>
            <p:cNvSpPr/>
            <p:nvPr/>
          </p:nvSpPr>
          <p:spPr>
            <a:xfrm>
              <a:off x="6284406"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07AF5E31-870B-4C8F-BF7B-BB138C837663}"/>
                </a:ext>
              </a:extLst>
            </p:cNvPr>
            <p:cNvSpPr/>
            <p:nvPr/>
          </p:nvSpPr>
          <p:spPr>
            <a:xfrm>
              <a:off x="6374909"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D3896988-E6CF-477C-A109-D01D38A2397D}"/>
                </a:ext>
              </a:extLst>
            </p:cNvPr>
            <p:cNvSpPr/>
            <p:nvPr/>
          </p:nvSpPr>
          <p:spPr>
            <a:xfrm>
              <a:off x="6465396"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4118FEDB-4A24-4541-85B3-53C63F53E264}"/>
                </a:ext>
              </a:extLst>
            </p:cNvPr>
            <p:cNvSpPr/>
            <p:nvPr/>
          </p:nvSpPr>
          <p:spPr>
            <a:xfrm>
              <a:off x="6551113"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558A170B-A744-45CF-9E67-A3509EC442BC}"/>
                </a:ext>
              </a:extLst>
            </p:cNvPr>
            <p:cNvSpPr/>
            <p:nvPr/>
          </p:nvSpPr>
          <p:spPr>
            <a:xfrm>
              <a:off x="5690677" y="269470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D40DE05F-FF98-413E-BDD0-FA269F47A87D}"/>
                </a:ext>
              </a:extLst>
            </p:cNvPr>
            <p:cNvSpPr/>
            <p:nvPr/>
          </p:nvSpPr>
          <p:spPr>
            <a:xfrm>
              <a:off x="5771641" y="269470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7467943D-91AD-46C6-9685-6534281E8AE9}"/>
                </a:ext>
              </a:extLst>
            </p:cNvPr>
            <p:cNvSpPr/>
            <p:nvPr/>
          </p:nvSpPr>
          <p:spPr>
            <a:xfrm>
              <a:off x="5690677" y="379166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1A4CC2A3-8487-4F98-A722-4E5EBDF3C228}"/>
                </a:ext>
              </a:extLst>
            </p:cNvPr>
            <p:cNvSpPr/>
            <p:nvPr/>
          </p:nvSpPr>
          <p:spPr>
            <a:xfrm>
              <a:off x="5771641" y="379166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54928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3" name="Group 2">
            <a:extLst>
              <a:ext uri="{FF2B5EF4-FFF2-40B4-BE49-F238E27FC236}">
                <a16:creationId xmlns:a16="http://schemas.microsoft.com/office/drawing/2014/main" id="{A095A363-E83A-4969-87DC-B46877A0C4BE}"/>
              </a:ext>
            </a:extLst>
          </p:cNvPr>
          <p:cNvGrpSpPr/>
          <p:nvPr/>
        </p:nvGrpSpPr>
        <p:grpSpPr>
          <a:xfrm>
            <a:off x="5580066" y="2678617"/>
            <a:ext cx="1031867" cy="1413539"/>
            <a:chOff x="2774949" y="1729711"/>
            <a:chExt cx="1031867" cy="1413539"/>
          </a:xfrm>
        </p:grpSpPr>
        <p:sp>
          <p:nvSpPr>
            <p:cNvPr id="90" name="Rectangle 89">
              <a:extLst>
                <a:ext uri="{FF2B5EF4-FFF2-40B4-BE49-F238E27FC236}">
                  <a16:creationId xmlns:a16="http://schemas.microsoft.com/office/drawing/2014/main" id="{3EE7C7A5-CF2B-47B9-80F8-838A81EEC7BA}"/>
                </a:ext>
              </a:extLst>
            </p:cNvPr>
            <p:cNvSpPr/>
            <p:nvPr/>
          </p:nvSpPr>
          <p:spPr>
            <a:xfrm>
              <a:off x="2857498" y="205105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ABF5DBED-A8DC-4F16-A83E-159D4B26EA4A}"/>
                </a:ext>
              </a:extLst>
            </p:cNvPr>
            <p:cNvSpPr/>
            <p:nvPr/>
          </p:nvSpPr>
          <p:spPr>
            <a:xfrm>
              <a:off x="2857498" y="255905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6D3A7B01-A57A-4414-9FCC-D0475F42B759}"/>
                </a:ext>
              </a:extLst>
            </p:cNvPr>
            <p:cNvSpPr/>
            <p:nvPr/>
          </p:nvSpPr>
          <p:spPr>
            <a:xfrm>
              <a:off x="2774950" y="245268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50CEE9CF-5C2A-4EEB-B451-9B93E5CB852E}"/>
                </a:ext>
              </a:extLst>
            </p:cNvPr>
            <p:cNvSpPr/>
            <p:nvPr/>
          </p:nvSpPr>
          <p:spPr>
            <a:xfrm>
              <a:off x="3721100" y="245268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94" name="Rectangle 93">
              <a:extLst>
                <a:ext uri="{FF2B5EF4-FFF2-40B4-BE49-F238E27FC236}">
                  <a16:creationId xmlns:a16="http://schemas.microsoft.com/office/drawing/2014/main" id="{5FA42257-5897-426D-92AC-DF2BBF3A6858}"/>
                </a:ext>
              </a:extLst>
            </p:cNvPr>
            <p:cNvSpPr/>
            <p:nvPr/>
          </p:nvSpPr>
          <p:spPr>
            <a:xfrm>
              <a:off x="2774950" y="236855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7A7A85EB-6459-4CCE-91F3-E6CF28E5A542}"/>
                </a:ext>
              </a:extLst>
            </p:cNvPr>
            <p:cNvSpPr/>
            <p:nvPr/>
          </p:nvSpPr>
          <p:spPr>
            <a:xfrm>
              <a:off x="2774950" y="266541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5B3D54C8-772A-4233-8A3B-B32BD203B5A0}"/>
                </a:ext>
              </a:extLst>
            </p:cNvPr>
            <p:cNvSpPr/>
            <p:nvPr/>
          </p:nvSpPr>
          <p:spPr>
            <a:xfrm>
              <a:off x="3721100" y="237648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F7D240DD-F3F0-4EC5-ABA3-198F183A8A87}"/>
                </a:ext>
              </a:extLst>
            </p:cNvPr>
            <p:cNvSpPr/>
            <p:nvPr/>
          </p:nvSpPr>
          <p:spPr>
            <a:xfrm>
              <a:off x="3721100" y="266541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8F3DDE1A-F0DB-4F6E-8B41-64101A50F87D}"/>
                </a:ext>
              </a:extLst>
            </p:cNvPr>
            <p:cNvSpPr/>
            <p:nvPr/>
          </p:nvSpPr>
          <p:spPr>
            <a:xfrm>
              <a:off x="2774950" y="229235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ADA8B7AC-DFC0-4AA4-B01D-B9BE2FC4741F}"/>
                </a:ext>
              </a:extLst>
            </p:cNvPr>
            <p:cNvSpPr/>
            <p:nvPr/>
          </p:nvSpPr>
          <p:spPr>
            <a:xfrm>
              <a:off x="2774950" y="221218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CB721AE1-9E46-43D0-B811-101025233741}"/>
                </a:ext>
              </a:extLst>
            </p:cNvPr>
            <p:cNvSpPr/>
            <p:nvPr/>
          </p:nvSpPr>
          <p:spPr>
            <a:xfrm>
              <a:off x="2774950" y="212725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D951B0D7-1C1F-4D9F-A84E-A0B93002DD58}"/>
                </a:ext>
              </a:extLst>
            </p:cNvPr>
            <p:cNvSpPr/>
            <p:nvPr/>
          </p:nvSpPr>
          <p:spPr>
            <a:xfrm>
              <a:off x="2774950" y="205105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49E43B8E-69B7-4AE3-95B0-97F18D2C5D86}"/>
                </a:ext>
              </a:extLst>
            </p:cNvPr>
            <p:cNvSpPr/>
            <p:nvPr/>
          </p:nvSpPr>
          <p:spPr>
            <a:xfrm>
              <a:off x="3721100" y="228838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C47B1916-F29B-40F0-837A-2B63440BB0FD}"/>
                </a:ext>
              </a:extLst>
            </p:cNvPr>
            <p:cNvSpPr/>
            <p:nvPr/>
          </p:nvSpPr>
          <p:spPr>
            <a:xfrm>
              <a:off x="3721100" y="220133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634F38D4-24D8-40F7-A1D0-C5F62FB040D0}"/>
                </a:ext>
              </a:extLst>
            </p:cNvPr>
            <p:cNvSpPr/>
            <p:nvPr/>
          </p:nvSpPr>
          <p:spPr>
            <a:xfrm>
              <a:off x="3721100" y="212301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13DECA04-F7B6-49FD-A874-A2A19D95E272}"/>
                </a:ext>
              </a:extLst>
            </p:cNvPr>
            <p:cNvSpPr/>
            <p:nvPr/>
          </p:nvSpPr>
          <p:spPr>
            <a:xfrm>
              <a:off x="3721100" y="204893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35C9F54E-ED89-430E-8BBF-54456C3B0AC4}"/>
                </a:ext>
              </a:extLst>
            </p:cNvPr>
            <p:cNvSpPr/>
            <p:nvPr/>
          </p:nvSpPr>
          <p:spPr>
            <a:xfrm>
              <a:off x="2774950" y="274161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4FB4AF0B-760F-4B5C-ACC2-60DFE3D1B360}"/>
                </a:ext>
              </a:extLst>
            </p:cNvPr>
            <p:cNvSpPr/>
            <p:nvPr/>
          </p:nvSpPr>
          <p:spPr>
            <a:xfrm>
              <a:off x="2774950" y="282389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CA227228-AB8C-4853-B3B3-B419581453D3}"/>
                </a:ext>
              </a:extLst>
            </p:cNvPr>
            <p:cNvSpPr/>
            <p:nvPr/>
          </p:nvSpPr>
          <p:spPr>
            <a:xfrm>
              <a:off x="2774950" y="290353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C57396F0-2BE3-43AB-9F69-18AE50C95E45}"/>
                </a:ext>
              </a:extLst>
            </p:cNvPr>
            <p:cNvSpPr/>
            <p:nvPr/>
          </p:nvSpPr>
          <p:spPr>
            <a:xfrm>
              <a:off x="2774950" y="298926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D313B0C4-C9B7-49AB-8C1D-50244425FAA3}"/>
                </a:ext>
              </a:extLst>
            </p:cNvPr>
            <p:cNvSpPr/>
            <p:nvPr/>
          </p:nvSpPr>
          <p:spPr>
            <a:xfrm>
              <a:off x="3721100" y="298926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8C025CDA-D05B-4568-A2F5-4E96CBE82F53}"/>
                </a:ext>
              </a:extLst>
            </p:cNvPr>
            <p:cNvSpPr/>
            <p:nvPr/>
          </p:nvSpPr>
          <p:spPr>
            <a:xfrm>
              <a:off x="3721100" y="2911474"/>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543F994-98AF-4AB0-9F9E-AEC7F0EDF5F4}"/>
                </a:ext>
              </a:extLst>
            </p:cNvPr>
            <p:cNvSpPr/>
            <p:nvPr/>
          </p:nvSpPr>
          <p:spPr>
            <a:xfrm>
              <a:off x="3721100" y="283448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1CFADBC5-B39E-4E73-8C2F-F293925ABC01}"/>
                </a:ext>
              </a:extLst>
            </p:cNvPr>
            <p:cNvSpPr/>
            <p:nvPr/>
          </p:nvSpPr>
          <p:spPr>
            <a:xfrm>
              <a:off x="3721100" y="274955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3B211F40-BFE3-47CA-BCF7-FBF55B560D9F}"/>
                </a:ext>
              </a:extLst>
            </p:cNvPr>
            <p:cNvSpPr/>
            <p:nvPr/>
          </p:nvSpPr>
          <p:spPr>
            <a:xfrm>
              <a:off x="3724268"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DB0772A5-1E29-4C04-A911-A52E708F2DCD}"/>
                </a:ext>
              </a:extLst>
            </p:cNvPr>
            <p:cNvSpPr/>
            <p:nvPr/>
          </p:nvSpPr>
          <p:spPr>
            <a:xfrm>
              <a:off x="2940045"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8845045C-9D71-4DBB-90DF-AB3447E08790}"/>
                </a:ext>
              </a:extLst>
            </p:cNvPr>
            <p:cNvSpPr/>
            <p:nvPr/>
          </p:nvSpPr>
          <p:spPr>
            <a:xfrm>
              <a:off x="3022592"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82F3E05D-5170-4812-8496-E00C01439139}"/>
                </a:ext>
              </a:extLst>
            </p:cNvPr>
            <p:cNvSpPr/>
            <p:nvPr/>
          </p:nvSpPr>
          <p:spPr>
            <a:xfrm>
              <a:off x="3109884"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8D664C04-92E1-41CD-A504-C28D49489F59}"/>
                </a:ext>
              </a:extLst>
            </p:cNvPr>
            <p:cNvSpPr/>
            <p:nvPr/>
          </p:nvSpPr>
          <p:spPr>
            <a:xfrm>
              <a:off x="3196409"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B3675F7F-1CBA-419D-8685-D851FE46DE30}"/>
                </a:ext>
              </a:extLst>
            </p:cNvPr>
            <p:cNvSpPr/>
            <p:nvPr/>
          </p:nvSpPr>
          <p:spPr>
            <a:xfrm>
              <a:off x="3282934"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FF28B6B-A88F-48A7-B693-B7A0DD135BE9}"/>
                </a:ext>
              </a:extLst>
            </p:cNvPr>
            <p:cNvSpPr/>
            <p:nvPr/>
          </p:nvSpPr>
          <p:spPr>
            <a:xfrm>
              <a:off x="3371846"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42F267B3-B516-4520-BB73-0223DAAA4CA0}"/>
                </a:ext>
              </a:extLst>
            </p:cNvPr>
            <p:cNvSpPr/>
            <p:nvPr/>
          </p:nvSpPr>
          <p:spPr>
            <a:xfrm>
              <a:off x="3462349"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FFA9147A-68B8-4945-ABD9-099DBFAF01C9}"/>
                </a:ext>
              </a:extLst>
            </p:cNvPr>
            <p:cNvSpPr/>
            <p:nvPr/>
          </p:nvSpPr>
          <p:spPr>
            <a:xfrm>
              <a:off x="3552836"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0205BF12-18B0-4316-B0F5-6A9B46C113BE}"/>
                </a:ext>
              </a:extLst>
            </p:cNvPr>
            <p:cNvSpPr/>
            <p:nvPr/>
          </p:nvSpPr>
          <p:spPr>
            <a:xfrm>
              <a:off x="3638553" y="306705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8C3BD317-214C-46BE-BA2A-526836FD8E9C}"/>
                </a:ext>
              </a:extLst>
            </p:cNvPr>
            <p:cNvSpPr/>
            <p:nvPr/>
          </p:nvSpPr>
          <p:spPr>
            <a:xfrm>
              <a:off x="3721100"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87D2F5DC-B60D-476A-A190-944E04404EB3}"/>
                </a:ext>
              </a:extLst>
            </p:cNvPr>
            <p:cNvSpPr/>
            <p:nvPr/>
          </p:nvSpPr>
          <p:spPr>
            <a:xfrm>
              <a:off x="2936877"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A90AE845-0B89-4D33-8E2D-07C6BE7D8FF6}"/>
                </a:ext>
              </a:extLst>
            </p:cNvPr>
            <p:cNvSpPr/>
            <p:nvPr/>
          </p:nvSpPr>
          <p:spPr>
            <a:xfrm>
              <a:off x="3019424"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9F054900-6963-458D-AA17-A88B5AEF4C51}"/>
                </a:ext>
              </a:extLst>
            </p:cNvPr>
            <p:cNvSpPr/>
            <p:nvPr/>
          </p:nvSpPr>
          <p:spPr>
            <a:xfrm>
              <a:off x="3106716"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E9B59CA0-1BCE-41E7-94A4-21BE6AA1583E}"/>
                </a:ext>
              </a:extLst>
            </p:cNvPr>
            <p:cNvSpPr/>
            <p:nvPr/>
          </p:nvSpPr>
          <p:spPr>
            <a:xfrm>
              <a:off x="3193241"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443AF450-B2C4-4C95-93AD-73054C76DA55}"/>
                </a:ext>
              </a:extLst>
            </p:cNvPr>
            <p:cNvSpPr/>
            <p:nvPr/>
          </p:nvSpPr>
          <p:spPr>
            <a:xfrm>
              <a:off x="3279766"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28A9278D-4199-41F3-A755-3D63C5A05004}"/>
                </a:ext>
              </a:extLst>
            </p:cNvPr>
            <p:cNvSpPr/>
            <p:nvPr/>
          </p:nvSpPr>
          <p:spPr>
            <a:xfrm>
              <a:off x="3368678"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E2EC71CB-ACD9-449B-97C0-F5B12316F148}"/>
                </a:ext>
              </a:extLst>
            </p:cNvPr>
            <p:cNvSpPr/>
            <p:nvPr/>
          </p:nvSpPr>
          <p:spPr>
            <a:xfrm>
              <a:off x="3459181"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4875DBD9-DDB3-4D8E-8A75-DF21C7F86BAC}"/>
                </a:ext>
              </a:extLst>
            </p:cNvPr>
            <p:cNvSpPr/>
            <p:nvPr/>
          </p:nvSpPr>
          <p:spPr>
            <a:xfrm>
              <a:off x="3549668"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C63631C8-8C84-44FD-98DF-CF624E7B2005}"/>
                </a:ext>
              </a:extLst>
            </p:cNvPr>
            <p:cNvSpPr/>
            <p:nvPr/>
          </p:nvSpPr>
          <p:spPr>
            <a:xfrm>
              <a:off x="3635385" y="197114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3853DA80-0919-4461-92CB-87A95ADECB5A}"/>
                </a:ext>
              </a:extLst>
            </p:cNvPr>
            <p:cNvSpPr/>
            <p:nvPr/>
          </p:nvSpPr>
          <p:spPr>
            <a:xfrm>
              <a:off x="2774949" y="197008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24404157-8BD0-46BE-B9B5-53B903E5060A}"/>
                </a:ext>
              </a:extLst>
            </p:cNvPr>
            <p:cNvSpPr/>
            <p:nvPr/>
          </p:nvSpPr>
          <p:spPr>
            <a:xfrm>
              <a:off x="2855913" y="197008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8CD63E1-0711-48E4-B888-F5DEEA11F36A}"/>
                </a:ext>
              </a:extLst>
            </p:cNvPr>
            <p:cNvSpPr/>
            <p:nvPr/>
          </p:nvSpPr>
          <p:spPr>
            <a:xfrm>
              <a:off x="3721100" y="188992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A1D5D51B-8563-4AE5-BD02-9FE5C2C56339}"/>
                </a:ext>
              </a:extLst>
            </p:cNvPr>
            <p:cNvSpPr/>
            <p:nvPr/>
          </p:nvSpPr>
          <p:spPr>
            <a:xfrm>
              <a:off x="2938447" y="188621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9180A9D5-EC24-4195-AA35-A688F4678409}"/>
                </a:ext>
              </a:extLst>
            </p:cNvPr>
            <p:cNvSpPr/>
            <p:nvPr/>
          </p:nvSpPr>
          <p:spPr>
            <a:xfrm>
              <a:off x="3019396" y="188886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19D1396E-8AE3-46A8-B14D-CB43B2875526}"/>
                </a:ext>
              </a:extLst>
            </p:cNvPr>
            <p:cNvSpPr/>
            <p:nvPr/>
          </p:nvSpPr>
          <p:spPr>
            <a:xfrm>
              <a:off x="3107524" y="188621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E45A561A-6888-4551-8A9B-C1B69F696FE5}"/>
                </a:ext>
              </a:extLst>
            </p:cNvPr>
            <p:cNvSpPr/>
            <p:nvPr/>
          </p:nvSpPr>
          <p:spPr>
            <a:xfrm>
              <a:off x="3194049" y="188621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FF5BA3FE-2950-4FAB-B51F-C6EBA63B6C66}"/>
                </a:ext>
              </a:extLst>
            </p:cNvPr>
            <p:cNvSpPr/>
            <p:nvPr/>
          </p:nvSpPr>
          <p:spPr>
            <a:xfrm>
              <a:off x="3279766" y="188992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522FC7E9-D0B8-4586-A3D5-C5551B6E27C9}"/>
                </a:ext>
              </a:extLst>
            </p:cNvPr>
            <p:cNvSpPr/>
            <p:nvPr/>
          </p:nvSpPr>
          <p:spPr>
            <a:xfrm>
              <a:off x="3368678" y="188992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BD83690-0DDA-447F-8E4D-A3C90173F4E6}"/>
                </a:ext>
              </a:extLst>
            </p:cNvPr>
            <p:cNvSpPr/>
            <p:nvPr/>
          </p:nvSpPr>
          <p:spPr>
            <a:xfrm>
              <a:off x="3459181" y="188992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1C4E2857-CD1C-4E99-8266-577A204E75F5}"/>
                </a:ext>
              </a:extLst>
            </p:cNvPr>
            <p:cNvSpPr/>
            <p:nvPr/>
          </p:nvSpPr>
          <p:spPr>
            <a:xfrm>
              <a:off x="3549668" y="188992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F3418FF9-E1CD-4702-8920-2B97007C0825}"/>
                </a:ext>
              </a:extLst>
            </p:cNvPr>
            <p:cNvSpPr/>
            <p:nvPr/>
          </p:nvSpPr>
          <p:spPr>
            <a:xfrm>
              <a:off x="3635385" y="188992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35F88CC0-A702-4172-9440-A66016482DAB}"/>
                </a:ext>
              </a:extLst>
            </p:cNvPr>
            <p:cNvSpPr/>
            <p:nvPr/>
          </p:nvSpPr>
          <p:spPr>
            <a:xfrm>
              <a:off x="2774949" y="188886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6FE55792-B56B-4F60-A7C2-143066CD3E67}"/>
                </a:ext>
              </a:extLst>
            </p:cNvPr>
            <p:cNvSpPr/>
            <p:nvPr/>
          </p:nvSpPr>
          <p:spPr>
            <a:xfrm>
              <a:off x="2855913" y="188886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6E530B5B-4ED8-4E44-B0FF-57067E2EE050}"/>
                </a:ext>
              </a:extLst>
            </p:cNvPr>
            <p:cNvSpPr/>
            <p:nvPr/>
          </p:nvSpPr>
          <p:spPr>
            <a:xfrm>
              <a:off x="3721100" y="181093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5837249C-ACBB-4A80-A978-F3F01B70F9E8}"/>
                </a:ext>
              </a:extLst>
            </p:cNvPr>
            <p:cNvSpPr/>
            <p:nvPr/>
          </p:nvSpPr>
          <p:spPr>
            <a:xfrm>
              <a:off x="3635385" y="181093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B7C27165-E0D4-40B2-A2BD-BB82B30767D3}"/>
                </a:ext>
              </a:extLst>
            </p:cNvPr>
            <p:cNvSpPr/>
            <p:nvPr/>
          </p:nvSpPr>
          <p:spPr>
            <a:xfrm>
              <a:off x="3721100" y="172971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34ADC632-6F52-4E7B-A2DC-FF9F2D600C37}"/>
                </a:ext>
              </a:extLst>
            </p:cNvPr>
            <p:cNvSpPr/>
            <p:nvPr/>
          </p:nvSpPr>
          <p:spPr>
            <a:xfrm>
              <a:off x="3635385" y="172971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9D111365-95FD-4541-AC5E-4C402C275457}"/>
                </a:ext>
              </a:extLst>
            </p:cNvPr>
            <p:cNvSpPr/>
            <p:nvPr/>
          </p:nvSpPr>
          <p:spPr>
            <a:xfrm>
              <a:off x="3368650" y="181120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C66792DE-EB2F-4E37-9950-979B2268511C}"/>
                </a:ext>
              </a:extLst>
            </p:cNvPr>
            <p:cNvSpPr/>
            <p:nvPr/>
          </p:nvSpPr>
          <p:spPr>
            <a:xfrm>
              <a:off x="3282935" y="181120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34A312E8-DB90-40BD-8A6A-E32306CD3D6D}"/>
                </a:ext>
              </a:extLst>
            </p:cNvPr>
            <p:cNvSpPr/>
            <p:nvPr/>
          </p:nvSpPr>
          <p:spPr>
            <a:xfrm>
              <a:off x="2774949" y="30670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EC0DFCF2-9AC1-46BC-BD1B-6788391B562D}"/>
                </a:ext>
              </a:extLst>
            </p:cNvPr>
            <p:cNvSpPr/>
            <p:nvPr/>
          </p:nvSpPr>
          <p:spPr>
            <a:xfrm>
              <a:off x="2855913" y="30670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0B38DF58-19E5-4FEE-84EF-A270D86E6964}"/>
                </a:ext>
              </a:extLst>
            </p:cNvPr>
            <p:cNvSpPr/>
            <p:nvPr/>
          </p:nvSpPr>
          <p:spPr>
            <a:xfrm>
              <a:off x="2938447" y="181028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71870A23-8E88-40C6-B523-A393FF3263B4}"/>
                </a:ext>
              </a:extLst>
            </p:cNvPr>
            <p:cNvSpPr/>
            <p:nvPr/>
          </p:nvSpPr>
          <p:spPr>
            <a:xfrm>
              <a:off x="3019396" y="1812929"/>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11AC41DA-2DA7-4FEA-A00A-3BC89FEB6C20}"/>
                </a:ext>
              </a:extLst>
            </p:cNvPr>
            <p:cNvSpPr/>
            <p:nvPr/>
          </p:nvSpPr>
          <p:spPr>
            <a:xfrm>
              <a:off x="3107524" y="181028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37547F62-D398-4806-A459-23F05D66B3E4}"/>
                </a:ext>
              </a:extLst>
            </p:cNvPr>
            <p:cNvSpPr/>
            <p:nvPr/>
          </p:nvSpPr>
          <p:spPr>
            <a:xfrm>
              <a:off x="3194049" y="181028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BD556128-96BE-4079-953E-A2F20B47D3DF}"/>
                </a:ext>
              </a:extLst>
            </p:cNvPr>
            <p:cNvSpPr/>
            <p:nvPr/>
          </p:nvSpPr>
          <p:spPr>
            <a:xfrm>
              <a:off x="2774949" y="181292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12674C25-FF49-464D-BCEE-231E28AB4FB9}"/>
                </a:ext>
              </a:extLst>
            </p:cNvPr>
            <p:cNvSpPr/>
            <p:nvPr/>
          </p:nvSpPr>
          <p:spPr>
            <a:xfrm>
              <a:off x="2855913" y="181292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4358791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2" name="Group 1">
            <a:extLst>
              <a:ext uri="{FF2B5EF4-FFF2-40B4-BE49-F238E27FC236}">
                <a16:creationId xmlns:a16="http://schemas.microsoft.com/office/drawing/2014/main" id="{6EC31CE5-9B78-40F9-BF2F-FA5885AEE728}"/>
              </a:ext>
            </a:extLst>
          </p:cNvPr>
          <p:cNvGrpSpPr/>
          <p:nvPr/>
        </p:nvGrpSpPr>
        <p:grpSpPr>
          <a:xfrm>
            <a:off x="5580066" y="3549299"/>
            <a:ext cx="1031867" cy="1413539"/>
            <a:chOff x="2724590" y="3739080"/>
            <a:chExt cx="1031867" cy="1413539"/>
          </a:xfrm>
        </p:grpSpPr>
        <p:sp>
          <p:nvSpPr>
            <p:cNvPr id="228" name="Rectangle 227">
              <a:extLst>
                <a:ext uri="{FF2B5EF4-FFF2-40B4-BE49-F238E27FC236}">
                  <a16:creationId xmlns:a16="http://schemas.microsoft.com/office/drawing/2014/main" id="{A7D745E1-7B77-4BEB-AAF8-ABDB55328DA6}"/>
                </a:ext>
              </a:extLst>
            </p:cNvPr>
            <p:cNvSpPr/>
            <p:nvPr/>
          </p:nvSpPr>
          <p:spPr>
            <a:xfrm>
              <a:off x="2807139" y="406041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ED635C10-86E3-4E1D-BEAE-2008D17473BC}"/>
                </a:ext>
              </a:extLst>
            </p:cNvPr>
            <p:cNvSpPr/>
            <p:nvPr/>
          </p:nvSpPr>
          <p:spPr>
            <a:xfrm>
              <a:off x="2807139" y="456841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06004D53-06CE-4F4D-B4E4-041F8C89D7AE}"/>
                </a:ext>
              </a:extLst>
            </p:cNvPr>
            <p:cNvSpPr/>
            <p:nvPr/>
          </p:nvSpPr>
          <p:spPr>
            <a:xfrm>
              <a:off x="2724591" y="446205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9F020E9F-D7BF-433B-BB63-162896430C15}"/>
                </a:ext>
              </a:extLst>
            </p:cNvPr>
            <p:cNvSpPr/>
            <p:nvPr/>
          </p:nvSpPr>
          <p:spPr>
            <a:xfrm>
              <a:off x="3670741" y="446205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232" name="Rectangle 231">
              <a:extLst>
                <a:ext uri="{FF2B5EF4-FFF2-40B4-BE49-F238E27FC236}">
                  <a16:creationId xmlns:a16="http://schemas.microsoft.com/office/drawing/2014/main" id="{6569C751-87AB-42E7-A189-8FD1AE0E6336}"/>
                </a:ext>
              </a:extLst>
            </p:cNvPr>
            <p:cNvSpPr/>
            <p:nvPr/>
          </p:nvSpPr>
          <p:spPr>
            <a:xfrm>
              <a:off x="2724591" y="43779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859C3D8B-117E-44AF-91B6-3D888D7C80E7}"/>
                </a:ext>
              </a:extLst>
            </p:cNvPr>
            <p:cNvSpPr/>
            <p:nvPr/>
          </p:nvSpPr>
          <p:spPr>
            <a:xfrm>
              <a:off x="2724591" y="46747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D314E572-7E5E-421B-AEB1-ADCF91CCF9AD}"/>
                </a:ext>
              </a:extLst>
            </p:cNvPr>
            <p:cNvSpPr/>
            <p:nvPr/>
          </p:nvSpPr>
          <p:spPr>
            <a:xfrm>
              <a:off x="3670741" y="438585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FC1502F6-1159-4D02-9251-F68363A22E99}"/>
                </a:ext>
              </a:extLst>
            </p:cNvPr>
            <p:cNvSpPr/>
            <p:nvPr/>
          </p:nvSpPr>
          <p:spPr>
            <a:xfrm>
              <a:off x="3670741" y="467478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02AC80C5-30A1-4A41-B967-FF00B3745D62}"/>
                </a:ext>
              </a:extLst>
            </p:cNvPr>
            <p:cNvSpPr/>
            <p:nvPr/>
          </p:nvSpPr>
          <p:spPr>
            <a:xfrm>
              <a:off x="2724591" y="43017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0AF3CDD1-FEDE-4A67-A2EB-A48958CA2A8D}"/>
                </a:ext>
              </a:extLst>
            </p:cNvPr>
            <p:cNvSpPr/>
            <p:nvPr/>
          </p:nvSpPr>
          <p:spPr>
            <a:xfrm>
              <a:off x="2724591" y="422155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2F5C8A82-C083-4317-801D-92795D48C555}"/>
                </a:ext>
              </a:extLst>
            </p:cNvPr>
            <p:cNvSpPr/>
            <p:nvPr/>
          </p:nvSpPr>
          <p:spPr>
            <a:xfrm>
              <a:off x="2724591" y="41366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AE0D1A59-2ABF-48EE-AD77-190B082441EC}"/>
                </a:ext>
              </a:extLst>
            </p:cNvPr>
            <p:cNvSpPr/>
            <p:nvPr/>
          </p:nvSpPr>
          <p:spPr>
            <a:xfrm>
              <a:off x="2724591" y="40604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43008E0B-5288-4605-8C58-D6824E24168A}"/>
                </a:ext>
              </a:extLst>
            </p:cNvPr>
            <p:cNvSpPr/>
            <p:nvPr/>
          </p:nvSpPr>
          <p:spPr>
            <a:xfrm>
              <a:off x="3670741" y="429775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01B66A52-91A7-43AC-BFE5-FAF8459E12CF}"/>
                </a:ext>
              </a:extLst>
            </p:cNvPr>
            <p:cNvSpPr/>
            <p:nvPr/>
          </p:nvSpPr>
          <p:spPr>
            <a:xfrm>
              <a:off x="3670741" y="421070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91407287-6ADE-491A-A70A-008E07E82235}"/>
                </a:ext>
              </a:extLst>
            </p:cNvPr>
            <p:cNvSpPr/>
            <p:nvPr/>
          </p:nvSpPr>
          <p:spPr>
            <a:xfrm>
              <a:off x="3670741" y="413238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9AC6C63F-1E55-4463-8308-1B31AA2F7432}"/>
                </a:ext>
              </a:extLst>
            </p:cNvPr>
            <p:cNvSpPr/>
            <p:nvPr/>
          </p:nvSpPr>
          <p:spPr>
            <a:xfrm>
              <a:off x="3670741" y="405830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9FD7E200-2C44-4CA9-A9BD-29ADD394A1CF}"/>
                </a:ext>
              </a:extLst>
            </p:cNvPr>
            <p:cNvSpPr/>
            <p:nvPr/>
          </p:nvSpPr>
          <p:spPr>
            <a:xfrm>
              <a:off x="2724591" y="47509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C4E339EC-6C71-4F96-B4DC-88E673416BD7}"/>
                </a:ext>
              </a:extLst>
            </p:cNvPr>
            <p:cNvSpPr/>
            <p:nvPr/>
          </p:nvSpPr>
          <p:spPr>
            <a:xfrm>
              <a:off x="2724591" y="483326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3851A72F-3976-4A60-A782-4C18C121CFCC}"/>
                </a:ext>
              </a:extLst>
            </p:cNvPr>
            <p:cNvSpPr/>
            <p:nvPr/>
          </p:nvSpPr>
          <p:spPr>
            <a:xfrm>
              <a:off x="2724591" y="491290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289AA71F-50B6-4763-8594-B403BB9D2AA0}"/>
                </a:ext>
              </a:extLst>
            </p:cNvPr>
            <p:cNvSpPr/>
            <p:nvPr/>
          </p:nvSpPr>
          <p:spPr>
            <a:xfrm>
              <a:off x="2724591" y="49986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A60BBBBB-A935-43E7-A4A5-E5A71422C9E2}"/>
                </a:ext>
              </a:extLst>
            </p:cNvPr>
            <p:cNvSpPr/>
            <p:nvPr/>
          </p:nvSpPr>
          <p:spPr>
            <a:xfrm>
              <a:off x="3670741" y="499863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1EF11919-9727-47C9-99DC-617550284408}"/>
                </a:ext>
              </a:extLst>
            </p:cNvPr>
            <p:cNvSpPr/>
            <p:nvPr/>
          </p:nvSpPr>
          <p:spPr>
            <a:xfrm>
              <a:off x="3670741" y="49208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04B38374-FC9A-476D-A3DB-4577914D2124}"/>
                </a:ext>
              </a:extLst>
            </p:cNvPr>
            <p:cNvSpPr/>
            <p:nvPr/>
          </p:nvSpPr>
          <p:spPr>
            <a:xfrm>
              <a:off x="3670741" y="484385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9F4FF29F-2859-479B-A3E9-15D3B5EAA23C}"/>
                </a:ext>
              </a:extLst>
            </p:cNvPr>
            <p:cNvSpPr/>
            <p:nvPr/>
          </p:nvSpPr>
          <p:spPr>
            <a:xfrm>
              <a:off x="3670741" y="475891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A1B4FF82-FEA7-4F6C-B622-7612B87446A6}"/>
                </a:ext>
              </a:extLst>
            </p:cNvPr>
            <p:cNvSpPr/>
            <p:nvPr/>
          </p:nvSpPr>
          <p:spPr>
            <a:xfrm>
              <a:off x="3673909"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E87FC6DF-5331-4889-8937-739DCABC24EF}"/>
                </a:ext>
              </a:extLst>
            </p:cNvPr>
            <p:cNvSpPr/>
            <p:nvPr/>
          </p:nvSpPr>
          <p:spPr>
            <a:xfrm>
              <a:off x="2889686"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B82D767B-7096-484A-AD71-F4E06127A936}"/>
                </a:ext>
              </a:extLst>
            </p:cNvPr>
            <p:cNvSpPr/>
            <p:nvPr/>
          </p:nvSpPr>
          <p:spPr>
            <a:xfrm>
              <a:off x="2972233"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304C2E50-E05E-46E5-8832-A2368F230A00}"/>
                </a:ext>
              </a:extLst>
            </p:cNvPr>
            <p:cNvSpPr/>
            <p:nvPr/>
          </p:nvSpPr>
          <p:spPr>
            <a:xfrm>
              <a:off x="3059525"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9750AC58-AB2A-4A71-A6BC-3D615D30B564}"/>
                </a:ext>
              </a:extLst>
            </p:cNvPr>
            <p:cNvSpPr/>
            <p:nvPr/>
          </p:nvSpPr>
          <p:spPr>
            <a:xfrm>
              <a:off x="3146050"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3990D252-C03D-485E-8A58-AD81B7E2DB68}"/>
                </a:ext>
              </a:extLst>
            </p:cNvPr>
            <p:cNvSpPr/>
            <p:nvPr/>
          </p:nvSpPr>
          <p:spPr>
            <a:xfrm>
              <a:off x="3232575"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99D04BD8-05E7-4231-90F0-A24FCB010F8E}"/>
                </a:ext>
              </a:extLst>
            </p:cNvPr>
            <p:cNvSpPr/>
            <p:nvPr/>
          </p:nvSpPr>
          <p:spPr>
            <a:xfrm>
              <a:off x="3321487"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74B51C8F-AEFE-4E41-A788-020E5BC625A5}"/>
                </a:ext>
              </a:extLst>
            </p:cNvPr>
            <p:cNvSpPr/>
            <p:nvPr/>
          </p:nvSpPr>
          <p:spPr>
            <a:xfrm>
              <a:off x="3411990"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903679F0-1921-415C-AA77-6815166EEE31}"/>
                </a:ext>
              </a:extLst>
            </p:cNvPr>
            <p:cNvSpPr/>
            <p:nvPr/>
          </p:nvSpPr>
          <p:spPr>
            <a:xfrm>
              <a:off x="3502477"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3C06A394-1837-4FE0-BC93-AB16D7030649}"/>
                </a:ext>
              </a:extLst>
            </p:cNvPr>
            <p:cNvSpPr/>
            <p:nvPr/>
          </p:nvSpPr>
          <p:spPr>
            <a:xfrm>
              <a:off x="3588194"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6C737804-289D-49B0-BB72-397BD69575AA}"/>
                </a:ext>
              </a:extLst>
            </p:cNvPr>
            <p:cNvSpPr/>
            <p:nvPr/>
          </p:nvSpPr>
          <p:spPr>
            <a:xfrm>
              <a:off x="3670741"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B0F8CA6C-A282-4AF1-BBF7-895DEF6BFD8A}"/>
                </a:ext>
              </a:extLst>
            </p:cNvPr>
            <p:cNvSpPr/>
            <p:nvPr/>
          </p:nvSpPr>
          <p:spPr>
            <a:xfrm>
              <a:off x="2886518"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62A5624B-CBF2-4195-B014-E7108CEA5143}"/>
                </a:ext>
              </a:extLst>
            </p:cNvPr>
            <p:cNvSpPr/>
            <p:nvPr/>
          </p:nvSpPr>
          <p:spPr>
            <a:xfrm>
              <a:off x="2969065"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5B3C8BC0-300B-421C-96A0-A1634A532D8D}"/>
                </a:ext>
              </a:extLst>
            </p:cNvPr>
            <p:cNvSpPr/>
            <p:nvPr/>
          </p:nvSpPr>
          <p:spPr>
            <a:xfrm>
              <a:off x="3056357"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EB660CEB-86B5-466E-81BF-72C778AA61D1}"/>
                </a:ext>
              </a:extLst>
            </p:cNvPr>
            <p:cNvSpPr/>
            <p:nvPr/>
          </p:nvSpPr>
          <p:spPr>
            <a:xfrm>
              <a:off x="3142882"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192DB21A-935E-4559-B6F2-4B795868C96E}"/>
                </a:ext>
              </a:extLst>
            </p:cNvPr>
            <p:cNvSpPr/>
            <p:nvPr/>
          </p:nvSpPr>
          <p:spPr>
            <a:xfrm>
              <a:off x="3229407"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FC0FD234-4E39-4E1C-9E35-AEE784DD57AD}"/>
                </a:ext>
              </a:extLst>
            </p:cNvPr>
            <p:cNvSpPr/>
            <p:nvPr/>
          </p:nvSpPr>
          <p:spPr>
            <a:xfrm>
              <a:off x="3318319"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7D6EEE0F-A982-4A0E-AA91-BEBF2B917E19}"/>
                </a:ext>
              </a:extLst>
            </p:cNvPr>
            <p:cNvSpPr/>
            <p:nvPr/>
          </p:nvSpPr>
          <p:spPr>
            <a:xfrm>
              <a:off x="3408822"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7AEFBF2A-32C9-45AD-8F06-3F111A682443}"/>
                </a:ext>
              </a:extLst>
            </p:cNvPr>
            <p:cNvSpPr/>
            <p:nvPr/>
          </p:nvSpPr>
          <p:spPr>
            <a:xfrm>
              <a:off x="3499309"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965B609B-B557-457F-AE79-D3DCB7F4A605}"/>
                </a:ext>
              </a:extLst>
            </p:cNvPr>
            <p:cNvSpPr/>
            <p:nvPr/>
          </p:nvSpPr>
          <p:spPr>
            <a:xfrm>
              <a:off x="3585026"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F704C98B-171F-4CF3-956E-0A326FC1825B}"/>
                </a:ext>
              </a:extLst>
            </p:cNvPr>
            <p:cNvSpPr/>
            <p:nvPr/>
          </p:nvSpPr>
          <p:spPr>
            <a:xfrm>
              <a:off x="2724590" y="397945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1ECBBD53-97C7-4159-9068-B93AE39F0D1E}"/>
                </a:ext>
              </a:extLst>
            </p:cNvPr>
            <p:cNvSpPr/>
            <p:nvPr/>
          </p:nvSpPr>
          <p:spPr>
            <a:xfrm>
              <a:off x="2805554" y="397945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468AF6FC-E0C9-46F6-9158-2A3953DA3460}"/>
                </a:ext>
              </a:extLst>
            </p:cNvPr>
            <p:cNvSpPr/>
            <p:nvPr/>
          </p:nvSpPr>
          <p:spPr>
            <a:xfrm>
              <a:off x="3670741"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289DF695-4BAA-4596-BC3A-50904EDAE989}"/>
                </a:ext>
              </a:extLst>
            </p:cNvPr>
            <p:cNvSpPr/>
            <p:nvPr/>
          </p:nvSpPr>
          <p:spPr>
            <a:xfrm>
              <a:off x="2888088" y="389558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A2437A49-A6D6-489D-BF40-CD3F54C89580}"/>
                </a:ext>
              </a:extLst>
            </p:cNvPr>
            <p:cNvSpPr/>
            <p:nvPr/>
          </p:nvSpPr>
          <p:spPr>
            <a:xfrm>
              <a:off x="2969037" y="3898232"/>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EBC4FB4D-A6B8-450A-B8C2-20679D0E378E}"/>
                </a:ext>
              </a:extLst>
            </p:cNvPr>
            <p:cNvSpPr/>
            <p:nvPr/>
          </p:nvSpPr>
          <p:spPr>
            <a:xfrm>
              <a:off x="3057165" y="389558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E45AE09B-D042-430B-9CE9-1375B5CB5602}"/>
                </a:ext>
              </a:extLst>
            </p:cNvPr>
            <p:cNvSpPr/>
            <p:nvPr/>
          </p:nvSpPr>
          <p:spPr>
            <a:xfrm>
              <a:off x="3143690" y="389558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B459BDDD-3A11-4577-AC36-ABE75996273F}"/>
                </a:ext>
              </a:extLst>
            </p:cNvPr>
            <p:cNvSpPr/>
            <p:nvPr/>
          </p:nvSpPr>
          <p:spPr>
            <a:xfrm>
              <a:off x="3229407"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98C2E7B9-D6CE-4F07-BC03-C5347DE71073}"/>
                </a:ext>
              </a:extLst>
            </p:cNvPr>
            <p:cNvSpPr/>
            <p:nvPr/>
          </p:nvSpPr>
          <p:spPr>
            <a:xfrm>
              <a:off x="3318319"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CF8ED81A-51D4-4534-B270-A14E4D864E18}"/>
                </a:ext>
              </a:extLst>
            </p:cNvPr>
            <p:cNvSpPr/>
            <p:nvPr/>
          </p:nvSpPr>
          <p:spPr>
            <a:xfrm>
              <a:off x="3408822"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C07D70E5-603A-432E-9749-303A1104C511}"/>
                </a:ext>
              </a:extLst>
            </p:cNvPr>
            <p:cNvSpPr/>
            <p:nvPr/>
          </p:nvSpPr>
          <p:spPr>
            <a:xfrm>
              <a:off x="3499309"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8676279A-694A-4D28-A5CA-FCE8E9E2F22D}"/>
                </a:ext>
              </a:extLst>
            </p:cNvPr>
            <p:cNvSpPr/>
            <p:nvPr/>
          </p:nvSpPr>
          <p:spPr>
            <a:xfrm>
              <a:off x="3585026"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7746F2EF-6D31-4135-9F04-0A223C4A639F}"/>
                </a:ext>
              </a:extLst>
            </p:cNvPr>
            <p:cNvSpPr/>
            <p:nvPr/>
          </p:nvSpPr>
          <p:spPr>
            <a:xfrm>
              <a:off x="2724590" y="38982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C9298F6D-88C4-4157-B710-7D3BC7D70629}"/>
                </a:ext>
              </a:extLst>
            </p:cNvPr>
            <p:cNvSpPr/>
            <p:nvPr/>
          </p:nvSpPr>
          <p:spPr>
            <a:xfrm>
              <a:off x="2805554" y="38982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FBB276F8-AF41-4B80-82E2-73473C185AF9}"/>
                </a:ext>
              </a:extLst>
            </p:cNvPr>
            <p:cNvSpPr/>
            <p:nvPr/>
          </p:nvSpPr>
          <p:spPr>
            <a:xfrm>
              <a:off x="3670741" y="38203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B4BE141A-3438-4F1A-8806-E6B5364B9C26}"/>
                </a:ext>
              </a:extLst>
            </p:cNvPr>
            <p:cNvSpPr/>
            <p:nvPr/>
          </p:nvSpPr>
          <p:spPr>
            <a:xfrm>
              <a:off x="3585026" y="38203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E40B798B-002A-41F8-8F1D-6963A282263A}"/>
                </a:ext>
              </a:extLst>
            </p:cNvPr>
            <p:cNvSpPr/>
            <p:nvPr/>
          </p:nvSpPr>
          <p:spPr>
            <a:xfrm>
              <a:off x="3670741" y="373908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E646CC25-4C42-4E3C-A274-99B7028E4514}"/>
                </a:ext>
              </a:extLst>
            </p:cNvPr>
            <p:cNvSpPr/>
            <p:nvPr/>
          </p:nvSpPr>
          <p:spPr>
            <a:xfrm>
              <a:off x="3585026" y="373908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B5DAFEB9-AE02-41FD-B0B5-B73CB827C494}"/>
                </a:ext>
              </a:extLst>
            </p:cNvPr>
            <p:cNvSpPr/>
            <p:nvPr/>
          </p:nvSpPr>
          <p:spPr>
            <a:xfrm>
              <a:off x="3318291" y="382057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4DF4A908-5C8A-4CB4-935D-1BC1797C28DE}"/>
                </a:ext>
              </a:extLst>
            </p:cNvPr>
            <p:cNvSpPr/>
            <p:nvPr/>
          </p:nvSpPr>
          <p:spPr>
            <a:xfrm>
              <a:off x="3232576" y="382057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7461FE6A-9140-4ED9-A1BA-8142CB4ED5E5}"/>
                </a:ext>
              </a:extLst>
            </p:cNvPr>
            <p:cNvSpPr/>
            <p:nvPr/>
          </p:nvSpPr>
          <p:spPr>
            <a:xfrm>
              <a:off x="2724590" y="507641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EECD9177-152A-467B-ACD9-246178A50808}"/>
                </a:ext>
              </a:extLst>
            </p:cNvPr>
            <p:cNvSpPr/>
            <p:nvPr/>
          </p:nvSpPr>
          <p:spPr>
            <a:xfrm>
              <a:off x="2805554" y="507641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F72F3556-1A12-405D-91DD-EC3C8D204CB0}"/>
                </a:ext>
              </a:extLst>
            </p:cNvPr>
            <p:cNvSpPr/>
            <p:nvPr/>
          </p:nvSpPr>
          <p:spPr>
            <a:xfrm>
              <a:off x="2888088" y="381885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D8BEF70C-B5EC-46B9-A03F-10C848CF1983}"/>
                </a:ext>
              </a:extLst>
            </p:cNvPr>
            <p:cNvSpPr/>
            <p:nvPr/>
          </p:nvSpPr>
          <p:spPr>
            <a:xfrm>
              <a:off x="2969037" y="382150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F0E19271-A149-4496-A8FD-5D9552188DC7}"/>
                </a:ext>
              </a:extLst>
            </p:cNvPr>
            <p:cNvSpPr/>
            <p:nvPr/>
          </p:nvSpPr>
          <p:spPr>
            <a:xfrm>
              <a:off x="3057165" y="381885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3D62AFD3-8B9C-4D64-9E4B-132D39B904C8}"/>
                </a:ext>
              </a:extLst>
            </p:cNvPr>
            <p:cNvSpPr/>
            <p:nvPr/>
          </p:nvSpPr>
          <p:spPr>
            <a:xfrm>
              <a:off x="3143690" y="381885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DAA5486B-FF48-4543-9A5E-0071B2308CB1}"/>
                </a:ext>
              </a:extLst>
            </p:cNvPr>
            <p:cNvSpPr/>
            <p:nvPr/>
          </p:nvSpPr>
          <p:spPr>
            <a:xfrm>
              <a:off x="2724590" y="382150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CEAABD7F-E9C6-497A-AD4B-AA38553994E0}"/>
                </a:ext>
              </a:extLst>
            </p:cNvPr>
            <p:cNvSpPr/>
            <p:nvPr/>
          </p:nvSpPr>
          <p:spPr>
            <a:xfrm>
              <a:off x="2805554" y="382150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6271E70F-B3E6-4633-B5F4-906D921EF43D}"/>
              </a:ext>
            </a:extLst>
          </p:cNvPr>
          <p:cNvGrpSpPr/>
          <p:nvPr/>
        </p:nvGrpSpPr>
        <p:grpSpPr>
          <a:xfrm>
            <a:off x="5576898" y="1539066"/>
            <a:ext cx="1031867" cy="1415387"/>
            <a:chOff x="2711080" y="1607476"/>
            <a:chExt cx="1031867" cy="1415387"/>
          </a:xfrm>
        </p:grpSpPr>
        <p:sp>
          <p:nvSpPr>
            <p:cNvPr id="162" name="Rectangle 161">
              <a:extLst>
                <a:ext uri="{FF2B5EF4-FFF2-40B4-BE49-F238E27FC236}">
                  <a16:creationId xmlns:a16="http://schemas.microsoft.com/office/drawing/2014/main" id="{916F8F36-9882-4B61-9D5E-0C978FC71B88}"/>
                </a:ext>
              </a:extLst>
            </p:cNvPr>
            <p:cNvSpPr/>
            <p:nvPr/>
          </p:nvSpPr>
          <p:spPr>
            <a:xfrm>
              <a:off x="2793629" y="1688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2D811ACB-0B5D-40FF-9ADB-03F20B41C793}"/>
                </a:ext>
              </a:extLst>
            </p:cNvPr>
            <p:cNvSpPr/>
            <p:nvPr/>
          </p:nvSpPr>
          <p:spPr>
            <a:xfrm>
              <a:off x="2793629" y="2196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D84E3A58-38C0-4C60-89D1-65DE99BC85C0}"/>
                </a:ext>
              </a:extLst>
            </p:cNvPr>
            <p:cNvSpPr/>
            <p:nvPr/>
          </p:nvSpPr>
          <p:spPr>
            <a:xfrm>
              <a:off x="2711081" y="20900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2FD1EC4F-E966-49A6-8227-725AE2335A5D}"/>
                </a:ext>
              </a:extLst>
            </p:cNvPr>
            <p:cNvSpPr/>
            <p:nvPr/>
          </p:nvSpPr>
          <p:spPr>
            <a:xfrm>
              <a:off x="2711081" y="20059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7B9FDB3C-2699-40C5-8C6D-01213ABF8288}"/>
                </a:ext>
              </a:extLst>
            </p:cNvPr>
            <p:cNvSpPr/>
            <p:nvPr/>
          </p:nvSpPr>
          <p:spPr>
            <a:xfrm>
              <a:off x="2711081" y="23028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991BA097-D753-4865-AFA3-35E9DFD0D1B4}"/>
                </a:ext>
              </a:extLst>
            </p:cNvPr>
            <p:cNvSpPr/>
            <p:nvPr/>
          </p:nvSpPr>
          <p:spPr>
            <a:xfrm>
              <a:off x="2711081" y="19297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AB344BB1-BD0B-4A50-9B5B-D3665ABB3897}"/>
                </a:ext>
              </a:extLst>
            </p:cNvPr>
            <p:cNvSpPr/>
            <p:nvPr/>
          </p:nvSpPr>
          <p:spPr>
            <a:xfrm>
              <a:off x="2711081" y="18495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5EB47B73-D795-409F-9901-FD4E17CE4E1F}"/>
                </a:ext>
              </a:extLst>
            </p:cNvPr>
            <p:cNvSpPr/>
            <p:nvPr/>
          </p:nvSpPr>
          <p:spPr>
            <a:xfrm>
              <a:off x="2711081" y="17646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7E5418F3-972E-4068-B0DB-0172A21F648A}"/>
                </a:ext>
              </a:extLst>
            </p:cNvPr>
            <p:cNvSpPr/>
            <p:nvPr/>
          </p:nvSpPr>
          <p:spPr>
            <a:xfrm>
              <a:off x="2711081" y="16884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E7536AAD-68F7-4D23-A3E0-BFF41DA14158}"/>
                </a:ext>
              </a:extLst>
            </p:cNvPr>
            <p:cNvSpPr/>
            <p:nvPr/>
          </p:nvSpPr>
          <p:spPr>
            <a:xfrm>
              <a:off x="2711081" y="23790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FAB2AB81-994F-454E-A558-F058F7BEA30E}"/>
                </a:ext>
              </a:extLst>
            </p:cNvPr>
            <p:cNvSpPr/>
            <p:nvPr/>
          </p:nvSpPr>
          <p:spPr>
            <a:xfrm>
              <a:off x="2711081" y="246128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0EC5554-5A41-4DA8-A73F-F5E206E2827A}"/>
                </a:ext>
              </a:extLst>
            </p:cNvPr>
            <p:cNvSpPr/>
            <p:nvPr/>
          </p:nvSpPr>
          <p:spPr>
            <a:xfrm>
              <a:off x="2711081" y="254092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0594825E-530D-45DB-98E8-54C750C5A239}"/>
                </a:ext>
              </a:extLst>
            </p:cNvPr>
            <p:cNvSpPr/>
            <p:nvPr/>
          </p:nvSpPr>
          <p:spPr>
            <a:xfrm>
              <a:off x="2711081" y="26266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844AEA5E-A109-4FE2-A9E1-A44AB4227208}"/>
                </a:ext>
              </a:extLst>
            </p:cNvPr>
            <p:cNvSpPr/>
            <p:nvPr/>
          </p:nvSpPr>
          <p:spPr>
            <a:xfrm>
              <a:off x="3657231" y="2086371"/>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76" name="Rectangle 175">
              <a:extLst>
                <a:ext uri="{FF2B5EF4-FFF2-40B4-BE49-F238E27FC236}">
                  <a16:creationId xmlns:a16="http://schemas.microsoft.com/office/drawing/2014/main" id="{9F31FF55-828A-4800-BE94-020523250053}"/>
                </a:ext>
              </a:extLst>
            </p:cNvPr>
            <p:cNvSpPr/>
            <p:nvPr/>
          </p:nvSpPr>
          <p:spPr>
            <a:xfrm flipV="1">
              <a:off x="3657231" y="229909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5E799E7F-A51F-48B7-BBBD-BE279CB5F61E}"/>
                </a:ext>
              </a:extLst>
            </p:cNvPr>
            <p:cNvSpPr/>
            <p:nvPr/>
          </p:nvSpPr>
          <p:spPr>
            <a:xfrm flipV="1">
              <a:off x="3657231" y="20101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39ABBBA8-49B5-4C6D-ACF4-3435F1C2F372}"/>
                </a:ext>
              </a:extLst>
            </p:cNvPr>
            <p:cNvSpPr/>
            <p:nvPr/>
          </p:nvSpPr>
          <p:spPr>
            <a:xfrm flipV="1">
              <a:off x="3657231" y="23872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975A574-4577-4D1D-97E4-DAE74E2C3919}"/>
                </a:ext>
              </a:extLst>
            </p:cNvPr>
            <p:cNvSpPr/>
            <p:nvPr/>
          </p:nvSpPr>
          <p:spPr>
            <a:xfrm flipV="1">
              <a:off x="3657231" y="24742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E1A7B832-41F0-4A20-B367-04D47E22265F}"/>
                </a:ext>
              </a:extLst>
            </p:cNvPr>
            <p:cNvSpPr/>
            <p:nvPr/>
          </p:nvSpPr>
          <p:spPr>
            <a:xfrm flipV="1">
              <a:off x="3657231" y="25525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F34E16D3-EEBF-4369-88A8-3CA3130A621C}"/>
                </a:ext>
              </a:extLst>
            </p:cNvPr>
            <p:cNvSpPr/>
            <p:nvPr/>
          </p:nvSpPr>
          <p:spPr>
            <a:xfrm flipV="1">
              <a:off x="3657231" y="26266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0899D42A-807E-424C-BB41-1A7A36865D97}"/>
                </a:ext>
              </a:extLst>
            </p:cNvPr>
            <p:cNvSpPr/>
            <p:nvPr/>
          </p:nvSpPr>
          <p:spPr>
            <a:xfrm flipV="1">
              <a:off x="3657231" y="16863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19E6014D-BD7A-4A5F-AA23-BDAFB1D02D33}"/>
                </a:ext>
              </a:extLst>
            </p:cNvPr>
            <p:cNvSpPr/>
            <p:nvPr/>
          </p:nvSpPr>
          <p:spPr>
            <a:xfrm flipV="1">
              <a:off x="3657231" y="176410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CFA7D748-86C4-4A21-BD45-9D6B54F292A9}"/>
                </a:ext>
              </a:extLst>
            </p:cNvPr>
            <p:cNvSpPr/>
            <p:nvPr/>
          </p:nvSpPr>
          <p:spPr>
            <a:xfrm flipV="1">
              <a:off x="3657231" y="1841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12AEEC21-177C-4952-B625-BC77777DF281}"/>
                </a:ext>
              </a:extLst>
            </p:cNvPr>
            <p:cNvSpPr/>
            <p:nvPr/>
          </p:nvSpPr>
          <p:spPr>
            <a:xfrm flipV="1">
              <a:off x="3657231" y="192603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E7D3F461-956A-42CE-BB42-E168F92B453C}"/>
                </a:ext>
              </a:extLst>
            </p:cNvPr>
            <p:cNvSpPr/>
            <p:nvPr/>
          </p:nvSpPr>
          <p:spPr>
            <a:xfrm>
              <a:off x="3660399"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94212B41-4D58-4309-A4C6-DE61BFBBB952}"/>
                </a:ext>
              </a:extLst>
            </p:cNvPr>
            <p:cNvSpPr/>
            <p:nvPr/>
          </p:nvSpPr>
          <p:spPr>
            <a:xfrm>
              <a:off x="2876176"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8F087704-2454-41A7-90F4-1F338593CD47}"/>
                </a:ext>
              </a:extLst>
            </p:cNvPr>
            <p:cNvSpPr/>
            <p:nvPr/>
          </p:nvSpPr>
          <p:spPr>
            <a:xfrm>
              <a:off x="2958723"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05725BC2-AF52-4EED-B3E5-08B6A449F0F9}"/>
                </a:ext>
              </a:extLst>
            </p:cNvPr>
            <p:cNvSpPr/>
            <p:nvPr/>
          </p:nvSpPr>
          <p:spPr>
            <a:xfrm>
              <a:off x="304601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5216167B-A09E-4B7F-9406-CFE8B149D7C2}"/>
                </a:ext>
              </a:extLst>
            </p:cNvPr>
            <p:cNvSpPr/>
            <p:nvPr/>
          </p:nvSpPr>
          <p:spPr>
            <a:xfrm>
              <a:off x="313254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F99C212A-490B-4B00-B41C-D971DBD953C4}"/>
                </a:ext>
              </a:extLst>
            </p:cNvPr>
            <p:cNvSpPr/>
            <p:nvPr/>
          </p:nvSpPr>
          <p:spPr>
            <a:xfrm>
              <a:off x="321906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6B2010CF-41F5-4356-9E97-6900F5F954DC}"/>
                </a:ext>
              </a:extLst>
            </p:cNvPr>
            <p:cNvSpPr/>
            <p:nvPr/>
          </p:nvSpPr>
          <p:spPr>
            <a:xfrm>
              <a:off x="330797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057A599D-8C83-4155-A30D-D896E49BD837}"/>
                </a:ext>
              </a:extLst>
            </p:cNvPr>
            <p:cNvSpPr/>
            <p:nvPr/>
          </p:nvSpPr>
          <p:spPr>
            <a:xfrm>
              <a:off x="339848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537F8941-DE36-45AB-A2BB-6D906F5F021D}"/>
                </a:ext>
              </a:extLst>
            </p:cNvPr>
            <p:cNvSpPr/>
            <p:nvPr/>
          </p:nvSpPr>
          <p:spPr>
            <a:xfrm>
              <a:off x="348896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1E60EDD5-2127-4128-967C-5E003A9566A6}"/>
                </a:ext>
              </a:extLst>
            </p:cNvPr>
            <p:cNvSpPr/>
            <p:nvPr/>
          </p:nvSpPr>
          <p:spPr>
            <a:xfrm>
              <a:off x="3574684"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242A103A-163D-4038-BC4E-086E11F4C516}"/>
                </a:ext>
              </a:extLst>
            </p:cNvPr>
            <p:cNvSpPr/>
            <p:nvPr/>
          </p:nvSpPr>
          <p:spPr>
            <a:xfrm>
              <a:off x="3657231"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EE28EE77-737E-410F-BD29-B58E30589C7B}"/>
                </a:ext>
              </a:extLst>
            </p:cNvPr>
            <p:cNvSpPr/>
            <p:nvPr/>
          </p:nvSpPr>
          <p:spPr>
            <a:xfrm>
              <a:off x="2873008"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21C2D3BB-4393-453D-83F5-56CBF84F4981}"/>
                </a:ext>
              </a:extLst>
            </p:cNvPr>
            <p:cNvSpPr/>
            <p:nvPr/>
          </p:nvSpPr>
          <p:spPr>
            <a:xfrm>
              <a:off x="2955555"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849E5C83-FED9-4F42-B5D4-77C34A388FF2}"/>
                </a:ext>
              </a:extLst>
            </p:cNvPr>
            <p:cNvSpPr/>
            <p:nvPr/>
          </p:nvSpPr>
          <p:spPr>
            <a:xfrm>
              <a:off x="304284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D0709C1F-FFD5-4944-AE89-7EF13FBABA51}"/>
                </a:ext>
              </a:extLst>
            </p:cNvPr>
            <p:cNvSpPr/>
            <p:nvPr/>
          </p:nvSpPr>
          <p:spPr>
            <a:xfrm>
              <a:off x="312937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42292F22-A5FC-4695-AB98-4D7BF67BC8CF}"/>
                </a:ext>
              </a:extLst>
            </p:cNvPr>
            <p:cNvSpPr/>
            <p:nvPr/>
          </p:nvSpPr>
          <p:spPr>
            <a:xfrm>
              <a:off x="321589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09D24116-0EA1-4FC8-A845-DEFF4FE0101A}"/>
                </a:ext>
              </a:extLst>
            </p:cNvPr>
            <p:cNvSpPr/>
            <p:nvPr/>
          </p:nvSpPr>
          <p:spPr>
            <a:xfrm>
              <a:off x="330480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4149C0EA-77DF-4D20-A90A-5E428580CD46}"/>
                </a:ext>
              </a:extLst>
            </p:cNvPr>
            <p:cNvSpPr/>
            <p:nvPr/>
          </p:nvSpPr>
          <p:spPr>
            <a:xfrm>
              <a:off x="339531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CDEE1DD6-B437-4717-91F2-84D1A87B8345}"/>
                </a:ext>
              </a:extLst>
            </p:cNvPr>
            <p:cNvSpPr/>
            <p:nvPr/>
          </p:nvSpPr>
          <p:spPr>
            <a:xfrm>
              <a:off x="348579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5C5D6855-1403-41F4-9FB5-449318961C48}"/>
                </a:ext>
              </a:extLst>
            </p:cNvPr>
            <p:cNvSpPr/>
            <p:nvPr/>
          </p:nvSpPr>
          <p:spPr>
            <a:xfrm>
              <a:off x="3571516"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A25A0A73-BDD0-4CBE-A96F-2D72008EF4D2}"/>
                </a:ext>
              </a:extLst>
            </p:cNvPr>
            <p:cNvSpPr/>
            <p:nvPr/>
          </p:nvSpPr>
          <p:spPr>
            <a:xfrm>
              <a:off x="2711080"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764018B2-F92B-47ED-A252-9328A815E9DF}"/>
                </a:ext>
              </a:extLst>
            </p:cNvPr>
            <p:cNvSpPr/>
            <p:nvPr/>
          </p:nvSpPr>
          <p:spPr>
            <a:xfrm>
              <a:off x="2792044"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AF39CB9E-681F-4546-8A46-D00A836B4F12}"/>
                </a:ext>
              </a:extLst>
            </p:cNvPr>
            <p:cNvSpPr/>
            <p:nvPr/>
          </p:nvSpPr>
          <p:spPr>
            <a:xfrm>
              <a:off x="2711080"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640D5A33-7E3D-4C71-B937-8469BD0F7BFE}"/>
                </a:ext>
              </a:extLst>
            </p:cNvPr>
            <p:cNvSpPr/>
            <p:nvPr/>
          </p:nvSpPr>
          <p:spPr>
            <a:xfrm>
              <a:off x="2792044"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BF8442A8-B7A7-4137-BCED-9650B58DAA38}"/>
                </a:ext>
              </a:extLst>
            </p:cNvPr>
            <p:cNvSpPr/>
            <p:nvPr/>
          </p:nvSpPr>
          <p:spPr>
            <a:xfrm flipV="1">
              <a:off x="3657259"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59946CFE-0587-4CA8-AF2E-850AEE5A48D8}"/>
                </a:ext>
              </a:extLst>
            </p:cNvPr>
            <p:cNvSpPr/>
            <p:nvPr/>
          </p:nvSpPr>
          <p:spPr>
            <a:xfrm flipV="1">
              <a:off x="2955555" y="278778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EA98CA43-92A7-48E5-A834-58F0592F38AA}"/>
                </a:ext>
              </a:extLst>
            </p:cNvPr>
            <p:cNvSpPr/>
            <p:nvPr/>
          </p:nvSpPr>
          <p:spPr>
            <a:xfrm flipV="1">
              <a:off x="3043683"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B11A6021-AFE1-424D-BE4B-77C3D4692E61}"/>
                </a:ext>
              </a:extLst>
            </p:cNvPr>
            <p:cNvSpPr/>
            <p:nvPr/>
          </p:nvSpPr>
          <p:spPr>
            <a:xfrm flipV="1">
              <a:off x="3130208"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CD85F5FA-8035-4DA0-B1AE-82BCDC5CB4C2}"/>
                </a:ext>
              </a:extLst>
            </p:cNvPr>
            <p:cNvSpPr/>
            <p:nvPr/>
          </p:nvSpPr>
          <p:spPr>
            <a:xfrm flipV="1">
              <a:off x="3215925"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EDCD01CC-F777-4851-899A-0676C2E52D73}"/>
                </a:ext>
              </a:extLst>
            </p:cNvPr>
            <p:cNvSpPr/>
            <p:nvPr/>
          </p:nvSpPr>
          <p:spPr>
            <a:xfrm flipV="1">
              <a:off x="330483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7A8A474F-6537-4CCF-AD3F-30C5C5A8A124}"/>
                </a:ext>
              </a:extLst>
            </p:cNvPr>
            <p:cNvSpPr/>
            <p:nvPr/>
          </p:nvSpPr>
          <p:spPr>
            <a:xfrm flipV="1">
              <a:off x="3395340"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BE69107C-314B-448E-8E14-B89EE1A81C9D}"/>
                </a:ext>
              </a:extLst>
            </p:cNvPr>
            <p:cNvSpPr/>
            <p:nvPr/>
          </p:nvSpPr>
          <p:spPr>
            <a:xfrm flipV="1">
              <a:off x="348582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45A581AD-1FAE-4720-886C-8979A89A2499}"/>
                </a:ext>
              </a:extLst>
            </p:cNvPr>
            <p:cNvSpPr/>
            <p:nvPr/>
          </p:nvSpPr>
          <p:spPr>
            <a:xfrm flipV="1">
              <a:off x="3571544"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7A9437F4-4695-430D-B741-14061535877C}"/>
                </a:ext>
              </a:extLst>
            </p:cNvPr>
            <p:cNvSpPr/>
            <p:nvPr/>
          </p:nvSpPr>
          <p:spPr>
            <a:xfrm flipV="1">
              <a:off x="3484918"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CA1D6289-FFE1-44B3-A401-D2DF866BB598}"/>
                </a:ext>
              </a:extLst>
            </p:cNvPr>
            <p:cNvSpPr/>
            <p:nvPr/>
          </p:nvSpPr>
          <p:spPr>
            <a:xfrm flipV="1">
              <a:off x="3399203"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E4AB5942-AF41-40AA-AD91-77B7111C57F1}"/>
                </a:ext>
              </a:extLst>
            </p:cNvPr>
            <p:cNvSpPr/>
            <p:nvPr/>
          </p:nvSpPr>
          <p:spPr>
            <a:xfrm flipV="1">
              <a:off x="3484918"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5FEB5465-9757-496B-8A63-07FC781407C4}"/>
                </a:ext>
              </a:extLst>
            </p:cNvPr>
            <p:cNvSpPr/>
            <p:nvPr/>
          </p:nvSpPr>
          <p:spPr>
            <a:xfrm flipV="1">
              <a:off x="3399203"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17EB2C99-FEE9-4ADC-B30F-1DC5FECDB859}"/>
                </a:ext>
              </a:extLst>
            </p:cNvPr>
            <p:cNvSpPr/>
            <p:nvPr/>
          </p:nvSpPr>
          <p:spPr>
            <a:xfrm flipV="1">
              <a:off x="3304809"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0AE12F28-75B1-40A2-8CF1-31BA32AD3D5F}"/>
                </a:ext>
              </a:extLst>
            </p:cNvPr>
            <p:cNvSpPr/>
            <p:nvPr/>
          </p:nvSpPr>
          <p:spPr>
            <a:xfrm flipV="1">
              <a:off x="3219094"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665747AD-4AE2-4AC2-8DA1-C9970E4B1654}"/>
                </a:ext>
              </a:extLst>
            </p:cNvPr>
            <p:cNvSpPr/>
            <p:nvPr/>
          </p:nvSpPr>
          <p:spPr>
            <a:xfrm>
              <a:off x="2874634" y="27885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68B62E2B-77BF-4DD5-9E8E-D66436004D6E}"/>
                </a:ext>
              </a:extLst>
            </p:cNvPr>
            <p:cNvSpPr/>
            <p:nvPr/>
          </p:nvSpPr>
          <p:spPr>
            <a:xfrm>
              <a:off x="2792044"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F04B2DFD-EA01-40A2-BDB6-415FCAD27374}"/>
                </a:ext>
              </a:extLst>
            </p:cNvPr>
            <p:cNvSpPr/>
            <p:nvPr/>
          </p:nvSpPr>
          <p:spPr>
            <a:xfrm>
              <a:off x="2711497"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889C352B-055F-4232-9B6E-5E4057A38A4C}"/>
                </a:ext>
              </a:extLst>
            </p:cNvPr>
            <p:cNvSpPr/>
            <p:nvPr/>
          </p:nvSpPr>
          <p:spPr>
            <a:xfrm flipV="1">
              <a:off x="2956392" y="286186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85B049D5-BD7F-42E9-8DEB-5D9027ACE7C2}"/>
                </a:ext>
              </a:extLst>
            </p:cNvPr>
            <p:cNvSpPr/>
            <p:nvPr/>
          </p:nvSpPr>
          <p:spPr>
            <a:xfrm flipV="1">
              <a:off x="3044520" y="286450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08D34AC3-F7D1-411B-9D89-2CF2E74B6B99}"/>
                </a:ext>
              </a:extLst>
            </p:cNvPr>
            <p:cNvSpPr/>
            <p:nvPr/>
          </p:nvSpPr>
          <p:spPr>
            <a:xfrm flipV="1">
              <a:off x="3131045" y="286450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D44640C9-C560-4552-B81B-06A69D35A9AD}"/>
                </a:ext>
              </a:extLst>
            </p:cNvPr>
            <p:cNvSpPr/>
            <p:nvPr/>
          </p:nvSpPr>
          <p:spPr>
            <a:xfrm>
              <a:off x="2875471" y="286265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61B15E1C-3F60-42E9-BA03-79C5ED045730}"/>
                </a:ext>
              </a:extLst>
            </p:cNvPr>
            <p:cNvSpPr/>
            <p:nvPr/>
          </p:nvSpPr>
          <p:spPr>
            <a:xfrm>
              <a:off x="2792881" y="2861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59DFB22C-3F65-4E23-B32E-8B944E079D35}"/>
                </a:ext>
              </a:extLst>
            </p:cNvPr>
            <p:cNvSpPr/>
            <p:nvPr/>
          </p:nvSpPr>
          <p:spPr>
            <a:xfrm>
              <a:off x="2712334" y="2861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768984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2" name="Group 1">
            <a:extLst>
              <a:ext uri="{FF2B5EF4-FFF2-40B4-BE49-F238E27FC236}">
                <a16:creationId xmlns:a16="http://schemas.microsoft.com/office/drawing/2014/main" id="{6EC31CE5-9B78-40F9-BF2F-FA5885AEE728}"/>
              </a:ext>
            </a:extLst>
          </p:cNvPr>
          <p:cNvGrpSpPr/>
          <p:nvPr/>
        </p:nvGrpSpPr>
        <p:grpSpPr>
          <a:xfrm>
            <a:off x="5581753" y="3326590"/>
            <a:ext cx="1031867" cy="1413539"/>
            <a:chOff x="2724590" y="3739080"/>
            <a:chExt cx="1031867" cy="1413539"/>
          </a:xfrm>
        </p:grpSpPr>
        <p:sp>
          <p:nvSpPr>
            <p:cNvPr id="228" name="Rectangle 227">
              <a:extLst>
                <a:ext uri="{FF2B5EF4-FFF2-40B4-BE49-F238E27FC236}">
                  <a16:creationId xmlns:a16="http://schemas.microsoft.com/office/drawing/2014/main" id="{A7D745E1-7B77-4BEB-AAF8-ABDB55328DA6}"/>
                </a:ext>
              </a:extLst>
            </p:cNvPr>
            <p:cNvSpPr/>
            <p:nvPr/>
          </p:nvSpPr>
          <p:spPr>
            <a:xfrm>
              <a:off x="2807139" y="406041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ED635C10-86E3-4E1D-BEAE-2008D17473BC}"/>
                </a:ext>
              </a:extLst>
            </p:cNvPr>
            <p:cNvSpPr/>
            <p:nvPr/>
          </p:nvSpPr>
          <p:spPr>
            <a:xfrm>
              <a:off x="2807139" y="456841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06004D53-06CE-4F4D-B4E4-041F8C89D7AE}"/>
                </a:ext>
              </a:extLst>
            </p:cNvPr>
            <p:cNvSpPr/>
            <p:nvPr/>
          </p:nvSpPr>
          <p:spPr>
            <a:xfrm>
              <a:off x="2724591" y="446205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9F020E9F-D7BF-433B-BB63-162896430C15}"/>
                </a:ext>
              </a:extLst>
            </p:cNvPr>
            <p:cNvSpPr/>
            <p:nvPr/>
          </p:nvSpPr>
          <p:spPr>
            <a:xfrm>
              <a:off x="3670741" y="446205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232" name="Rectangle 231">
              <a:extLst>
                <a:ext uri="{FF2B5EF4-FFF2-40B4-BE49-F238E27FC236}">
                  <a16:creationId xmlns:a16="http://schemas.microsoft.com/office/drawing/2014/main" id="{6569C751-87AB-42E7-A189-8FD1AE0E6336}"/>
                </a:ext>
              </a:extLst>
            </p:cNvPr>
            <p:cNvSpPr/>
            <p:nvPr/>
          </p:nvSpPr>
          <p:spPr>
            <a:xfrm>
              <a:off x="2724591" y="43779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859C3D8B-117E-44AF-91B6-3D888D7C80E7}"/>
                </a:ext>
              </a:extLst>
            </p:cNvPr>
            <p:cNvSpPr/>
            <p:nvPr/>
          </p:nvSpPr>
          <p:spPr>
            <a:xfrm>
              <a:off x="2724591" y="46747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D314E572-7E5E-421B-AEB1-ADCF91CCF9AD}"/>
                </a:ext>
              </a:extLst>
            </p:cNvPr>
            <p:cNvSpPr/>
            <p:nvPr/>
          </p:nvSpPr>
          <p:spPr>
            <a:xfrm>
              <a:off x="3670741" y="438585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FC1502F6-1159-4D02-9251-F68363A22E99}"/>
                </a:ext>
              </a:extLst>
            </p:cNvPr>
            <p:cNvSpPr/>
            <p:nvPr/>
          </p:nvSpPr>
          <p:spPr>
            <a:xfrm>
              <a:off x="3670741" y="467478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02AC80C5-30A1-4A41-B967-FF00B3745D62}"/>
                </a:ext>
              </a:extLst>
            </p:cNvPr>
            <p:cNvSpPr/>
            <p:nvPr/>
          </p:nvSpPr>
          <p:spPr>
            <a:xfrm>
              <a:off x="2724591" y="43017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0AF3CDD1-FEDE-4A67-A2EB-A48958CA2A8D}"/>
                </a:ext>
              </a:extLst>
            </p:cNvPr>
            <p:cNvSpPr/>
            <p:nvPr/>
          </p:nvSpPr>
          <p:spPr>
            <a:xfrm>
              <a:off x="2724591" y="422155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2F5C8A82-C083-4317-801D-92795D48C555}"/>
                </a:ext>
              </a:extLst>
            </p:cNvPr>
            <p:cNvSpPr/>
            <p:nvPr/>
          </p:nvSpPr>
          <p:spPr>
            <a:xfrm>
              <a:off x="2724591" y="41366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AE0D1A59-2ABF-48EE-AD77-190B082441EC}"/>
                </a:ext>
              </a:extLst>
            </p:cNvPr>
            <p:cNvSpPr/>
            <p:nvPr/>
          </p:nvSpPr>
          <p:spPr>
            <a:xfrm>
              <a:off x="2724591" y="40604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43008E0B-5288-4605-8C58-D6824E24168A}"/>
                </a:ext>
              </a:extLst>
            </p:cNvPr>
            <p:cNvSpPr/>
            <p:nvPr/>
          </p:nvSpPr>
          <p:spPr>
            <a:xfrm>
              <a:off x="3670741" y="429775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01B66A52-91A7-43AC-BFE5-FAF8459E12CF}"/>
                </a:ext>
              </a:extLst>
            </p:cNvPr>
            <p:cNvSpPr/>
            <p:nvPr/>
          </p:nvSpPr>
          <p:spPr>
            <a:xfrm>
              <a:off x="3670741" y="421070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91407287-6ADE-491A-A70A-008E07E82235}"/>
                </a:ext>
              </a:extLst>
            </p:cNvPr>
            <p:cNvSpPr/>
            <p:nvPr/>
          </p:nvSpPr>
          <p:spPr>
            <a:xfrm>
              <a:off x="3670741" y="413238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9AC6C63F-1E55-4463-8308-1B31AA2F7432}"/>
                </a:ext>
              </a:extLst>
            </p:cNvPr>
            <p:cNvSpPr/>
            <p:nvPr/>
          </p:nvSpPr>
          <p:spPr>
            <a:xfrm>
              <a:off x="3670741" y="405830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9FD7E200-2C44-4CA9-A9BD-29ADD394A1CF}"/>
                </a:ext>
              </a:extLst>
            </p:cNvPr>
            <p:cNvSpPr/>
            <p:nvPr/>
          </p:nvSpPr>
          <p:spPr>
            <a:xfrm>
              <a:off x="2724591" y="47509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C4E339EC-6C71-4F96-B4DC-88E673416BD7}"/>
                </a:ext>
              </a:extLst>
            </p:cNvPr>
            <p:cNvSpPr/>
            <p:nvPr/>
          </p:nvSpPr>
          <p:spPr>
            <a:xfrm>
              <a:off x="2724591" y="483326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3851A72F-3976-4A60-A782-4C18C121CFCC}"/>
                </a:ext>
              </a:extLst>
            </p:cNvPr>
            <p:cNvSpPr/>
            <p:nvPr/>
          </p:nvSpPr>
          <p:spPr>
            <a:xfrm>
              <a:off x="2724591" y="491290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289AA71F-50B6-4763-8594-B403BB9D2AA0}"/>
                </a:ext>
              </a:extLst>
            </p:cNvPr>
            <p:cNvSpPr/>
            <p:nvPr/>
          </p:nvSpPr>
          <p:spPr>
            <a:xfrm>
              <a:off x="2724591" y="49986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A60BBBBB-A935-43E7-A4A5-E5A71422C9E2}"/>
                </a:ext>
              </a:extLst>
            </p:cNvPr>
            <p:cNvSpPr/>
            <p:nvPr/>
          </p:nvSpPr>
          <p:spPr>
            <a:xfrm>
              <a:off x="3670741" y="499863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1EF11919-9727-47C9-99DC-617550284408}"/>
                </a:ext>
              </a:extLst>
            </p:cNvPr>
            <p:cNvSpPr/>
            <p:nvPr/>
          </p:nvSpPr>
          <p:spPr>
            <a:xfrm>
              <a:off x="3670741" y="49208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04B38374-FC9A-476D-A3DB-4577914D2124}"/>
                </a:ext>
              </a:extLst>
            </p:cNvPr>
            <p:cNvSpPr/>
            <p:nvPr/>
          </p:nvSpPr>
          <p:spPr>
            <a:xfrm>
              <a:off x="3670741" y="484385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9F4FF29F-2859-479B-A3E9-15D3B5EAA23C}"/>
                </a:ext>
              </a:extLst>
            </p:cNvPr>
            <p:cNvSpPr/>
            <p:nvPr/>
          </p:nvSpPr>
          <p:spPr>
            <a:xfrm>
              <a:off x="3670741" y="475891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A1B4FF82-FEA7-4F6C-B622-7612B87446A6}"/>
                </a:ext>
              </a:extLst>
            </p:cNvPr>
            <p:cNvSpPr/>
            <p:nvPr/>
          </p:nvSpPr>
          <p:spPr>
            <a:xfrm>
              <a:off x="3673909"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E87FC6DF-5331-4889-8937-739DCABC24EF}"/>
                </a:ext>
              </a:extLst>
            </p:cNvPr>
            <p:cNvSpPr/>
            <p:nvPr/>
          </p:nvSpPr>
          <p:spPr>
            <a:xfrm>
              <a:off x="2889686"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B82D767B-7096-484A-AD71-F4E06127A936}"/>
                </a:ext>
              </a:extLst>
            </p:cNvPr>
            <p:cNvSpPr/>
            <p:nvPr/>
          </p:nvSpPr>
          <p:spPr>
            <a:xfrm>
              <a:off x="2972233"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304C2E50-E05E-46E5-8832-A2368F230A00}"/>
                </a:ext>
              </a:extLst>
            </p:cNvPr>
            <p:cNvSpPr/>
            <p:nvPr/>
          </p:nvSpPr>
          <p:spPr>
            <a:xfrm>
              <a:off x="3059525"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9750AC58-AB2A-4A71-A6BC-3D615D30B564}"/>
                </a:ext>
              </a:extLst>
            </p:cNvPr>
            <p:cNvSpPr/>
            <p:nvPr/>
          </p:nvSpPr>
          <p:spPr>
            <a:xfrm>
              <a:off x="3146050"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3990D252-C03D-485E-8A58-AD81B7E2DB68}"/>
                </a:ext>
              </a:extLst>
            </p:cNvPr>
            <p:cNvSpPr/>
            <p:nvPr/>
          </p:nvSpPr>
          <p:spPr>
            <a:xfrm>
              <a:off x="3232575"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99D04BD8-05E7-4231-90F0-A24FCB010F8E}"/>
                </a:ext>
              </a:extLst>
            </p:cNvPr>
            <p:cNvSpPr/>
            <p:nvPr/>
          </p:nvSpPr>
          <p:spPr>
            <a:xfrm>
              <a:off x="3321487"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74B51C8F-AEFE-4E41-A788-020E5BC625A5}"/>
                </a:ext>
              </a:extLst>
            </p:cNvPr>
            <p:cNvSpPr/>
            <p:nvPr/>
          </p:nvSpPr>
          <p:spPr>
            <a:xfrm>
              <a:off x="3411990"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903679F0-1921-415C-AA77-6815166EEE31}"/>
                </a:ext>
              </a:extLst>
            </p:cNvPr>
            <p:cNvSpPr/>
            <p:nvPr/>
          </p:nvSpPr>
          <p:spPr>
            <a:xfrm>
              <a:off x="3502477"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3C06A394-1837-4FE0-BC93-AB16D7030649}"/>
                </a:ext>
              </a:extLst>
            </p:cNvPr>
            <p:cNvSpPr/>
            <p:nvPr/>
          </p:nvSpPr>
          <p:spPr>
            <a:xfrm>
              <a:off x="3588194"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6C737804-289D-49B0-BB72-397BD69575AA}"/>
                </a:ext>
              </a:extLst>
            </p:cNvPr>
            <p:cNvSpPr/>
            <p:nvPr/>
          </p:nvSpPr>
          <p:spPr>
            <a:xfrm>
              <a:off x="3670741"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B0F8CA6C-A282-4AF1-BBF7-895DEF6BFD8A}"/>
                </a:ext>
              </a:extLst>
            </p:cNvPr>
            <p:cNvSpPr/>
            <p:nvPr/>
          </p:nvSpPr>
          <p:spPr>
            <a:xfrm>
              <a:off x="2886518"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62A5624B-CBF2-4195-B014-E7108CEA5143}"/>
                </a:ext>
              </a:extLst>
            </p:cNvPr>
            <p:cNvSpPr/>
            <p:nvPr/>
          </p:nvSpPr>
          <p:spPr>
            <a:xfrm>
              <a:off x="2969065"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5B3C8BC0-300B-421C-96A0-A1634A532D8D}"/>
                </a:ext>
              </a:extLst>
            </p:cNvPr>
            <p:cNvSpPr/>
            <p:nvPr/>
          </p:nvSpPr>
          <p:spPr>
            <a:xfrm>
              <a:off x="3056357"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EB660CEB-86B5-466E-81BF-72C778AA61D1}"/>
                </a:ext>
              </a:extLst>
            </p:cNvPr>
            <p:cNvSpPr/>
            <p:nvPr/>
          </p:nvSpPr>
          <p:spPr>
            <a:xfrm>
              <a:off x="3142882"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192DB21A-935E-4559-B6F2-4B795868C96E}"/>
                </a:ext>
              </a:extLst>
            </p:cNvPr>
            <p:cNvSpPr/>
            <p:nvPr/>
          </p:nvSpPr>
          <p:spPr>
            <a:xfrm>
              <a:off x="3229407"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FC0FD234-4E39-4E1C-9E35-AEE784DD57AD}"/>
                </a:ext>
              </a:extLst>
            </p:cNvPr>
            <p:cNvSpPr/>
            <p:nvPr/>
          </p:nvSpPr>
          <p:spPr>
            <a:xfrm>
              <a:off x="3318319"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7D6EEE0F-A982-4A0E-AA91-BEBF2B917E19}"/>
                </a:ext>
              </a:extLst>
            </p:cNvPr>
            <p:cNvSpPr/>
            <p:nvPr/>
          </p:nvSpPr>
          <p:spPr>
            <a:xfrm>
              <a:off x="3408822"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7AEFBF2A-32C9-45AD-8F06-3F111A682443}"/>
                </a:ext>
              </a:extLst>
            </p:cNvPr>
            <p:cNvSpPr/>
            <p:nvPr/>
          </p:nvSpPr>
          <p:spPr>
            <a:xfrm>
              <a:off x="3499309"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965B609B-B557-457F-AE79-D3DCB7F4A605}"/>
                </a:ext>
              </a:extLst>
            </p:cNvPr>
            <p:cNvSpPr/>
            <p:nvPr/>
          </p:nvSpPr>
          <p:spPr>
            <a:xfrm>
              <a:off x="3585026"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F704C98B-171F-4CF3-956E-0A326FC1825B}"/>
                </a:ext>
              </a:extLst>
            </p:cNvPr>
            <p:cNvSpPr/>
            <p:nvPr/>
          </p:nvSpPr>
          <p:spPr>
            <a:xfrm>
              <a:off x="2724590" y="397945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1ECBBD53-97C7-4159-9068-B93AE39F0D1E}"/>
                </a:ext>
              </a:extLst>
            </p:cNvPr>
            <p:cNvSpPr/>
            <p:nvPr/>
          </p:nvSpPr>
          <p:spPr>
            <a:xfrm>
              <a:off x="2805554" y="397945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468AF6FC-E0C9-46F6-9158-2A3953DA3460}"/>
                </a:ext>
              </a:extLst>
            </p:cNvPr>
            <p:cNvSpPr/>
            <p:nvPr/>
          </p:nvSpPr>
          <p:spPr>
            <a:xfrm>
              <a:off x="3670741"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289DF695-4BAA-4596-BC3A-50904EDAE989}"/>
                </a:ext>
              </a:extLst>
            </p:cNvPr>
            <p:cNvSpPr/>
            <p:nvPr/>
          </p:nvSpPr>
          <p:spPr>
            <a:xfrm>
              <a:off x="2888088" y="389558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A2437A49-A6D6-489D-BF40-CD3F54C89580}"/>
                </a:ext>
              </a:extLst>
            </p:cNvPr>
            <p:cNvSpPr/>
            <p:nvPr/>
          </p:nvSpPr>
          <p:spPr>
            <a:xfrm>
              <a:off x="2969037" y="3898232"/>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EBC4FB4D-A6B8-450A-B8C2-20679D0E378E}"/>
                </a:ext>
              </a:extLst>
            </p:cNvPr>
            <p:cNvSpPr/>
            <p:nvPr/>
          </p:nvSpPr>
          <p:spPr>
            <a:xfrm>
              <a:off x="3057165" y="389558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E45AE09B-D042-430B-9CE9-1375B5CB5602}"/>
                </a:ext>
              </a:extLst>
            </p:cNvPr>
            <p:cNvSpPr/>
            <p:nvPr/>
          </p:nvSpPr>
          <p:spPr>
            <a:xfrm>
              <a:off x="3143690" y="389558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B459BDDD-3A11-4577-AC36-ABE75996273F}"/>
                </a:ext>
              </a:extLst>
            </p:cNvPr>
            <p:cNvSpPr/>
            <p:nvPr/>
          </p:nvSpPr>
          <p:spPr>
            <a:xfrm>
              <a:off x="3229407"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98C2E7B9-D6CE-4F07-BC03-C5347DE71073}"/>
                </a:ext>
              </a:extLst>
            </p:cNvPr>
            <p:cNvSpPr/>
            <p:nvPr/>
          </p:nvSpPr>
          <p:spPr>
            <a:xfrm>
              <a:off x="3318319"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CF8ED81A-51D4-4534-B270-A14E4D864E18}"/>
                </a:ext>
              </a:extLst>
            </p:cNvPr>
            <p:cNvSpPr/>
            <p:nvPr/>
          </p:nvSpPr>
          <p:spPr>
            <a:xfrm>
              <a:off x="3408822"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C07D70E5-603A-432E-9749-303A1104C511}"/>
                </a:ext>
              </a:extLst>
            </p:cNvPr>
            <p:cNvSpPr/>
            <p:nvPr/>
          </p:nvSpPr>
          <p:spPr>
            <a:xfrm>
              <a:off x="3499309"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8676279A-694A-4D28-A5CA-FCE8E9E2F22D}"/>
                </a:ext>
              </a:extLst>
            </p:cNvPr>
            <p:cNvSpPr/>
            <p:nvPr/>
          </p:nvSpPr>
          <p:spPr>
            <a:xfrm>
              <a:off x="3585026"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7746F2EF-6D31-4135-9F04-0A223C4A639F}"/>
                </a:ext>
              </a:extLst>
            </p:cNvPr>
            <p:cNvSpPr/>
            <p:nvPr/>
          </p:nvSpPr>
          <p:spPr>
            <a:xfrm>
              <a:off x="2724590" y="38982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C9298F6D-88C4-4157-B710-7D3BC7D70629}"/>
                </a:ext>
              </a:extLst>
            </p:cNvPr>
            <p:cNvSpPr/>
            <p:nvPr/>
          </p:nvSpPr>
          <p:spPr>
            <a:xfrm>
              <a:off x="2805554" y="38982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FBB276F8-AF41-4B80-82E2-73473C185AF9}"/>
                </a:ext>
              </a:extLst>
            </p:cNvPr>
            <p:cNvSpPr/>
            <p:nvPr/>
          </p:nvSpPr>
          <p:spPr>
            <a:xfrm>
              <a:off x="3670741" y="38203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B4BE141A-3438-4F1A-8806-E6B5364B9C26}"/>
                </a:ext>
              </a:extLst>
            </p:cNvPr>
            <p:cNvSpPr/>
            <p:nvPr/>
          </p:nvSpPr>
          <p:spPr>
            <a:xfrm>
              <a:off x="3585026" y="38203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E40B798B-002A-41F8-8F1D-6963A282263A}"/>
                </a:ext>
              </a:extLst>
            </p:cNvPr>
            <p:cNvSpPr/>
            <p:nvPr/>
          </p:nvSpPr>
          <p:spPr>
            <a:xfrm>
              <a:off x="3670741" y="373908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E646CC25-4C42-4E3C-A274-99B7028E4514}"/>
                </a:ext>
              </a:extLst>
            </p:cNvPr>
            <p:cNvSpPr/>
            <p:nvPr/>
          </p:nvSpPr>
          <p:spPr>
            <a:xfrm>
              <a:off x="3585026" y="373908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B5DAFEB9-AE02-41FD-B0B5-B73CB827C494}"/>
                </a:ext>
              </a:extLst>
            </p:cNvPr>
            <p:cNvSpPr/>
            <p:nvPr/>
          </p:nvSpPr>
          <p:spPr>
            <a:xfrm>
              <a:off x="3318291" y="382057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4DF4A908-5C8A-4CB4-935D-1BC1797C28DE}"/>
                </a:ext>
              </a:extLst>
            </p:cNvPr>
            <p:cNvSpPr/>
            <p:nvPr/>
          </p:nvSpPr>
          <p:spPr>
            <a:xfrm>
              <a:off x="3232576" y="382057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7461FE6A-9140-4ED9-A1BA-8142CB4ED5E5}"/>
                </a:ext>
              </a:extLst>
            </p:cNvPr>
            <p:cNvSpPr/>
            <p:nvPr/>
          </p:nvSpPr>
          <p:spPr>
            <a:xfrm>
              <a:off x="2724590" y="507641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EECD9177-152A-467B-ACD9-246178A50808}"/>
                </a:ext>
              </a:extLst>
            </p:cNvPr>
            <p:cNvSpPr/>
            <p:nvPr/>
          </p:nvSpPr>
          <p:spPr>
            <a:xfrm>
              <a:off x="2805554" y="507641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F72F3556-1A12-405D-91DD-EC3C8D204CB0}"/>
                </a:ext>
              </a:extLst>
            </p:cNvPr>
            <p:cNvSpPr/>
            <p:nvPr/>
          </p:nvSpPr>
          <p:spPr>
            <a:xfrm>
              <a:off x="2888088" y="381885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D8BEF70C-B5EC-46B9-A03F-10C848CF1983}"/>
                </a:ext>
              </a:extLst>
            </p:cNvPr>
            <p:cNvSpPr/>
            <p:nvPr/>
          </p:nvSpPr>
          <p:spPr>
            <a:xfrm>
              <a:off x="2969037" y="382150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F0E19271-A149-4496-A8FD-5D9552188DC7}"/>
                </a:ext>
              </a:extLst>
            </p:cNvPr>
            <p:cNvSpPr/>
            <p:nvPr/>
          </p:nvSpPr>
          <p:spPr>
            <a:xfrm>
              <a:off x="3057165" y="381885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3D62AFD3-8B9C-4D64-9E4B-132D39B904C8}"/>
                </a:ext>
              </a:extLst>
            </p:cNvPr>
            <p:cNvSpPr/>
            <p:nvPr/>
          </p:nvSpPr>
          <p:spPr>
            <a:xfrm>
              <a:off x="3143690" y="381885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DAA5486B-FF48-4543-9A5E-0071B2308CB1}"/>
                </a:ext>
              </a:extLst>
            </p:cNvPr>
            <p:cNvSpPr/>
            <p:nvPr/>
          </p:nvSpPr>
          <p:spPr>
            <a:xfrm>
              <a:off x="2724590" y="382150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CEAABD7F-E9C6-497A-AD4B-AA38553994E0}"/>
                </a:ext>
              </a:extLst>
            </p:cNvPr>
            <p:cNvSpPr/>
            <p:nvPr/>
          </p:nvSpPr>
          <p:spPr>
            <a:xfrm>
              <a:off x="2805554" y="382150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6271E70F-B3E6-4633-B5F4-906D921EF43D}"/>
              </a:ext>
            </a:extLst>
          </p:cNvPr>
          <p:cNvGrpSpPr/>
          <p:nvPr/>
        </p:nvGrpSpPr>
        <p:grpSpPr>
          <a:xfrm>
            <a:off x="5573804" y="1825610"/>
            <a:ext cx="1031867" cy="1415387"/>
            <a:chOff x="2711080" y="1607476"/>
            <a:chExt cx="1031867" cy="1415387"/>
          </a:xfrm>
        </p:grpSpPr>
        <p:sp>
          <p:nvSpPr>
            <p:cNvPr id="162" name="Rectangle 161">
              <a:extLst>
                <a:ext uri="{FF2B5EF4-FFF2-40B4-BE49-F238E27FC236}">
                  <a16:creationId xmlns:a16="http://schemas.microsoft.com/office/drawing/2014/main" id="{916F8F36-9882-4B61-9D5E-0C978FC71B88}"/>
                </a:ext>
              </a:extLst>
            </p:cNvPr>
            <p:cNvSpPr/>
            <p:nvPr/>
          </p:nvSpPr>
          <p:spPr>
            <a:xfrm>
              <a:off x="2793629" y="1688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2D811ACB-0B5D-40FF-9ADB-03F20B41C793}"/>
                </a:ext>
              </a:extLst>
            </p:cNvPr>
            <p:cNvSpPr/>
            <p:nvPr/>
          </p:nvSpPr>
          <p:spPr>
            <a:xfrm>
              <a:off x="2793629" y="2196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D84E3A58-38C0-4C60-89D1-65DE99BC85C0}"/>
                </a:ext>
              </a:extLst>
            </p:cNvPr>
            <p:cNvSpPr/>
            <p:nvPr/>
          </p:nvSpPr>
          <p:spPr>
            <a:xfrm>
              <a:off x="2711081" y="20900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2FD1EC4F-E966-49A6-8227-725AE2335A5D}"/>
                </a:ext>
              </a:extLst>
            </p:cNvPr>
            <p:cNvSpPr/>
            <p:nvPr/>
          </p:nvSpPr>
          <p:spPr>
            <a:xfrm>
              <a:off x="2711081" y="20059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7B9FDB3C-2699-40C5-8C6D-01213ABF8288}"/>
                </a:ext>
              </a:extLst>
            </p:cNvPr>
            <p:cNvSpPr/>
            <p:nvPr/>
          </p:nvSpPr>
          <p:spPr>
            <a:xfrm>
              <a:off x="2711081" y="23028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991BA097-D753-4865-AFA3-35E9DFD0D1B4}"/>
                </a:ext>
              </a:extLst>
            </p:cNvPr>
            <p:cNvSpPr/>
            <p:nvPr/>
          </p:nvSpPr>
          <p:spPr>
            <a:xfrm>
              <a:off x="2711081" y="19297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AB344BB1-BD0B-4A50-9B5B-D3665ABB3897}"/>
                </a:ext>
              </a:extLst>
            </p:cNvPr>
            <p:cNvSpPr/>
            <p:nvPr/>
          </p:nvSpPr>
          <p:spPr>
            <a:xfrm>
              <a:off x="2711081" y="18495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5EB47B73-D795-409F-9901-FD4E17CE4E1F}"/>
                </a:ext>
              </a:extLst>
            </p:cNvPr>
            <p:cNvSpPr/>
            <p:nvPr/>
          </p:nvSpPr>
          <p:spPr>
            <a:xfrm>
              <a:off x="2711081" y="17646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7E5418F3-972E-4068-B0DB-0172A21F648A}"/>
                </a:ext>
              </a:extLst>
            </p:cNvPr>
            <p:cNvSpPr/>
            <p:nvPr/>
          </p:nvSpPr>
          <p:spPr>
            <a:xfrm>
              <a:off x="2711081" y="16884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E7536AAD-68F7-4D23-A3E0-BFF41DA14158}"/>
                </a:ext>
              </a:extLst>
            </p:cNvPr>
            <p:cNvSpPr/>
            <p:nvPr/>
          </p:nvSpPr>
          <p:spPr>
            <a:xfrm>
              <a:off x="2711081" y="23790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FAB2AB81-994F-454E-A558-F058F7BEA30E}"/>
                </a:ext>
              </a:extLst>
            </p:cNvPr>
            <p:cNvSpPr/>
            <p:nvPr/>
          </p:nvSpPr>
          <p:spPr>
            <a:xfrm>
              <a:off x="2711081" y="246128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0EC5554-5A41-4DA8-A73F-F5E206E2827A}"/>
                </a:ext>
              </a:extLst>
            </p:cNvPr>
            <p:cNvSpPr/>
            <p:nvPr/>
          </p:nvSpPr>
          <p:spPr>
            <a:xfrm>
              <a:off x="2711081" y="254092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0594825E-530D-45DB-98E8-54C750C5A239}"/>
                </a:ext>
              </a:extLst>
            </p:cNvPr>
            <p:cNvSpPr/>
            <p:nvPr/>
          </p:nvSpPr>
          <p:spPr>
            <a:xfrm>
              <a:off x="2711081" y="26266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844AEA5E-A109-4FE2-A9E1-A44AB4227208}"/>
                </a:ext>
              </a:extLst>
            </p:cNvPr>
            <p:cNvSpPr/>
            <p:nvPr/>
          </p:nvSpPr>
          <p:spPr>
            <a:xfrm>
              <a:off x="3657231" y="2086371"/>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76" name="Rectangle 175">
              <a:extLst>
                <a:ext uri="{FF2B5EF4-FFF2-40B4-BE49-F238E27FC236}">
                  <a16:creationId xmlns:a16="http://schemas.microsoft.com/office/drawing/2014/main" id="{9F31FF55-828A-4800-BE94-020523250053}"/>
                </a:ext>
              </a:extLst>
            </p:cNvPr>
            <p:cNvSpPr/>
            <p:nvPr/>
          </p:nvSpPr>
          <p:spPr>
            <a:xfrm flipV="1">
              <a:off x="3657231" y="229909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5E799E7F-A51F-48B7-BBBD-BE279CB5F61E}"/>
                </a:ext>
              </a:extLst>
            </p:cNvPr>
            <p:cNvSpPr/>
            <p:nvPr/>
          </p:nvSpPr>
          <p:spPr>
            <a:xfrm flipV="1">
              <a:off x="3657231" y="20101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39ABBBA8-49B5-4C6D-ACF4-3435F1C2F372}"/>
                </a:ext>
              </a:extLst>
            </p:cNvPr>
            <p:cNvSpPr/>
            <p:nvPr/>
          </p:nvSpPr>
          <p:spPr>
            <a:xfrm flipV="1">
              <a:off x="3657231" y="23872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975A574-4577-4D1D-97E4-DAE74E2C3919}"/>
                </a:ext>
              </a:extLst>
            </p:cNvPr>
            <p:cNvSpPr/>
            <p:nvPr/>
          </p:nvSpPr>
          <p:spPr>
            <a:xfrm flipV="1">
              <a:off x="3657231" y="24742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E1A7B832-41F0-4A20-B367-04D47E22265F}"/>
                </a:ext>
              </a:extLst>
            </p:cNvPr>
            <p:cNvSpPr/>
            <p:nvPr/>
          </p:nvSpPr>
          <p:spPr>
            <a:xfrm flipV="1">
              <a:off x="3657231" y="25525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F34E16D3-EEBF-4369-88A8-3CA3130A621C}"/>
                </a:ext>
              </a:extLst>
            </p:cNvPr>
            <p:cNvSpPr/>
            <p:nvPr/>
          </p:nvSpPr>
          <p:spPr>
            <a:xfrm flipV="1">
              <a:off x="3657231" y="26266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0899D42A-807E-424C-BB41-1A7A36865D97}"/>
                </a:ext>
              </a:extLst>
            </p:cNvPr>
            <p:cNvSpPr/>
            <p:nvPr/>
          </p:nvSpPr>
          <p:spPr>
            <a:xfrm flipV="1">
              <a:off x="3657231" y="16863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19E6014D-BD7A-4A5F-AA23-BDAFB1D02D33}"/>
                </a:ext>
              </a:extLst>
            </p:cNvPr>
            <p:cNvSpPr/>
            <p:nvPr/>
          </p:nvSpPr>
          <p:spPr>
            <a:xfrm flipV="1">
              <a:off x="3657231" y="176410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CFA7D748-86C4-4A21-BD45-9D6B54F292A9}"/>
                </a:ext>
              </a:extLst>
            </p:cNvPr>
            <p:cNvSpPr/>
            <p:nvPr/>
          </p:nvSpPr>
          <p:spPr>
            <a:xfrm flipV="1">
              <a:off x="3657231" y="1841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12AEEC21-177C-4952-B625-BC77777DF281}"/>
                </a:ext>
              </a:extLst>
            </p:cNvPr>
            <p:cNvSpPr/>
            <p:nvPr/>
          </p:nvSpPr>
          <p:spPr>
            <a:xfrm flipV="1">
              <a:off x="3657231" y="192603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E7D3F461-956A-42CE-BB42-E168F92B453C}"/>
                </a:ext>
              </a:extLst>
            </p:cNvPr>
            <p:cNvSpPr/>
            <p:nvPr/>
          </p:nvSpPr>
          <p:spPr>
            <a:xfrm>
              <a:off x="3660399"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94212B41-4D58-4309-A4C6-DE61BFBBB952}"/>
                </a:ext>
              </a:extLst>
            </p:cNvPr>
            <p:cNvSpPr/>
            <p:nvPr/>
          </p:nvSpPr>
          <p:spPr>
            <a:xfrm>
              <a:off x="2876176"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8F087704-2454-41A7-90F4-1F338593CD47}"/>
                </a:ext>
              </a:extLst>
            </p:cNvPr>
            <p:cNvSpPr/>
            <p:nvPr/>
          </p:nvSpPr>
          <p:spPr>
            <a:xfrm>
              <a:off x="2958723"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05725BC2-AF52-4EED-B3E5-08B6A449F0F9}"/>
                </a:ext>
              </a:extLst>
            </p:cNvPr>
            <p:cNvSpPr/>
            <p:nvPr/>
          </p:nvSpPr>
          <p:spPr>
            <a:xfrm>
              <a:off x="304601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5216167B-A09E-4B7F-9406-CFE8B149D7C2}"/>
                </a:ext>
              </a:extLst>
            </p:cNvPr>
            <p:cNvSpPr/>
            <p:nvPr/>
          </p:nvSpPr>
          <p:spPr>
            <a:xfrm>
              <a:off x="313254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F99C212A-490B-4B00-B41C-D971DBD953C4}"/>
                </a:ext>
              </a:extLst>
            </p:cNvPr>
            <p:cNvSpPr/>
            <p:nvPr/>
          </p:nvSpPr>
          <p:spPr>
            <a:xfrm>
              <a:off x="321906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6B2010CF-41F5-4356-9E97-6900F5F954DC}"/>
                </a:ext>
              </a:extLst>
            </p:cNvPr>
            <p:cNvSpPr/>
            <p:nvPr/>
          </p:nvSpPr>
          <p:spPr>
            <a:xfrm>
              <a:off x="330797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057A599D-8C83-4155-A30D-D896E49BD837}"/>
                </a:ext>
              </a:extLst>
            </p:cNvPr>
            <p:cNvSpPr/>
            <p:nvPr/>
          </p:nvSpPr>
          <p:spPr>
            <a:xfrm>
              <a:off x="339848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537F8941-DE36-45AB-A2BB-6D906F5F021D}"/>
                </a:ext>
              </a:extLst>
            </p:cNvPr>
            <p:cNvSpPr/>
            <p:nvPr/>
          </p:nvSpPr>
          <p:spPr>
            <a:xfrm>
              <a:off x="348896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1E60EDD5-2127-4128-967C-5E003A9566A6}"/>
                </a:ext>
              </a:extLst>
            </p:cNvPr>
            <p:cNvSpPr/>
            <p:nvPr/>
          </p:nvSpPr>
          <p:spPr>
            <a:xfrm>
              <a:off x="3574684"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242A103A-163D-4038-BC4E-086E11F4C516}"/>
                </a:ext>
              </a:extLst>
            </p:cNvPr>
            <p:cNvSpPr/>
            <p:nvPr/>
          </p:nvSpPr>
          <p:spPr>
            <a:xfrm>
              <a:off x="3657231"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EE28EE77-737E-410F-BD29-B58E30589C7B}"/>
                </a:ext>
              </a:extLst>
            </p:cNvPr>
            <p:cNvSpPr/>
            <p:nvPr/>
          </p:nvSpPr>
          <p:spPr>
            <a:xfrm>
              <a:off x="2873008"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21C2D3BB-4393-453D-83F5-56CBF84F4981}"/>
                </a:ext>
              </a:extLst>
            </p:cNvPr>
            <p:cNvSpPr/>
            <p:nvPr/>
          </p:nvSpPr>
          <p:spPr>
            <a:xfrm>
              <a:off x="2955555"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849E5C83-FED9-4F42-B5D4-77C34A388FF2}"/>
                </a:ext>
              </a:extLst>
            </p:cNvPr>
            <p:cNvSpPr/>
            <p:nvPr/>
          </p:nvSpPr>
          <p:spPr>
            <a:xfrm>
              <a:off x="304284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D0709C1F-FFD5-4944-AE89-7EF13FBABA51}"/>
                </a:ext>
              </a:extLst>
            </p:cNvPr>
            <p:cNvSpPr/>
            <p:nvPr/>
          </p:nvSpPr>
          <p:spPr>
            <a:xfrm>
              <a:off x="312937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42292F22-A5FC-4695-AB98-4D7BF67BC8CF}"/>
                </a:ext>
              </a:extLst>
            </p:cNvPr>
            <p:cNvSpPr/>
            <p:nvPr/>
          </p:nvSpPr>
          <p:spPr>
            <a:xfrm>
              <a:off x="321589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09D24116-0EA1-4FC8-A845-DEFF4FE0101A}"/>
                </a:ext>
              </a:extLst>
            </p:cNvPr>
            <p:cNvSpPr/>
            <p:nvPr/>
          </p:nvSpPr>
          <p:spPr>
            <a:xfrm>
              <a:off x="330480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4149C0EA-77DF-4D20-A90A-5E428580CD46}"/>
                </a:ext>
              </a:extLst>
            </p:cNvPr>
            <p:cNvSpPr/>
            <p:nvPr/>
          </p:nvSpPr>
          <p:spPr>
            <a:xfrm>
              <a:off x="339531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CDEE1DD6-B437-4717-91F2-84D1A87B8345}"/>
                </a:ext>
              </a:extLst>
            </p:cNvPr>
            <p:cNvSpPr/>
            <p:nvPr/>
          </p:nvSpPr>
          <p:spPr>
            <a:xfrm>
              <a:off x="348579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5C5D6855-1403-41F4-9FB5-449318961C48}"/>
                </a:ext>
              </a:extLst>
            </p:cNvPr>
            <p:cNvSpPr/>
            <p:nvPr/>
          </p:nvSpPr>
          <p:spPr>
            <a:xfrm>
              <a:off x="3571516"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A25A0A73-BDD0-4CBE-A96F-2D72008EF4D2}"/>
                </a:ext>
              </a:extLst>
            </p:cNvPr>
            <p:cNvSpPr/>
            <p:nvPr/>
          </p:nvSpPr>
          <p:spPr>
            <a:xfrm>
              <a:off x="2711080"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764018B2-F92B-47ED-A252-9328A815E9DF}"/>
                </a:ext>
              </a:extLst>
            </p:cNvPr>
            <p:cNvSpPr/>
            <p:nvPr/>
          </p:nvSpPr>
          <p:spPr>
            <a:xfrm>
              <a:off x="2792044"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AF39CB9E-681F-4546-8A46-D00A836B4F12}"/>
                </a:ext>
              </a:extLst>
            </p:cNvPr>
            <p:cNvSpPr/>
            <p:nvPr/>
          </p:nvSpPr>
          <p:spPr>
            <a:xfrm>
              <a:off x="2711080"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640D5A33-7E3D-4C71-B937-8469BD0F7BFE}"/>
                </a:ext>
              </a:extLst>
            </p:cNvPr>
            <p:cNvSpPr/>
            <p:nvPr/>
          </p:nvSpPr>
          <p:spPr>
            <a:xfrm>
              <a:off x="2792044"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BF8442A8-B7A7-4137-BCED-9650B58DAA38}"/>
                </a:ext>
              </a:extLst>
            </p:cNvPr>
            <p:cNvSpPr/>
            <p:nvPr/>
          </p:nvSpPr>
          <p:spPr>
            <a:xfrm flipV="1">
              <a:off x="3657259"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59946CFE-0587-4CA8-AF2E-850AEE5A48D8}"/>
                </a:ext>
              </a:extLst>
            </p:cNvPr>
            <p:cNvSpPr/>
            <p:nvPr/>
          </p:nvSpPr>
          <p:spPr>
            <a:xfrm flipV="1">
              <a:off x="2955555" y="278778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EA98CA43-92A7-48E5-A834-58F0592F38AA}"/>
                </a:ext>
              </a:extLst>
            </p:cNvPr>
            <p:cNvSpPr/>
            <p:nvPr/>
          </p:nvSpPr>
          <p:spPr>
            <a:xfrm flipV="1">
              <a:off x="3043683"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B11A6021-AFE1-424D-BE4B-77C3D4692E61}"/>
                </a:ext>
              </a:extLst>
            </p:cNvPr>
            <p:cNvSpPr/>
            <p:nvPr/>
          </p:nvSpPr>
          <p:spPr>
            <a:xfrm flipV="1">
              <a:off x="3130208"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CD85F5FA-8035-4DA0-B1AE-82BCDC5CB4C2}"/>
                </a:ext>
              </a:extLst>
            </p:cNvPr>
            <p:cNvSpPr/>
            <p:nvPr/>
          </p:nvSpPr>
          <p:spPr>
            <a:xfrm flipV="1">
              <a:off x="3215925"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EDCD01CC-F777-4851-899A-0676C2E52D73}"/>
                </a:ext>
              </a:extLst>
            </p:cNvPr>
            <p:cNvSpPr/>
            <p:nvPr/>
          </p:nvSpPr>
          <p:spPr>
            <a:xfrm flipV="1">
              <a:off x="330483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7A8A474F-6537-4CCF-AD3F-30C5C5A8A124}"/>
                </a:ext>
              </a:extLst>
            </p:cNvPr>
            <p:cNvSpPr/>
            <p:nvPr/>
          </p:nvSpPr>
          <p:spPr>
            <a:xfrm flipV="1">
              <a:off x="3395340"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BE69107C-314B-448E-8E14-B89EE1A81C9D}"/>
                </a:ext>
              </a:extLst>
            </p:cNvPr>
            <p:cNvSpPr/>
            <p:nvPr/>
          </p:nvSpPr>
          <p:spPr>
            <a:xfrm flipV="1">
              <a:off x="348582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45A581AD-1FAE-4720-886C-8979A89A2499}"/>
                </a:ext>
              </a:extLst>
            </p:cNvPr>
            <p:cNvSpPr/>
            <p:nvPr/>
          </p:nvSpPr>
          <p:spPr>
            <a:xfrm flipV="1">
              <a:off x="3571544"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7A9437F4-4695-430D-B741-14061535877C}"/>
                </a:ext>
              </a:extLst>
            </p:cNvPr>
            <p:cNvSpPr/>
            <p:nvPr/>
          </p:nvSpPr>
          <p:spPr>
            <a:xfrm flipV="1">
              <a:off x="3484918"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CA1D6289-FFE1-44B3-A401-D2DF866BB598}"/>
                </a:ext>
              </a:extLst>
            </p:cNvPr>
            <p:cNvSpPr/>
            <p:nvPr/>
          </p:nvSpPr>
          <p:spPr>
            <a:xfrm flipV="1">
              <a:off x="3399203"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E4AB5942-AF41-40AA-AD91-77B7111C57F1}"/>
                </a:ext>
              </a:extLst>
            </p:cNvPr>
            <p:cNvSpPr/>
            <p:nvPr/>
          </p:nvSpPr>
          <p:spPr>
            <a:xfrm flipV="1">
              <a:off x="3484918"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5FEB5465-9757-496B-8A63-07FC781407C4}"/>
                </a:ext>
              </a:extLst>
            </p:cNvPr>
            <p:cNvSpPr/>
            <p:nvPr/>
          </p:nvSpPr>
          <p:spPr>
            <a:xfrm flipV="1">
              <a:off x="3399203"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17EB2C99-FEE9-4ADC-B30F-1DC5FECDB859}"/>
                </a:ext>
              </a:extLst>
            </p:cNvPr>
            <p:cNvSpPr/>
            <p:nvPr/>
          </p:nvSpPr>
          <p:spPr>
            <a:xfrm flipV="1">
              <a:off x="3304809"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0AE12F28-75B1-40A2-8CF1-31BA32AD3D5F}"/>
                </a:ext>
              </a:extLst>
            </p:cNvPr>
            <p:cNvSpPr/>
            <p:nvPr/>
          </p:nvSpPr>
          <p:spPr>
            <a:xfrm flipV="1">
              <a:off x="3219094"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665747AD-4AE2-4AC2-8DA1-C9970E4B1654}"/>
                </a:ext>
              </a:extLst>
            </p:cNvPr>
            <p:cNvSpPr/>
            <p:nvPr/>
          </p:nvSpPr>
          <p:spPr>
            <a:xfrm>
              <a:off x="2874634" y="27885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68B62E2B-77BF-4DD5-9E8E-D66436004D6E}"/>
                </a:ext>
              </a:extLst>
            </p:cNvPr>
            <p:cNvSpPr/>
            <p:nvPr/>
          </p:nvSpPr>
          <p:spPr>
            <a:xfrm>
              <a:off x="2792044"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F04B2DFD-EA01-40A2-BDB6-415FCAD27374}"/>
                </a:ext>
              </a:extLst>
            </p:cNvPr>
            <p:cNvSpPr/>
            <p:nvPr/>
          </p:nvSpPr>
          <p:spPr>
            <a:xfrm>
              <a:off x="2711497"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889C352B-055F-4232-9B6E-5E4057A38A4C}"/>
                </a:ext>
              </a:extLst>
            </p:cNvPr>
            <p:cNvSpPr/>
            <p:nvPr/>
          </p:nvSpPr>
          <p:spPr>
            <a:xfrm flipV="1">
              <a:off x="2956392" y="286186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85B049D5-BD7F-42E9-8DEB-5D9027ACE7C2}"/>
                </a:ext>
              </a:extLst>
            </p:cNvPr>
            <p:cNvSpPr/>
            <p:nvPr/>
          </p:nvSpPr>
          <p:spPr>
            <a:xfrm flipV="1">
              <a:off x="3044520" y="286450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08D34AC3-F7D1-411B-9D89-2CF2E74B6B99}"/>
                </a:ext>
              </a:extLst>
            </p:cNvPr>
            <p:cNvSpPr/>
            <p:nvPr/>
          </p:nvSpPr>
          <p:spPr>
            <a:xfrm flipV="1">
              <a:off x="3131045" y="286450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D44640C9-C560-4552-B81B-06A69D35A9AD}"/>
                </a:ext>
              </a:extLst>
            </p:cNvPr>
            <p:cNvSpPr/>
            <p:nvPr/>
          </p:nvSpPr>
          <p:spPr>
            <a:xfrm>
              <a:off x="2875471" y="286265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61B15E1C-3F60-42E9-BA03-79C5ED045730}"/>
                </a:ext>
              </a:extLst>
            </p:cNvPr>
            <p:cNvSpPr/>
            <p:nvPr/>
          </p:nvSpPr>
          <p:spPr>
            <a:xfrm>
              <a:off x="2792881" y="2861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59DFB22C-3F65-4E23-B32E-8B944E079D35}"/>
                </a:ext>
              </a:extLst>
            </p:cNvPr>
            <p:cNvSpPr/>
            <p:nvPr/>
          </p:nvSpPr>
          <p:spPr>
            <a:xfrm>
              <a:off x="2712334" y="2861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Oval 2">
            <a:extLst>
              <a:ext uri="{FF2B5EF4-FFF2-40B4-BE49-F238E27FC236}">
                <a16:creationId xmlns:a16="http://schemas.microsoft.com/office/drawing/2014/main" id="{7380CC7D-1911-4AA0-BD89-0190909D19E4}"/>
              </a:ext>
            </a:extLst>
          </p:cNvPr>
          <p:cNvSpPr/>
          <p:nvPr/>
        </p:nvSpPr>
        <p:spPr>
          <a:xfrm>
            <a:off x="5356999" y="2960672"/>
            <a:ext cx="974740" cy="62667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07030755-D433-4525-9081-91F28E4FF101}"/>
              </a:ext>
            </a:extLst>
          </p:cNvPr>
          <p:cNvSpPr/>
          <p:nvPr/>
        </p:nvSpPr>
        <p:spPr>
          <a:xfrm>
            <a:off x="7128697" y="1723672"/>
            <a:ext cx="4913322" cy="310067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C9685E0C-A8BA-4462-89CD-D1559F9CC383}"/>
              </a:ext>
            </a:extLst>
          </p:cNvPr>
          <p:cNvCxnSpPr>
            <a:stCxn id="3" idx="1"/>
            <a:endCxn id="151" idx="1"/>
          </p:cNvCxnSpPr>
          <p:nvPr/>
        </p:nvCxnSpPr>
        <p:spPr>
          <a:xfrm flipV="1">
            <a:off x="5499746" y="2177756"/>
            <a:ext cx="2348490" cy="874691"/>
          </a:xfrm>
          <a:prstGeom prst="line">
            <a:avLst/>
          </a:prstGeom>
          <a:ln w="9525"/>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37CDC28E-EC66-4DD5-9F0D-F980879D5636}"/>
              </a:ext>
            </a:extLst>
          </p:cNvPr>
          <p:cNvCxnSpPr>
            <a:stCxn id="3" idx="3"/>
            <a:endCxn id="151" idx="3"/>
          </p:cNvCxnSpPr>
          <p:nvPr/>
        </p:nvCxnSpPr>
        <p:spPr>
          <a:xfrm>
            <a:off x="5499746" y="3495575"/>
            <a:ext cx="2348490" cy="874690"/>
          </a:xfrm>
          <a:prstGeom prst="line">
            <a:avLst/>
          </a:prstGeom>
          <a:ln w="9525"/>
        </p:spPr>
        <p:style>
          <a:lnRef idx="1">
            <a:schemeClr val="dk1"/>
          </a:lnRef>
          <a:fillRef idx="0">
            <a:schemeClr val="dk1"/>
          </a:fillRef>
          <a:effectRef idx="0">
            <a:schemeClr val="dk1"/>
          </a:effectRef>
          <a:fontRef idx="minor">
            <a:schemeClr val="tx1"/>
          </a:fontRef>
        </p:style>
      </p:cxnSp>
      <p:sp>
        <p:nvSpPr>
          <p:cNvPr id="154" name="TextBox 153">
            <a:extLst>
              <a:ext uri="{FF2B5EF4-FFF2-40B4-BE49-F238E27FC236}">
                <a16:creationId xmlns:a16="http://schemas.microsoft.com/office/drawing/2014/main" id="{D917759C-A080-4BD9-AEAF-1EAB6CF1DEBE}"/>
              </a:ext>
            </a:extLst>
          </p:cNvPr>
          <p:cNvSpPr txBox="1"/>
          <p:nvPr/>
        </p:nvSpPr>
        <p:spPr>
          <a:xfrm>
            <a:off x="8804647" y="2077506"/>
            <a:ext cx="1414170" cy="369332"/>
          </a:xfrm>
          <a:prstGeom prst="rect">
            <a:avLst/>
          </a:prstGeom>
          <a:noFill/>
        </p:spPr>
        <p:txBody>
          <a:bodyPr wrap="none" rtlCol="0">
            <a:spAutoFit/>
          </a:bodyPr>
          <a:lstStyle/>
          <a:p>
            <a:r>
              <a:rPr lang="en-US" dirty="0" err="1">
                <a:solidFill>
                  <a:schemeClr val="bg1"/>
                </a:solidFill>
              </a:rPr>
              <a:t>Str</a:t>
            </a:r>
            <a:r>
              <a:rPr lang="en-US" dirty="0">
                <a:solidFill>
                  <a:schemeClr val="bg1"/>
                </a:solidFill>
              </a:rPr>
              <a:t>(a) = 2</a:t>
            </a:r>
            <a:r>
              <a:rPr lang="el-GR" dirty="0">
                <a:solidFill>
                  <a:schemeClr val="bg1"/>
                </a:solidFill>
              </a:rPr>
              <a:t>τ</a:t>
            </a:r>
            <a:r>
              <a:rPr lang="en-US" dirty="0">
                <a:solidFill>
                  <a:schemeClr val="bg1"/>
                </a:solidFill>
              </a:rPr>
              <a:t> -1</a:t>
            </a:r>
          </a:p>
        </p:txBody>
      </p:sp>
      <p:pic>
        <p:nvPicPr>
          <p:cNvPr id="5" name="Graphic 4">
            <a:extLst>
              <a:ext uri="{FF2B5EF4-FFF2-40B4-BE49-F238E27FC236}">
                <a16:creationId xmlns:a16="http://schemas.microsoft.com/office/drawing/2014/main" id="{E5B0F57E-63C0-4B42-90D6-33EABAB341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81871" y="2683588"/>
            <a:ext cx="4398966" cy="1180843"/>
          </a:xfrm>
          <a:prstGeom prst="rect">
            <a:avLst/>
          </a:prstGeom>
        </p:spPr>
      </p:pic>
    </p:spTree>
    <p:extLst>
      <p:ext uri="{BB962C8B-B14F-4D97-AF65-F5344CB8AC3E}">
        <p14:creationId xmlns:p14="http://schemas.microsoft.com/office/powerpoint/2010/main" val="195548129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3" name="Group 2">
            <a:extLst>
              <a:ext uri="{FF2B5EF4-FFF2-40B4-BE49-F238E27FC236}">
                <a16:creationId xmlns:a16="http://schemas.microsoft.com/office/drawing/2014/main" id="{7659416E-0D5D-40C3-B12A-1F0E6CB9DC17}"/>
              </a:ext>
            </a:extLst>
          </p:cNvPr>
          <p:cNvGrpSpPr/>
          <p:nvPr/>
        </p:nvGrpSpPr>
        <p:grpSpPr>
          <a:xfrm>
            <a:off x="5579274" y="2090072"/>
            <a:ext cx="1033452" cy="2677855"/>
            <a:chOff x="2709495" y="1607476"/>
            <a:chExt cx="1033452" cy="2677855"/>
          </a:xfrm>
        </p:grpSpPr>
        <p:sp>
          <p:nvSpPr>
            <p:cNvPr id="149" name="Rectangle 148">
              <a:extLst>
                <a:ext uri="{FF2B5EF4-FFF2-40B4-BE49-F238E27FC236}">
                  <a16:creationId xmlns:a16="http://schemas.microsoft.com/office/drawing/2014/main" id="{9B2B4712-2080-41BD-B9B1-A921AC3D8B5A}"/>
                </a:ext>
              </a:extLst>
            </p:cNvPr>
            <p:cNvSpPr/>
            <p:nvPr/>
          </p:nvSpPr>
          <p:spPr>
            <a:xfrm>
              <a:off x="2793629" y="1688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0BEDE92-5807-4F24-B037-ED5FCD0A04E2}"/>
                </a:ext>
              </a:extLst>
            </p:cNvPr>
            <p:cNvSpPr/>
            <p:nvPr/>
          </p:nvSpPr>
          <p:spPr>
            <a:xfrm>
              <a:off x="2793629" y="2196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7DD8D433-4D07-42EF-84EB-8F6441AF8703}"/>
                </a:ext>
              </a:extLst>
            </p:cNvPr>
            <p:cNvSpPr/>
            <p:nvPr/>
          </p:nvSpPr>
          <p:spPr>
            <a:xfrm>
              <a:off x="2711081" y="20900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26B335A2-0C02-4579-BE5C-EF4E86889DCC}"/>
                </a:ext>
              </a:extLst>
            </p:cNvPr>
            <p:cNvSpPr/>
            <p:nvPr/>
          </p:nvSpPr>
          <p:spPr>
            <a:xfrm>
              <a:off x="2711081" y="20059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4A5BBBD2-79DE-4771-99CC-596CE71DCCCF}"/>
                </a:ext>
              </a:extLst>
            </p:cNvPr>
            <p:cNvSpPr/>
            <p:nvPr/>
          </p:nvSpPr>
          <p:spPr>
            <a:xfrm>
              <a:off x="2711081" y="23028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50F9B41D-E7B1-49BA-97D0-19A68792812E}"/>
                </a:ext>
              </a:extLst>
            </p:cNvPr>
            <p:cNvSpPr/>
            <p:nvPr/>
          </p:nvSpPr>
          <p:spPr>
            <a:xfrm>
              <a:off x="2711081" y="19297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92A4075F-0360-4C29-BB19-D1478169EBE0}"/>
                </a:ext>
              </a:extLst>
            </p:cNvPr>
            <p:cNvSpPr/>
            <p:nvPr/>
          </p:nvSpPr>
          <p:spPr>
            <a:xfrm>
              <a:off x="2711081" y="18495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0BEE4FC8-13AB-45F3-8BC2-7AFE85E57540}"/>
                </a:ext>
              </a:extLst>
            </p:cNvPr>
            <p:cNvSpPr/>
            <p:nvPr/>
          </p:nvSpPr>
          <p:spPr>
            <a:xfrm>
              <a:off x="2711081" y="17646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7B2BAD32-3D82-4E53-A527-8A53B2F0D1E3}"/>
                </a:ext>
              </a:extLst>
            </p:cNvPr>
            <p:cNvSpPr/>
            <p:nvPr/>
          </p:nvSpPr>
          <p:spPr>
            <a:xfrm>
              <a:off x="2711081" y="16884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CEB5DC08-ED99-4455-9919-DDF8B09BB1CE}"/>
                </a:ext>
              </a:extLst>
            </p:cNvPr>
            <p:cNvSpPr/>
            <p:nvPr/>
          </p:nvSpPr>
          <p:spPr>
            <a:xfrm>
              <a:off x="2711081" y="23790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495980F9-7C69-43CE-BC30-2E47D2E84D4E}"/>
                </a:ext>
              </a:extLst>
            </p:cNvPr>
            <p:cNvSpPr/>
            <p:nvPr/>
          </p:nvSpPr>
          <p:spPr>
            <a:xfrm>
              <a:off x="2711081" y="246128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DB8D2CE7-89C6-4006-B803-E4F1B50E4042}"/>
                </a:ext>
              </a:extLst>
            </p:cNvPr>
            <p:cNvSpPr/>
            <p:nvPr/>
          </p:nvSpPr>
          <p:spPr>
            <a:xfrm>
              <a:off x="2711081" y="254092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32BD5A85-0444-4181-88BD-7D43EB1902E7}"/>
                </a:ext>
              </a:extLst>
            </p:cNvPr>
            <p:cNvSpPr/>
            <p:nvPr/>
          </p:nvSpPr>
          <p:spPr>
            <a:xfrm>
              <a:off x="2711081" y="26266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1406C4A0-7AA7-466C-BB95-76A7E4D60B67}"/>
                </a:ext>
              </a:extLst>
            </p:cNvPr>
            <p:cNvSpPr/>
            <p:nvPr/>
          </p:nvSpPr>
          <p:spPr>
            <a:xfrm>
              <a:off x="3657231" y="2086371"/>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307" name="Rectangle 306">
              <a:extLst>
                <a:ext uri="{FF2B5EF4-FFF2-40B4-BE49-F238E27FC236}">
                  <a16:creationId xmlns:a16="http://schemas.microsoft.com/office/drawing/2014/main" id="{5F58F560-DD67-4117-9066-30DDD3855520}"/>
                </a:ext>
              </a:extLst>
            </p:cNvPr>
            <p:cNvSpPr/>
            <p:nvPr/>
          </p:nvSpPr>
          <p:spPr>
            <a:xfrm flipV="1">
              <a:off x="3657231" y="229909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982EA5FB-1C27-4E68-B93F-F500FB738A44}"/>
                </a:ext>
              </a:extLst>
            </p:cNvPr>
            <p:cNvSpPr/>
            <p:nvPr/>
          </p:nvSpPr>
          <p:spPr>
            <a:xfrm flipV="1">
              <a:off x="3657231" y="20101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D32F0169-B122-4DFF-98A8-4BFE5A63CE80}"/>
                </a:ext>
              </a:extLst>
            </p:cNvPr>
            <p:cNvSpPr/>
            <p:nvPr/>
          </p:nvSpPr>
          <p:spPr>
            <a:xfrm flipV="1">
              <a:off x="3657231" y="23872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B52423B6-7445-45BE-83A6-6BABD0729D7F}"/>
                </a:ext>
              </a:extLst>
            </p:cNvPr>
            <p:cNvSpPr/>
            <p:nvPr/>
          </p:nvSpPr>
          <p:spPr>
            <a:xfrm flipV="1">
              <a:off x="3657231" y="24742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18CA70BE-5461-4BF9-A01A-92442C370FCB}"/>
                </a:ext>
              </a:extLst>
            </p:cNvPr>
            <p:cNvSpPr/>
            <p:nvPr/>
          </p:nvSpPr>
          <p:spPr>
            <a:xfrm flipV="1">
              <a:off x="3657231" y="25525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032248F0-DD7A-49BE-9398-63ACD8864468}"/>
                </a:ext>
              </a:extLst>
            </p:cNvPr>
            <p:cNvSpPr/>
            <p:nvPr/>
          </p:nvSpPr>
          <p:spPr>
            <a:xfrm flipV="1">
              <a:off x="3657231" y="26266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2707B528-6746-40CC-8909-41FC7A52A168}"/>
                </a:ext>
              </a:extLst>
            </p:cNvPr>
            <p:cNvSpPr/>
            <p:nvPr/>
          </p:nvSpPr>
          <p:spPr>
            <a:xfrm flipV="1">
              <a:off x="3657231" y="16863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7BC1FC5B-211A-4380-A02B-F6C77FA62625}"/>
                </a:ext>
              </a:extLst>
            </p:cNvPr>
            <p:cNvSpPr/>
            <p:nvPr/>
          </p:nvSpPr>
          <p:spPr>
            <a:xfrm flipV="1">
              <a:off x="3657231" y="176410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6824ADE0-0B78-4AAB-9F72-05668C47AA23}"/>
                </a:ext>
              </a:extLst>
            </p:cNvPr>
            <p:cNvSpPr/>
            <p:nvPr/>
          </p:nvSpPr>
          <p:spPr>
            <a:xfrm flipV="1">
              <a:off x="3657231" y="1841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CA801161-1C7A-4CB6-9598-5A0A51DA61BC}"/>
                </a:ext>
              </a:extLst>
            </p:cNvPr>
            <p:cNvSpPr/>
            <p:nvPr/>
          </p:nvSpPr>
          <p:spPr>
            <a:xfrm flipV="1">
              <a:off x="3657231" y="192603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9AFFA595-FC0D-40E3-AB48-6574B71A69E7}"/>
                </a:ext>
              </a:extLst>
            </p:cNvPr>
            <p:cNvSpPr/>
            <p:nvPr/>
          </p:nvSpPr>
          <p:spPr>
            <a:xfrm>
              <a:off x="3660399"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54E0B1F7-152F-483B-AAD2-5DA2FDB313DD}"/>
                </a:ext>
              </a:extLst>
            </p:cNvPr>
            <p:cNvSpPr/>
            <p:nvPr/>
          </p:nvSpPr>
          <p:spPr>
            <a:xfrm>
              <a:off x="2876176"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C56CC5F2-3C52-4922-98C0-5958348955D8}"/>
                </a:ext>
              </a:extLst>
            </p:cNvPr>
            <p:cNvSpPr/>
            <p:nvPr/>
          </p:nvSpPr>
          <p:spPr>
            <a:xfrm>
              <a:off x="2958723"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B585C140-9464-4BBB-82A8-3F32416CB8C2}"/>
                </a:ext>
              </a:extLst>
            </p:cNvPr>
            <p:cNvSpPr/>
            <p:nvPr/>
          </p:nvSpPr>
          <p:spPr>
            <a:xfrm>
              <a:off x="304601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22285AD5-89AC-43E0-83F3-C1769C3681D4}"/>
                </a:ext>
              </a:extLst>
            </p:cNvPr>
            <p:cNvSpPr/>
            <p:nvPr/>
          </p:nvSpPr>
          <p:spPr>
            <a:xfrm>
              <a:off x="313254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4725B5E1-9BD6-4AE0-8225-2187723A50D1}"/>
                </a:ext>
              </a:extLst>
            </p:cNvPr>
            <p:cNvSpPr/>
            <p:nvPr/>
          </p:nvSpPr>
          <p:spPr>
            <a:xfrm>
              <a:off x="321906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B8535ADF-8462-4FB2-90F8-A5E036881953}"/>
                </a:ext>
              </a:extLst>
            </p:cNvPr>
            <p:cNvSpPr/>
            <p:nvPr/>
          </p:nvSpPr>
          <p:spPr>
            <a:xfrm>
              <a:off x="330797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E15DA580-351E-4DA4-89D2-8F5321923E50}"/>
                </a:ext>
              </a:extLst>
            </p:cNvPr>
            <p:cNvSpPr/>
            <p:nvPr/>
          </p:nvSpPr>
          <p:spPr>
            <a:xfrm>
              <a:off x="339848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5027596B-0027-4069-9383-686FF7BA4565}"/>
                </a:ext>
              </a:extLst>
            </p:cNvPr>
            <p:cNvSpPr/>
            <p:nvPr/>
          </p:nvSpPr>
          <p:spPr>
            <a:xfrm>
              <a:off x="348896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86081A51-0E31-4704-AAD3-83506CBB98CC}"/>
                </a:ext>
              </a:extLst>
            </p:cNvPr>
            <p:cNvSpPr/>
            <p:nvPr/>
          </p:nvSpPr>
          <p:spPr>
            <a:xfrm>
              <a:off x="3574684"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2A55E682-998A-4D83-9BA9-E803D996F8D0}"/>
                </a:ext>
              </a:extLst>
            </p:cNvPr>
            <p:cNvSpPr/>
            <p:nvPr/>
          </p:nvSpPr>
          <p:spPr>
            <a:xfrm>
              <a:off x="3657231"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F76171A3-9FBF-41BF-B36B-FB1C269707FB}"/>
                </a:ext>
              </a:extLst>
            </p:cNvPr>
            <p:cNvSpPr/>
            <p:nvPr/>
          </p:nvSpPr>
          <p:spPr>
            <a:xfrm>
              <a:off x="2873008"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5A617CF2-0D97-45A1-B721-56C8503B3493}"/>
                </a:ext>
              </a:extLst>
            </p:cNvPr>
            <p:cNvSpPr/>
            <p:nvPr/>
          </p:nvSpPr>
          <p:spPr>
            <a:xfrm>
              <a:off x="2955555"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F24AA757-074E-4D8D-89D0-834B47614459}"/>
                </a:ext>
              </a:extLst>
            </p:cNvPr>
            <p:cNvSpPr/>
            <p:nvPr/>
          </p:nvSpPr>
          <p:spPr>
            <a:xfrm>
              <a:off x="304284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6131DD7E-4AC0-4770-A917-9440CB998951}"/>
                </a:ext>
              </a:extLst>
            </p:cNvPr>
            <p:cNvSpPr/>
            <p:nvPr/>
          </p:nvSpPr>
          <p:spPr>
            <a:xfrm>
              <a:off x="312937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6359166D-AC33-48D0-A4C7-632BCB885A82}"/>
                </a:ext>
              </a:extLst>
            </p:cNvPr>
            <p:cNvSpPr/>
            <p:nvPr/>
          </p:nvSpPr>
          <p:spPr>
            <a:xfrm>
              <a:off x="321589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11B73B45-C3CC-4799-8D33-1259759366AF}"/>
                </a:ext>
              </a:extLst>
            </p:cNvPr>
            <p:cNvSpPr/>
            <p:nvPr/>
          </p:nvSpPr>
          <p:spPr>
            <a:xfrm>
              <a:off x="330480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08C7B4D4-4DE8-458F-8751-1D8938E07D0C}"/>
                </a:ext>
              </a:extLst>
            </p:cNvPr>
            <p:cNvSpPr/>
            <p:nvPr/>
          </p:nvSpPr>
          <p:spPr>
            <a:xfrm>
              <a:off x="339531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FD0699A8-EE1F-48C9-B2D6-756B1A09C79B}"/>
                </a:ext>
              </a:extLst>
            </p:cNvPr>
            <p:cNvSpPr/>
            <p:nvPr/>
          </p:nvSpPr>
          <p:spPr>
            <a:xfrm>
              <a:off x="348579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B9E6D514-4E8C-498C-B391-DA704339186B}"/>
                </a:ext>
              </a:extLst>
            </p:cNvPr>
            <p:cNvSpPr/>
            <p:nvPr/>
          </p:nvSpPr>
          <p:spPr>
            <a:xfrm>
              <a:off x="3571516"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71417F1C-B2C3-4E54-BD57-FD24808E178A}"/>
                </a:ext>
              </a:extLst>
            </p:cNvPr>
            <p:cNvSpPr/>
            <p:nvPr/>
          </p:nvSpPr>
          <p:spPr>
            <a:xfrm>
              <a:off x="2711080"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D57B5D3E-81F5-41EF-8E78-DA386CF8C633}"/>
                </a:ext>
              </a:extLst>
            </p:cNvPr>
            <p:cNvSpPr/>
            <p:nvPr/>
          </p:nvSpPr>
          <p:spPr>
            <a:xfrm>
              <a:off x="2792044"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55126179-3A08-4224-A9DF-E9BF1A4691BA}"/>
                </a:ext>
              </a:extLst>
            </p:cNvPr>
            <p:cNvSpPr/>
            <p:nvPr/>
          </p:nvSpPr>
          <p:spPr>
            <a:xfrm>
              <a:off x="2711080"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26EC6C50-C166-4596-B840-05E70D21817F}"/>
                </a:ext>
              </a:extLst>
            </p:cNvPr>
            <p:cNvSpPr/>
            <p:nvPr/>
          </p:nvSpPr>
          <p:spPr>
            <a:xfrm>
              <a:off x="2792044"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5CE5A770-1215-4C1C-A903-E31F24E20D67}"/>
                </a:ext>
              </a:extLst>
            </p:cNvPr>
            <p:cNvSpPr/>
            <p:nvPr/>
          </p:nvSpPr>
          <p:spPr>
            <a:xfrm flipV="1">
              <a:off x="3657259"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37B23FFB-5AE1-4D0B-BB03-0E0A6D225EF2}"/>
                </a:ext>
              </a:extLst>
            </p:cNvPr>
            <p:cNvSpPr/>
            <p:nvPr/>
          </p:nvSpPr>
          <p:spPr>
            <a:xfrm flipV="1">
              <a:off x="2955555" y="278778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3B5782EE-BA88-4F1B-92AC-64DDBC9DB610}"/>
                </a:ext>
              </a:extLst>
            </p:cNvPr>
            <p:cNvSpPr/>
            <p:nvPr/>
          </p:nvSpPr>
          <p:spPr>
            <a:xfrm flipV="1">
              <a:off x="3043683"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45A771EA-CABE-40C5-BE37-5229E3680AF2}"/>
                </a:ext>
              </a:extLst>
            </p:cNvPr>
            <p:cNvSpPr/>
            <p:nvPr/>
          </p:nvSpPr>
          <p:spPr>
            <a:xfrm flipV="1">
              <a:off x="3130208"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0DABA4F9-3530-4807-A303-93BAD7DD0CE6}"/>
                </a:ext>
              </a:extLst>
            </p:cNvPr>
            <p:cNvSpPr/>
            <p:nvPr/>
          </p:nvSpPr>
          <p:spPr>
            <a:xfrm flipV="1">
              <a:off x="3215925"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86585F7E-C52A-45AE-8F05-30250D6BEF04}"/>
                </a:ext>
              </a:extLst>
            </p:cNvPr>
            <p:cNvSpPr/>
            <p:nvPr/>
          </p:nvSpPr>
          <p:spPr>
            <a:xfrm flipV="1">
              <a:off x="330483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F8286281-892F-46DC-8AE6-7C28C7115997}"/>
                </a:ext>
              </a:extLst>
            </p:cNvPr>
            <p:cNvSpPr/>
            <p:nvPr/>
          </p:nvSpPr>
          <p:spPr>
            <a:xfrm flipV="1">
              <a:off x="3395340"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885D91B4-5EB4-4B7D-B730-ED005F7CF05D}"/>
                </a:ext>
              </a:extLst>
            </p:cNvPr>
            <p:cNvSpPr/>
            <p:nvPr/>
          </p:nvSpPr>
          <p:spPr>
            <a:xfrm flipV="1">
              <a:off x="348582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2D596D31-3E86-4B6D-8B3B-43229F3B66BE}"/>
                </a:ext>
              </a:extLst>
            </p:cNvPr>
            <p:cNvSpPr/>
            <p:nvPr/>
          </p:nvSpPr>
          <p:spPr>
            <a:xfrm flipV="1">
              <a:off x="3571544"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4274E661-DE97-4FD9-A69A-45FA09022DF2}"/>
                </a:ext>
              </a:extLst>
            </p:cNvPr>
            <p:cNvSpPr/>
            <p:nvPr/>
          </p:nvSpPr>
          <p:spPr>
            <a:xfrm flipV="1">
              <a:off x="3484918"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684D9B76-0CCD-48A7-B9DA-69CEAE1E1690}"/>
                </a:ext>
              </a:extLst>
            </p:cNvPr>
            <p:cNvSpPr/>
            <p:nvPr/>
          </p:nvSpPr>
          <p:spPr>
            <a:xfrm flipV="1">
              <a:off x="3399203"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D5045633-23A5-413B-9771-66159BD4C869}"/>
                </a:ext>
              </a:extLst>
            </p:cNvPr>
            <p:cNvSpPr/>
            <p:nvPr/>
          </p:nvSpPr>
          <p:spPr>
            <a:xfrm flipV="1">
              <a:off x="3484918"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B264AA0A-801D-42A9-A9CF-D7D7F14373B3}"/>
                </a:ext>
              </a:extLst>
            </p:cNvPr>
            <p:cNvSpPr/>
            <p:nvPr/>
          </p:nvSpPr>
          <p:spPr>
            <a:xfrm flipV="1">
              <a:off x="3399203"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2F3DDBCD-E88D-4DB2-9F34-1B49FEA782C4}"/>
                </a:ext>
              </a:extLst>
            </p:cNvPr>
            <p:cNvSpPr/>
            <p:nvPr/>
          </p:nvSpPr>
          <p:spPr>
            <a:xfrm flipV="1">
              <a:off x="3304809"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DAAF7027-F0F0-49FA-B9B7-8C3BA8C13363}"/>
                </a:ext>
              </a:extLst>
            </p:cNvPr>
            <p:cNvSpPr/>
            <p:nvPr/>
          </p:nvSpPr>
          <p:spPr>
            <a:xfrm flipV="1">
              <a:off x="3219094"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F132F975-AB59-47ED-A924-C741FA138C88}"/>
                </a:ext>
              </a:extLst>
            </p:cNvPr>
            <p:cNvSpPr/>
            <p:nvPr/>
          </p:nvSpPr>
          <p:spPr>
            <a:xfrm>
              <a:off x="2874634" y="27885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B3EF79C8-E5D4-49F1-9FCC-4ACE7F62B802}"/>
                </a:ext>
              </a:extLst>
            </p:cNvPr>
            <p:cNvSpPr/>
            <p:nvPr/>
          </p:nvSpPr>
          <p:spPr>
            <a:xfrm>
              <a:off x="2792044"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B84FFAF6-0D2F-4024-9A0B-0B7BC77524F8}"/>
                </a:ext>
              </a:extLst>
            </p:cNvPr>
            <p:cNvSpPr/>
            <p:nvPr/>
          </p:nvSpPr>
          <p:spPr>
            <a:xfrm>
              <a:off x="2711497"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AE572F66-3DBE-48A2-8C8F-43A82C00ACD4}"/>
                </a:ext>
              </a:extLst>
            </p:cNvPr>
            <p:cNvSpPr/>
            <p:nvPr/>
          </p:nvSpPr>
          <p:spPr>
            <a:xfrm>
              <a:off x="2792044" y="319313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1E3E8A90-E979-4562-9141-69793FA77445}"/>
                </a:ext>
              </a:extLst>
            </p:cNvPr>
            <p:cNvSpPr/>
            <p:nvPr/>
          </p:nvSpPr>
          <p:spPr>
            <a:xfrm>
              <a:off x="2792044" y="370113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9C891FA8-E0EF-49B2-B0F6-CE468FCD2DC6}"/>
                </a:ext>
              </a:extLst>
            </p:cNvPr>
            <p:cNvSpPr/>
            <p:nvPr/>
          </p:nvSpPr>
          <p:spPr>
            <a:xfrm>
              <a:off x="2709496" y="35947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3D17A30F-EBEA-430F-8827-0E8EC7DE569E}"/>
                </a:ext>
              </a:extLst>
            </p:cNvPr>
            <p:cNvSpPr/>
            <p:nvPr/>
          </p:nvSpPr>
          <p:spPr>
            <a:xfrm>
              <a:off x="3655646" y="35947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363" name="Rectangle 362">
              <a:extLst>
                <a:ext uri="{FF2B5EF4-FFF2-40B4-BE49-F238E27FC236}">
                  <a16:creationId xmlns:a16="http://schemas.microsoft.com/office/drawing/2014/main" id="{A97AB5A8-90A1-413E-AB70-52D303DA68AA}"/>
                </a:ext>
              </a:extLst>
            </p:cNvPr>
            <p:cNvSpPr/>
            <p:nvPr/>
          </p:nvSpPr>
          <p:spPr>
            <a:xfrm>
              <a:off x="2709496" y="35106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522B76F5-6588-48D0-AFAE-F63FF76F9E67}"/>
                </a:ext>
              </a:extLst>
            </p:cNvPr>
            <p:cNvSpPr/>
            <p:nvPr/>
          </p:nvSpPr>
          <p:spPr>
            <a:xfrm>
              <a:off x="2709496" y="38074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6436DE04-DFA8-490D-8239-7494FA8887E3}"/>
                </a:ext>
              </a:extLst>
            </p:cNvPr>
            <p:cNvSpPr/>
            <p:nvPr/>
          </p:nvSpPr>
          <p:spPr>
            <a:xfrm>
              <a:off x="3655646" y="351856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9E18374B-78AE-4BCC-868E-A852502BC488}"/>
                </a:ext>
              </a:extLst>
            </p:cNvPr>
            <p:cNvSpPr/>
            <p:nvPr/>
          </p:nvSpPr>
          <p:spPr>
            <a:xfrm>
              <a:off x="3655646" y="380749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9F2E8FA7-0A7B-4AD9-A833-146DCCCC684B}"/>
                </a:ext>
              </a:extLst>
            </p:cNvPr>
            <p:cNvSpPr/>
            <p:nvPr/>
          </p:nvSpPr>
          <p:spPr>
            <a:xfrm>
              <a:off x="2709496" y="34344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2DBAA5DC-D241-4F12-9B4A-1537C42CAEC7}"/>
                </a:ext>
              </a:extLst>
            </p:cNvPr>
            <p:cNvSpPr/>
            <p:nvPr/>
          </p:nvSpPr>
          <p:spPr>
            <a:xfrm>
              <a:off x="2709496" y="335426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B46275BE-0123-45FD-8F7C-13A68D0CC6AA}"/>
                </a:ext>
              </a:extLst>
            </p:cNvPr>
            <p:cNvSpPr/>
            <p:nvPr/>
          </p:nvSpPr>
          <p:spPr>
            <a:xfrm>
              <a:off x="2709496" y="32693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6F416759-421A-46D3-808C-95D019391182}"/>
                </a:ext>
              </a:extLst>
            </p:cNvPr>
            <p:cNvSpPr/>
            <p:nvPr/>
          </p:nvSpPr>
          <p:spPr>
            <a:xfrm>
              <a:off x="2709496" y="31931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726F1B4E-38C5-4C46-8E10-D3FF47914E2E}"/>
                </a:ext>
              </a:extLst>
            </p:cNvPr>
            <p:cNvSpPr/>
            <p:nvPr/>
          </p:nvSpPr>
          <p:spPr>
            <a:xfrm>
              <a:off x="3655646" y="343046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2808B745-C782-4B98-BF84-B1E449565609}"/>
                </a:ext>
              </a:extLst>
            </p:cNvPr>
            <p:cNvSpPr/>
            <p:nvPr/>
          </p:nvSpPr>
          <p:spPr>
            <a:xfrm>
              <a:off x="3655646" y="334341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9CB574B7-FE80-456F-92E7-A7351CE562F1}"/>
                </a:ext>
              </a:extLst>
            </p:cNvPr>
            <p:cNvSpPr/>
            <p:nvPr/>
          </p:nvSpPr>
          <p:spPr>
            <a:xfrm>
              <a:off x="3655646" y="326509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8B2AE9FC-E8FB-4F94-93DD-AA3F3CD691D4}"/>
                </a:ext>
              </a:extLst>
            </p:cNvPr>
            <p:cNvSpPr/>
            <p:nvPr/>
          </p:nvSpPr>
          <p:spPr>
            <a:xfrm>
              <a:off x="3655646" y="319101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89687166-BB0D-4EE5-9353-8651743C8CA4}"/>
                </a:ext>
              </a:extLst>
            </p:cNvPr>
            <p:cNvSpPr/>
            <p:nvPr/>
          </p:nvSpPr>
          <p:spPr>
            <a:xfrm>
              <a:off x="2709496" y="38836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E100708A-F872-4A33-8649-3A9A478F0781}"/>
                </a:ext>
              </a:extLst>
            </p:cNvPr>
            <p:cNvSpPr/>
            <p:nvPr/>
          </p:nvSpPr>
          <p:spPr>
            <a:xfrm>
              <a:off x="2709496" y="39659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0CA87234-DB05-4C63-8B4A-4C739329A63B}"/>
                </a:ext>
              </a:extLst>
            </p:cNvPr>
            <p:cNvSpPr/>
            <p:nvPr/>
          </p:nvSpPr>
          <p:spPr>
            <a:xfrm>
              <a:off x="2709496" y="404561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1977047D-D43D-4FFD-AE8C-D8EB3119D79E}"/>
                </a:ext>
              </a:extLst>
            </p:cNvPr>
            <p:cNvSpPr/>
            <p:nvPr/>
          </p:nvSpPr>
          <p:spPr>
            <a:xfrm>
              <a:off x="2709496" y="41313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09CA9FD8-C791-428B-8502-133B7330C670}"/>
                </a:ext>
              </a:extLst>
            </p:cNvPr>
            <p:cNvSpPr/>
            <p:nvPr/>
          </p:nvSpPr>
          <p:spPr>
            <a:xfrm>
              <a:off x="3655646" y="41313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609E65F2-71BB-4945-96AF-A2253019D35A}"/>
                </a:ext>
              </a:extLst>
            </p:cNvPr>
            <p:cNvSpPr/>
            <p:nvPr/>
          </p:nvSpPr>
          <p:spPr>
            <a:xfrm>
              <a:off x="3655646" y="405355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B2161CAC-A116-4CC4-AEA7-2FEB4BD67B8D}"/>
                </a:ext>
              </a:extLst>
            </p:cNvPr>
            <p:cNvSpPr/>
            <p:nvPr/>
          </p:nvSpPr>
          <p:spPr>
            <a:xfrm>
              <a:off x="3655646" y="397656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A32488BB-83DF-4397-9FA9-1F897E1A68B1}"/>
                </a:ext>
              </a:extLst>
            </p:cNvPr>
            <p:cNvSpPr/>
            <p:nvPr/>
          </p:nvSpPr>
          <p:spPr>
            <a:xfrm>
              <a:off x="3655646" y="389163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298F5DA3-F756-4852-A5C9-C185ABABF334}"/>
                </a:ext>
              </a:extLst>
            </p:cNvPr>
            <p:cNvSpPr/>
            <p:nvPr/>
          </p:nvSpPr>
          <p:spPr>
            <a:xfrm>
              <a:off x="3658814"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D4AC3791-5609-49AA-8212-6BF77798B573}"/>
                </a:ext>
              </a:extLst>
            </p:cNvPr>
            <p:cNvSpPr/>
            <p:nvPr/>
          </p:nvSpPr>
          <p:spPr>
            <a:xfrm>
              <a:off x="2874591"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04161513-AC57-4755-A7F0-C02C3E53817F}"/>
                </a:ext>
              </a:extLst>
            </p:cNvPr>
            <p:cNvSpPr/>
            <p:nvPr/>
          </p:nvSpPr>
          <p:spPr>
            <a:xfrm>
              <a:off x="2957138"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E7120BDC-059E-4A51-8FAC-0CC571AC5A84}"/>
                </a:ext>
              </a:extLst>
            </p:cNvPr>
            <p:cNvSpPr/>
            <p:nvPr/>
          </p:nvSpPr>
          <p:spPr>
            <a:xfrm>
              <a:off x="3044430"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F06677C3-BC69-47A8-809B-198AE312306D}"/>
                </a:ext>
              </a:extLst>
            </p:cNvPr>
            <p:cNvSpPr/>
            <p:nvPr/>
          </p:nvSpPr>
          <p:spPr>
            <a:xfrm>
              <a:off x="3130955"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2CA6E417-0284-4EC8-A9A7-E67C33BA69C3}"/>
                </a:ext>
              </a:extLst>
            </p:cNvPr>
            <p:cNvSpPr/>
            <p:nvPr/>
          </p:nvSpPr>
          <p:spPr>
            <a:xfrm>
              <a:off x="3217480"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D2B47D1D-786E-4498-A00D-A004F9F37439}"/>
                </a:ext>
              </a:extLst>
            </p:cNvPr>
            <p:cNvSpPr/>
            <p:nvPr/>
          </p:nvSpPr>
          <p:spPr>
            <a:xfrm>
              <a:off x="3306392"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C97F7C24-0D2D-4373-A2E6-FE0AFC720B0A}"/>
                </a:ext>
              </a:extLst>
            </p:cNvPr>
            <p:cNvSpPr/>
            <p:nvPr/>
          </p:nvSpPr>
          <p:spPr>
            <a:xfrm>
              <a:off x="3396895"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72D58CAF-9237-4752-9FFE-1276F15F969D}"/>
                </a:ext>
              </a:extLst>
            </p:cNvPr>
            <p:cNvSpPr/>
            <p:nvPr/>
          </p:nvSpPr>
          <p:spPr>
            <a:xfrm>
              <a:off x="3487382"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7946F693-BFF0-4C93-B2DF-C99D67275F5E}"/>
                </a:ext>
              </a:extLst>
            </p:cNvPr>
            <p:cNvSpPr/>
            <p:nvPr/>
          </p:nvSpPr>
          <p:spPr>
            <a:xfrm>
              <a:off x="3573099"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82D70D05-714D-4A0D-8D49-1F132A77537A}"/>
                </a:ext>
              </a:extLst>
            </p:cNvPr>
            <p:cNvSpPr/>
            <p:nvPr/>
          </p:nvSpPr>
          <p:spPr>
            <a:xfrm>
              <a:off x="3655646"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E68A1ECB-E81F-4ADD-ACED-78E6217A562F}"/>
                </a:ext>
              </a:extLst>
            </p:cNvPr>
            <p:cNvSpPr/>
            <p:nvPr/>
          </p:nvSpPr>
          <p:spPr>
            <a:xfrm>
              <a:off x="2871423"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3D267083-EB60-415A-B19D-C219C026BB8A}"/>
                </a:ext>
              </a:extLst>
            </p:cNvPr>
            <p:cNvSpPr/>
            <p:nvPr/>
          </p:nvSpPr>
          <p:spPr>
            <a:xfrm>
              <a:off x="2953970"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D6AC6573-5391-442C-B020-5A7129035419}"/>
                </a:ext>
              </a:extLst>
            </p:cNvPr>
            <p:cNvSpPr/>
            <p:nvPr/>
          </p:nvSpPr>
          <p:spPr>
            <a:xfrm>
              <a:off x="3041262"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4E7A4470-1FE1-4F3B-B711-B833E2A9BFCD}"/>
                </a:ext>
              </a:extLst>
            </p:cNvPr>
            <p:cNvSpPr/>
            <p:nvPr/>
          </p:nvSpPr>
          <p:spPr>
            <a:xfrm>
              <a:off x="3127787"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653581C2-CDA8-4A05-AE36-85E081D52A5F}"/>
                </a:ext>
              </a:extLst>
            </p:cNvPr>
            <p:cNvSpPr/>
            <p:nvPr/>
          </p:nvSpPr>
          <p:spPr>
            <a:xfrm>
              <a:off x="3214312"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4C020163-883C-4EA5-B3E0-93B6359B2B46}"/>
                </a:ext>
              </a:extLst>
            </p:cNvPr>
            <p:cNvSpPr/>
            <p:nvPr/>
          </p:nvSpPr>
          <p:spPr>
            <a:xfrm>
              <a:off x="3303224"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1FD44D61-592D-4A1B-9189-5911D4E7F1F3}"/>
                </a:ext>
              </a:extLst>
            </p:cNvPr>
            <p:cNvSpPr/>
            <p:nvPr/>
          </p:nvSpPr>
          <p:spPr>
            <a:xfrm>
              <a:off x="3393727"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8962EBC2-C52B-4A6B-80B8-3FBFF916A8BC}"/>
                </a:ext>
              </a:extLst>
            </p:cNvPr>
            <p:cNvSpPr/>
            <p:nvPr/>
          </p:nvSpPr>
          <p:spPr>
            <a:xfrm>
              <a:off x="3484214"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24167BCF-33CD-4314-95CE-79F187C290E4}"/>
                </a:ext>
              </a:extLst>
            </p:cNvPr>
            <p:cNvSpPr/>
            <p:nvPr/>
          </p:nvSpPr>
          <p:spPr>
            <a:xfrm>
              <a:off x="3569931"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6C77A907-B992-44FB-93F0-91D147C2462F}"/>
                </a:ext>
              </a:extLst>
            </p:cNvPr>
            <p:cNvSpPr/>
            <p:nvPr/>
          </p:nvSpPr>
          <p:spPr>
            <a:xfrm>
              <a:off x="2709495" y="3112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C1CFBF45-DDC4-42C6-BCC9-E498CC1776E2}"/>
                </a:ext>
              </a:extLst>
            </p:cNvPr>
            <p:cNvSpPr/>
            <p:nvPr/>
          </p:nvSpPr>
          <p:spPr>
            <a:xfrm>
              <a:off x="2790459" y="3112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2AC51588-37B2-4C12-8C70-9A1C1A23C796}"/>
                </a:ext>
              </a:extLst>
            </p:cNvPr>
            <p:cNvSpPr/>
            <p:nvPr/>
          </p:nvSpPr>
          <p:spPr>
            <a:xfrm>
              <a:off x="3655646"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88E940F1-3802-42C4-AC0A-AE944385B3FF}"/>
                </a:ext>
              </a:extLst>
            </p:cNvPr>
            <p:cNvSpPr/>
            <p:nvPr/>
          </p:nvSpPr>
          <p:spPr>
            <a:xfrm>
              <a:off x="2872993" y="302829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F7422FE4-D4B4-4EED-8F82-96BD8CDC79C5}"/>
                </a:ext>
              </a:extLst>
            </p:cNvPr>
            <p:cNvSpPr/>
            <p:nvPr/>
          </p:nvSpPr>
          <p:spPr>
            <a:xfrm>
              <a:off x="2953942" y="303094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0AFBF361-6BC3-4FE0-B62F-0BF400563253}"/>
                </a:ext>
              </a:extLst>
            </p:cNvPr>
            <p:cNvSpPr/>
            <p:nvPr/>
          </p:nvSpPr>
          <p:spPr>
            <a:xfrm>
              <a:off x="3042070" y="302829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F3684197-EF90-4C0A-9C84-CEE00D954770}"/>
                </a:ext>
              </a:extLst>
            </p:cNvPr>
            <p:cNvSpPr/>
            <p:nvPr/>
          </p:nvSpPr>
          <p:spPr>
            <a:xfrm>
              <a:off x="3128595" y="302829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2CF2BE03-54E6-4D29-B83E-F8B986129294}"/>
                </a:ext>
              </a:extLst>
            </p:cNvPr>
            <p:cNvSpPr/>
            <p:nvPr/>
          </p:nvSpPr>
          <p:spPr>
            <a:xfrm>
              <a:off x="3214312"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8A2532E8-A0FD-459F-A8F4-B1834B357AAC}"/>
                </a:ext>
              </a:extLst>
            </p:cNvPr>
            <p:cNvSpPr/>
            <p:nvPr/>
          </p:nvSpPr>
          <p:spPr>
            <a:xfrm>
              <a:off x="3303224"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77AA2C3C-C647-4AFB-9076-94E0AB7940D6}"/>
                </a:ext>
              </a:extLst>
            </p:cNvPr>
            <p:cNvSpPr/>
            <p:nvPr/>
          </p:nvSpPr>
          <p:spPr>
            <a:xfrm>
              <a:off x="3393727"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B96C0559-538D-404E-9C78-2CCC2EAD3D86}"/>
                </a:ext>
              </a:extLst>
            </p:cNvPr>
            <p:cNvSpPr/>
            <p:nvPr/>
          </p:nvSpPr>
          <p:spPr>
            <a:xfrm>
              <a:off x="3484214"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6C06D706-C952-44E2-8F62-053D1501BB53}"/>
                </a:ext>
              </a:extLst>
            </p:cNvPr>
            <p:cNvSpPr/>
            <p:nvPr/>
          </p:nvSpPr>
          <p:spPr>
            <a:xfrm>
              <a:off x="3569931"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A78B3C85-2333-48A5-95C8-7F252E6D3C3E}"/>
                </a:ext>
              </a:extLst>
            </p:cNvPr>
            <p:cNvSpPr/>
            <p:nvPr/>
          </p:nvSpPr>
          <p:spPr>
            <a:xfrm>
              <a:off x="2709495" y="303094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E9A876A3-2F30-4943-9712-9FAB53CE908C}"/>
                </a:ext>
              </a:extLst>
            </p:cNvPr>
            <p:cNvSpPr/>
            <p:nvPr/>
          </p:nvSpPr>
          <p:spPr>
            <a:xfrm>
              <a:off x="2790459" y="303094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8BD23C5E-0E4D-4B0F-BC7E-BFBE53658B3D}"/>
                </a:ext>
              </a:extLst>
            </p:cNvPr>
            <p:cNvSpPr/>
            <p:nvPr/>
          </p:nvSpPr>
          <p:spPr>
            <a:xfrm>
              <a:off x="3655646" y="295301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BCE680A1-F990-4716-995E-6A5563D1E4B1}"/>
                </a:ext>
              </a:extLst>
            </p:cNvPr>
            <p:cNvSpPr/>
            <p:nvPr/>
          </p:nvSpPr>
          <p:spPr>
            <a:xfrm>
              <a:off x="3569931" y="295301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BAEAC989-C08A-4798-BE3D-8E35F4DF782D}"/>
                </a:ext>
              </a:extLst>
            </p:cNvPr>
            <p:cNvSpPr/>
            <p:nvPr/>
          </p:nvSpPr>
          <p:spPr>
            <a:xfrm>
              <a:off x="3655646" y="287179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E51E5AD0-A432-408E-9CDF-EC04299CB8D2}"/>
                </a:ext>
              </a:extLst>
            </p:cNvPr>
            <p:cNvSpPr/>
            <p:nvPr/>
          </p:nvSpPr>
          <p:spPr>
            <a:xfrm>
              <a:off x="3569931" y="287179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7C164E82-C1EF-418A-B0DC-34F1F606E8B8}"/>
                </a:ext>
              </a:extLst>
            </p:cNvPr>
            <p:cNvSpPr/>
            <p:nvPr/>
          </p:nvSpPr>
          <p:spPr>
            <a:xfrm>
              <a:off x="3303196" y="2953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5A4B6D82-C4B1-4613-9124-0A7220BD53D4}"/>
                </a:ext>
              </a:extLst>
            </p:cNvPr>
            <p:cNvSpPr/>
            <p:nvPr/>
          </p:nvSpPr>
          <p:spPr>
            <a:xfrm>
              <a:off x="3217481" y="2953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295173A8-C82B-4A17-9335-728F1EDDDAB6}"/>
                </a:ext>
              </a:extLst>
            </p:cNvPr>
            <p:cNvSpPr/>
            <p:nvPr/>
          </p:nvSpPr>
          <p:spPr>
            <a:xfrm>
              <a:off x="2709495" y="420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EAD1FB97-1636-4C5A-A14A-AAFE5D24A3D0}"/>
                </a:ext>
              </a:extLst>
            </p:cNvPr>
            <p:cNvSpPr/>
            <p:nvPr/>
          </p:nvSpPr>
          <p:spPr>
            <a:xfrm>
              <a:off x="2790459" y="420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39C68D3A-9E17-4A47-9925-B9E99DB2FA09}"/>
                </a:ext>
              </a:extLst>
            </p:cNvPr>
            <p:cNvSpPr/>
            <p:nvPr/>
          </p:nvSpPr>
          <p:spPr>
            <a:xfrm flipV="1">
              <a:off x="2954578" y="2863787"/>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FEBB34D0-D321-4363-B5CB-32A1BDE50295}"/>
                </a:ext>
              </a:extLst>
            </p:cNvPr>
            <p:cNvSpPr/>
            <p:nvPr/>
          </p:nvSpPr>
          <p:spPr>
            <a:xfrm flipV="1">
              <a:off x="3042706" y="286643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74A0E488-B105-4303-8303-6DF16150A6F7}"/>
                </a:ext>
              </a:extLst>
            </p:cNvPr>
            <p:cNvSpPr/>
            <p:nvPr/>
          </p:nvSpPr>
          <p:spPr>
            <a:xfrm flipV="1">
              <a:off x="3129231" y="286643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0B45890C-FC35-4D26-A513-C2580629F56F}"/>
                </a:ext>
              </a:extLst>
            </p:cNvPr>
            <p:cNvSpPr/>
            <p:nvPr/>
          </p:nvSpPr>
          <p:spPr>
            <a:xfrm>
              <a:off x="2873657" y="286458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2AF02286-D4E7-47A1-A67E-B0D41C3BB7FB}"/>
                </a:ext>
              </a:extLst>
            </p:cNvPr>
            <p:cNvSpPr/>
            <p:nvPr/>
          </p:nvSpPr>
          <p:spPr>
            <a:xfrm>
              <a:off x="2791067" y="28629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4E703CCA-5AFC-48BE-8F35-E15CDB1796B6}"/>
                </a:ext>
              </a:extLst>
            </p:cNvPr>
            <p:cNvSpPr/>
            <p:nvPr/>
          </p:nvSpPr>
          <p:spPr>
            <a:xfrm>
              <a:off x="2710520" y="28629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348D7A1F-A7B1-445D-87F0-FCE81134CFFB}"/>
                </a:ext>
              </a:extLst>
            </p:cNvPr>
            <p:cNvSpPr/>
            <p:nvPr/>
          </p:nvSpPr>
          <p:spPr>
            <a:xfrm>
              <a:off x="2872993" y="294388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DBC06C84-A532-4DE3-A7A7-AA346FBD087D}"/>
                </a:ext>
              </a:extLst>
            </p:cNvPr>
            <p:cNvSpPr/>
            <p:nvPr/>
          </p:nvSpPr>
          <p:spPr>
            <a:xfrm>
              <a:off x="2953942" y="294653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3308C0E9-D4DD-4BC6-867A-228FE1434A1F}"/>
                </a:ext>
              </a:extLst>
            </p:cNvPr>
            <p:cNvSpPr/>
            <p:nvPr/>
          </p:nvSpPr>
          <p:spPr>
            <a:xfrm>
              <a:off x="3042070" y="294388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FE34460D-53D4-4BF5-9858-8292631977A4}"/>
                </a:ext>
              </a:extLst>
            </p:cNvPr>
            <p:cNvSpPr/>
            <p:nvPr/>
          </p:nvSpPr>
          <p:spPr>
            <a:xfrm>
              <a:off x="3128595" y="294388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508D740C-4866-4026-A52B-2FA3A5F0E886}"/>
                </a:ext>
              </a:extLst>
            </p:cNvPr>
            <p:cNvSpPr/>
            <p:nvPr/>
          </p:nvSpPr>
          <p:spPr>
            <a:xfrm>
              <a:off x="2709495" y="29465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8E108A99-EFF7-4362-823D-24B8E882EA8F}"/>
                </a:ext>
              </a:extLst>
            </p:cNvPr>
            <p:cNvSpPr/>
            <p:nvPr/>
          </p:nvSpPr>
          <p:spPr>
            <a:xfrm>
              <a:off x="2790459" y="29465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4338767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3" name="Group 2">
            <a:extLst>
              <a:ext uri="{FF2B5EF4-FFF2-40B4-BE49-F238E27FC236}">
                <a16:creationId xmlns:a16="http://schemas.microsoft.com/office/drawing/2014/main" id="{3007576E-69C6-4CF4-9E8D-5C1345B42D0C}"/>
              </a:ext>
            </a:extLst>
          </p:cNvPr>
          <p:cNvGrpSpPr/>
          <p:nvPr/>
        </p:nvGrpSpPr>
        <p:grpSpPr>
          <a:xfrm>
            <a:off x="5495727" y="1966831"/>
            <a:ext cx="1200545" cy="3057249"/>
            <a:chOff x="2626561" y="1534609"/>
            <a:chExt cx="1200545" cy="3057249"/>
          </a:xfrm>
        </p:grpSpPr>
        <p:sp>
          <p:nvSpPr>
            <p:cNvPr id="306" name="Rectangle 305">
              <a:extLst>
                <a:ext uri="{FF2B5EF4-FFF2-40B4-BE49-F238E27FC236}">
                  <a16:creationId xmlns:a16="http://schemas.microsoft.com/office/drawing/2014/main" id="{2A86C7E4-200D-4926-A0C8-065448E26708}"/>
                </a:ext>
              </a:extLst>
            </p:cNvPr>
            <p:cNvSpPr/>
            <p:nvPr/>
          </p:nvSpPr>
          <p:spPr>
            <a:xfrm>
              <a:off x="2793629" y="1688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8D0E548E-429B-401A-94AE-D9F43B9B80BA}"/>
                </a:ext>
              </a:extLst>
            </p:cNvPr>
            <p:cNvSpPr/>
            <p:nvPr/>
          </p:nvSpPr>
          <p:spPr>
            <a:xfrm>
              <a:off x="2793629" y="2196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B05A82FC-774F-4829-8BAB-AF500EA2BB18}"/>
                </a:ext>
              </a:extLst>
            </p:cNvPr>
            <p:cNvSpPr/>
            <p:nvPr/>
          </p:nvSpPr>
          <p:spPr>
            <a:xfrm>
              <a:off x="2711081" y="20900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634E96F7-7FA0-4BC8-94F7-1991F3724888}"/>
                </a:ext>
              </a:extLst>
            </p:cNvPr>
            <p:cNvSpPr/>
            <p:nvPr/>
          </p:nvSpPr>
          <p:spPr>
            <a:xfrm>
              <a:off x="2711081" y="20059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7775922C-F2D1-4D38-B71C-BFB84DEC559B}"/>
                </a:ext>
              </a:extLst>
            </p:cNvPr>
            <p:cNvSpPr/>
            <p:nvPr/>
          </p:nvSpPr>
          <p:spPr>
            <a:xfrm>
              <a:off x="2711081" y="23028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DACE6F9D-BAF7-4B49-8F90-B1193671561D}"/>
                </a:ext>
              </a:extLst>
            </p:cNvPr>
            <p:cNvSpPr/>
            <p:nvPr/>
          </p:nvSpPr>
          <p:spPr>
            <a:xfrm>
              <a:off x="2711081" y="19297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D30C75AA-51F3-425B-9384-375CD1FE42B2}"/>
                </a:ext>
              </a:extLst>
            </p:cNvPr>
            <p:cNvSpPr/>
            <p:nvPr/>
          </p:nvSpPr>
          <p:spPr>
            <a:xfrm>
              <a:off x="2711081" y="18495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953913A4-1A03-4B76-A73A-0F8124AF17E2}"/>
                </a:ext>
              </a:extLst>
            </p:cNvPr>
            <p:cNvSpPr/>
            <p:nvPr/>
          </p:nvSpPr>
          <p:spPr>
            <a:xfrm>
              <a:off x="2711081" y="17646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E314C89F-F6C8-4E0E-9284-8FEB37C9C05B}"/>
                </a:ext>
              </a:extLst>
            </p:cNvPr>
            <p:cNvSpPr/>
            <p:nvPr/>
          </p:nvSpPr>
          <p:spPr>
            <a:xfrm>
              <a:off x="2711081" y="16884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A6ED82DA-5E19-4964-A9D8-EE7159D744F7}"/>
                </a:ext>
              </a:extLst>
            </p:cNvPr>
            <p:cNvSpPr/>
            <p:nvPr/>
          </p:nvSpPr>
          <p:spPr>
            <a:xfrm>
              <a:off x="2711081" y="23790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DCC8B4EC-4311-4268-A47B-E4904A14C2C1}"/>
                </a:ext>
              </a:extLst>
            </p:cNvPr>
            <p:cNvSpPr/>
            <p:nvPr/>
          </p:nvSpPr>
          <p:spPr>
            <a:xfrm>
              <a:off x="2711081" y="246128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769B413C-872B-474F-893B-42086809C1BB}"/>
                </a:ext>
              </a:extLst>
            </p:cNvPr>
            <p:cNvSpPr/>
            <p:nvPr/>
          </p:nvSpPr>
          <p:spPr>
            <a:xfrm>
              <a:off x="2711081" y="254092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A68A577E-D335-4EF5-BD72-2C1C2C913F6F}"/>
                </a:ext>
              </a:extLst>
            </p:cNvPr>
            <p:cNvSpPr/>
            <p:nvPr/>
          </p:nvSpPr>
          <p:spPr>
            <a:xfrm>
              <a:off x="2711081" y="26266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790063B8-4DC1-4F37-8571-20225FF70190}"/>
                </a:ext>
              </a:extLst>
            </p:cNvPr>
            <p:cNvSpPr/>
            <p:nvPr/>
          </p:nvSpPr>
          <p:spPr>
            <a:xfrm>
              <a:off x="3657231" y="2086371"/>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320" name="Rectangle 319">
              <a:extLst>
                <a:ext uri="{FF2B5EF4-FFF2-40B4-BE49-F238E27FC236}">
                  <a16:creationId xmlns:a16="http://schemas.microsoft.com/office/drawing/2014/main" id="{BD21DC14-C8D7-4B20-8EFE-25A0B01154F6}"/>
                </a:ext>
              </a:extLst>
            </p:cNvPr>
            <p:cNvSpPr/>
            <p:nvPr/>
          </p:nvSpPr>
          <p:spPr>
            <a:xfrm flipV="1">
              <a:off x="3657231" y="229909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517266B8-4256-491C-B686-C0D471AE887F}"/>
                </a:ext>
              </a:extLst>
            </p:cNvPr>
            <p:cNvSpPr/>
            <p:nvPr/>
          </p:nvSpPr>
          <p:spPr>
            <a:xfrm flipV="1">
              <a:off x="3657231" y="20101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C4296BAD-90A0-4FE9-95FF-1FAF79007BAA}"/>
                </a:ext>
              </a:extLst>
            </p:cNvPr>
            <p:cNvSpPr/>
            <p:nvPr/>
          </p:nvSpPr>
          <p:spPr>
            <a:xfrm flipV="1">
              <a:off x="3657231" y="23872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DE970E8A-267A-462F-A636-3EB482710808}"/>
                </a:ext>
              </a:extLst>
            </p:cNvPr>
            <p:cNvSpPr/>
            <p:nvPr/>
          </p:nvSpPr>
          <p:spPr>
            <a:xfrm flipV="1">
              <a:off x="3657231" y="24742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25D9730F-F4CE-491B-9E34-67FC602F3432}"/>
                </a:ext>
              </a:extLst>
            </p:cNvPr>
            <p:cNvSpPr/>
            <p:nvPr/>
          </p:nvSpPr>
          <p:spPr>
            <a:xfrm flipV="1">
              <a:off x="3657231" y="25525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6192C931-4936-4996-B15B-62610068A0EF}"/>
                </a:ext>
              </a:extLst>
            </p:cNvPr>
            <p:cNvSpPr/>
            <p:nvPr/>
          </p:nvSpPr>
          <p:spPr>
            <a:xfrm flipV="1">
              <a:off x="3657231" y="26266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D90A9470-3160-4F91-AE5C-A786CFCE289E}"/>
                </a:ext>
              </a:extLst>
            </p:cNvPr>
            <p:cNvSpPr/>
            <p:nvPr/>
          </p:nvSpPr>
          <p:spPr>
            <a:xfrm flipV="1">
              <a:off x="3657231" y="16863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409BA235-5DA9-47B4-BC3F-08008061E310}"/>
                </a:ext>
              </a:extLst>
            </p:cNvPr>
            <p:cNvSpPr/>
            <p:nvPr/>
          </p:nvSpPr>
          <p:spPr>
            <a:xfrm flipV="1">
              <a:off x="3657231" y="176410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D2452BC9-FBAF-4140-9649-9EEECB18ACCF}"/>
                </a:ext>
              </a:extLst>
            </p:cNvPr>
            <p:cNvSpPr/>
            <p:nvPr/>
          </p:nvSpPr>
          <p:spPr>
            <a:xfrm flipV="1">
              <a:off x="3657231" y="1841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6AEFA3AC-0A60-43E3-84AE-746A50A7082A}"/>
                </a:ext>
              </a:extLst>
            </p:cNvPr>
            <p:cNvSpPr/>
            <p:nvPr/>
          </p:nvSpPr>
          <p:spPr>
            <a:xfrm flipV="1">
              <a:off x="3657231" y="192603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3C361326-77AD-4366-9D9B-38B5E5E3D029}"/>
                </a:ext>
              </a:extLst>
            </p:cNvPr>
            <p:cNvSpPr/>
            <p:nvPr/>
          </p:nvSpPr>
          <p:spPr>
            <a:xfrm>
              <a:off x="3660399"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4E1D1E00-5E72-46A2-AA98-5CB476B1F20C}"/>
                </a:ext>
              </a:extLst>
            </p:cNvPr>
            <p:cNvSpPr/>
            <p:nvPr/>
          </p:nvSpPr>
          <p:spPr>
            <a:xfrm>
              <a:off x="2876176"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9B92720D-5605-4C3E-B210-193F0B362E01}"/>
                </a:ext>
              </a:extLst>
            </p:cNvPr>
            <p:cNvSpPr/>
            <p:nvPr/>
          </p:nvSpPr>
          <p:spPr>
            <a:xfrm>
              <a:off x="2958723"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69D2F3ED-B4D0-4390-A119-DFABE64D3051}"/>
                </a:ext>
              </a:extLst>
            </p:cNvPr>
            <p:cNvSpPr/>
            <p:nvPr/>
          </p:nvSpPr>
          <p:spPr>
            <a:xfrm>
              <a:off x="304601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888AD487-F7F4-4C1C-BB9A-9E144B4064B5}"/>
                </a:ext>
              </a:extLst>
            </p:cNvPr>
            <p:cNvSpPr/>
            <p:nvPr/>
          </p:nvSpPr>
          <p:spPr>
            <a:xfrm>
              <a:off x="313254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1F8AB062-98D2-4F1A-B4E4-4B0570E279B6}"/>
                </a:ext>
              </a:extLst>
            </p:cNvPr>
            <p:cNvSpPr/>
            <p:nvPr/>
          </p:nvSpPr>
          <p:spPr>
            <a:xfrm>
              <a:off x="321906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087B1864-C80A-4EE0-877B-D9FF9C7E8459}"/>
                </a:ext>
              </a:extLst>
            </p:cNvPr>
            <p:cNvSpPr/>
            <p:nvPr/>
          </p:nvSpPr>
          <p:spPr>
            <a:xfrm>
              <a:off x="330797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318FE159-7D7D-41B8-A1B2-9AC5BA106971}"/>
                </a:ext>
              </a:extLst>
            </p:cNvPr>
            <p:cNvSpPr/>
            <p:nvPr/>
          </p:nvSpPr>
          <p:spPr>
            <a:xfrm>
              <a:off x="339848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0DA74EF6-DE63-476B-89A0-599721054960}"/>
                </a:ext>
              </a:extLst>
            </p:cNvPr>
            <p:cNvSpPr/>
            <p:nvPr/>
          </p:nvSpPr>
          <p:spPr>
            <a:xfrm>
              <a:off x="348896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FCDF3707-AEAE-4C27-87FB-5CD93AD42E95}"/>
                </a:ext>
              </a:extLst>
            </p:cNvPr>
            <p:cNvSpPr/>
            <p:nvPr/>
          </p:nvSpPr>
          <p:spPr>
            <a:xfrm>
              <a:off x="3574684"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817E509F-4C78-42D3-91F7-83BDD5DACF7F}"/>
                </a:ext>
              </a:extLst>
            </p:cNvPr>
            <p:cNvSpPr/>
            <p:nvPr/>
          </p:nvSpPr>
          <p:spPr>
            <a:xfrm>
              <a:off x="3657231"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98348C18-E762-4041-8960-C2AD72F672BD}"/>
                </a:ext>
              </a:extLst>
            </p:cNvPr>
            <p:cNvSpPr/>
            <p:nvPr/>
          </p:nvSpPr>
          <p:spPr>
            <a:xfrm>
              <a:off x="2873008"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9362C898-5CBC-4CF7-BB41-1234BDB6DC3F}"/>
                </a:ext>
              </a:extLst>
            </p:cNvPr>
            <p:cNvSpPr/>
            <p:nvPr/>
          </p:nvSpPr>
          <p:spPr>
            <a:xfrm>
              <a:off x="2955555"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1081491E-337B-4556-BAF7-064C951E3CC0}"/>
                </a:ext>
              </a:extLst>
            </p:cNvPr>
            <p:cNvSpPr/>
            <p:nvPr/>
          </p:nvSpPr>
          <p:spPr>
            <a:xfrm>
              <a:off x="304284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33AB9142-EC1B-40BC-9A33-FFB2B1362C6F}"/>
                </a:ext>
              </a:extLst>
            </p:cNvPr>
            <p:cNvSpPr/>
            <p:nvPr/>
          </p:nvSpPr>
          <p:spPr>
            <a:xfrm>
              <a:off x="312937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FCFDD745-78B8-4D9F-BCC8-EC186E52D437}"/>
                </a:ext>
              </a:extLst>
            </p:cNvPr>
            <p:cNvSpPr/>
            <p:nvPr/>
          </p:nvSpPr>
          <p:spPr>
            <a:xfrm>
              <a:off x="321589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A47DD23F-118B-47B4-9EEC-560C95C3B6F8}"/>
                </a:ext>
              </a:extLst>
            </p:cNvPr>
            <p:cNvSpPr/>
            <p:nvPr/>
          </p:nvSpPr>
          <p:spPr>
            <a:xfrm>
              <a:off x="330480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93309330-F5E5-4663-B4BC-99B86ABC1275}"/>
                </a:ext>
              </a:extLst>
            </p:cNvPr>
            <p:cNvSpPr/>
            <p:nvPr/>
          </p:nvSpPr>
          <p:spPr>
            <a:xfrm>
              <a:off x="339531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A5473642-114D-4117-9710-7F092B68859B}"/>
                </a:ext>
              </a:extLst>
            </p:cNvPr>
            <p:cNvSpPr/>
            <p:nvPr/>
          </p:nvSpPr>
          <p:spPr>
            <a:xfrm>
              <a:off x="348579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7A42D425-0CB0-4CA8-9461-C4F88EEFE0A9}"/>
                </a:ext>
              </a:extLst>
            </p:cNvPr>
            <p:cNvSpPr/>
            <p:nvPr/>
          </p:nvSpPr>
          <p:spPr>
            <a:xfrm>
              <a:off x="3571516"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4FAA563B-F9A8-48C3-A484-7A224C59ECBA}"/>
                </a:ext>
              </a:extLst>
            </p:cNvPr>
            <p:cNvSpPr/>
            <p:nvPr/>
          </p:nvSpPr>
          <p:spPr>
            <a:xfrm>
              <a:off x="2711080"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E8C62573-EB1C-4F73-B059-71D7FC19DF37}"/>
                </a:ext>
              </a:extLst>
            </p:cNvPr>
            <p:cNvSpPr/>
            <p:nvPr/>
          </p:nvSpPr>
          <p:spPr>
            <a:xfrm>
              <a:off x="2792044"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700AB6B3-65CC-4294-8E7E-0C756074611F}"/>
                </a:ext>
              </a:extLst>
            </p:cNvPr>
            <p:cNvSpPr/>
            <p:nvPr/>
          </p:nvSpPr>
          <p:spPr>
            <a:xfrm>
              <a:off x="2711080"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F931D9A9-D3A7-42B1-8C07-62D3AA906DCB}"/>
                </a:ext>
              </a:extLst>
            </p:cNvPr>
            <p:cNvSpPr/>
            <p:nvPr/>
          </p:nvSpPr>
          <p:spPr>
            <a:xfrm>
              <a:off x="2792044"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7C50BC5C-2DEB-47C3-AF5C-A97975EF619D}"/>
                </a:ext>
              </a:extLst>
            </p:cNvPr>
            <p:cNvSpPr/>
            <p:nvPr/>
          </p:nvSpPr>
          <p:spPr>
            <a:xfrm flipV="1">
              <a:off x="3657259"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6479AE0C-E44B-4ECE-91E1-FF3876606557}"/>
                </a:ext>
              </a:extLst>
            </p:cNvPr>
            <p:cNvSpPr/>
            <p:nvPr/>
          </p:nvSpPr>
          <p:spPr>
            <a:xfrm flipV="1">
              <a:off x="2955555" y="278778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887B0408-D19E-44AE-AAAA-859D2708EF9F}"/>
                </a:ext>
              </a:extLst>
            </p:cNvPr>
            <p:cNvSpPr/>
            <p:nvPr/>
          </p:nvSpPr>
          <p:spPr>
            <a:xfrm flipV="1">
              <a:off x="3043683"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A1C35321-7BE5-41C9-935C-4549126588F3}"/>
                </a:ext>
              </a:extLst>
            </p:cNvPr>
            <p:cNvSpPr/>
            <p:nvPr/>
          </p:nvSpPr>
          <p:spPr>
            <a:xfrm flipV="1">
              <a:off x="3130208"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3E52E708-5AA7-4C22-BAA1-AD5F23650BB6}"/>
                </a:ext>
              </a:extLst>
            </p:cNvPr>
            <p:cNvSpPr/>
            <p:nvPr/>
          </p:nvSpPr>
          <p:spPr>
            <a:xfrm flipV="1">
              <a:off x="3215925"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5464E900-3FDA-4C8E-BC4B-B53DBCEB9D91}"/>
                </a:ext>
              </a:extLst>
            </p:cNvPr>
            <p:cNvSpPr/>
            <p:nvPr/>
          </p:nvSpPr>
          <p:spPr>
            <a:xfrm flipV="1">
              <a:off x="330483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4BF16223-1566-4E77-A04C-C5151341DBBD}"/>
                </a:ext>
              </a:extLst>
            </p:cNvPr>
            <p:cNvSpPr/>
            <p:nvPr/>
          </p:nvSpPr>
          <p:spPr>
            <a:xfrm flipV="1">
              <a:off x="3395340"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A3D5CE8A-0D98-424A-970E-C7A9CEFB255E}"/>
                </a:ext>
              </a:extLst>
            </p:cNvPr>
            <p:cNvSpPr/>
            <p:nvPr/>
          </p:nvSpPr>
          <p:spPr>
            <a:xfrm flipV="1">
              <a:off x="348582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AE7CF70D-7A62-4491-826C-15EA594B627A}"/>
                </a:ext>
              </a:extLst>
            </p:cNvPr>
            <p:cNvSpPr/>
            <p:nvPr/>
          </p:nvSpPr>
          <p:spPr>
            <a:xfrm flipV="1">
              <a:off x="3571544"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F11F83F9-1EB3-432F-9DDB-C6FA953A5CDA}"/>
                </a:ext>
              </a:extLst>
            </p:cNvPr>
            <p:cNvSpPr/>
            <p:nvPr/>
          </p:nvSpPr>
          <p:spPr>
            <a:xfrm flipV="1">
              <a:off x="3484918"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7BE433C4-E432-4628-A9C1-71A789E3D92C}"/>
                </a:ext>
              </a:extLst>
            </p:cNvPr>
            <p:cNvSpPr/>
            <p:nvPr/>
          </p:nvSpPr>
          <p:spPr>
            <a:xfrm flipV="1">
              <a:off x="3399203"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17D0F721-CAA4-4668-B4E6-FFF4AF4247F9}"/>
                </a:ext>
              </a:extLst>
            </p:cNvPr>
            <p:cNvSpPr/>
            <p:nvPr/>
          </p:nvSpPr>
          <p:spPr>
            <a:xfrm flipV="1">
              <a:off x="3484918"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1550C2FA-88FF-4C9E-86AC-0BC0592DECD1}"/>
                </a:ext>
              </a:extLst>
            </p:cNvPr>
            <p:cNvSpPr/>
            <p:nvPr/>
          </p:nvSpPr>
          <p:spPr>
            <a:xfrm flipV="1">
              <a:off x="3399203"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9D882871-4787-465D-B9C8-7FA0FA4FDA50}"/>
                </a:ext>
              </a:extLst>
            </p:cNvPr>
            <p:cNvSpPr/>
            <p:nvPr/>
          </p:nvSpPr>
          <p:spPr>
            <a:xfrm flipV="1">
              <a:off x="3304809"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3E35549B-4FA8-4B7F-A5B4-CD545D897574}"/>
                </a:ext>
              </a:extLst>
            </p:cNvPr>
            <p:cNvSpPr/>
            <p:nvPr/>
          </p:nvSpPr>
          <p:spPr>
            <a:xfrm flipV="1">
              <a:off x="3219094"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77588F1D-C9D2-40D5-B016-62E90E4CA8B5}"/>
                </a:ext>
              </a:extLst>
            </p:cNvPr>
            <p:cNvSpPr/>
            <p:nvPr/>
          </p:nvSpPr>
          <p:spPr>
            <a:xfrm>
              <a:off x="2874634" y="27885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40477489-1EEF-4968-B5E7-20843EC38EE4}"/>
                </a:ext>
              </a:extLst>
            </p:cNvPr>
            <p:cNvSpPr/>
            <p:nvPr/>
          </p:nvSpPr>
          <p:spPr>
            <a:xfrm>
              <a:off x="2792044"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B18A317D-1A32-47A5-9F0D-392A9279118F}"/>
                </a:ext>
              </a:extLst>
            </p:cNvPr>
            <p:cNvSpPr/>
            <p:nvPr/>
          </p:nvSpPr>
          <p:spPr>
            <a:xfrm>
              <a:off x="2711497"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B75173BB-AFEA-4E6B-98C7-024135435A26}"/>
                </a:ext>
              </a:extLst>
            </p:cNvPr>
            <p:cNvSpPr/>
            <p:nvPr/>
          </p:nvSpPr>
          <p:spPr>
            <a:xfrm>
              <a:off x="2792044" y="319313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7E15A9E0-F85E-44C8-B8CB-2AAACB1B9EC8}"/>
                </a:ext>
              </a:extLst>
            </p:cNvPr>
            <p:cNvSpPr/>
            <p:nvPr/>
          </p:nvSpPr>
          <p:spPr>
            <a:xfrm>
              <a:off x="2792044" y="370113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F3D15AE5-3827-4C1C-8728-C04BBC96482E}"/>
                </a:ext>
              </a:extLst>
            </p:cNvPr>
            <p:cNvSpPr/>
            <p:nvPr/>
          </p:nvSpPr>
          <p:spPr>
            <a:xfrm>
              <a:off x="2709496" y="35947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7745A55B-D8B8-455A-B743-2A51975B32BF}"/>
                </a:ext>
              </a:extLst>
            </p:cNvPr>
            <p:cNvSpPr/>
            <p:nvPr/>
          </p:nvSpPr>
          <p:spPr>
            <a:xfrm>
              <a:off x="3655646" y="35947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376" name="Rectangle 375">
              <a:extLst>
                <a:ext uri="{FF2B5EF4-FFF2-40B4-BE49-F238E27FC236}">
                  <a16:creationId xmlns:a16="http://schemas.microsoft.com/office/drawing/2014/main" id="{6DC91382-481A-4A02-925E-B45BD9E065DE}"/>
                </a:ext>
              </a:extLst>
            </p:cNvPr>
            <p:cNvSpPr/>
            <p:nvPr/>
          </p:nvSpPr>
          <p:spPr>
            <a:xfrm>
              <a:off x="2709496" y="35106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8E4AEB88-57DF-4E66-8680-DE2A98C840B2}"/>
                </a:ext>
              </a:extLst>
            </p:cNvPr>
            <p:cNvSpPr/>
            <p:nvPr/>
          </p:nvSpPr>
          <p:spPr>
            <a:xfrm>
              <a:off x="2709496" y="38074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B8E2DF81-9F96-4EC5-9B3D-45785D25D3DD}"/>
                </a:ext>
              </a:extLst>
            </p:cNvPr>
            <p:cNvSpPr/>
            <p:nvPr/>
          </p:nvSpPr>
          <p:spPr>
            <a:xfrm>
              <a:off x="3655646" y="351856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0A2E1001-BCAC-4DA3-8ACD-CB1B114B2EFC}"/>
                </a:ext>
              </a:extLst>
            </p:cNvPr>
            <p:cNvSpPr/>
            <p:nvPr/>
          </p:nvSpPr>
          <p:spPr>
            <a:xfrm>
              <a:off x="3655646" y="380749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75FE329B-3C66-4A47-A10E-5922F8047A75}"/>
                </a:ext>
              </a:extLst>
            </p:cNvPr>
            <p:cNvSpPr/>
            <p:nvPr/>
          </p:nvSpPr>
          <p:spPr>
            <a:xfrm>
              <a:off x="2709496" y="34344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88D197E5-D2AD-4714-9D0B-AB420E9F3626}"/>
                </a:ext>
              </a:extLst>
            </p:cNvPr>
            <p:cNvSpPr/>
            <p:nvPr/>
          </p:nvSpPr>
          <p:spPr>
            <a:xfrm>
              <a:off x="2709496" y="335426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7D57AD3E-0561-4488-90FA-7D0D214F912E}"/>
                </a:ext>
              </a:extLst>
            </p:cNvPr>
            <p:cNvSpPr/>
            <p:nvPr/>
          </p:nvSpPr>
          <p:spPr>
            <a:xfrm>
              <a:off x="2709496" y="32693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04940F81-ABC1-4925-B99E-86353B1C9238}"/>
                </a:ext>
              </a:extLst>
            </p:cNvPr>
            <p:cNvSpPr/>
            <p:nvPr/>
          </p:nvSpPr>
          <p:spPr>
            <a:xfrm>
              <a:off x="2709496" y="31931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9C53AA51-496A-4321-9F66-08BCA2F9627A}"/>
                </a:ext>
              </a:extLst>
            </p:cNvPr>
            <p:cNvSpPr/>
            <p:nvPr/>
          </p:nvSpPr>
          <p:spPr>
            <a:xfrm>
              <a:off x="3655646" y="343046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17C9E7F8-8B14-4B0A-A7CD-C7FD2FB82E70}"/>
                </a:ext>
              </a:extLst>
            </p:cNvPr>
            <p:cNvSpPr/>
            <p:nvPr/>
          </p:nvSpPr>
          <p:spPr>
            <a:xfrm>
              <a:off x="3655646" y="334341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BB777E38-2658-404E-8112-05D19BEF5290}"/>
                </a:ext>
              </a:extLst>
            </p:cNvPr>
            <p:cNvSpPr/>
            <p:nvPr/>
          </p:nvSpPr>
          <p:spPr>
            <a:xfrm>
              <a:off x="3655646" y="326509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B3A603A5-0EEB-449F-84B3-E50CF31A3A51}"/>
                </a:ext>
              </a:extLst>
            </p:cNvPr>
            <p:cNvSpPr/>
            <p:nvPr/>
          </p:nvSpPr>
          <p:spPr>
            <a:xfrm>
              <a:off x="3655646" y="319101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7657422A-BE26-4353-BD39-468DB3006183}"/>
                </a:ext>
              </a:extLst>
            </p:cNvPr>
            <p:cNvSpPr/>
            <p:nvPr/>
          </p:nvSpPr>
          <p:spPr>
            <a:xfrm>
              <a:off x="2709496" y="38836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8FC2EE07-F184-47B6-8468-427E9ED3C446}"/>
                </a:ext>
              </a:extLst>
            </p:cNvPr>
            <p:cNvSpPr/>
            <p:nvPr/>
          </p:nvSpPr>
          <p:spPr>
            <a:xfrm>
              <a:off x="2709496" y="39659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8A5F9161-B8FD-44D7-9646-E181FDB3F700}"/>
                </a:ext>
              </a:extLst>
            </p:cNvPr>
            <p:cNvSpPr/>
            <p:nvPr/>
          </p:nvSpPr>
          <p:spPr>
            <a:xfrm>
              <a:off x="2709496" y="404561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B42623AD-00B7-4761-9D7E-CAB2EE33E4AB}"/>
                </a:ext>
              </a:extLst>
            </p:cNvPr>
            <p:cNvSpPr/>
            <p:nvPr/>
          </p:nvSpPr>
          <p:spPr>
            <a:xfrm>
              <a:off x="2709496" y="41313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B327D0D1-FC61-4711-A389-82692AA8312A}"/>
                </a:ext>
              </a:extLst>
            </p:cNvPr>
            <p:cNvSpPr/>
            <p:nvPr/>
          </p:nvSpPr>
          <p:spPr>
            <a:xfrm>
              <a:off x="3655646" y="41313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DAD9601F-62D9-4D6F-A76A-87073F609087}"/>
                </a:ext>
              </a:extLst>
            </p:cNvPr>
            <p:cNvSpPr/>
            <p:nvPr/>
          </p:nvSpPr>
          <p:spPr>
            <a:xfrm>
              <a:off x="3655646" y="405355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AF8FDA60-18C8-4AF7-A42E-0108599C2DC2}"/>
                </a:ext>
              </a:extLst>
            </p:cNvPr>
            <p:cNvSpPr/>
            <p:nvPr/>
          </p:nvSpPr>
          <p:spPr>
            <a:xfrm>
              <a:off x="3655646" y="397656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1A73B4A4-3D39-41BB-8C04-B74D8468B18F}"/>
                </a:ext>
              </a:extLst>
            </p:cNvPr>
            <p:cNvSpPr/>
            <p:nvPr/>
          </p:nvSpPr>
          <p:spPr>
            <a:xfrm>
              <a:off x="3655646" y="389163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BA405E03-108B-4F48-940F-B9779CA46E0A}"/>
                </a:ext>
              </a:extLst>
            </p:cNvPr>
            <p:cNvSpPr/>
            <p:nvPr/>
          </p:nvSpPr>
          <p:spPr>
            <a:xfrm>
              <a:off x="3658814"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1826AFFD-BE5D-48CD-B64B-CD3F1683627D}"/>
                </a:ext>
              </a:extLst>
            </p:cNvPr>
            <p:cNvSpPr/>
            <p:nvPr/>
          </p:nvSpPr>
          <p:spPr>
            <a:xfrm>
              <a:off x="2874591"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F7B4ADE3-B632-49F6-A6DD-6DD6BCB45631}"/>
                </a:ext>
              </a:extLst>
            </p:cNvPr>
            <p:cNvSpPr/>
            <p:nvPr/>
          </p:nvSpPr>
          <p:spPr>
            <a:xfrm>
              <a:off x="2957138"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5A4C2507-0B41-4853-8532-1F441FFC0177}"/>
                </a:ext>
              </a:extLst>
            </p:cNvPr>
            <p:cNvSpPr/>
            <p:nvPr/>
          </p:nvSpPr>
          <p:spPr>
            <a:xfrm>
              <a:off x="3044430"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5317B598-7096-4D60-A6F7-687CD444B4F1}"/>
                </a:ext>
              </a:extLst>
            </p:cNvPr>
            <p:cNvSpPr/>
            <p:nvPr/>
          </p:nvSpPr>
          <p:spPr>
            <a:xfrm>
              <a:off x="3130955"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786DF93E-E6E0-47B2-A8DD-42E300A3246F}"/>
                </a:ext>
              </a:extLst>
            </p:cNvPr>
            <p:cNvSpPr/>
            <p:nvPr/>
          </p:nvSpPr>
          <p:spPr>
            <a:xfrm>
              <a:off x="3217480"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C0F924C9-C171-4AE7-97B5-EE57A4B4005F}"/>
                </a:ext>
              </a:extLst>
            </p:cNvPr>
            <p:cNvSpPr/>
            <p:nvPr/>
          </p:nvSpPr>
          <p:spPr>
            <a:xfrm>
              <a:off x="3306392"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83A0B562-B0DB-48F4-BE43-2785D6CBDCE2}"/>
                </a:ext>
              </a:extLst>
            </p:cNvPr>
            <p:cNvSpPr/>
            <p:nvPr/>
          </p:nvSpPr>
          <p:spPr>
            <a:xfrm>
              <a:off x="3396895"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2306BF43-97A8-4C0C-AC20-A832270D3B9F}"/>
                </a:ext>
              </a:extLst>
            </p:cNvPr>
            <p:cNvSpPr/>
            <p:nvPr/>
          </p:nvSpPr>
          <p:spPr>
            <a:xfrm>
              <a:off x="3487382"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061F5FAF-FA0A-4475-85AD-837178E095D7}"/>
                </a:ext>
              </a:extLst>
            </p:cNvPr>
            <p:cNvSpPr/>
            <p:nvPr/>
          </p:nvSpPr>
          <p:spPr>
            <a:xfrm>
              <a:off x="3573099"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CEA28975-3E05-4711-A579-9D5D40F42051}"/>
                </a:ext>
              </a:extLst>
            </p:cNvPr>
            <p:cNvSpPr/>
            <p:nvPr/>
          </p:nvSpPr>
          <p:spPr>
            <a:xfrm>
              <a:off x="3655646"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B693CEF8-3098-46F6-8D0A-DB6F62B03F10}"/>
                </a:ext>
              </a:extLst>
            </p:cNvPr>
            <p:cNvSpPr/>
            <p:nvPr/>
          </p:nvSpPr>
          <p:spPr>
            <a:xfrm>
              <a:off x="2871423"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75A3A98E-2A18-4C73-B1FC-1B65FE408F14}"/>
                </a:ext>
              </a:extLst>
            </p:cNvPr>
            <p:cNvSpPr/>
            <p:nvPr/>
          </p:nvSpPr>
          <p:spPr>
            <a:xfrm>
              <a:off x="2953970"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6713816B-72E0-4319-9D5B-6A2B31077D46}"/>
                </a:ext>
              </a:extLst>
            </p:cNvPr>
            <p:cNvSpPr/>
            <p:nvPr/>
          </p:nvSpPr>
          <p:spPr>
            <a:xfrm>
              <a:off x="3041262"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B14FA7A9-E7AD-4BB8-9259-73AD4EEF83D9}"/>
                </a:ext>
              </a:extLst>
            </p:cNvPr>
            <p:cNvSpPr/>
            <p:nvPr/>
          </p:nvSpPr>
          <p:spPr>
            <a:xfrm>
              <a:off x="3127787"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07D01E31-1AF9-4238-B2FF-490C1A03A669}"/>
                </a:ext>
              </a:extLst>
            </p:cNvPr>
            <p:cNvSpPr/>
            <p:nvPr/>
          </p:nvSpPr>
          <p:spPr>
            <a:xfrm>
              <a:off x="3214312"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4466BF3C-A823-4439-818B-2AC7A8A8A82E}"/>
                </a:ext>
              </a:extLst>
            </p:cNvPr>
            <p:cNvSpPr/>
            <p:nvPr/>
          </p:nvSpPr>
          <p:spPr>
            <a:xfrm>
              <a:off x="3303224"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01B54A9E-2F33-4470-A172-0845BDB92E31}"/>
                </a:ext>
              </a:extLst>
            </p:cNvPr>
            <p:cNvSpPr/>
            <p:nvPr/>
          </p:nvSpPr>
          <p:spPr>
            <a:xfrm>
              <a:off x="3393727"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7B40269A-C657-43E7-97E1-F9BEAACECCC6}"/>
                </a:ext>
              </a:extLst>
            </p:cNvPr>
            <p:cNvSpPr/>
            <p:nvPr/>
          </p:nvSpPr>
          <p:spPr>
            <a:xfrm>
              <a:off x="3484214"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8EEE320C-7545-4429-9C95-84E516BE1272}"/>
                </a:ext>
              </a:extLst>
            </p:cNvPr>
            <p:cNvSpPr/>
            <p:nvPr/>
          </p:nvSpPr>
          <p:spPr>
            <a:xfrm>
              <a:off x="3569931"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424A93A0-AE82-4050-BFC0-4A818D679B23}"/>
                </a:ext>
              </a:extLst>
            </p:cNvPr>
            <p:cNvSpPr/>
            <p:nvPr/>
          </p:nvSpPr>
          <p:spPr>
            <a:xfrm>
              <a:off x="2709495" y="3112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2D6E57CF-3BC1-4443-994D-F5205AB9A9B8}"/>
                </a:ext>
              </a:extLst>
            </p:cNvPr>
            <p:cNvSpPr/>
            <p:nvPr/>
          </p:nvSpPr>
          <p:spPr>
            <a:xfrm>
              <a:off x="2790459" y="3112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F7535506-DCE4-4B6C-9EAE-D1CB545CE547}"/>
                </a:ext>
              </a:extLst>
            </p:cNvPr>
            <p:cNvSpPr/>
            <p:nvPr/>
          </p:nvSpPr>
          <p:spPr>
            <a:xfrm>
              <a:off x="3655646"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F20CF31D-E157-477E-9925-FDEF80082172}"/>
                </a:ext>
              </a:extLst>
            </p:cNvPr>
            <p:cNvSpPr/>
            <p:nvPr/>
          </p:nvSpPr>
          <p:spPr>
            <a:xfrm>
              <a:off x="2872993" y="302829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2185913C-7A32-4338-83BB-7F28AF5C6298}"/>
                </a:ext>
              </a:extLst>
            </p:cNvPr>
            <p:cNvSpPr/>
            <p:nvPr/>
          </p:nvSpPr>
          <p:spPr>
            <a:xfrm>
              <a:off x="2953942" y="303094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ED66CB6B-12E5-45B0-880C-8AD89B292A47}"/>
                </a:ext>
              </a:extLst>
            </p:cNvPr>
            <p:cNvSpPr/>
            <p:nvPr/>
          </p:nvSpPr>
          <p:spPr>
            <a:xfrm>
              <a:off x="3042070" y="302829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CA25C5F0-01D4-4212-B689-EBB6702F57A9}"/>
                </a:ext>
              </a:extLst>
            </p:cNvPr>
            <p:cNvSpPr/>
            <p:nvPr/>
          </p:nvSpPr>
          <p:spPr>
            <a:xfrm>
              <a:off x="3128595" y="302829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039461A1-FDA0-4E63-8E17-42526F94DDE9}"/>
                </a:ext>
              </a:extLst>
            </p:cNvPr>
            <p:cNvSpPr/>
            <p:nvPr/>
          </p:nvSpPr>
          <p:spPr>
            <a:xfrm>
              <a:off x="3214312"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1C934CF9-7399-4D65-A633-56FEDFB707D4}"/>
                </a:ext>
              </a:extLst>
            </p:cNvPr>
            <p:cNvSpPr/>
            <p:nvPr/>
          </p:nvSpPr>
          <p:spPr>
            <a:xfrm>
              <a:off x="3303224"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8EAA8DC2-FE66-4B6C-A884-B6A5B7A249C4}"/>
                </a:ext>
              </a:extLst>
            </p:cNvPr>
            <p:cNvSpPr/>
            <p:nvPr/>
          </p:nvSpPr>
          <p:spPr>
            <a:xfrm>
              <a:off x="3393727"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679DD053-5765-4BE6-8EF0-A109E5AD86F9}"/>
                </a:ext>
              </a:extLst>
            </p:cNvPr>
            <p:cNvSpPr/>
            <p:nvPr/>
          </p:nvSpPr>
          <p:spPr>
            <a:xfrm>
              <a:off x="3484214"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F8F0EFDE-52DA-4D4A-970C-F841F9D212A1}"/>
                </a:ext>
              </a:extLst>
            </p:cNvPr>
            <p:cNvSpPr/>
            <p:nvPr/>
          </p:nvSpPr>
          <p:spPr>
            <a:xfrm>
              <a:off x="3569931"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B27B76F1-FD83-4A5F-B2FF-7356738212F0}"/>
                </a:ext>
              </a:extLst>
            </p:cNvPr>
            <p:cNvSpPr/>
            <p:nvPr/>
          </p:nvSpPr>
          <p:spPr>
            <a:xfrm>
              <a:off x="2709495" y="303094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CF30A516-076F-4129-99F3-0AE50BA62202}"/>
                </a:ext>
              </a:extLst>
            </p:cNvPr>
            <p:cNvSpPr/>
            <p:nvPr/>
          </p:nvSpPr>
          <p:spPr>
            <a:xfrm>
              <a:off x="2790459" y="303094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487EA039-B973-4259-9754-0D58147E56F6}"/>
                </a:ext>
              </a:extLst>
            </p:cNvPr>
            <p:cNvSpPr/>
            <p:nvPr/>
          </p:nvSpPr>
          <p:spPr>
            <a:xfrm>
              <a:off x="3655646" y="295301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5844EF7E-7944-4DC0-B4BC-CDDE67445A45}"/>
                </a:ext>
              </a:extLst>
            </p:cNvPr>
            <p:cNvSpPr/>
            <p:nvPr/>
          </p:nvSpPr>
          <p:spPr>
            <a:xfrm>
              <a:off x="3569931" y="295301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A0971546-89FC-4C1B-81E8-56017648CC74}"/>
                </a:ext>
              </a:extLst>
            </p:cNvPr>
            <p:cNvSpPr/>
            <p:nvPr/>
          </p:nvSpPr>
          <p:spPr>
            <a:xfrm>
              <a:off x="3655646" y="287179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F6555DEB-1144-454E-9BF1-4A878D2EA097}"/>
                </a:ext>
              </a:extLst>
            </p:cNvPr>
            <p:cNvSpPr/>
            <p:nvPr/>
          </p:nvSpPr>
          <p:spPr>
            <a:xfrm>
              <a:off x="3569931" y="287179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1FFDE847-42ED-42CF-8ADB-9521D5BB23F3}"/>
                </a:ext>
              </a:extLst>
            </p:cNvPr>
            <p:cNvSpPr/>
            <p:nvPr/>
          </p:nvSpPr>
          <p:spPr>
            <a:xfrm>
              <a:off x="3303196" y="2953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0A5278B0-EC8A-42C5-8B6E-1B06853AC4D6}"/>
                </a:ext>
              </a:extLst>
            </p:cNvPr>
            <p:cNvSpPr/>
            <p:nvPr/>
          </p:nvSpPr>
          <p:spPr>
            <a:xfrm>
              <a:off x="3217481" y="2953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1C84B74C-6B52-49D3-8DE8-5CE200518D28}"/>
                </a:ext>
              </a:extLst>
            </p:cNvPr>
            <p:cNvSpPr/>
            <p:nvPr/>
          </p:nvSpPr>
          <p:spPr>
            <a:xfrm>
              <a:off x="2709495" y="420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D1B5D5D1-1BD7-44F8-8A0B-4D01F805E6C3}"/>
                </a:ext>
              </a:extLst>
            </p:cNvPr>
            <p:cNvSpPr/>
            <p:nvPr/>
          </p:nvSpPr>
          <p:spPr>
            <a:xfrm>
              <a:off x="2790459" y="420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57A620D9-7215-446E-AB55-E8D69A171AC5}"/>
                </a:ext>
              </a:extLst>
            </p:cNvPr>
            <p:cNvSpPr/>
            <p:nvPr/>
          </p:nvSpPr>
          <p:spPr>
            <a:xfrm flipV="1">
              <a:off x="2954578" y="2863787"/>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DD3F6179-83CE-4A04-A53C-B5BB69B001E2}"/>
                </a:ext>
              </a:extLst>
            </p:cNvPr>
            <p:cNvSpPr/>
            <p:nvPr/>
          </p:nvSpPr>
          <p:spPr>
            <a:xfrm flipV="1">
              <a:off x="3042706" y="286643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6D539236-814E-447D-9DFE-207B1B3611F6}"/>
                </a:ext>
              </a:extLst>
            </p:cNvPr>
            <p:cNvSpPr/>
            <p:nvPr/>
          </p:nvSpPr>
          <p:spPr>
            <a:xfrm flipV="1">
              <a:off x="3129231" y="286643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96042C8A-D63D-43B9-B13C-BDE0E79BA93D}"/>
                </a:ext>
              </a:extLst>
            </p:cNvPr>
            <p:cNvSpPr/>
            <p:nvPr/>
          </p:nvSpPr>
          <p:spPr>
            <a:xfrm>
              <a:off x="2873657" y="286458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C0934947-2EEB-4456-BFD2-667F1F63800B}"/>
                </a:ext>
              </a:extLst>
            </p:cNvPr>
            <p:cNvSpPr/>
            <p:nvPr/>
          </p:nvSpPr>
          <p:spPr>
            <a:xfrm>
              <a:off x="2791067" y="28629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45893462-8B6A-4F9A-907F-95363E5CF6B6}"/>
                </a:ext>
              </a:extLst>
            </p:cNvPr>
            <p:cNvSpPr/>
            <p:nvPr/>
          </p:nvSpPr>
          <p:spPr>
            <a:xfrm>
              <a:off x="2710520" y="28629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CFA0F239-BCC7-402D-886A-5BDB67258B2E}"/>
                </a:ext>
              </a:extLst>
            </p:cNvPr>
            <p:cNvSpPr/>
            <p:nvPr/>
          </p:nvSpPr>
          <p:spPr>
            <a:xfrm>
              <a:off x="2872993" y="294388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4627F5D5-C3AB-4257-83E6-2E94BD383F32}"/>
                </a:ext>
              </a:extLst>
            </p:cNvPr>
            <p:cNvSpPr/>
            <p:nvPr/>
          </p:nvSpPr>
          <p:spPr>
            <a:xfrm>
              <a:off x="2953942" y="294653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2E395D0B-5C64-452F-A602-0E105C949625}"/>
                </a:ext>
              </a:extLst>
            </p:cNvPr>
            <p:cNvSpPr/>
            <p:nvPr/>
          </p:nvSpPr>
          <p:spPr>
            <a:xfrm>
              <a:off x="3042070" y="294388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F77E1AD5-CC29-45F9-AAE8-F651E5718F85}"/>
                </a:ext>
              </a:extLst>
            </p:cNvPr>
            <p:cNvSpPr/>
            <p:nvPr/>
          </p:nvSpPr>
          <p:spPr>
            <a:xfrm>
              <a:off x="3128595" y="294388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31716E33-3176-4A8F-9722-ECB792B7B6A3}"/>
                </a:ext>
              </a:extLst>
            </p:cNvPr>
            <p:cNvSpPr/>
            <p:nvPr/>
          </p:nvSpPr>
          <p:spPr>
            <a:xfrm>
              <a:off x="2709495" y="29465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709784CD-77EB-40CA-9E8C-A1854F9A87B6}"/>
                </a:ext>
              </a:extLst>
            </p:cNvPr>
            <p:cNvSpPr/>
            <p:nvPr/>
          </p:nvSpPr>
          <p:spPr>
            <a:xfrm>
              <a:off x="2790459" y="29465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945CF07E-06B9-4D31-9B49-A5AB29C943D5}"/>
                </a:ext>
              </a:extLst>
            </p:cNvPr>
            <p:cNvSpPr/>
            <p:nvPr/>
          </p:nvSpPr>
          <p:spPr>
            <a:xfrm>
              <a:off x="3741371" y="2847593"/>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451" name="Rectangle 450">
              <a:extLst>
                <a:ext uri="{FF2B5EF4-FFF2-40B4-BE49-F238E27FC236}">
                  <a16:creationId xmlns:a16="http://schemas.microsoft.com/office/drawing/2014/main" id="{3F8A5CA7-92FD-442E-BFA6-8BA1237B30CA}"/>
                </a:ext>
              </a:extLst>
            </p:cNvPr>
            <p:cNvSpPr/>
            <p:nvPr/>
          </p:nvSpPr>
          <p:spPr>
            <a:xfrm>
              <a:off x="2629200" y="285301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9D0442FD-2708-4723-8592-0E15BC730734}"/>
                </a:ext>
              </a:extLst>
            </p:cNvPr>
            <p:cNvSpPr/>
            <p:nvPr/>
          </p:nvSpPr>
          <p:spPr>
            <a:xfrm>
              <a:off x="3740999" y="336001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B21ABEA6-CBC5-4DA6-877C-BB9FAF71FBA9}"/>
                </a:ext>
              </a:extLst>
            </p:cNvPr>
            <p:cNvSpPr/>
            <p:nvPr/>
          </p:nvSpPr>
          <p:spPr>
            <a:xfrm>
              <a:off x="3740999" y="327323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418528D7-A6F0-4290-862E-1EBCD3CF3B65}"/>
                </a:ext>
              </a:extLst>
            </p:cNvPr>
            <p:cNvSpPr/>
            <p:nvPr/>
          </p:nvSpPr>
          <p:spPr>
            <a:xfrm>
              <a:off x="3740999" y="318479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AFAFC560-C8EA-4AEE-899F-6F18B993FA2B}"/>
                </a:ext>
              </a:extLst>
            </p:cNvPr>
            <p:cNvSpPr/>
            <p:nvPr/>
          </p:nvSpPr>
          <p:spPr>
            <a:xfrm>
              <a:off x="3740999" y="310384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874D47F5-B4C5-453F-BC7F-159524114DA2}"/>
                </a:ext>
              </a:extLst>
            </p:cNvPr>
            <p:cNvSpPr/>
            <p:nvPr/>
          </p:nvSpPr>
          <p:spPr>
            <a:xfrm>
              <a:off x="3741382" y="302724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C911EB13-F275-45E0-A7EE-9D61D8533E2C}"/>
                </a:ext>
              </a:extLst>
            </p:cNvPr>
            <p:cNvSpPr/>
            <p:nvPr/>
          </p:nvSpPr>
          <p:spPr>
            <a:xfrm>
              <a:off x="3740999" y="378249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ADADAB5E-3F42-40E4-BB11-FF7C29CC09E9}"/>
                </a:ext>
              </a:extLst>
            </p:cNvPr>
            <p:cNvSpPr/>
            <p:nvPr/>
          </p:nvSpPr>
          <p:spPr>
            <a:xfrm>
              <a:off x="3740999" y="370145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14861FFF-8510-47F9-824F-E5F740DAF75A}"/>
                </a:ext>
              </a:extLst>
            </p:cNvPr>
            <p:cNvSpPr/>
            <p:nvPr/>
          </p:nvSpPr>
          <p:spPr>
            <a:xfrm>
              <a:off x="3740999" y="361641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C28B8881-FF7A-43B0-B563-BC23C7D1B43D}"/>
                </a:ext>
              </a:extLst>
            </p:cNvPr>
            <p:cNvSpPr/>
            <p:nvPr/>
          </p:nvSpPr>
          <p:spPr>
            <a:xfrm>
              <a:off x="3740999" y="352980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D3E9707A-3E55-4306-90FB-6686A35694F7}"/>
                </a:ext>
              </a:extLst>
            </p:cNvPr>
            <p:cNvSpPr/>
            <p:nvPr/>
          </p:nvSpPr>
          <p:spPr>
            <a:xfrm>
              <a:off x="3740999" y="344421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3C872EC6-4EA6-4442-A55D-56A0F4A7DEBC}"/>
                </a:ext>
              </a:extLst>
            </p:cNvPr>
            <p:cNvSpPr/>
            <p:nvPr/>
          </p:nvSpPr>
          <p:spPr>
            <a:xfrm>
              <a:off x="3740999" y="420647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A54F4D8C-50F3-40E5-9D1C-D5CABE2D7D2D}"/>
                </a:ext>
              </a:extLst>
            </p:cNvPr>
            <p:cNvSpPr/>
            <p:nvPr/>
          </p:nvSpPr>
          <p:spPr>
            <a:xfrm>
              <a:off x="3740999" y="411836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26693476-263A-4C7C-897D-DD1F202F8020}"/>
                </a:ext>
              </a:extLst>
            </p:cNvPr>
            <p:cNvSpPr/>
            <p:nvPr/>
          </p:nvSpPr>
          <p:spPr>
            <a:xfrm>
              <a:off x="3740999" y="403132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58DC1168-1344-4A16-BE44-52667CCD52EF}"/>
                </a:ext>
              </a:extLst>
            </p:cNvPr>
            <p:cNvSpPr/>
            <p:nvPr/>
          </p:nvSpPr>
          <p:spPr>
            <a:xfrm>
              <a:off x="3740999" y="394627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F8F25E58-C2DB-4F53-9B1D-8CDA90E2015D}"/>
                </a:ext>
              </a:extLst>
            </p:cNvPr>
            <p:cNvSpPr/>
            <p:nvPr/>
          </p:nvSpPr>
          <p:spPr>
            <a:xfrm>
              <a:off x="3740999" y="386523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875076FE-88B3-4E99-8C03-C7A71317A546}"/>
                </a:ext>
              </a:extLst>
            </p:cNvPr>
            <p:cNvSpPr/>
            <p:nvPr/>
          </p:nvSpPr>
          <p:spPr>
            <a:xfrm>
              <a:off x="3743154" y="19427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A50174D6-6B7C-4BBB-98A2-6BB12D402FC9}"/>
                </a:ext>
              </a:extLst>
            </p:cNvPr>
            <p:cNvSpPr/>
            <p:nvPr/>
          </p:nvSpPr>
          <p:spPr>
            <a:xfrm>
              <a:off x="3743154" y="185596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4969EAFB-D362-48A8-B9DD-7B12141C55BB}"/>
                </a:ext>
              </a:extLst>
            </p:cNvPr>
            <p:cNvSpPr/>
            <p:nvPr/>
          </p:nvSpPr>
          <p:spPr>
            <a:xfrm>
              <a:off x="3743154" y="176752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BC21B5E2-5D3D-4EEB-B644-03F7F055E4F3}"/>
                </a:ext>
              </a:extLst>
            </p:cNvPr>
            <p:cNvSpPr/>
            <p:nvPr/>
          </p:nvSpPr>
          <p:spPr>
            <a:xfrm>
              <a:off x="3743154" y="168657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988724D4-0C9D-4336-9054-87D9D31C8886}"/>
                </a:ext>
              </a:extLst>
            </p:cNvPr>
            <p:cNvSpPr/>
            <p:nvPr/>
          </p:nvSpPr>
          <p:spPr>
            <a:xfrm>
              <a:off x="3741362" y="16095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3E849BB3-EA01-4983-8DDB-DD7DE63FA5F5}"/>
                </a:ext>
              </a:extLst>
            </p:cNvPr>
            <p:cNvSpPr/>
            <p:nvPr/>
          </p:nvSpPr>
          <p:spPr>
            <a:xfrm>
              <a:off x="3743154" y="23652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65296FB8-3F41-43A5-954D-490D20101B76}"/>
                </a:ext>
              </a:extLst>
            </p:cNvPr>
            <p:cNvSpPr/>
            <p:nvPr/>
          </p:nvSpPr>
          <p:spPr>
            <a:xfrm>
              <a:off x="3743154" y="228418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3A73100D-A1B0-4352-AF5B-03D9F960D1C0}"/>
                </a:ext>
              </a:extLst>
            </p:cNvPr>
            <p:cNvSpPr/>
            <p:nvPr/>
          </p:nvSpPr>
          <p:spPr>
            <a:xfrm>
              <a:off x="3743154" y="219913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292CF3DA-65B6-4C71-8E74-EE2D56B7893A}"/>
                </a:ext>
              </a:extLst>
            </p:cNvPr>
            <p:cNvSpPr/>
            <p:nvPr/>
          </p:nvSpPr>
          <p:spPr>
            <a:xfrm>
              <a:off x="3743154" y="211253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9C38C230-404A-4E47-BF90-D11B64B4CF68}"/>
                </a:ext>
              </a:extLst>
            </p:cNvPr>
            <p:cNvSpPr/>
            <p:nvPr/>
          </p:nvSpPr>
          <p:spPr>
            <a:xfrm>
              <a:off x="3743154" y="202693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705D2349-36BC-4869-956D-EF682A3187BD}"/>
                </a:ext>
              </a:extLst>
            </p:cNvPr>
            <p:cNvSpPr/>
            <p:nvPr/>
          </p:nvSpPr>
          <p:spPr>
            <a:xfrm>
              <a:off x="3743154" y="278920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A5802D82-1E39-4B7A-9841-7F45193B64BC}"/>
                </a:ext>
              </a:extLst>
            </p:cNvPr>
            <p:cNvSpPr/>
            <p:nvPr/>
          </p:nvSpPr>
          <p:spPr>
            <a:xfrm>
              <a:off x="3743154" y="270109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AEB0CD51-E6F9-4C10-A15F-E0D571CDBC38}"/>
                </a:ext>
              </a:extLst>
            </p:cNvPr>
            <p:cNvSpPr/>
            <p:nvPr/>
          </p:nvSpPr>
          <p:spPr>
            <a:xfrm>
              <a:off x="3743154" y="261404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43C6571E-CD57-4EAD-BD2B-5614DEC426A8}"/>
                </a:ext>
              </a:extLst>
            </p:cNvPr>
            <p:cNvSpPr/>
            <p:nvPr/>
          </p:nvSpPr>
          <p:spPr>
            <a:xfrm>
              <a:off x="3743154" y="25290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E7CB4918-CFD3-4251-AA70-F6645C6B57FF}"/>
                </a:ext>
              </a:extLst>
            </p:cNvPr>
            <p:cNvSpPr/>
            <p:nvPr/>
          </p:nvSpPr>
          <p:spPr>
            <a:xfrm>
              <a:off x="3743154" y="244796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DDC71FF0-5CE2-4183-AA7A-E16A4B86C450}"/>
                </a:ext>
              </a:extLst>
            </p:cNvPr>
            <p:cNvSpPr/>
            <p:nvPr/>
          </p:nvSpPr>
          <p:spPr>
            <a:xfrm>
              <a:off x="2628353" y="19412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1E4A8B19-32C1-43B6-B7BD-89C7EB7E75D4}"/>
                </a:ext>
              </a:extLst>
            </p:cNvPr>
            <p:cNvSpPr/>
            <p:nvPr/>
          </p:nvSpPr>
          <p:spPr>
            <a:xfrm>
              <a:off x="2628353" y="185448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E3BF3D70-7B67-4841-B679-CA50BD6FBE9C}"/>
                </a:ext>
              </a:extLst>
            </p:cNvPr>
            <p:cNvSpPr/>
            <p:nvPr/>
          </p:nvSpPr>
          <p:spPr>
            <a:xfrm>
              <a:off x="2628353" y="176605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23D05320-23CB-4924-AB31-9864778082F7}"/>
                </a:ext>
              </a:extLst>
            </p:cNvPr>
            <p:cNvSpPr/>
            <p:nvPr/>
          </p:nvSpPr>
          <p:spPr>
            <a:xfrm>
              <a:off x="2628353" y="168510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4617801A-2B6C-4818-B83E-3BFD229226C2}"/>
                </a:ext>
              </a:extLst>
            </p:cNvPr>
            <p:cNvSpPr/>
            <p:nvPr/>
          </p:nvSpPr>
          <p:spPr>
            <a:xfrm>
              <a:off x="2626561" y="160809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F9A99F74-50F7-43A2-AA06-933A2C495CC2}"/>
                </a:ext>
              </a:extLst>
            </p:cNvPr>
            <p:cNvSpPr/>
            <p:nvPr/>
          </p:nvSpPr>
          <p:spPr>
            <a:xfrm>
              <a:off x="2628353" y="236374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85EC68B3-2167-4287-B6C1-5076504586E6}"/>
                </a:ext>
              </a:extLst>
            </p:cNvPr>
            <p:cNvSpPr/>
            <p:nvPr/>
          </p:nvSpPr>
          <p:spPr>
            <a:xfrm>
              <a:off x="2628353" y="228271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DC9AD29E-50C3-49E0-86AF-F76363BA20BE}"/>
                </a:ext>
              </a:extLst>
            </p:cNvPr>
            <p:cNvSpPr/>
            <p:nvPr/>
          </p:nvSpPr>
          <p:spPr>
            <a:xfrm>
              <a:off x="2628353" y="21976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EFD06467-7189-4D84-9F0B-69BD4E45F669}"/>
                </a:ext>
              </a:extLst>
            </p:cNvPr>
            <p:cNvSpPr/>
            <p:nvPr/>
          </p:nvSpPr>
          <p:spPr>
            <a:xfrm>
              <a:off x="2628353" y="211105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DE190AEF-DE21-4CBC-BB02-4EAE537B19D2}"/>
                </a:ext>
              </a:extLst>
            </p:cNvPr>
            <p:cNvSpPr/>
            <p:nvPr/>
          </p:nvSpPr>
          <p:spPr>
            <a:xfrm>
              <a:off x="2628353" y="20254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B4B878BB-EB19-4AB4-8840-5D077B0A428A}"/>
                </a:ext>
              </a:extLst>
            </p:cNvPr>
            <p:cNvSpPr/>
            <p:nvPr/>
          </p:nvSpPr>
          <p:spPr>
            <a:xfrm>
              <a:off x="2628353" y="278772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B6682B66-0053-4998-A6FB-4C5E209CCE1C}"/>
                </a:ext>
              </a:extLst>
            </p:cNvPr>
            <p:cNvSpPr/>
            <p:nvPr/>
          </p:nvSpPr>
          <p:spPr>
            <a:xfrm>
              <a:off x="2628353" y="26996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4DCB3A03-1417-43F7-8FA6-FC05CE99A27D}"/>
                </a:ext>
              </a:extLst>
            </p:cNvPr>
            <p:cNvSpPr/>
            <p:nvPr/>
          </p:nvSpPr>
          <p:spPr>
            <a:xfrm>
              <a:off x="2628353" y="26125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DA9B0EB1-7BAF-4654-AA96-FFD88DD82E4A}"/>
                </a:ext>
              </a:extLst>
            </p:cNvPr>
            <p:cNvSpPr/>
            <p:nvPr/>
          </p:nvSpPr>
          <p:spPr>
            <a:xfrm>
              <a:off x="2628353" y="25275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5BFCDD3B-6BD1-4528-93A6-7A8C79CEF823}"/>
                </a:ext>
              </a:extLst>
            </p:cNvPr>
            <p:cNvSpPr/>
            <p:nvPr/>
          </p:nvSpPr>
          <p:spPr>
            <a:xfrm>
              <a:off x="2628353" y="244649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055236AE-A1FB-4853-8EAD-F8A8988C5710}"/>
                </a:ext>
              </a:extLst>
            </p:cNvPr>
            <p:cNvSpPr/>
            <p:nvPr/>
          </p:nvSpPr>
          <p:spPr>
            <a:xfrm>
              <a:off x="2630241" y="33603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D77D2C1C-7815-4384-ACFE-C4F6E658E0F4}"/>
                </a:ext>
              </a:extLst>
            </p:cNvPr>
            <p:cNvSpPr/>
            <p:nvPr/>
          </p:nvSpPr>
          <p:spPr>
            <a:xfrm>
              <a:off x="2630241" y="327359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07DD6628-16C0-448C-B5C6-CD861789A595}"/>
                </a:ext>
              </a:extLst>
            </p:cNvPr>
            <p:cNvSpPr/>
            <p:nvPr/>
          </p:nvSpPr>
          <p:spPr>
            <a:xfrm>
              <a:off x="2630241" y="318515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B2C0A2B5-5E8A-423F-B881-991E9CE2F8C8}"/>
                </a:ext>
              </a:extLst>
            </p:cNvPr>
            <p:cNvSpPr/>
            <p:nvPr/>
          </p:nvSpPr>
          <p:spPr>
            <a:xfrm>
              <a:off x="2630241" y="310420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AF66AEA0-D967-45A3-A562-F1312069E146}"/>
                </a:ext>
              </a:extLst>
            </p:cNvPr>
            <p:cNvSpPr/>
            <p:nvPr/>
          </p:nvSpPr>
          <p:spPr>
            <a:xfrm>
              <a:off x="2630624" y="30276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BB05EFC1-7849-48EE-B218-75379556C170}"/>
                </a:ext>
              </a:extLst>
            </p:cNvPr>
            <p:cNvSpPr/>
            <p:nvPr/>
          </p:nvSpPr>
          <p:spPr>
            <a:xfrm>
              <a:off x="2630241" y="378285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77D60A21-3C8B-41E9-9344-BFE042D2B22E}"/>
                </a:ext>
              </a:extLst>
            </p:cNvPr>
            <p:cNvSpPr/>
            <p:nvPr/>
          </p:nvSpPr>
          <p:spPr>
            <a:xfrm>
              <a:off x="2630241" y="370181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AA8EDE25-F3C6-4D0F-8917-C5132588D36C}"/>
                </a:ext>
              </a:extLst>
            </p:cNvPr>
            <p:cNvSpPr/>
            <p:nvPr/>
          </p:nvSpPr>
          <p:spPr>
            <a:xfrm>
              <a:off x="2630241" y="361677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39872C37-C8CB-44D7-9714-436B590FFC24}"/>
                </a:ext>
              </a:extLst>
            </p:cNvPr>
            <p:cNvSpPr/>
            <p:nvPr/>
          </p:nvSpPr>
          <p:spPr>
            <a:xfrm>
              <a:off x="2630241" y="353016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89D9B529-C7F6-43B2-A9C1-C1DAFDFC544E}"/>
                </a:ext>
              </a:extLst>
            </p:cNvPr>
            <p:cNvSpPr/>
            <p:nvPr/>
          </p:nvSpPr>
          <p:spPr>
            <a:xfrm>
              <a:off x="2630241" y="344457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E1817766-6825-447B-A185-A441E2CDC5F6}"/>
                </a:ext>
              </a:extLst>
            </p:cNvPr>
            <p:cNvSpPr/>
            <p:nvPr/>
          </p:nvSpPr>
          <p:spPr>
            <a:xfrm>
              <a:off x="2630241" y="420683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7EE2E679-F789-4400-B5DA-6948BDFA0308}"/>
                </a:ext>
              </a:extLst>
            </p:cNvPr>
            <p:cNvSpPr/>
            <p:nvPr/>
          </p:nvSpPr>
          <p:spPr>
            <a:xfrm>
              <a:off x="2630241" y="411872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3F43291F-0C5E-47AC-BD2B-E3DB616EC7E2}"/>
                </a:ext>
              </a:extLst>
            </p:cNvPr>
            <p:cNvSpPr/>
            <p:nvPr/>
          </p:nvSpPr>
          <p:spPr>
            <a:xfrm>
              <a:off x="2630241" y="403167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C7A252B8-B392-4B26-953B-3A3535D9A051}"/>
                </a:ext>
              </a:extLst>
            </p:cNvPr>
            <p:cNvSpPr/>
            <p:nvPr/>
          </p:nvSpPr>
          <p:spPr>
            <a:xfrm>
              <a:off x="2630241" y="394663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F0D3AD06-5119-45C5-A3C8-EE8C4CFBE213}"/>
                </a:ext>
              </a:extLst>
            </p:cNvPr>
            <p:cNvSpPr/>
            <p:nvPr/>
          </p:nvSpPr>
          <p:spPr>
            <a:xfrm>
              <a:off x="2630241" y="38655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3EE0D8F4-B163-42F4-BAA8-FDF4E59DA76C}"/>
                </a:ext>
              </a:extLst>
            </p:cNvPr>
            <p:cNvSpPr/>
            <p:nvPr/>
          </p:nvSpPr>
          <p:spPr>
            <a:xfrm flipV="1">
              <a:off x="3744558"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6FD06E4F-5D18-419B-B8F8-95525BD5E815}"/>
                </a:ext>
              </a:extLst>
            </p:cNvPr>
            <p:cNvSpPr/>
            <p:nvPr/>
          </p:nvSpPr>
          <p:spPr>
            <a:xfrm flipV="1">
              <a:off x="2963804" y="436153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192D8D3C-3137-4545-8F9F-0528BAAF319E}"/>
                </a:ext>
              </a:extLst>
            </p:cNvPr>
            <p:cNvSpPr/>
            <p:nvPr/>
          </p:nvSpPr>
          <p:spPr>
            <a:xfrm flipV="1">
              <a:off x="3130982" y="436511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11219E5D-AED9-4960-84EA-8B6A72F93AA0}"/>
                </a:ext>
              </a:extLst>
            </p:cNvPr>
            <p:cNvSpPr/>
            <p:nvPr/>
          </p:nvSpPr>
          <p:spPr>
            <a:xfrm flipV="1">
              <a:off x="3217507" y="436511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8F4D1CC5-4E8A-4964-A529-7CDA9B96F7AD}"/>
                </a:ext>
              </a:extLst>
            </p:cNvPr>
            <p:cNvSpPr/>
            <p:nvPr/>
          </p:nvSpPr>
          <p:spPr>
            <a:xfrm flipV="1">
              <a:off x="3303224"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2BA8D41C-27FC-4A18-9521-4F092A9E1582}"/>
                </a:ext>
              </a:extLst>
            </p:cNvPr>
            <p:cNvSpPr/>
            <p:nvPr/>
          </p:nvSpPr>
          <p:spPr>
            <a:xfrm flipV="1">
              <a:off x="3392136"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2BBB179D-611E-4CEE-AE4D-CD543F36BAFA}"/>
                </a:ext>
              </a:extLst>
            </p:cNvPr>
            <p:cNvSpPr/>
            <p:nvPr/>
          </p:nvSpPr>
          <p:spPr>
            <a:xfrm flipV="1">
              <a:off x="3482639"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0398F218-D5E9-4F49-A4C2-4ABF904EA318}"/>
                </a:ext>
              </a:extLst>
            </p:cNvPr>
            <p:cNvSpPr/>
            <p:nvPr/>
          </p:nvSpPr>
          <p:spPr>
            <a:xfrm flipV="1">
              <a:off x="3573126"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EAF36EAB-F346-460A-B637-F70D955F09D5}"/>
                </a:ext>
              </a:extLst>
            </p:cNvPr>
            <p:cNvSpPr/>
            <p:nvPr/>
          </p:nvSpPr>
          <p:spPr>
            <a:xfrm flipV="1">
              <a:off x="3658843"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95F203A0-E2F8-4E17-B2F4-37F29C69CAD8}"/>
                </a:ext>
              </a:extLst>
            </p:cNvPr>
            <p:cNvSpPr/>
            <p:nvPr/>
          </p:nvSpPr>
          <p:spPr>
            <a:xfrm flipV="1">
              <a:off x="3572217" y="444012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CC315ECA-ABB1-4743-9591-42261706D00A}"/>
                </a:ext>
              </a:extLst>
            </p:cNvPr>
            <p:cNvSpPr/>
            <p:nvPr/>
          </p:nvSpPr>
          <p:spPr>
            <a:xfrm flipV="1">
              <a:off x="3486502" y="444012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FA9ACA99-4AD9-4F0A-9C38-888F64D06341}"/>
                </a:ext>
              </a:extLst>
            </p:cNvPr>
            <p:cNvSpPr/>
            <p:nvPr/>
          </p:nvSpPr>
          <p:spPr>
            <a:xfrm flipV="1">
              <a:off x="3392108" y="444012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B04AF7BE-AC05-45CE-84AB-2474F8A2E1F1}"/>
                </a:ext>
              </a:extLst>
            </p:cNvPr>
            <p:cNvSpPr/>
            <p:nvPr/>
          </p:nvSpPr>
          <p:spPr>
            <a:xfrm flipV="1">
              <a:off x="3306393" y="444012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0C7A3E00-5497-41F7-86F4-1A9C59087443}"/>
                </a:ext>
              </a:extLst>
            </p:cNvPr>
            <p:cNvSpPr/>
            <p:nvPr/>
          </p:nvSpPr>
          <p:spPr>
            <a:xfrm>
              <a:off x="2879343" y="436167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E84E5AA4-F695-4619-BB0B-79BE30087268}"/>
                </a:ext>
              </a:extLst>
            </p:cNvPr>
            <p:cNvSpPr/>
            <p:nvPr/>
          </p:nvSpPr>
          <p:spPr>
            <a:xfrm>
              <a:off x="2798796" y="436167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1497BDD8-2930-4465-A796-00B5F20C2F31}"/>
                </a:ext>
              </a:extLst>
            </p:cNvPr>
            <p:cNvSpPr/>
            <p:nvPr/>
          </p:nvSpPr>
          <p:spPr>
            <a:xfrm flipV="1">
              <a:off x="2962827" y="443753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2A63AC1E-0133-4931-88A1-B3A0C6639E5F}"/>
                </a:ext>
              </a:extLst>
            </p:cNvPr>
            <p:cNvSpPr/>
            <p:nvPr/>
          </p:nvSpPr>
          <p:spPr>
            <a:xfrm flipV="1">
              <a:off x="3130005" y="444112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D5D19233-579B-46DC-840A-7AB630B39F27}"/>
                </a:ext>
              </a:extLst>
            </p:cNvPr>
            <p:cNvSpPr/>
            <p:nvPr/>
          </p:nvSpPr>
          <p:spPr>
            <a:xfrm flipV="1">
              <a:off x="3216530" y="444112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7C2F9BCF-C4D7-4DCD-9A3D-396C44B16B90}"/>
                </a:ext>
              </a:extLst>
            </p:cNvPr>
            <p:cNvSpPr/>
            <p:nvPr/>
          </p:nvSpPr>
          <p:spPr>
            <a:xfrm>
              <a:off x="2878366" y="44376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CDADAEB2-69FF-4A54-9F32-6F23220B9815}"/>
                </a:ext>
              </a:extLst>
            </p:cNvPr>
            <p:cNvSpPr/>
            <p:nvPr/>
          </p:nvSpPr>
          <p:spPr>
            <a:xfrm>
              <a:off x="2797819" y="44376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49197BC5-689D-42D3-A533-C5862163F54D}"/>
                </a:ext>
              </a:extLst>
            </p:cNvPr>
            <p:cNvSpPr/>
            <p:nvPr/>
          </p:nvSpPr>
          <p:spPr>
            <a:xfrm>
              <a:off x="3662060"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ABB08A34-0C06-4DF0-A83B-7DB1FFBCDAFE}"/>
                </a:ext>
              </a:extLst>
            </p:cNvPr>
            <p:cNvSpPr/>
            <p:nvPr/>
          </p:nvSpPr>
          <p:spPr>
            <a:xfrm>
              <a:off x="2877837"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11027307-0CBC-4976-A004-871C2174BA10}"/>
                </a:ext>
              </a:extLst>
            </p:cNvPr>
            <p:cNvSpPr/>
            <p:nvPr/>
          </p:nvSpPr>
          <p:spPr>
            <a:xfrm>
              <a:off x="2960384"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C4063CE6-D9C7-471D-B389-49C36CB6A9D2}"/>
                </a:ext>
              </a:extLst>
            </p:cNvPr>
            <p:cNvSpPr/>
            <p:nvPr/>
          </p:nvSpPr>
          <p:spPr>
            <a:xfrm>
              <a:off x="3047676"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AF103984-4C00-4C1F-BBD3-663FCBFDFE0F}"/>
                </a:ext>
              </a:extLst>
            </p:cNvPr>
            <p:cNvSpPr/>
            <p:nvPr/>
          </p:nvSpPr>
          <p:spPr>
            <a:xfrm>
              <a:off x="3134201"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1BA945C3-0A9E-4EA1-8656-902C87B1F29D}"/>
                </a:ext>
              </a:extLst>
            </p:cNvPr>
            <p:cNvSpPr/>
            <p:nvPr/>
          </p:nvSpPr>
          <p:spPr>
            <a:xfrm>
              <a:off x="3220726"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EE869AD9-1D43-49BE-826E-4A8EB5075E45}"/>
                </a:ext>
              </a:extLst>
            </p:cNvPr>
            <p:cNvSpPr/>
            <p:nvPr/>
          </p:nvSpPr>
          <p:spPr>
            <a:xfrm>
              <a:off x="3309638"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B51DBA39-AA83-4830-89A1-23F805C7977D}"/>
                </a:ext>
              </a:extLst>
            </p:cNvPr>
            <p:cNvSpPr/>
            <p:nvPr/>
          </p:nvSpPr>
          <p:spPr>
            <a:xfrm>
              <a:off x="3400141"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35278066-CF72-45BE-9793-AD0FDCB241B1}"/>
                </a:ext>
              </a:extLst>
            </p:cNvPr>
            <p:cNvSpPr/>
            <p:nvPr/>
          </p:nvSpPr>
          <p:spPr>
            <a:xfrm>
              <a:off x="3490628"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8F931767-E967-444F-A193-1C00DA46D059}"/>
                </a:ext>
              </a:extLst>
            </p:cNvPr>
            <p:cNvSpPr/>
            <p:nvPr/>
          </p:nvSpPr>
          <p:spPr>
            <a:xfrm>
              <a:off x="3576345"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Rectangle 541">
              <a:extLst>
                <a:ext uri="{FF2B5EF4-FFF2-40B4-BE49-F238E27FC236}">
                  <a16:creationId xmlns:a16="http://schemas.microsoft.com/office/drawing/2014/main" id="{748EFA03-A9C9-457D-B7E5-1362B6D779D7}"/>
                </a:ext>
              </a:extLst>
            </p:cNvPr>
            <p:cNvSpPr/>
            <p:nvPr/>
          </p:nvSpPr>
          <p:spPr>
            <a:xfrm>
              <a:off x="3744245" y="428532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F71D2495-51F2-42CB-BCFF-1225025EE949}"/>
                </a:ext>
              </a:extLst>
            </p:cNvPr>
            <p:cNvSpPr/>
            <p:nvPr/>
          </p:nvSpPr>
          <p:spPr>
            <a:xfrm>
              <a:off x="3655646"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021012EB-D183-4289-A501-9EC1F399FB5D}"/>
                </a:ext>
              </a:extLst>
            </p:cNvPr>
            <p:cNvSpPr/>
            <p:nvPr/>
          </p:nvSpPr>
          <p:spPr>
            <a:xfrm>
              <a:off x="2871423"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B6FA9976-367F-44A2-9B03-CE1B83596948}"/>
                </a:ext>
              </a:extLst>
            </p:cNvPr>
            <p:cNvSpPr/>
            <p:nvPr/>
          </p:nvSpPr>
          <p:spPr>
            <a:xfrm>
              <a:off x="2953970"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F1D797D1-8DB2-4B8F-8402-23705CE90EE1}"/>
                </a:ext>
              </a:extLst>
            </p:cNvPr>
            <p:cNvSpPr/>
            <p:nvPr/>
          </p:nvSpPr>
          <p:spPr>
            <a:xfrm>
              <a:off x="3041262"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0B76081D-05A4-483D-9076-B11C83481043}"/>
                </a:ext>
              </a:extLst>
            </p:cNvPr>
            <p:cNvSpPr/>
            <p:nvPr/>
          </p:nvSpPr>
          <p:spPr>
            <a:xfrm>
              <a:off x="3127787"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7835D397-FBA1-405B-8F5F-5CE3709EC537}"/>
                </a:ext>
              </a:extLst>
            </p:cNvPr>
            <p:cNvSpPr/>
            <p:nvPr/>
          </p:nvSpPr>
          <p:spPr>
            <a:xfrm>
              <a:off x="3214312"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841B3ADA-586D-47BD-BAB5-C4ECE29C6DA1}"/>
                </a:ext>
              </a:extLst>
            </p:cNvPr>
            <p:cNvSpPr/>
            <p:nvPr/>
          </p:nvSpPr>
          <p:spPr>
            <a:xfrm>
              <a:off x="3303224"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8F562B22-C14D-4419-B0CF-BB41F386A396}"/>
                </a:ext>
              </a:extLst>
            </p:cNvPr>
            <p:cNvSpPr/>
            <p:nvPr/>
          </p:nvSpPr>
          <p:spPr>
            <a:xfrm>
              <a:off x="3393727"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8A3976CB-623D-41AA-9D80-A7042C12D565}"/>
                </a:ext>
              </a:extLst>
            </p:cNvPr>
            <p:cNvSpPr/>
            <p:nvPr/>
          </p:nvSpPr>
          <p:spPr>
            <a:xfrm>
              <a:off x="3484214"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4583C775-9DFE-4E7B-839A-6D02F6A77228}"/>
                </a:ext>
              </a:extLst>
            </p:cNvPr>
            <p:cNvSpPr/>
            <p:nvPr/>
          </p:nvSpPr>
          <p:spPr>
            <a:xfrm>
              <a:off x="3569931"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05F8420F-BC52-4394-B981-11643B953444}"/>
                </a:ext>
              </a:extLst>
            </p:cNvPr>
            <p:cNvSpPr/>
            <p:nvPr/>
          </p:nvSpPr>
          <p:spPr>
            <a:xfrm>
              <a:off x="2706327"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5BF309C7-AFAF-42CA-AF53-D7FC4245A9FD}"/>
                </a:ext>
              </a:extLst>
            </p:cNvPr>
            <p:cNvSpPr/>
            <p:nvPr/>
          </p:nvSpPr>
          <p:spPr>
            <a:xfrm>
              <a:off x="2787291"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D36ECA7D-4F0F-49B1-82B6-D7548DCFE135}"/>
                </a:ext>
              </a:extLst>
            </p:cNvPr>
            <p:cNvSpPr/>
            <p:nvPr/>
          </p:nvSpPr>
          <p:spPr>
            <a:xfrm>
              <a:off x="3743154" y="153554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6EA0CE66-AB2E-437D-8A4D-4CFB9124C3C0}"/>
                </a:ext>
              </a:extLst>
            </p:cNvPr>
            <p:cNvSpPr/>
            <p:nvPr/>
          </p:nvSpPr>
          <p:spPr>
            <a:xfrm>
              <a:off x="2627073" y="153460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CE44214F-61DF-4A89-AD11-9A835170D216}"/>
                </a:ext>
              </a:extLst>
            </p:cNvPr>
            <p:cNvSpPr/>
            <p:nvPr/>
          </p:nvSpPr>
          <p:spPr>
            <a:xfrm flipV="1">
              <a:off x="3572217" y="4515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E5C1FDED-2724-4F04-8F33-0D842701DE92}"/>
                </a:ext>
              </a:extLst>
            </p:cNvPr>
            <p:cNvSpPr/>
            <p:nvPr/>
          </p:nvSpPr>
          <p:spPr>
            <a:xfrm flipV="1">
              <a:off x="3486502" y="4515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4FD54D29-7065-4E0C-B877-608B0DB5C783}"/>
                </a:ext>
              </a:extLst>
            </p:cNvPr>
            <p:cNvSpPr/>
            <p:nvPr/>
          </p:nvSpPr>
          <p:spPr>
            <a:xfrm>
              <a:off x="2716025" y="43615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3BC88121-6D34-4AA8-ACDE-F3E05A0FB656}"/>
                </a:ext>
              </a:extLst>
            </p:cNvPr>
            <p:cNvSpPr/>
            <p:nvPr/>
          </p:nvSpPr>
          <p:spPr>
            <a:xfrm>
              <a:off x="2635478" y="43615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A6E64BBB-EFC6-43BB-9467-0C055AA025E3}"/>
                </a:ext>
              </a:extLst>
            </p:cNvPr>
            <p:cNvSpPr/>
            <p:nvPr/>
          </p:nvSpPr>
          <p:spPr>
            <a:xfrm>
              <a:off x="2715048" y="443753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AA5C4461-E5FF-495E-A9FC-908345B288C2}"/>
                </a:ext>
              </a:extLst>
            </p:cNvPr>
            <p:cNvSpPr/>
            <p:nvPr/>
          </p:nvSpPr>
          <p:spPr>
            <a:xfrm>
              <a:off x="2634501" y="443753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F7FEDF80-CDB2-4FEA-96BD-EECA224C75D6}"/>
                </a:ext>
              </a:extLst>
            </p:cNvPr>
            <p:cNvSpPr/>
            <p:nvPr/>
          </p:nvSpPr>
          <p:spPr>
            <a:xfrm>
              <a:off x="2715125" y="428863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46C3B75C-3EEE-4011-8024-E7C21F8443A3}"/>
                </a:ext>
              </a:extLst>
            </p:cNvPr>
            <p:cNvSpPr/>
            <p:nvPr/>
          </p:nvSpPr>
          <p:spPr>
            <a:xfrm>
              <a:off x="2796089" y="428863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05AF9DA9-BC12-4F87-9D2F-84CC76336580}"/>
                </a:ext>
              </a:extLst>
            </p:cNvPr>
            <p:cNvSpPr/>
            <p:nvPr/>
          </p:nvSpPr>
          <p:spPr>
            <a:xfrm>
              <a:off x="2635871" y="428633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D858C6BA-E753-46E0-9252-63EAD314E0D4}"/>
                </a:ext>
              </a:extLst>
            </p:cNvPr>
            <p:cNvSpPr/>
            <p:nvPr/>
          </p:nvSpPr>
          <p:spPr>
            <a:xfrm flipV="1">
              <a:off x="3046665" y="436511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29168397-C112-4E81-965A-3739F91535E5}"/>
                </a:ext>
              </a:extLst>
            </p:cNvPr>
            <p:cNvSpPr/>
            <p:nvPr/>
          </p:nvSpPr>
          <p:spPr>
            <a:xfrm flipV="1">
              <a:off x="3049372" y="444037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3525192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5" name="Group 4">
            <a:extLst>
              <a:ext uri="{FF2B5EF4-FFF2-40B4-BE49-F238E27FC236}">
                <a16:creationId xmlns:a16="http://schemas.microsoft.com/office/drawing/2014/main" id="{79E85C7C-B3C0-46B5-B1DF-7F7E376E5A6A}"/>
              </a:ext>
            </a:extLst>
          </p:cNvPr>
          <p:cNvGrpSpPr/>
          <p:nvPr/>
        </p:nvGrpSpPr>
        <p:grpSpPr>
          <a:xfrm>
            <a:off x="4551558" y="1896918"/>
            <a:ext cx="3088883" cy="4303641"/>
            <a:chOff x="738223" y="1534609"/>
            <a:chExt cx="3088883" cy="4303641"/>
          </a:xfrm>
        </p:grpSpPr>
        <p:sp>
          <p:nvSpPr>
            <p:cNvPr id="568" name="Rectangle 567">
              <a:extLst>
                <a:ext uri="{FF2B5EF4-FFF2-40B4-BE49-F238E27FC236}">
                  <a16:creationId xmlns:a16="http://schemas.microsoft.com/office/drawing/2014/main" id="{FF0CD0B4-F7F4-4765-9E2D-1E91FA0C457F}"/>
                </a:ext>
              </a:extLst>
            </p:cNvPr>
            <p:cNvSpPr/>
            <p:nvPr/>
          </p:nvSpPr>
          <p:spPr>
            <a:xfrm>
              <a:off x="2793629" y="1688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5106FC38-818E-4012-8A39-EA4A3139D716}"/>
                </a:ext>
              </a:extLst>
            </p:cNvPr>
            <p:cNvSpPr/>
            <p:nvPr/>
          </p:nvSpPr>
          <p:spPr>
            <a:xfrm>
              <a:off x="2793629" y="2196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Rectangle 569">
              <a:extLst>
                <a:ext uri="{FF2B5EF4-FFF2-40B4-BE49-F238E27FC236}">
                  <a16:creationId xmlns:a16="http://schemas.microsoft.com/office/drawing/2014/main" id="{971F4795-DD64-481B-88E2-45D8831D9611}"/>
                </a:ext>
              </a:extLst>
            </p:cNvPr>
            <p:cNvSpPr/>
            <p:nvPr/>
          </p:nvSpPr>
          <p:spPr>
            <a:xfrm>
              <a:off x="2711081" y="20900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Rectangle 570">
              <a:extLst>
                <a:ext uri="{FF2B5EF4-FFF2-40B4-BE49-F238E27FC236}">
                  <a16:creationId xmlns:a16="http://schemas.microsoft.com/office/drawing/2014/main" id="{94CC4E80-CD16-474C-98BA-F761CA2396FB}"/>
                </a:ext>
              </a:extLst>
            </p:cNvPr>
            <p:cNvSpPr/>
            <p:nvPr/>
          </p:nvSpPr>
          <p:spPr>
            <a:xfrm>
              <a:off x="2711081" y="20059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815D03AF-116B-410E-B093-439776484EC6}"/>
                </a:ext>
              </a:extLst>
            </p:cNvPr>
            <p:cNvSpPr/>
            <p:nvPr/>
          </p:nvSpPr>
          <p:spPr>
            <a:xfrm>
              <a:off x="2711081" y="23028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Rectangle 572">
              <a:extLst>
                <a:ext uri="{FF2B5EF4-FFF2-40B4-BE49-F238E27FC236}">
                  <a16:creationId xmlns:a16="http://schemas.microsoft.com/office/drawing/2014/main" id="{1E6CF2BF-5EB5-45E1-81D7-CB5AA379706A}"/>
                </a:ext>
              </a:extLst>
            </p:cNvPr>
            <p:cNvSpPr/>
            <p:nvPr/>
          </p:nvSpPr>
          <p:spPr>
            <a:xfrm>
              <a:off x="2711081" y="19297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Rectangle 573">
              <a:extLst>
                <a:ext uri="{FF2B5EF4-FFF2-40B4-BE49-F238E27FC236}">
                  <a16:creationId xmlns:a16="http://schemas.microsoft.com/office/drawing/2014/main" id="{731FD729-53D6-4EC3-99E0-2FA303E08A9C}"/>
                </a:ext>
              </a:extLst>
            </p:cNvPr>
            <p:cNvSpPr/>
            <p:nvPr/>
          </p:nvSpPr>
          <p:spPr>
            <a:xfrm>
              <a:off x="2711081" y="18495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Rectangle 574">
              <a:extLst>
                <a:ext uri="{FF2B5EF4-FFF2-40B4-BE49-F238E27FC236}">
                  <a16:creationId xmlns:a16="http://schemas.microsoft.com/office/drawing/2014/main" id="{7430C9CB-EE23-49C2-810C-B1600820964D}"/>
                </a:ext>
              </a:extLst>
            </p:cNvPr>
            <p:cNvSpPr/>
            <p:nvPr/>
          </p:nvSpPr>
          <p:spPr>
            <a:xfrm>
              <a:off x="2711081" y="17646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a:extLst>
                <a:ext uri="{FF2B5EF4-FFF2-40B4-BE49-F238E27FC236}">
                  <a16:creationId xmlns:a16="http://schemas.microsoft.com/office/drawing/2014/main" id="{2DBE6564-FA1E-44D5-A212-0AFCA6ACEFF4}"/>
                </a:ext>
              </a:extLst>
            </p:cNvPr>
            <p:cNvSpPr/>
            <p:nvPr/>
          </p:nvSpPr>
          <p:spPr>
            <a:xfrm>
              <a:off x="2711081" y="16884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a:extLst>
                <a:ext uri="{FF2B5EF4-FFF2-40B4-BE49-F238E27FC236}">
                  <a16:creationId xmlns:a16="http://schemas.microsoft.com/office/drawing/2014/main" id="{66A79314-6865-41E3-8F18-E8EA6D4583D7}"/>
                </a:ext>
              </a:extLst>
            </p:cNvPr>
            <p:cNvSpPr/>
            <p:nvPr/>
          </p:nvSpPr>
          <p:spPr>
            <a:xfrm>
              <a:off x="2711081" y="23790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Rectangle 577">
              <a:extLst>
                <a:ext uri="{FF2B5EF4-FFF2-40B4-BE49-F238E27FC236}">
                  <a16:creationId xmlns:a16="http://schemas.microsoft.com/office/drawing/2014/main" id="{202E4017-A6BB-4D1B-9C89-E0DD0457348C}"/>
                </a:ext>
              </a:extLst>
            </p:cNvPr>
            <p:cNvSpPr/>
            <p:nvPr/>
          </p:nvSpPr>
          <p:spPr>
            <a:xfrm>
              <a:off x="2711081" y="246128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Rectangle 578">
              <a:extLst>
                <a:ext uri="{FF2B5EF4-FFF2-40B4-BE49-F238E27FC236}">
                  <a16:creationId xmlns:a16="http://schemas.microsoft.com/office/drawing/2014/main" id="{ADBDD94A-72AC-42B0-AC3E-6CA830C89DD6}"/>
                </a:ext>
              </a:extLst>
            </p:cNvPr>
            <p:cNvSpPr/>
            <p:nvPr/>
          </p:nvSpPr>
          <p:spPr>
            <a:xfrm>
              <a:off x="2711081" y="254092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Rectangle 579">
              <a:extLst>
                <a:ext uri="{FF2B5EF4-FFF2-40B4-BE49-F238E27FC236}">
                  <a16:creationId xmlns:a16="http://schemas.microsoft.com/office/drawing/2014/main" id="{76A3098D-DF98-42BF-B6AE-2CBA2B905733}"/>
                </a:ext>
              </a:extLst>
            </p:cNvPr>
            <p:cNvSpPr/>
            <p:nvPr/>
          </p:nvSpPr>
          <p:spPr>
            <a:xfrm>
              <a:off x="2711081" y="26266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Rectangle 580">
              <a:extLst>
                <a:ext uri="{FF2B5EF4-FFF2-40B4-BE49-F238E27FC236}">
                  <a16:creationId xmlns:a16="http://schemas.microsoft.com/office/drawing/2014/main" id="{2B6A4CC3-0B5A-44D4-BA2C-BD7C15BE9173}"/>
                </a:ext>
              </a:extLst>
            </p:cNvPr>
            <p:cNvSpPr/>
            <p:nvPr/>
          </p:nvSpPr>
          <p:spPr>
            <a:xfrm>
              <a:off x="3657231" y="2086371"/>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582" name="Rectangle 581">
              <a:extLst>
                <a:ext uri="{FF2B5EF4-FFF2-40B4-BE49-F238E27FC236}">
                  <a16:creationId xmlns:a16="http://schemas.microsoft.com/office/drawing/2014/main" id="{2B805872-83B9-43EC-874F-572FD23FE275}"/>
                </a:ext>
              </a:extLst>
            </p:cNvPr>
            <p:cNvSpPr/>
            <p:nvPr/>
          </p:nvSpPr>
          <p:spPr>
            <a:xfrm flipV="1">
              <a:off x="3657231" y="229909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582">
              <a:extLst>
                <a:ext uri="{FF2B5EF4-FFF2-40B4-BE49-F238E27FC236}">
                  <a16:creationId xmlns:a16="http://schemas.microsoft.com/office/drawing/2014/main" id="{DF32A86F-1D7A-4F17-AC53-C3110E8610CD}"/>
                </a:ext>
              </a:extLst>
            </p:cNvPr>
            <p:cNvSpPr/>
            <p:nvPr/>
          </p:nvSpPr>
          <p:spPr>
            <a:xfrm flipV="1">
              <a:off x="3657231" y="20101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583">
              <a:extLst>
                <a:ext uri="{FF2B5EF4-FFF2-40B4-BE49-F238E27FC236}">
                  <a16:creationId xmlns:a16="http://schemas.microsoft.com/office/drawing/2014/main" id="{654CD5B5-CC7A-4C85-8C71-B8C8AA997250}"/>
                </a:ext>
              </a:extLst>
            </p:cNvPr>
            <p:cNvSpPr/>
            <p:nvPr/>
          </p:nvSpPr>
          <p:spPr>
            <a:xfrm flipV="1">
              <a:off x="3657231" y="23872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a16="http://schemas.microsoft.com/office/drawing/2014/main" id="{4B530813-F20B-44CB-97B5-82BEDF154BB4}"/>
                </a:ext>
              </a:extLst>
            </p:cNvPr>
            <p:cNvSpPr/>
            <p:nvPr/>
          </p:nvSpPr>
          <p:spPr>
            <a:xfrm flipV="1">
              <a:off x="3657231" y="24742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72E7F3B8-7D4B-4DAB-B3E0-539483C788DF}"/>
                </a:ext>
              </a:extLst>
            </p:cNvPr>
            <p:cNvSpPr/>
            <p:nvPr/>
          </p:nvSpPr>
          <p:spPr>
            <a:xfrm flipV="1">
              <a:off x="3657231" y="25525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148983C1-CFBC-4A5C-A556-3620E16ADB55}"/>
                </a:ext>
              </a:extLst>
            </p:cNvPr>
            <p:cNvSpPr/>
            <p:nvPr/>
          </p:nvSpPr>
          <p:spPr>
            <a:xfrm flipV="1">
              <a:off x="3657231" y="26266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7F42EC60-E09E-4B44-93EF-6C9782A67646}"/>
                </a:ext>
              </a:extLst>
            </p:cNvPr>
            <p:cNvSpPr/>
            <p:nvPr/>
          </p:nvSpPr>
          <p:spPr>
            <a:xfrm flipV="1">
              <a:off x="3657231" y="16863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BA8BC5A5-D8D3-4D6F-8447-5AE17F692C52}"/>
                </a:ext>
              </a:extLst>
            </p:cNvPr>
            <p:cNvSpPr/>
            <p:nvPr/>
          </p:nvSpPr>
          <p:spPr>
            <a:xfrm flipV="1">
              <a:off x="3657231" y="176410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FB404D12-19A6-46EB-8255-F4410A5FAFC3}"/>
                </a:ext>
              </a:extLst>
            </p:cNvPr>
            <p:cNvSpPr/>
            <p:nvPr/>
          </p:nvSpPr>
          <p:spPr>
            <a:xfrm flipV="1">
              <a:off x="3657231" y="1841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Rectangle 590">
              <a:extLst>
                <a:ext uri="{FF2B5EF4-FFF2-40B4-BE49-F238E27FC236}">
                  <a16:creationId xmlns:a16="http://schemas.microsoft.com/office/drawing/2014/main" id="{5A4E0EDE-645E-4F8A-8D23-4F77095F18FD}"/>
                </a:ext>
              </a:extLst>
            </p:cNvPr>
            <p:cNvSpPr/>
            <p:nvPr/>
          </p:nvSpPr>
          <p:spPr>
            <a:xfrm flipV="1">
              <a:off x="3657231" y="192603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Rectangle 591">
              <a:extLst>
                <a:ext uri="{FF2B5EF4-FFF2-40B4-BE49-F238E27FC236}">
                  <a16:creationId xmlns:a16="http://schemas.microsoft.com/office/drawing/2014/main" id="{F353FA31-3C12-41B0-8641-6B5FEF1947FA}"/>
                </a:ext>
              </a:extLst>
            </p:cNvPr>
            <p:cNvSpPr/>
            <p:nvPr/>
          </p:nvSpPr>
          <p:spPr>
            <a:xfrm>
              <a:off x="3660399"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Rectangle 592">
              <a:extLst>
                <a:ext uri="{FF2B5EF4-FFF2-40B4-BE49-F238E27FC236}">
                  <a16:creationId xmlns:a16="http://schemas.microsoft.com/office/drawing/2014/main" id="{55BF8360-E1D5-4FCA-9EBC-0DC0EE1F7B81}"/>
                </a:ext>
              </a:extLst>
            </p:cNvPr>
            <p:cNvSpPr/>
            <p:nvPr/>
          </p:nvSpPr>
          <p:spPr>
            <a:xfrm>
              <a:off x="2876176"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Rectangle 593">
              <a:extLst>
                <a:ext uri="{FF2B5EF4-FFF2-40B4-BE49-F238E27FC236}">
                  <a16:creationId xmlns:a16="http://schemas.microsoft.com/office/drawing/2014/main" id="{AD82023B-640D-41B1-962A-E85A1E4233CE}"/>
                </a:ext>
              </a:extLst>
            </p:cNvPr>
            <p:cNvSpPr/>
            <p:nvPr/>
          </p:nvSpPr>
          <p:spPr>
            <a:xfrm>
              <a:off x="2958723"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Rectangle 594">
              <a:extLst>
                <a:ext uri="{FF2B5EF4-FFF2-40B4-BE49-F238E27FC236}">
                  <a16:creationId xmlns:a16="http://schemas.microsoft.com/office/drawing/2014/main" id="{410DC21D-07E9-4406-91AB-99D83BADFC08}"/>
                </a:ext>
              </a:extLst>
            </p:cNvPr>
            <p:cNvSpPr/>
            <p:nvPr/>
          </p:nvSpPr>
          <p:spPr>
            <a:xfrm>
              <a:off x="304601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Rectangle 595">
              <a:extLst>
                <a:ext uri="{FF2B5EF4-FFF2-40B4-BE49-F238E27FC236}">
                  <a16:creationId xmlns:a16="http://schemas.microsoft.com/office/drawing/2014/main" id="{0D7862D0-6BA7-4CE2-B2AA-A71E29087772}"/>
                </a:ext>
              </a:extLst>
            </p:cNvPr>
            <p:cNvSpPr/>
            <p:nvPr/>
          </p:nvSpPr>
          <p:spPr>
            <a:xfrm>
              <a:off x="313254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Rectangle 596">
              <a:extLst>
                <a:ext uri="{FF2B5EF4-FFF2-40B4-BE49-F238E27FC236}">
                  <a16:creationId xmlns:a16="http://schemas.microsoft.com/office/drawing/2014/main" id="{92FA5E29-95FE-420B-AAEA-376F453BD4D0}"/>
                </a:ext>
              </a:extLst>
            </p:cNvPr>
            <p:cNvSpPr/>
            <p:nvPr/>
          </p:nvSpPr>
          <p:spPr>
            <a:xfrm>
              <a:off x="321906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1F7ED9CF-7547-4CBA-9F43-B3315491471A}"/>
                </a:ext>
              </a:extLst>
            </p:cNvPr>
            <p:cNvSpPr/>
            <p:nvPr/>
          </p:nvSpPr>
          <p:spPr>
            <a:xfrm>
              <a:off x="330797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Rectangle 598">
              <a:extLst>
                <a:ext uri="{FF2B5EF4-FFF2-40B4-BE49-F238E27FC236}">
                  <a16:creationId xmlns:a16="http://schemas.microsoft.com/office/drawing/2014/main" id="{0CFFA07D-B143-4354-85CE-5663917741D3}"/>
                </a:ext>
              </a:extLst>
            </p:cNvPr>
            <p:cNvSpPr/>
            <p:nvPr/>
          </p:nvSpPr>
          <p:spPr>
            <a:xfrm>
              <a:off x="339848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Rectangle 599">
              <a:extLst>
                <a:ext uri="{FF2B5EF4-FFF2-40B4-BE49-F238E27FC236}">
                  <a16:creationId xmlns:a16="http://schemas.microsoft.com/office/drawing/2014/main" id="{D7952921-D254-4C10-8F8C-84605CBC48B3}"/>
                </a:ext>
              </a:extLst>
            </p:cNvPr>
            <p:cNvSpPr/>
            <p:nvPr/>
          </p:nvSpPr>
          <p:spPr>
            <a:xfrm>
              <a:off x="348896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Rectangle 600">
              <a:extLst>
                <a:ext uri="{FF2B5EF4-FFF2-40B4-BE49-F238E27FC236}">
                  <a16:creationId xmlns:a16="http://schemas.microsoft.com/office/drawing/2014/main" id="{CD85B3D1-3E45-4CA7-A7A3-F21BF4D5DD6F}"/>
                </a:ext>
              </a:extLst>
            </p:cNvPr>
            <p:cNvSpPr/>
            <p:nvPr/>
          </p:nvSpPr>
          <p:spPr>
            <a:xfrm>
              <a:off x="3574684"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Rectangle 601">
              <a:extLst>
                <a:ext uri="{FF2B5EF4-FFF2-40B4-BE49-F238E27FC236}">
                  <a16:creationId xmlns:a16="http://schemas.microsoft.com/office/drawing/2014/main" id="{8C50FCA1-EE9A-4555-94FA-74B34A365D7F}"/>
                </a:ext>
              </a:extLst>
            </p:cNvPr>
            <p:cNvSpPr/>
            <p:nvPr/>
          </p:nvSpPr>
          <p:spPr>
            <a:xfrm>
              <a:off x="3657231"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Rectangle 602">
              <a:extLst>
                <a:ext uri="{FF2B5EF4-FFF2-40B4-BE49-F238E27FC236}">
                  <a16:creationId xmlns:a16="http://schemas.microsoft.com/office/drawing/2014/main" id="{422DDB2F-946C-4825-8551-8C5389CED0C6}"/>
                </a:ext>
              </a:extLst>
            </p:cNvPr>
            <p:cNvSpPr/>
            <p:nvPr/>
          </p:nvSpPr>
          <p:spPr>
            <a:xfrm>
              <a:off x="2873008"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Rectangle 603">
              <a:extLst>
                <a:ext uri="{FF2B5EF4-FFF2-40B4-BE49-F238E27FC236}">
                  <a16:creationId xmlns:a16="http://schemas.microsoft.com/office/drawing/2014/main" id="{A83F6F2D-E3CE-4B62-965A-4D07CA2B848D}"/>
                </a:ext>
              </a:extLst>
            </p:cNvPr>
            <p:cNvSpPr/>
            <p:nvPr/>
          </p:nvSpPr>
          <p:spPr>
            <a:xfrm>
              <a:off x="2955555"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Rectangle 604">
              <a:extLst>
                <a:ext uri="{FF2B5EF4-FFF2-40B4-BE49-F238E27FC236}">
                  <a16:creationId xmlns:a16="http://schemas.microsoft.com/office/drawing/2014/main" id="{135E53B2-7408-4060-A059-5FC8EEE3CD74}"/>
                </a:ext>
              </a:extLst>
            </p:cNvPr>
            <p:cNvSpPr/>
            <p:nvPr/>
          </p:nvSpPr>
          <p:spPr>
            <a:xfrm>
              <a:off x="304284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Rectangle 605">
              <a:extLst>
                <a:ext uri="{FF2B5EF4-FFF2-40B4-BE49-F238E27FC236}">
                  <a16:creationId xmlns:a16="http://schemas.microsoft.com/office/drawing/2014/main" id="{5BE72541-D037-423D-9397-3A78B2D7F46C}"/>
                </a:ext>
              </a:extLst>
            </p:cNvPr>
            <p:cNvSpPr/>
            <p:nvPr/>
          </p:nvSpPr>
          <p:spPr>
            <a:xfrm>
              <a:off x="312937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Rectangle 606">
              <a:extLst>
                <a:ext uri="{FF2B5EF4-FFF2-40B4-BE49-F238E27FC236}">
                  <a16:creationId xmlns:a16="http://schemas.microsoft.com/office/drawing/2014/main" id="{B62724B4-77D4-43DF-9AED-138D5A08B1BB}"/>
                </a:ext>
              </a:extLst>
            </p:cNvPr>
            <p:cNvSpPr/>
            <p:nvPr/>
          </p:nvSpPr>
          <p:spPr>
            <a:xfrm>
              <a:off x="321589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Rectangle 607">
              <a:extLst>
                <a:ext uri="{FF2B5EF4-FFF2-40B4-BE49-F238E27FC236}">
                  <a16:creationId xmlns:a16="http://schemas.microsoft.com/office/drawing/2014/main" id="{82CF3C5B-8320-4E24-809A-96A42F27694A}"/>
                </a:ext>
              </a:extLst>
            </p:cNvPr>
            <p:cNvSpPr/>
            <p:nvPr/>
          </p:nvSpPr>
          <p:spPr>
            <a:xfrm>
              <a:off x="330480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Rectangle 608">
              <a:extLst>
                <a:ext uri="{FF2B5EF4-FFF2-40B4-BE49-F238E27FC236}">
                  <a16:creationId xmlns:a16="http://schemas.microsoft.com/office/drawing/2014/main" id="{50B80DE9-43D3-47FA-88C4-7A979846FB02}"/>
                </a:ext>
              </a:extLst>
            </p:cNvPr>
            <p:cNvSpPr/>
            <p:nvPr/>
          </p:nvSpPr>
          <p:spPr>
            <a:xfrm>
              <a:off x="339531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Rectangle 609">
              <a:extLst>
                <a:ext uri="{FF2B5EF4-FFF2-40B4-BE49-F238E27FC236}">
                  <a16:creationId xmlns:a16="http://schemas.microsoft.com/office/drawing/2014/main" id="{6E92404D-9D94-4D92-9F49-AD42B3E3F019}"/>
                </a:ext>
              </a:extLst>
            </p:cNvPr>
            <p:cNvSpPr/>
            <p:nvPr/>
          </p:nvSpPr>
          <p:spPr>
            <a:xfrm>
              <a:off x="348579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Rectangle 610">
              <a:extLst>
                <a:ext uri="{FF2B5EF4-FFF2-40B4-BE49-F238E27FC236}">
                  <a16:creationId xmlns:a16="http://schemas.microsoft.com/office/drawing/2014/main" id="{E860C8D8-54C7-4322-8366-13412E554B20}"/>
                </a:ext>
              </a:extLst>
            </p:cNvPr>
            <p:cNvSpPr/>
            <p:nvPr/>
          </p:nvSpPr>
          <p:spPr>
            <a:xfrm>
              <a:off x="3571516"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Rectangle 611">
              <a:extLst>
                <a:ext uri="{FF2B5EF4-FFF2-40B4-BE49-F238E27FC236}">
                  <a16:creationId xmlns:a16="http://schemas.microsoft.com/office/drawing/2014/main" id="{E2D4C378-68F5-4459-8CC2-E421C0B41192}"/>
                </a:ext>
              </a:extLst>
            </p:cNvPr>
            <p:cNvSpPr/>
            <p:nvPr/>
          </p:nvSpPr>
          <p:spPr>
            <a:xfrm>
              <a:off x="2711080"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Rectangle 612">
              <a:extLst>
                <a:ext uri="{FF2B5EF4-FFF2-40B4-BE49-F238E27FC236}">
                  <a16:creationId xmlns:a16="http://schemas.microsoft.com/office/drawing/2014/main" id="{C327D598-0A85-4B53-96A0-9E7770FD8D2C}"/>
                </a:ext>
              </a:extLst>
            </p:cNvPr>
            <p:cNvSpPr/>
            <p:nvPr/>
          </p:nvSpPr>
          <p:spPr>
            <a:xfrm>
              <a:off x="2792044"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Rectangle 613">
              <a:extLst>
                <a:ext uri="{FF2B5EF4-FFF2-40B4-BE49-F238E27FC236}">
                  <a16:creationId xmlns:a16="http://schemas.microsoft.com/office/drawing/2014/main" id="{5B147471-8998-4584-BC66-AE359FE66BE4}"/>
                </a:ext>
              </a:extLst>
            </p:cNvPr>
            <p:cNvSpPr/>
            <p:nvPr/>
          </p:nvSpPr>
          <p:spPr>
            <a:xfrm>
              <a:off x="2711080"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73DA61C-FE0E-4D82-9E65-E76F66B71227}"/>
                </a:ext>
              </a:extLst>
            </p:cNvPr>
            <p:cNvSpPr/>
            <p:nvPr/>
          </p:nvSpPr>
          <p:spPr>
            <a:xfrm>
              <a:off x="2792044"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Rectangle 615">
              <a:extLst>
                <a:ext uri="{FF2B5EF4-FFF2-40B4-BE49-F238E27FC236}">
                  <a16:creationId xmlns:a16="http://schemas.microsoft.com/office/drawing/2014/main" id="{0A5BF9F0-38E4-4B8E-8E4E-A0F1EB1391A1}"/>
                </a:ext>
              </a:extLst>
            </p:cNvPr>
            <p:cNvSpPr/>
            <p:nvPr/>
          </p:nvSpPr>
          <p:spPr>
            <a:xfrm flipV="1">
              <a:off x="3657259"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DDCF5BDD-2DDB-4A86-9D00-6A9D96A101F3}"/>
                </a:ext>
              </a:extLst>
            </p:cNvPr>
            <p:cNvSpPr/>
            <p:nvPr/>
          </p:nvSpPr>
          <p:spPr>
            <a:xfrm flipV="1">
              <a:off x="2955555" y="278778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Rectangle 617">
              <a:extLst>
                <a:ext uri="{FF2B5EF4-FFF2-40B4-BE49-F238E27FC236}">
                  <a16:creationId xmlns:a16="http://schemas.microsoft.com/office/drawing/2014/main" id="{B576B17E-2D3A-4ACC-B8F5-252DAE40D759}"/>
                </a:ext>
              </a:extLst>
            </p:cNvPr>
            <p:cNvSpPr/>
            <p:nvPr/>
          </p:nvSpPr>
          <p:spPr>
            <a:xfrm flipV="1">
              <a:off x="3043683"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Rectangle 618">
              <a:extLst>
                <a:ext uri="{FF2B5EF4-FFF2-40B4-BE49-F238E27FC236}">
                  <a16:creationId xmlns:a16="http://schemas.microsoft.com/office/drawing/2014/main" id="{B0E1AFF4-BFCB-45AA-96B6-EE474881B2B3}"/>
                </a:ext>
              </a:extLst>
            </p:cNvPr>
            <p:cNvSpPr/>
            <p:nvPr/>
          </p:nvSpPr>
          <p:spPr>
            <a:xfrm flipV="1">
              <a:off x="3130208"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Rectangle 619">
              <a:extLst>
                <a:ext uri="{FF2B5EF4-FFF2-40B4-BE49-F238E27FC236}">
                  <a16:creationId xmlns:a16="http://schemas.microsoft.com/office/drawing/2014/main" id="{E677565E-9076-4B86-B067-C5B2FD1C2DDB}"/>
                </a:ext>
              </a:extLst>
            </p:cNvPr>
            <p:cNvSpPr/>
            <p:nvPr/>
          </p:nvSpPr>
          <p:spPr>
            <a:xfrm flipV="1">
              <a:off x="3215925"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Rectangle 620">
              <a:extLst>
                <a:ext uri="{FF2B5EF4-FFF2-40B4-BE49-F238E27FC236}">
                  <a16:creationId xmlns:a16="http://schemas.microsoft.com/office/drawing/2014/main" id="{2097E1E6-63C6-406D-BE78-8DBC9D85EEBE}"/>
                </a:ext>
              </a:extLst>
            </p:cNvPr>
            <p:cNvSpPr/>
            <p:nvPr/>
          </p:nvSpPr>
          <p:spPr>
            <a:xfrm flipV="1">
              <a:off x="330483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a16="http://schemas.microsoft.com/office/drawing/2014/main" id="{B6A1FBF7-A865-4C21-9C8F-34A6236F7EAE}"/>
                </a:ext>
              </a:extLst>
            </p:cNvPr>
            <p:cNvSpPr/>
            <p:nvPr/>
          </p:nvSpPr>
          <p:spPr>
            <a:xfrm flipV="1">
              <a:off x="3395340"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Rectangle 622">
              <a:extLst>
                <a:ext uri="{FF2B5EF4-FFF2-40B4-BE49-F238E27FC236}">
                  <a16:creationId xmlns:a16="http://schemas.microsoft.com/office/drawing/2014/main" id="{10B2A08A-5E2F-4379-91C2-A8183EF6200F}"/>
                </a:ext>
              </a:extLst>
            </p:cNvPr>
            <p:cNvSpPr/>
            <p:nvPr/>
          </p:nvSpPr>
          <p:spPr>
            <a:xfrm flipV="1">
              <a:off x="348582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Rectangle 623">
              <a:extLst>
                <a:ext uri="{FF2B5EF4-FFF2-40B4-BE49-F238E27FC236}">
                  <a16:creationId xmlns:a16="http://schemas.microsoft.com/office/drawing/2014/main" id="{B26CF4DB-ADDE-4104-86D2-0B83311681D2}"/>
                </a:ext>
              </a:extLst>
            </p:cNvPr>
            <p:cNvSpPr/>
            <p:nvPr/>
          </p:nvSpPr>
          <p:spPr>
            <a:xfrm flipV="1">
              <a:off x="3571544"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Rectangle 624">
              <a:extLst>
                <a:ext uri="{FF2B5EF4-FFF2-40B4-BE49-F238E27FC236}">
                  <a16:creationId xmlns:a16="http://schemas.microsoft.com/office/drawing/2014/main" id="{1648E117-8B08-457B-ABE1-0E900664E137}"/>
                </a:ext>
              </a:extLst>
            </p:cNvPr>
            <p:cNvSpPr/>
            <p:nvPr/>
          </p:nvSpPr>
          <p:spPr>
            <a:xfrm flipV="1">
              <a:off x="3484918"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DE81EC4D-34A4-482D-AEC5-CACED616CA8D}"/>
                </a:ext>
              </a:extLst>
            </p:cNvPr>
            <p:cNvSpPr/>
            <p:nvPr/>
          </p:nvSpPr>
          <p:spPr>
            <a:xfrm flipV="1">
              <a:off x="3399203"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Rectangle 626">
              <a:extLst>
                <a:ext uri="{FF2B5EF4-FFF2-40B4-BE49-F238E27FC236}">
                  <a16:creationId xmlns:a16="http://schemas.microsoft.com/office/drawing/2014/main" id="{5F9932CF-DED5-4B1D-A9BC-951124CD8FEE}"/>
                </a:ext>
              </a:extLst>
            </p:cNvPr>
            <p:cNvSpPr/>
            <p:nvPr/>
          </p:nvSpPr>
          <p:spPr>
            <a:xfrm flipV="1">
              <a:off x="3484918"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Rectangle 627">
              <a:extLst>
                <a:ext uri="{FF2B5EF4-FFF2-40B4-BE49-F238E27FC236}">
                  <a16:creationId xmlns:a16="http://schemas.microsoft.com/office/drawing/2014/main" id="{028D0562-9964-429B-B934-0B3526970D4B}"/>
                </a:ext>
              </a:extLst>
            </p:cNvPr>
            <p:cNvSpPr/>
            <p:nvPr/>
          </p:nvSpPr>
          <p:spPr>
            <a:xfrm flipV="1">
              <a:off x="3399203"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Rectangle 628">
              <a:extLst>
                <a:ext uri="{FF2B5EF4-FFF2-40B4-BE49-F238E27FC236}">
                  <a16:creationId xmlns:a16="http://schemas.microsoft.com/office/drawing/2014/main" id="{E2AAD547-11B5-4D07-9B3A-E2C3486C4E03}"/>
                </a:ext>
              </a:extLst>
            </p:cNvPr>
            <p:cNvSpPr/>
            <p:nvPr/>
          </p:nvSpPr>
          <p:spPr>
            <a:xfrm flipV="1">
              <a:off x="3304809"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Rectangle 629">
              <a:extLst>
                <a:ext uri="{FF2B5EF4-FFF2-40B4-BE49-F238E27FC236}">
                  <a16:creationId xmlns:a16="http://schemas.microsoft.com/office/drawing/2014/main" id="{DB8DF8E2-836C-4348-887C-AE4CC9981ADD}"/>
                </a:ext>
              </a:extLst>
            </p:cNvPr>
            <p:cNvSpPr/>
            <p:nvPr/>
          </p:nvSpPr>
          <p:spPr>
            <a:xfrm flipV="1">
              <a:off x="3219094"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Rectangle 630">
              <a:extLst>
                <a:ext uri="{FF2B5EF4-FFF2-40B4-BE49-F238E27FC236}">
                  <a16:creationId xmlns:a16="http://schemas.microsoft.com/office/drawing/2014/main" id="{17A3E283-49F2-458F-83E4-B66D589A631F}"/>
                </a:ext>
              </a:extLst>
            </p:cNvPr>
            <p:cNvSpPr/>
            <p:nvPr/>
          </p:nvSpPr>
          <p:spPr>
            <a:xfrm>
              <a:off x="2874634" y="27885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Rectangle 631">
              <a:extLst>
                <a:ext uri="{FF2B5EF4-FFF2-40B4-BE49-F238E27FC236}">
                  <a16:creationId xmlns:a16="http://schemas.microsoft.com/office/drawing/2014/main" id="{9E80B336-3556-4A0B-A310-4EF59B8F4358}"/>
                </a:ext>
              </a:extLst>
            </p:cNvPr>
            <p:cNvSpPr/>
            <p:nvPr/>
          </p:nvSpPr>
          <p:spPr>
            <a:xfrm>
              <a:off x="2792044"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Rectangle 632">
              <a:extLst>
                <a:ext uri="{FF2B5EF4-FFF2-40B4-BE49-F238E27FC236}">
                  <a16:creationId xmlns:a16="http://schemas.microsoft.com/office/drawing/2014/main" id="{C45E5442-3364-41DB-BDCB-CA62703B58CF}"/>
                </a:ext>
              </a:extLst>
            </p:cNvPr>
            <p:cNvSpPr/>
            <p:nvPr/>
          </p:nvSpPr>
          <p:spPr>
            <a:xfrm>
              <a:off x="2711497"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Rectangle 633">
              <a:extLst>
                <a:ext uri="{FF2B5EF4-FFF2-40B4-BE49-F238E27FC236}">
                  <a16:creationId xmlns:a16="http://schemas.microsoft.com/office/drawing/2014/main" id="{BF1AC64E-9761-4BD0-B7F5-E04EC707D866}"/>
                </a:ext>
              </a:extLst>
            </p:cNvPr>
            <p:cNvSpPr/>
            <p:nvPr/>
          </p:nvSpPr>
          <p:spPr>
            <a:xfrm>
              <a:off x="2792044" y="319313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Rectangle 634">
              <a:extLst>
                <a:ext uri="{FF2B5EF4-FFF2-40B4-BE49-F238E27FC236}">
                  <a16:creationId xmlns:a16="http://schemas.microsoft.com/office/drawing/2014/main" id="{3A2E32EB-1A2E-4B2F-8FFE-84E760127A9B}"/>
                </a:ext>
              </a:extLst>
            </p:cNvPr>
            <p:cNvSpPr/>
            <p:nvPr/>
          </p:nvSpPr>
          <p:spPr>
            <a:xfrm>
              <a:off x="2792044" y="370113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Rectangle 635">
              <a:extLst>
                <a:ext uri="{FF2B5EF4-FFF2-40B4-BE49-F238E27FC236}">
                  <a16:creationId xmlns:a16="http://schemas.microsoft.com/office/drawing/2014/main" id="{75BE8DA3-D5EE-4E0D-8A64-5CF6315470CD}"/>
                </a:ext>
              </a:extLst>
            </p:cNvPr>
            <p:cNvSpPr/>
            <p:nvPr/>
          </p:nvSpPr>
          <p:spPr>
            <a:xfrm>
              <a:off x="2709496" y="35947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Rectangle 636">
              <a:extLst>
                <a:ext uri="{FF2B5EF4-FFF2-40B4-BE49-F238E27FC236}">
                  <a16:creationId xmlns:a16="http://schemas.microsoft.com/office/drawing/2014/main" id="{FC7C48A1-BEA6-4BE7-A647-1A902E8B9C40}"/>
                </a:ext>
              </a:extLst>
            </p:cNvPr>
            <p:cNvSpPr/>
            <p:nvPr/>
          </p:nvSpPr>
          <p:spPr>
            <a:xfrm>
              <a:off x="3655646" y="35947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638" name="Rectangle 637">
              <a:extLst>
                <a:ext uri="{FF2B5EF4-FFF2-40B4-BE49-F238E27FC236}">
                  <a16:creationId xmlns:a16="http://schemas.microsoft.com/office/drawing/2014/main" id="{D2252B16-4D21-4055-B0CB-1AA134C3BC63}"/>
                </a:ext>
              </a:extLst>
            </p:cNvPr>
            <p:cNvSpPr/>
            <p:nvPr/>
          </p:nvSpPr>
          <p:spPr>
            <a:xfrm>
              <a:off x="2709496" y="35106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Rectangle 638">
              <a:extLst>
                <a:ext uri="{FF2B5EF4-FFF2-40B4-BE49-F238E27FC236}">
                  <a16:creationId xmlns:a16="http://schemas.microsoft.com/office/drawing/2014/main" id="{F4B426C2-FB0B-4118-921C-95A2EA3D46FF}"/>
                </a:ext>
              </a:extLst>
            </p:cNvPr>
            <p:cNvSpPr/>
            <p:nvPr/>
          </p:nvSpPr>
          <p:spPr>
            <a:xfrm>
              <a:off x="2709496" y="38074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Rectangle 639">
              <a:extLst>
                <a:ext uri="{FF2B5EF4-FFF2-40B4-BE49-F238E27FC236}">
                  <a16:creationId xmlns:a16="http://schemas.microsoft.com/office/drawing/2014/main" id="{A827BD4F-F418-4BA8-AAD1-AE0EC8D54D7B}"/>
                </a:ext>
              </a:extLst>
            </p:cNvPr>
            <p:cNvSpPr/>
            <p:nvPr/>
          </p:nvSpPr>
          <p:spPr>
            <a:xfrm>
              <a:off x="3655646" y="351856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Rectangle 640">
              <a:extLst>
                <a:ext uri="{FF2B5EF4-FFF2-40B4-BE49-F238E27FC236}">
                  <a16:creationId xmlns:a16="http://schemas.microsoft.com/office/drawing/2014/main" id="{2A6F6945-167E-402C-BBD9-F919EBBC626F}"/>
                </a:ext>
              </a:extLst>
            </p:cNvPr>
            <p:cNvSpPr/>
            <p:nvPr/>
          </p:nvSpPr>
          <p:spPr>
            <a:xfrm>
              <a:off x="3655646" y="380749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Rectangle 641">
              <a:extLst>
                <a:ext uri="{FF2B5EF4-FFF2-40B4-BE49-F238E27FC236}">
                  <a16:creationId xmlns:a16="http://schemas.microsoft.com/office/drawing/2014/main" id="{FF44C6CA-ECF6-4FC9-8034-C856A6200E58}"/>
                </a:ext>
              </a:extLst>
            </p:cNvPr>
            <p:cNvSpPr/>
            <p:nvPr/>
          </p:nvSpPr>
          <p:spPr>
            <a:xfrm>
              <a:off x="2709496" y="34344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Rectangle 642">
              <a:extLst>
                <a:ext uri="{FF2B5EF4-FFF2-40B4-BE49-F238E27FC236}">
                  <a16:creationId xmlns:a16="http://schemas.microsoft.com/office/drawing/2014/main" id="{3481A13C-D076-48F2-96CD-FF4556EEBDBA}"/>
                </a:ext>
              </a:extLst>
            </p:cNvPr>
            <p:cNvSpPr/>
            <p:nvPr/>
          </p:nvSpPr>
          <p:spPr>
            <a:xfrm>
              <a:off x="2709496" y="335426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Rectangle 643">
              <a:extLst>
                <a:ext uri="{FF2B5EF4-FFF2-40B4-BE49-F238E27FC236}">
                  <a16:creationId xmlns:a16="http://schemas.microsoft.com/office/drawing/2014/main" id="{6AE6389A-7C93-4C88-88F9-52E76831EBB7}"/>
                </a:ext>
              </a:extLst>
            </p:cNvPr>
            <p:cNvSpPr/>
            <p:nvPr/>
          </p:nvSpPr>
          <p:spPr>
            <a:xfrm>
              <a:off x="2709496" y="32693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Rectangle 644">
              <a:extLst>
                <a:ext uri="{FF2B5EF4-FFF2-40B4-BE49-F238E27FC236}">
                  <a16:creationId xmlns:a16="http://schemas.microsoft.com/office/drawing/2014/main" id="{9704241E-F8D9-44B2-8838-1DE0E50E96F4}"/>
                </a:ext>
              </a:extLst>
            </p:cNvPr>
            <p:cNvSpPr/>
            <p:nvPr/>
          </p:nvSpPr>
          <p:spPr>
            <a:xfrm>
              <a:off x="2709496" y="31931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Rectangle 645">
              <a:extLst>
                <a:ext uri="{FF2B5EF4-FFF2-40B4-BE49-F238E27FC236}">
                  <a16:creationId xmlns:a16="http://schemas.microsoft.com/office/drawing/2014/main" id="{41B23F31-2465-4F46-8D18-E2DB0D7AFA45}"/>
                </a:ext>
              </a:extLst>
            </p:cNvPr>
            <p:cNvSpPr/>
            <p:nvPr/>
          </p:nvSpPr>
          <p:spPr>
            <a:xfrm>
              <a:off x="3655646" y="343046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Rectangle 646">
              <a:extLst>
                <a:ext uri="{FF2B5EF4-FFF2-40B4-BE49-F238E27FC236}">
                  <a16:creationId xmlns:a16="http://schemas.microsoft.com/office/drawing/2014/main" id="{AFE569A1-4EDD-4964-A4A4-2829366BEC3C}"/>
                </a:ext>
              </a:extLst>
            </p:cNvPr>
            <p:cNvSpPr/>
            <p:nvPr/>
          </p:nvSpPr>
          <p:spPr>
            <a:xfrm>
              <a:off x="3655646" y="334341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Rectangle 647">
              <a:extLst>
                <a:ext uri="{FF2B5EF4-FFF2-40B4-BE49-F238E27FC236}">
                  <a16:creationId xmlns:a16="http://schemas.microsoft.com/office/drawing/2014/main" id="{59933275-CCCD-4430-AAE8-5178F4AC581E}"/>
                </a:ext>
              </a:extLst>
            </p:cNvPr>
            <p:cNvSpPr/>
            <p:nvPr/>
          </p:nvSpPr>
          <p:spPr>
            <a:xfrm>
              <a:off x="3655646" y="326509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Rectangle 648">
              <a:extLst>
                <a:ext uri="{FF2B5EF4-FFF2-40B4-BE49-F238E27FC236}">
                  <a16:creationId xmlns:a16="http://schemas.microsoft.com/office/drawing/2014/main" id="{B61E832B-E279-42D3-8BBB-98DBF75AC3C7}"/>
                </a:ext>
              </a:extLst>
            </p:cNvPr>
            <p:cNvSpPr/>
            <p:nvPr/>
          </p:nvSpPr>
          <p:spPr>
            <a:xfrm>
              <a:off x="3655646" y="319101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Rectangle 649">
              <a:extLst>
                <a:ext uri="{FF2B5EF4-FFF2-40B4-BE49-F238E27FC236}">
                  <a16:creationId xmlns:a16="http://schemas.microsoft.com/office/drawing/2014/main" id="{553285C9-ABE6-4363-ABA5-91A05F4CDBB1}"/>
                </a:ext>
              </a:extLst>
            </p:cNvPr>
            <p:cNvSpPr/>
            <p:nvPr/>
          </p:nvSpPr>
          <p:spPr>
            <a:xfrm>
              <a:off x="2709496" y="38836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Rectangle 650">
              <a:extLst>
                <a:ext uri="{FF2B5EF4-FFF2-40B4-BE49-F238E27FC236}">
                  <a16:creationId xmlns:a16="http://schemas.microsoft.com/office/drawing/2014/main" id="{FFFD1B5B-827B-424D-9798-C32B13588570}"/>
                </a:ext>
              </a:extLst>
            </p:cNvPr>
            <p:cNvSpPr/>
            <p:nvPr/>
          </p:nvSpPr>
          <p:spPr>
            <a:xfrm>
              <a:off x="2709496" y="39659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Rectangle 651">
              <a:extLst>
                <a:ext uri="{FF2B5EF4-FFF2-40B4-BE49-F238E27FC236}">
                  <a16:creationId xmlns:a16="http://schemas.microsoft.com/office/drawing/2014/main" id="{E63E5190-1D00-46DD-958F-E1F04C3A3568}"/>
                </a:ext>
              </a:extLst>
            </p:cNvPr>
            <p:cNvSpPr/>
            <p:nvPr/>
          </p:nvSpPr>
          <p:spPr>
            <a:xfrm>
              <a:off x="2709496" y="404561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Rectangle 652">
              <a:extLst>
                <a:ext uri="{FF2B5EF4-FFF2-40B4-BE49-F238E27FC236}">
                  <a16:creationId xmlns:a16="http://schemas.microsoft.com/office/drawing/2014/main" id="{B3A6944B-3E75-4733-8736-92F852CB2B59}"/>
                </a:ext>
              </a:extLst>
            </p:cNvPr>
            <p:cNvSpPr/>
            <p:nvPr/>
          </p:nvSpPr>
          <p:spPr>
            <a:xfrm>
              <a:off x="2709496" y="41313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Rectangle 653">
              <a:extLst>
                <a:ext uri="{FF2B5EF4-FFF2-40B4-BE49-F238E27FC236}">
                  <a16:creationId xmlns:a16="http://schemas.microsoft.com/office/drawing/2014/main" id="{16EA83D7-233C-4B89-B4CF-4A2D4F0A60D9}"/>
                </a:ext>
              </a:extLst>
            </p:cNvPr>
            <p:cNvSpPr/>
            <p:nvPr/>
          </p:nvSpPr>
          <p:spPr>
            <a:xfrm>
              <a:off x="3655646" y="41313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Rectangle 654">
              <a:extLst>
                <a:ext uri="{FF2B5EF4-FFF2-40B4-BE49-F238E27FC236}">
                  <a16:creationId xmlns:a16="http://schemas.microsoft.com/office/drawing/2014/main" id="{A55EC682-9A85-4286-BC6E-1A4DCB6C742E}"/>
                </a:ext>
              </a:extLst>
            </p:cNvPr>
            <p:cNvSpPr/>
            <p:nvPr/>
          </p:nvSpPr>
          <p:spPr>
            <a:xfrm>
              <a:off x="3655646" y="405355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Rectangle 655">
              <a:extLst>
                <a:ext uri="{FF2B5EF4-FFF2-40B4-BE49-F238E27FC236}">
                  <a16:creationId xmlns:a16="http://schemas.microsoft.com/office/drawing/2014/main" id="{D43B38E1-FF3C-4A60-91AD-EB47753ADE8A}"/>
                </a:ext>
              </a:extLst>
            </p:cNvPr>
            <p:cNvSpPr/>
            <p:nvPr/>
          </p:nvSpPr>
          <p:spPr>
            <a:xfrm>
              <a:off x="3655646" y="397656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Rectangle 656">
              <a:extLst>
                <a:ext uri="{FF2B5EF4-FFF2-40B4-BE49-F238E27FC236}">
                  <a16:creationId xmlns:a16="http://schemas.microsoft.com/office/drawing/2014/main" id="{E2CFBFDD-EB45-42A2-B71B-FA1EE76702A1}"/>
                </a:ext>
              </a:extLst>
            </p:cNvPr>
            <p:cNvSpPr/>
            <p:nvPr/>
          </p:nvSpPr>
          <p:spPr>
            <a:xfrm>
              <a:off x="3655646" y="389163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Rectangle 657">
              <a:extLst>
                <a:ext uri="{FF2B5EF4-FFF2-40B4-BE49-F238E27FC236}">
                  <a16:creationId xmlns:a16="http://schemas.microsoft.com/office/drawing/2014/main" id="{37708CA4-5311-4EFD-89B3-5D1F12F4C19F}"/>
                </a:ext>
              </a:extLst>
            </p:cNvPr>
            <p:cNvSpPr/>
            <p:nvPr/>
          </p:nvSpPr>
          <p:spPr>
            <a:xfrm>
              <a:off x="3658814"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a16="http://schemas.microsoft.com/office/drawing/2014/main" id="{83EDF799-5FFF-48FE-97A4-00F2E6E14606}"/>
                </a:ext>
              </a:extLst>
            </p:cNvPr>
            <p:cNvSpPr/>
            <p:nvPr/>
          </p:nvSpPr>
          <p:spPr>
            <a:xfrm>
              <a:off x="2874591"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a16="http://schemas.microsoft.com/office/drawing/2014/main" id="{5C2A4A8E-CEF8-4E22-B957-D053AAB11EC2}"/>
                </a:ext>
              </a:extLst>
            </p:cNvPr>
            <p:cNvSpPr/>
            <p:nvPr/>
          </p:nvSpPr>
          <p:spPr>
            <a:xfrm>
              <a:off x="2957138"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a:extLst>
                <a:ext uri="{FF2B5EF4-FFF2-40B4-BE49-F238E27FC236}">
                  <a16:creationId xmlns:a16="http://schemas.microsoft.com/office/drawing/2014/main" id="{19CE02F7-C368-4159-A36D-30E645E6383B}"/>
                </a:ext>
              </a:extLst>
            </p:cNvPr>
            <p:cNvSpPr/>
            <p:nvPr/>
          </p:nvSpPr>
          <p:spPr>
            <a:xfrm>
              <a:off x="3044430"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a16="http://schemas.microsoft.com/office/drawing/2014/main" id="{9EBF26FF-91A1-402C-BD96-4A192C51E74D}"/>
                </a:ext>
              </a:extLst>
            </p:cNvPr>
            <p:cNvSpPr/>
            <p:nvPr/>
          </p:nvSpPr>
          <p:spPr>
            <a:xfrm>
              <a:off x="3130955"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Rectangle 662">
              <a:extLst>
                <a:ext uri="{FF2B5EF4-FFF2-40B4-BE49-F238E27FC236}">
                  <a16:creationId xmlns:a16="http://schemas.microsoft.com/office/drawing/2014/main" id="{FD759E4C-5769-4D00-9D02-AD7ED258AB19}"/>
                </a:ext>
              </a:extLst>
            </p:cNvPr>
            <p:cNvSpPr/>
            <p:nvPr/>
          </p:nvSpPr>
          <p:spPr>
            <a:xfrm>
              <a:off x="3217480"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Rectangle 663">
              <a:extLst>
                <a:ext uri="{FF2B5EF4-FFF2-40B4-BE49-F238E27FC236}">
                  <a16:creationId xmlns:a16="http://schemas.microsoft.com/office/drawing/2014/main" id="{CC484E74-1D9E-4EB8-B6C0-59BC5AC65D54}"/>
                </a:ext>
              </a:extLst>
            </p:cNvPr>
            <p:cNvSpPr/>
            <p:nvPr/>
          </p:nvSpPr>
          <p:spPr>
            <a:xfrm>
              <a:off x="3306392"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Rectangle 664">
              <a:extLst>
                <a:ext uri="{FF2B5EF4-FFF2-40B4-BE49-F238E27FC236}">
                  <a16:creationId xmlns:a16="http://schemas.microsoft.com/office/drawing/2014/main" id="{22A15C36-4CC1-4E22-92F5-17B8C0513830}"/>
                </a:ext>
              </a:extLst>
            </p:cNvPr>
            <p:cNvSpPr/>
            <p:nvPr/>
          </p:nvSpPr>
          <p:spPr>
            <a:xfrm>
              <a:off x="3396895"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a16="http://schemas.microsoft.com/office/drawing/2014/main" id="{26F98924-2D21-4442-817B-44E1D5CB1CD0}"/>
                </a:ext>
              </a:extLst>
            </p:cNvPr>
            <p:cNvSpPr/>
            <p:nvPr/>
          </p:nvSpPr>
          <p:spPr>
            <a:xfrm>
              <a:off x="3487382"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a16="http://schemas.microsoft.com/office/drawing/2014/main" id="{B4F4EC3E-999F-476F-AB24-DC61BC337998}"/>
                </a:ext>
              </a:extLst>
            </p:cNvPr>
            <p:cNvSpPr/>
            <p:nvPr/>
          </p:nvSpPr>
          <p:spPr>
            <a:xfrm>
              <a:off x="3573099"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2F50BB3D-44C3-4973-86B5-C1CD0B93636D}"/>
                </a:ext>
              </a:extLst>
            </p:cNvPr>
            <p:cNvSpPr/>
            <p:nvPr/>
          </p:nvSpPr>
          <p:spPr>
            <a:xfrm>
              <a:off x="3655646"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a16="http://schemas.microsoft.com/office/drawing/2014/main" id="{49BBB8F2-8D14-480A-A37D-AAA5A253D0E2}"/>
                </a:ext>
              </a:extLst>
            </p:cNvPr>
            <p:cNvSpPr/>
            <p:nvPr/>
          </p:nvSpPr>
          <p:spPr>
            <a:xfrm>
              <a:off x="2871423"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Rectangle 669">
              <a:extLst>
                <a:ext uri="{FF2B5EF4-FFF2-40B4-BE49-F238E27FC236}">
                  <a16:creationId xmlns:a16="http://schemas.microsoft.com/office/drawing/2014/main" id="{1EA69B9B-6F82-4054-A43D-84524AA30DEF}"/>
                </a:ext>
              </a:extLst>
            </p:cNvPr>
            <p:cNvSpPr/>
            <p:nvPr/>
          </p:nvSpPr>
          <p:spPr>
            <a:xfrm>
              <a:off x="2953970"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3EC2070C-61FE-49A8-8B8C-DE48F4EA86DA}"/>
                </a:ext>
              </a:extLst>
            </p:cNvPr>
            <p:cNvSpPr/>
            <p:nvPr/>
          </p:nvSpPr>
          <p:spPr>
            <a:xfrm>
              <a:off x="3041262"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Rectangle 671">
              <a:extLst>
                <a:ext uri="{FF2B5EF4-FFF2-40B4-BE49-F238E27FC236}">
                  <a16:creationId xmlns:a16="http://schemas.microsoft.com/office/drawing/2014/main" id="{820FF650-DBB1-475A-94ED-2D6621DF13F8}"/>
                </a:ext>
              </a:extLst>
            </p:cNvPr>
            <p:cNvSpPr/>
            <p:nvPr/>
          </p:nvSpPr>
          <p:spPr>
            <a:xfrm>
              <a:off x="3127787"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Rectangle 672">
              <a:extLst>
                <a:ext uri="{FF2B5EF4-FFF2-40B4-BE49-F238E27FC236}">
                  <a16:creationId xmlns:a16="http://schemas.microsoft.com/office/drawing/2014/main" id="{6A9DAA2E-8CF4-4A97-A8C7-30E477C7EBBC}"/>
                </a:ext>
              </a:extLst>
            </p:cNvPr>
            <p:cNvSpPr/>
            <p:nvPr/>
          </p:nvSpPr>
          <p:spPr>
            <a:xfrm>
              <a:off x="3214312"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Rectangle 673">
              <a:extLst>
                <a:ext uri="{FF2B5EF4-FFF2-40B4-BE49-F238E27FC236}">
                  <a16:creationId xmlns:a16="http://schemas.microsoft.com/office/drawing/2014/main" id="{1A9346F9-4D80-4938-8C9C-E484E1897154}"/>
                </a:ext>
              </a:extLst>
            </p:cNvPr>
            <p:cNvSpPr/>
            <p:nvPr/>
          </p:nvSpPr>
          <p:spPr>
            <a:xfrm>
              <a:off x="3303224"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Rectangle 674">
              <a:extLst>
                <a:ext uri="{FF2B5EF4-FFF2-40B4-BE49-F238E27FC236}">
                  <a16:creationId xmlns:a16="http://schemas.microsoft.com/office/drawing/2014/main" id="{2F7B378C-567A-46AA-9079-783E70666F32}"/>
                </a:ext>
              </a:extLst>
            </p:cNvPr>
            <p:cNvSpPr/>
            <p:nvPr/>
          </p:nvSpPr>
          <p:spPr>
            <a:xfrm>
              <a:off x="3393727"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Rectangle 675">
              <a:extLst>
                <a:ext uri="{FF2B5EF4-FFF2-40B4-BE49-F238E27FC236}">
                  <a16:creationId xmlns:a16="http://schemas.microsoft.com/office/drawing/2014/main" id="{F4CBDCDF-CCD6-4A8C-B62E-A27DF4F5FF3E}"/>
                </a:ext>
              </a:extLst>
            </p:cNvPr>
            <p:cNvSpPr/>
            <p:nvPr/>
          </p:nvSpPr>
          <p:spPr>
            <a:xfrm>
              <a:off x="3484214"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Rectangle 676">
              <a:extLst>
                <a:ext uri="{FF2B5EF4-FFF2-40B4-BE49-F238E27FC236}">
                  <a16:creationId xmlns:a16="http://schemas.microsoft.com/office/drawing/2014/main" id="{2F9565CF-BAE5-48CE-B0D0-ED79EA6EE08C}"/>
                </a:ext>
              </a:extLst>
            </p:cNvPr>
            <p:cNvSpPr/>
            <p:nvPr/>
          </p:nvSpPr>
          <p:spPr>
            <a:xfrm>
              <a:off x="3569931"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891C662C-C1ED-44B2-8AF5-BA0FD2DB5527}"/>
                </a:ext>
              </a:extLst>
            </p:cNvPr>
            <p:cNvSpPr/>
            <p:nvPr/>
          </p:nvSpPr>
          <p:spPr>
            <a:xfrm>
              <a:off x="2709495" y="3112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DBAAA90C-2EB6-4E13-B57B-DAACF9B785B3}"/>
                </a:ext>
              </a:extLst>
            </p:cNvPr>
            <p:cNvSpPr/>
            <p:nvPr/>
          </p:nvSpPr>
          <p:spPr>
            <a:xfrm>
              <a:off x="2790459" y="3112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2A31D449-549B-489E-B5AC-3ACB6071F5FC}"/>
                </a:ext>
              </a:extLst>
            </p:cNvPr>
            <p:cNvSpPr/>
            <p:nvPr/>
          </p:nvSpPr>
          <p:spPr>
            <a:xfrm>
              <a:off x="3655646"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7B6BF13C-7B4C-49C8-B457-2A8912969431}"/>
                </a:ext>
              </a:extLst>
            </p:cNvPr>
            <p:cNvSpPr/>
            <p:nvPr/>
          </p:nvSpPr>
          <p:spPr>
            <a:xfrm>
              <a:off x="2872993" y="302829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4C7C945C-D135-41CE-A400-3FC98AE1D364}"/>
                </a:ext>
              </a:extLst>
            </p:cNvPr>
            <p:cNvSpPr/>
            <p:nvPr/>
          </p:nvSpPr>
          <p:spPr>
            <a:xfrm>
              <a:off x="2953942" y="303094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FE05AC11-F159-4369-81EE-0E31FF333341}"/>
                </a:ext>
              </a:extLst>
            </p:cNvPr>
            <p:cNvSpPr/>
            <p:nvPr/>
          </p:nvSpPr>
          <p:spPr>
            <a:xfrm>
              <a:off x="3042070" y="302829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51A5CF0D-3464-4BCD-A440-46F7671F9C7E}"/>
                </a:ext>
              </a:extLst>
            </p:cNvPr>
            <p:cNvSpPr/>
            <p:nvPr/>
          </p:nvSpPr>
          <p:spPr>
            <a:xfrm>
              <a:off x="3128595" y="302829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Rectangle 684">
              <a:extLst>
                <a:ext uri="{FF2B5EF4-FFF2-40B4-BE49-F238E27FC236}">
                  <a16:creationId xmlns:a16="http://schemas.microsoft.com/office/drawing/2014/main" id="{BC60C6E6-EBCE-4C1D-B958-546F399D2579}"/>
                </a:ext>
              </a:extLst>
            </p:cNvPr>
            <p:cNvSpPr/>
            <p:nvPr/>
          </p:nvSpPr>
          <p:spPr>
            <a:xfrm>
              <a:off x="3214312"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Rectangle 685">
              <a:extLst>
                <a:ext uri="{FF2B5EF4-FFF2-40B4-BE49-F238E27FC236}">
                  <a16:creationId xmlns:a16="http://schemas.microsoft.com/office/drawing/2014/main" id="{66F05810-C72E-49A7-B131-057057047121}"/>
                </a:ext>
              </a:extLst>
            </p:cNvPr>
            <p:cNvSpPr/>
            <p:nvPr/>
          </p:nvSpPr>
          <p:spPr>
            <a:xfrm>
              <a:off x="3303224"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5937F466-8AD7-4DE4-A8C2-EE6F9EE01FB2}"/>
                </a:ext>
              </a:extLst>
            </p:cNvPr>
            <p:cNvSpPr/>
            <p:nvPr/>
          </p:nvSpPr>
          <p:spPr>
            <a:xfrm>
              <a:off x="3393727"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3487E797-7972-425D-9555-D8BBBCB48336}"/>
                </a:ext>
              </a:extLst>
            </p:cNvPr>
            <p:cNvSpPr/>
            <p:nvPr/>
          </p:nvSpPr>
          <p:spPr>
            <a:xfrm>
              <a:off x="3484214"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11C0F425-E046-49AE-9DD1-082848AF1495}"/>
                </a:ext>
              </a:extLst>
            </p:cNvPr>
            <p:cNvSpPr/>
            <p:nvPr/>
          </p:nvSpPr>
          <p:spPr>
            <a:xfrm>
              <a:off x="3569931"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Rectangle 689">
              <a:extLst>
                <a:ext uri="{FF2B5EF4-FFF2-40B4-BE49-F238E27FC236}">
                  <a16:creationId xmlns:a16="http://schemas.microsoft.com/office/drawing/2014/main" id="{268E958D-DED4-44E0-853E-644AED6464A9}"/>
                </a:ext>
              </a:extLst>
            </p:cNvPr>
            <p:cNvSpPr/>
            <p:nvPr/>
          </p:nvSpPr>
          <p:spPr>
            <a:xfrm>
              <a:off x="2709495" y="303094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99C1FFDA-A2F3-4B40-9506-6F10A2FCB8A5}"/>
                </a:ext>
              </a:extLst>
            </p:cNvPr>
            <p:cNvSpPr/>
            <p:nvPr/>
          </p:nvSpPr>
          <p:spPr>
            <a:xfrm>
              <a:off x="2790459" y="303094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F53D07D8-4F2C-4D90-8FEB-D8558057101A}"/>
                </a:ext>
              </a:extLst>
            </p:cNvPr>
            <p:cNvSpPr/>
            <p:nvPr/>
          </p:nvSpPr>
          <p:spPr>
            <a:xfrm>
              <a:off x="3655646" y="295301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64A70C98-BA77-413A-A0DA-9DC928E11FA8}"/>
                </a:ext>
              </a:extLst>
            </p:cNvPr>
            <p:cNvSpPr/>
            <p:nvPr/>
          </p:nvSpPr>
          <p:spPr>
            <a:xfrm>
              <a:off x="3569931" y="295301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a16="http://schemas.microsoft.com/office/drawing/2014/main" id="{42EC7FF3-9A70-47F6-9798-3E97FE95EA1E}"/>
                </a:ext>
              </a:extLst>
            </p:cNvPr>
            <p:cNvSpPr/>
            <p:nvPr/>
          </p:nvSpPr>
          <p:spPr>
            <a:xfrm>
              <a:off x="3655646" y="287179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Rectangle 694">
              <a:extLst>
                <a:ext uri="{FF2B5EF4-FFF2-40B4-BE49-F238E27FC236}">
                  <a16:creationId xmlns:a16="http://schemas.microsoft.com/office/drawing/2014/main" id="{6A753C6E-0F75-4D3B-B109-B3E5F51FFD29}"/>
                </a:ext>
              </a:extLst>
            </p:cNvPr>
            <p:cNvSpPr/>
            <p:nvPr/>
          </p:nvSpPr>
          <p:spPr>
            <a:xfrm>
              <a:off x="3569931" y="287179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B977966E-ED15-490B-A60E-884631A8BE76}"/>
                </a:ext>
              </a:extLst>
            </p:cNvPr>
            <p:cNvSpPr/>
            <p:nvPr/>
          </p:nvSpPr>
          <p:spPr>
            <a:xfrm>
              <a:off x="3303196" y="2953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20F3F7A8-F67E-4307-B308-DFB13831C1BC}"/>
                </a:ext>
              </a:extLst>
            </p:cNvPr>
            <p:cNvSpPr/>
            <p:nvPr/>
          </p:nvSpPr>
          <p:spPr>
            <a:xfrm>
              <a:off x="3217481" y="2953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546398D4-C6C5-423C-A162-50D73F760C64}"/>
                </a:ext>
              </a:extLst>
            </p:cNvPr>
            <p:cNvSpPr/>
            <p:nvPr/>
          </p:nvSpPr>
          <p:spPr>
            <a:xfrm>
              <a:off x="2709495" y="420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Rectangle 698">
              <a:extLst>
                <a:ext uri="{FF2B5EF4-FFF2-40B4-BE49-F238E27FC236}">
                  <a16:creationId xmlns:a16="http://schemas.microsoft.com/office/drawing/2014/main" id="{A7312804-3163-4300-89ED-894A5717B800}"/>
                </a:ext>
              </a:extLst>
            </p:cNvPr>
            <p:cNvSpPr/>
            <p:nvPr/>
          </p:nvSpPr>
          <p:spPr>
            <a:xfrm>
              <a:off x="2790459" y="420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542ADE08-3E5D-4D4A-AFD0-D00013732ACB}"/>
                </a:ext>
              </a:extLst>
            </p:cNvPr>
            <p:cNvSpPr/>
            <p:nvPr/>
          </p:nvSpPr>
          <p:spPr>
            <a:xfrm flipV="1">
              <a:off x="2954578" y="2863787"/>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DA153D31-4D45-4F27-AD76-E855AA1CB652}"/>
                </a:ext>
              </a:extLst>
            </p:cNvPr>
            <p:cNvSpPr/>
            <p:nvPr/>
          </p:nvSpPr>
          <p:spPr>
            <a:xfrm flipV="1">
              <a:off x="3042706" y="286643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1648C0A2-C9FF-493C-B52F-8257E8995E6E}"/>
                </a:ext>
              </a:extLst>
            </p:cNvPr>
            <p:cNvSpPr/>
            <p:nvPr/>
          </p:nvSpPr>
          <p:spPr>
            <a:xfrm flipV="1">
              <a:off x="3129231" y="286643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3" name="Rectangle 702">
              <a:extLst>
                <a:ext uri="{FF2B5EF4-FFF2-40B4-BE49-F238E27FC236}">
                  <a16:creationId xmlns:a16="http://schemas.microsoft.com/office/drawing/2014/main" id="{5473F6A8-B427-4D3F-8DF9-BAAAF8800468}"/>
                </a:ext>
              </a:extLst>
            </p:cNvPr>
            <p:cNvSpPr/>
            <p:nvPr/>
          </p:nvSpPr>
          <p:spPr>
            <a:xfrm>
              <a:off x="2873657" y="286458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Rectangle 703">
              <a:extLst>
                <a:ext uri="{FF2B5EF4-FFF2-40B4-BE49-F238E27FC236}">
                  <a16:creationId xmlns:a16="http://schemas.microsoft.com/office/drawing/2014/main" id="{C37234CD-697F-47A7-81F6-841973721952}"/>
                </a:ext>
              </a:extLst>
            </p:cNvPr>
            <p:cNvSpPr/>
            <p:nvPr/>
          </p:nvSpPr>
          <p:spPr>
            <a:xfrm>
              <a:off x="2791067" y="28629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0C98F7EB-15D7-4927-88A4-8CED5641E020}"/>
                </a:ext>
              </a:extLst>
            </p:cNvPr>
            <p:cNvSpPr/>
            <p:nvPr/>
          </p:nvSpPr>
          <p:spPr>
            <a:xfrm>
              <a:off x="2710520" y="28629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DBC966ED-3573-4BF8-A16E-C0677F396799}"/>
                </a:ext>
              </a:extLst>
            </p:cNvPr>
            <p:cNvSpPr/>
            <p:nvPr/>
          </p:nvSpPr>
          <p:spPr>
            <a:xfrm>
              <a:off x="2872993" y="294388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CBBA5641-9686-4EE9-9F2E-FA010FA9D080}"/>
                </a:ext>
              </a:extLst>
            </p:cNvPr>
            <p:cNvSpPr/>
            <p:nvPr/>
          </p:nvSpPr>
          <p:spPr>
            <a:xfrm>
              <a:off x="2953942" y="294653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ED4FA713-D0CA-4DE4-8B0E-D1E9AE5E8EC1}"/>
                </a:ext>
              </a:extLst>
            </p:cNvPr>
            <p:cNvSpPr/>
            <p:nvPr/>
          </p:nvSpPr>
          <p:spPr>
            <a:xfrm>
              <a:off x="3042070" y="294388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697C4557-F4EA-4B6D-93A5-76376E1D2F63}"/>
                </a:ext>
              </a:extLst>
            </p:cNvPr>
            <p:cNvSpPr/>
            <p:nvPr/>
          </p:nvSpPr>
          <p:spPr>
            <a:xfrm>
              <a:off x="3128595" y="294388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9922EFC7-EDB1-4119-8A21-A0F96753CF00}"/>
                </a:ext>
              </a:extLst>
            </p:cNvPr>
            <p:cNvSpPr/>
            <p:nvPr/>
          </p:nvSpPr>
          <p:spPr>
            <a:xfrm>
              <a:off x="2709495" y="29465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1A7AD8F6-930E-48A4-B460-C18094005693}"/>
                </a:ext>
              </a:extLst>
            </p:cNvPr>
            <p:cNvSpPr/>
            <p:nvPr/>
          </p:nvSpPr>
          <p:spPr>
            <a:xfrm>
              <a:off x="2790459" y="29465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a16="http://schemas.microsoft.com/office/drawing/2014/main" id="{8C6B99F8-5A0D-4F51-8440-F72918CA2602}"/>
                </a:ext>
              </a:extLst>
            </p:cNvPr>
            <p:cNvSpPr/>
            <p:nvPr/>
          </p:nvSpPr>
          <p:spPr>
            <a:xfrm>
              <a:off x="3741371" y="2847593"/>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713" name="Rectangle 712">
              <a:extLst>
                <a:ext uri="{FF2B5EF4-FFF2-40B4-BE49-F238E27FC236}">
                  <a16:creationId xmlns:a16="http://schemas.microsoft.com/office/drawing/2014/main" id="{3596AB01-1DF8-4A87-95D9-15C11689079B}"/>
                </a:ext>
              </a:extLst>
            </p:cNvPr>
            <p:cNvSpPr/>
            <p:nvPr/>
          </p:nvSpPr>
          <p:spPr>
            <a:xfrm>
              <a:off x="2629200" y="285301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Rectangle 713">
              <a:extLst>
                <a:ext uri="{FF2B5EF4-FFF2-40B4-BE49-F238E27FC236}">
                  <a16:creationId xmlns:a16="http://schemas.microsoft.com/office/drawing/2014/main" id="{2C5381B4-B78C-4F96-A232-782F5CCFCB5E}"/>
                </a:ext>
              </a:extLst>
            </p:cNvPr>
            <p:cNvSpPr/>
            <p:nvPr/>
          </p:nvSpPr>
          <p:spPr>
            <a:xfrm>
              <a:off x="3740999" y="336001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a16="http://schemas.microsoft.com/office/drawing/2014/main" id="{22A3F8FD-7214-4AE9-8360-FDEE6E438138}"/>
                </a:ext>
              </a:extLst>
            </p:cNvPr>
            <p:cNvSpPr/>
            <p:nvPr/>
          </p:nvSpPr>
          <p:spPr>
            <a:xfrm>
              <a:off x="3740999" y="327323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C54B553D-4D43-45ED-B1C6-71186AB44A98}"/>
                </a:ext>
              </a:extLst>
            </p:cNvPr>
            <p:cNvSpPr/>
            <p:nvPr/>
          </p:nvSpPr>
          <p:spPr>
            <a:xfrm>
              <a:off x="3740999" y="318479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A89E16D9-9ECD-42B5-88F0-55CB3A56DE82}"/>
                </a:ext>
              </a:extLst>
            </p:cNvPr>
            <p:cNvSpPr/>
            <p:nvPr/>
          </p:nvSpPr>
          <p:spPr>
            <a:xfrm>
              <a:off x="3740999" y="310384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B64D00F5-74BF-474C-9C43-388E67EE42F3}"/>
                </a:ext>
              </a:extLst>
            </p:cNvPr>
            <p:cNvSpPr/>
            <p:nvPr/>
          </p:nvSpPr>
          <p:spPr>
            <a:xfrm>
              <a:off x="3741382" y="302724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9E20EF66-4F65-40A8-82F4-B683C7638F3B}"/>
                </a:ext>
              </a:extLst>
            </p:cNvPr>
            <p:cNvSpPr/>
            <p:nvPr/>
          </p:nvSpPr>
          <p:spPr>
            <a:xfrm>
              <a:off x="3740999" y="378249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21BEB2D5-0CF4-4552-BCB1-845568B96AE1}"/>
                </a:ext>
              </a:extLst>
            </p:cNvPr>
            <p:cNvSpPr/>
            <p:nvPr/>
          </p:nvSpPr>
          <p:spPr>
            <a:xfrm>
              <a:off x="3740999" y="370145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ACD4ADE7-4F85-4CAB-9E99-AC33435E9CF3}"/>
                </a:ext>
              </a:extLst>
            </p:cNvPr>
            <p:cNvSpPr/>
            <p:nvPr/>
          </p:nvSpPr>
          <p:spPr>
            <a:xfrm>
              <a:off x="3740999" y="361641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59AA5253-097B-4701-B006-E095C87212E3}"/>
                </a:ext>
              </a:extLst>
            </p:cNvPr>
            <p:cNvSpPr/>
            <p:nvPr/>
          </p:nvSpPr>
          <p:spPr>
            <a:xfrm>
              <a:off x="3740999" y="352980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Rectangle 722">
              <a:extLst>
                <a:ext uri="{FF2B5EF4-FFF2-40B4-BE49-F238E27FC236}">
                  <a16:creationId xmlns:a16="http://schemas.microsoft.com/office/drawing/2014/main" id="{B26672C1-C4B7-4969-A4DA-DD650417070D}"/>
                </a:ext>
              </a:extLst>
            </p:cNvPr>
            <p:cNvSpPr/>
            <p:nvPr/>
          </p:nvSpPr>
          <p:spPr>
            <a:xfrm>
              <a:off x="3740999" y="344421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Rectangle 723">
              <a:extLst>
                <a:ext uri="{FF2B5EF4-FFF2-40B4-BE49-F238E27FC236}">
                  <a16:creationId xmlns:a16="http://schemas.microsoft.com/office/drawing/2014/main" id="{C4600999-D917-442F-87DD-CA7841792B00}"/>
                </a:ext>
              </a:extLst>
            </p:cNvPr>
            <p:cNvSpPr/>
            <p:nvPr/>
          </p:nvSpPr>
          <p:spPr>
            <a:xfrm>
              <a:off x="3740999" y="420647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Rectangle 724">
              <a:extLst>
                <a:ext uri="{FF2B5EF4-FFF2-40B4-BE49-F238E27FC236}">
                  <a16:creationId xmlns:a16="http://schemas.microsoft.com/office/drawing/2014/main" id="{7D461720-7807-4851-B86D-204108021F4D}"/>
                </a:ext>
              </a:extLst>
            </p:cNvPr>
            <p:cNvSpPr/>
            <p:nvPr/>
          </p:nvSpPr>
          <p:spPr>
            <a:xfrm>
              <a:off x="3740999" y="411836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Rectangle 725">
              <a:extLst>
                <a:ext uri="{FF2B5EF4-FFF2-40B4-BE49-F238E27FC236}">
                  <a16:creationId xmlns:a16="http://schemas.microsoft.com/office/drawing/2014/main" id="{FCB0072F-65A3-4000-956A-5E05CD8ECC9B}"/>
                </a:ext>
              </a:extLst>
            </p:cNvPr>
            <p:cNvSpPr/>
            <p:nvPr/>
          </p:nvSpPr>
          <p:spPr>
            <a:xfrm>
              <a:off x="3740999" y="403132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Rectangle 726">
              <a:extLst>
                <a:ext uri="{FF2B5EF4-FFF2-40B4-BE49-F238E27FC236}">
                  <a16:creationId xmlns:a16="http://schemas.microsoft.com/office/drawing/2014/main" id="{4CCBBDF2-6D05-4F2A-BB49-8CC91F49E109}"/>
                </a:ext>
              </a:extLst>
            </p:cNvPr>
            <p:cNvSpPr/>
            <p:nvPr/>
          </p:nvSpPr>
          <p:spPr>
            <a:xfrm>
              <a:off x="3740999" y="394627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Rectangle 727">
              <a:extLst>
                <a:ext uri="{FF2B5EF4-FFF2-40B4-BE49-F238E27FC236}">
                  <a16:creationId xmlns:a16="http://schemas.microsoft.com/office/drawing/2014/main" id="{B3B67716-479A-408C-973D-72504E28A443}"/>
                </a:ext>
              </a:extLst>
            </p:cNvPr>
            <p:cNvSpPr/>
            <p:nvPr/>
          </p:nvSpPr>
          <p:spPr>
            <a:xfrm>
              <a:off x="3740999" y="386523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Rectangle 728">
              <a:extLst>
                <a:ext uri="{FF2B5EF4-FFF2-40B4-BE49-F238E27FC236}">
                  <a16:creationId xmlns:a16="http://schemas.microsoft.com/office/drawing/2014/main" id="{1ADD8F3B-C35D-4E0E-8672-1A1C11C2ECE1}"/>
                </a:ext>
              </a:extLst>
            </p:cNvPr>
            <p:cNvSpPr/>
            <p:nvPr/>
          </p:nvSpPr>
          <p:spPr>
            <a:xfrm>
              <a:off x="3743154" y="19427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Rectangle 729">
              <a:extLst>
                <a:ext uri="{FF2B5EF4-FFF2-40B4-BE49-F238E27FC236}">
                  <a16:creationId xmlns:a16="http://schemas.microsoft.com/office/drawing/2014/main" id="{C1038483-C239-42DA-90AC-6E68CF3676B3}"/>
                </a:ext>
              </a:extLst>
            </p:cNvPr>
            <p:cNvSpPr/>
            <p:nvPr/>
          </p:nvSpPr>
          <p:spPr>
            <a:xfrm>
              <a:off x="3743154" y="185596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Rectangle 730">
              <a:extLst>
                <a:ext uri="{FF2B5EF4-FFF2-40B4-BE49-F238E27FC236}">
                  <a16:creationId xmlns:a16="http://schemas.microsoft.com/office/drawing/2014/main" id="{05B23DB8-50E7-448C-99E6-4A3CD6CE4883}"/>
                </a:ext>
              </a:extLst>
            </p:cNvPr>
            <p:cNvSpPr/>
            <p:nvPr/>
          </p:nvSpPr>
          <p:spPr>
            <a:xfrm>
              <a:off x="3743154" y="176752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Rectangle 731">
              <a:extLst>
                <a:ext uri="{FF2B5EF4-FFF2-40B4-BE49-F238E27FC236}">
                  <a16:creationId xmlns:a16="http://schemas.microsoft.com/office/drawing/2014/main" id="{314ADE48-B5D7-4E50-B365-34389781FC9F}"/>
                </a:ext>
              </a:extLst>
            </p:cNvPr>
            <p:cNvSpPr/>
            <p:nvPr/>
          </p:nvSpPr>
          <p:spPr>
            <a:xfrm>
              <a:off x="3743154" y="168657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Rectangle 732">
              <a:extLst>
                <a:ext uri="{FF2B5EF4-FFF2-40B4-BE49-F238E27FC236}">
                  <a16:creationId xmlns:a16="http://schemas.microsoft.com/office/drawing/2014/main" id="{456E9E00-854F-4A47-B088-C411BFFAF669}"/>
                </a:ext>
              </a:extLst>
            </p:cNvPr>
            <p:cNvSpPr/>
            <p:nvPr/>
          </p:nvSpPr>
          <p:spPr>
            <a:xfrm>
              <a:off x="3741362" y="16095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Rectangle 733">
              <a:extLst>
                <a:ext uri="{FF2B5EF4-FFF2-40B4-BE49-F238E27FC236}">
                  <a16:creationId xmlns:a16="http://schemas.microsoft.com/office/drawing/2014/main" id="{C63AF751-076B-4436-B4CB-A7C71B2802CA}"/>
                </a:ext>
              </a:extLst>
            </p:cNvPr>
            <p:cNvSpPr/>
            <p:nvPr/>
          </p:nvSpPr>
          <p:spPr>
            <a:xfrm>
              <a:off x="3743154" y="23652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BF8A78FF-B434-4E7D-8E12-320B4A6972E8}"/>
                </a:ext>
              </a:extLst>
            </p:cNvPr>
            <p:cNvSpPr/>
            <p:nvPr/>
          </p:nvSpPr>
          <p:spPr>
            <a:xfrm>
              <a:off x="3743154" y="228418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6D471B27-1062-43D3-85DD-A865F8C275B5}"/>
                </a:ext>
              </a:extLst>
            </p:cNvPr>
            <p:cNvSpPr/>
            <p:nvPr/>
          </p:nvSpPr>
          <p:spPr>
            <a:xfrm>
              <a:off x="3743154" y="219913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449EB6EC-BC79-410F-BF6F-C36D07364658}"/>
                </a:ext>
              </a:extLst>
            </p:cNvPr>
            <p:cNvSpPr/>
            <p:nvPr/>
          </p:nvSpPr>
          <p:spPr>
            <a:xfrm>
              <a:off x="3743154" y="211253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B3A545DD-DC61-4B86-91BA-30A6DE42B6D5}"/>
                </a:ext>
              </a:extLst>
            </p:cNvPr>
            <p:cNvSpPr/>
            <p:nvPr/>
          </p:nvSpPr>
          <p:spPr>
            <a:xfrm>
              <a:off x="3743154" y="202693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060D48F3-33CC-4043-8DCC-8E6E029A221A}"/>
                </a:ext>
              </a:extLst>
            </p:cNvPr>
            <p:cNvSpPr/>
            <p:nvPr/>
          </p:nvSpPr>
          <p:spPr>
            <a:xfrm>
              <a:off x="3743154" y="278920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7C4FC5E1-5B9D-4F23-9965-482C43190A0E}"/>
                </a:ext>
              </a:extLst>
            </p:cNvPr>
            <p:cNvSpPr/>
            <p:nvPr/>
          </p:nvSpPr>
          <p:spPr>
            <a:xfrm>
              <a:off x="3743154" y="270109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F2EF110C-3FEF-40FF-A11E-D15189C7F4DC}"/>
                </a:ext>
              </a:extLst>
            </p:cNvPr>
            <p:cNvSpPr/>
            <p:nvPr/>
          </p:nvSpPr>
          <p:spPr>
            <a:xfrm>
              <a:off x="3743154" y="261404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a16="http://schemas.microsoft.com/office/drawing/2014/main" id="{62B55973-5475-49A9-9B19-81E9F335A992}"/>
                </a:ext>
              </a:extLst>
            </p:cNvPr>
            <p:cNvSpPr/>
            <p:nvPr/>
          </p:nvSpPr>
          <p:spPr>
            <a:xfrm>
              <a:off x="3743154" y="25290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a16="http://schemas.microsoft.com/office/drawing/2014/main" id="{666E9EF1-EFC3-472F-B9DB-E7DCD96C3C36}"/>
                </a:ext>
              </a:extLst>
            </p:cNvPr>
            <p:cNvSpPr/>
            <p:nvPr/>
          </p:nvSpPr>
          <p:spPr>
            <a:xfrm>
              <a:off x="3743154" y="244796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0E139A26-2359-498E-8301-E62F89FC6BE7}"/>
                </a:ext>
              </a:extLst>
            </p:cNvPr>
            <p:cNvSpPr/>
            <p:nvPr/>
          </p:nvSpPr>
          <p:spPr>
            <a:xfrm>
              <a:off x="2628353" y="19412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744">
              <a:extLst>
                <a:ext uri="{FF2B5EF4-FFF2-40B4-BE49-F238E27FC236}">
                  <a16:creationId xmlns:a16="http://schemas.microsoft.com/office/drawing/2014/main" id="{A8FDC275-1E8D-4F84-8138-2EE0CB6D77D3}"/>
                </a:ext>
              </a:extLst>
            </p:cNvPr>
            <p:cNvSpPr/>
            <p:nvPr/>
          </p:nvSpPr>
          <p:spPr>
            <a:xfrm>
              <a:off x="2628353" y="185448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745">
              <a:extLst>
                <a:ext uri="{FF2B5EF4-FFF2-40B4-BE49-F238E27FC236}">
                  <a16:creationId xmlns:a16="http://schemas.microsoft.com/office/drawing/2014/main" id="{617C0BB4-3D1A-422B-A6FE-665DFDF3EC91}"/>
                </a:ext>
              </a:extLst>
            </p:cNvPr>
            <p:cNvSpPr/>
            <p:nvPr/>
          </p:nvSpPr>
          <p:spPr>
            <a:xfrm>
              <a:off x="2628353" y="176605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746">
              <a:extLst>
                <a:ext uri="{FF2B5EF4-FFF2-40B4-BE49-F238E27FC236}">
                  <a16:creationId xmlns:a16="http://schemas.microsoft.com/office/drawing/2014/main" id="{61E5851B-1015-40FE-9C6E-29EC548BCB50}"/>
                </a:ext>
              </a:extLst>
            </p:cNvPr>
            <p:cNvSpPr/>
            <p:nvPr/>
          </p:nvSpPr>
          <p:spPr>
            <a:xfrm>
              <a:off x="2628353" y="168510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Rectangle 747">
              <a:extLst>
                <a:ext uri="{FF2B5EF4-FFF2-40B4-BE49-F238E27FC236}">
                  <a16:creationId xmlns:a16="http://schemas.microsoft.com/office/drawing/2014/main" id="{6AD1AB8A-E15F-46E0-832C-0977BA284881}"/>
                </a:ext>
              </a:extLst>
            </p:cNvPr>
            <p:cNvSpPr/>
            <p:nvPr/>
          </p:nvSpPr>
          <p:spPr>
            <a:xfrm>
              <a:off x="2626561" y="160809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8EA2B3A0-3A0D-4111-91A1-728880EF5494}"/>
                </a:ext>
              </a:extLst>
            </p:cNvPr>
            <p:cNvSpPr/>
            <p:nvPr/>
          </p:nvSpPr>
          <p:spPr>
            <a:xfrm>
              <a:off x="2628353" y="236374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AA82AFD4-12B5-4203-8AF6-1832260BFA00}"/>
                </a:ext>
              </a:extLst>
            </p:cNvPr>
            <p:cNvSpPr/>
            <p:nvPr/>
          </p:nvSpPr>
          <p:spPr>
            <a:xfrm>
              <a:off x="2628353" y="228271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92858AA9-51CC-44CB-B04E-B128DBCC8E26}"/>
                </a:ext>
              </a:extLst>
            </p:cNvPr>
            <p:cNvSpPr/>
            <p:nvPr/>
          </p:nvSpPr>
          <p:spPr>
            <a:xfrm>
              <a:off x="2628353" y="21976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a16="http://schemas.microsoft.com/office/drawing/2014/main" id="{22D7550F-7839-4BAB-B0B5-21521B7564B9}"/>
                </a:ext>
              </a:extLst>
            </p:cNvPr>
            <p:cNvSpPr/>
            <p:nvPr/>
          </p:nvSpPr>
          <p:spPr>
            <a:xfrm>
              <a:off x="2628353" y="211105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Rectangle 752">
              <a:extLst>
                <a:ext uri="{FF2B5EF4-FFF2-40B4-BE49-F238E27FC236}">
                  <a16:creationId xmlns:a16="http://schemas.microsoft.com/office/drawing/2014/main" id="{5A26E0E5-61D3-440D-931D-E9F5F591CCA0}"/>
                </a:ext>
              </a:extLst>
            </p:cNvPr>
            <p:cNvSpPr/>
            <p:nvPr/>
          </p:nvSpPr>
          <p:spPr>
            <a:xfrm>
              <a:off x="2628353" y="20254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B53499D8-62F0-48ED-B9E7-AF97BF2D5617}"/>
                </a:ext>
              </a:extLst>
            </p:cNvPr>
            <p:cNvSpPr/>
            <p:nvPr/>
          </p:nvSpPr>
          <p:spPr>
            <a:xfrm>
              <a:off x="2628353" y="278772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a16="http://schemas.microsoft.com/office/drawing/2014/main" id="{D928549D-36F0-4AB0-B5B4-77D82E054C8D}"/>
                </a:ext>
              </a:extLst>
            </p:cNvPr>
            <p:cNvSpPr/>
            <p:nvPr/>
          </p:nvSpPr>
          <p:spPr>
            <a:xfrm>
              <a:off x="2628353" y="26996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Rectangle 755">
              <a:extLst>
                <a:ext uri="{FF2B5EF4-FFF2-40B4-BE49-F238E27FC236}">
                  <a16:creationId xmlns:a16="http://schemas.microsoft.com/office/drawing/2014/main" id="{6A3E6CB6-2BA8-48C2-A5F5-91AD6AE22304}"/>
                </a:ext>
              </a:extLst>
            </p:cNvPr>
            <p:cNvSpPr/>
            <p:nvPr/>
          </p:nvSpPr>
          <p:spPr>
            <a:xfrm>
              <a:off x="2628353" y="26125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a16="http://schemas.microsoft.com/office/drawing/2014/main" id="{C6327900-CA61-455D-BD2B-F2BEC5825A8A}"/>
                </a:ext>
              </a:extLst>
            </p:cNvPr>
            <p:cNvSpPr/>
            <p:nvPr/>
          </p:nvSpPr>
          <p:spPr>
            <a:xfrm>
              <a:off x="2628353" y="25275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a16="http://schemas.microsoft.com/office/drawing/2014/main" id="{E4CCBD27-1E47-4E9A-8CF9-00E4A1E24647}"/>
                </a:ext>
              </a:extLst>
            </p:cNvPr>
            <p:cNvSpPr/>
            <p:nvPr/>
          </p:nvSpPr>
          <p:spPr>
            <a:xfrm>
              <a:off x="2628353" y="244649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a16="http://schemas.microsoft.com/office/drawing/2014/main" id="{890FBC2E-398A-45AC-AC00-5FA4879A4C2D}"/>
                </a:ext>
              </a:extLst>
            </p:cNvPr>
            <p:cNvSpPr/>
            <p:nvPr/>
          </p:nvSpPr>
          <p:spPr>
            <a:xfrm>
              <a:off x="2630241" y="33603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Rectangle 759">
              <a:extLst>
                <a:ext uri="{FF2B5EF4-FFF2-40B4-BE49-F238E27FC236}">
                  <a16:creationId xmlns:a16="http://schemas.microsoft.com/office/drawing/2014/main" id="{19FE504C-4078-4864-9E5C-F58D7143674D}"/>
                </a:ext>
              </a:extLst>
            </p:cNvPr>
            <p:cNvSpPr/>
            <p:nvPr/>
          </p:nvSpPr>
          <p:spPr>
            <a:xfrm>
              <a:off x="2630241" y="327359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Rectangle 760">
              <a:extLst>
                <a:ext uri="{FF2B5EF4-FFF2-40B4-BE49-F238E27FC236}">
                  <a16:creationId xmlns:a16="http://schemas.microsoft.com/office/drawing/2014/main" id="{F4BF910D-C251-48DD-A19D-B6EAF9BA2CA7}"/>
                </a:ext>
              </a:extLst>
            </p:cNvPr>
            <p:cNvSpPr/>
            <p:nvPr/>
          </p:nvSpPr>
          <p:spPr>
            <a:xfrm>
              <a:off x="2630241" y="318515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Rectangle 761">
              <a:extLst>
                <a:ext uri="{FF2B5EF4-FFF2-40B4-BE49-F238E27FC236}">
                  <a16:creationId xmlns:a16="http://schemas.microsoft.com/office/drawing/2014/main" id="{A95F1B4A-B722-438C-8D8B-CE575E7D5C00}"/>
                </a:ext>
              </a:extLst>
            </p:cNvPr>
            <p:cNvSpPr/>
            <p:nvPr/>
          </p:nvSpPr>
          <p:spPr>
            <a:xfrm>
              <a:off x="2630241" y="310420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Rectangle 762">
              <a:extLst>
                <a:ext uri="{FF2B5EF4-FFF2-40B4-BE49-F238E27FC236}">
                  <a16:creationId xmlns:a16="http://schemas.microsoft.com/office/drawing/2014/main" id="{D29AFB12-E420-4C2F-8A77-932051274E79}"/>
                </a:ext>
              </a:extLst>
            </p:cNvPr>
            <p:cNvSpPr/>
            <p:nvPr/>
          </p:nvSpPr>
          <p:spPr>
            <a:xfrm>
              <a:off x="2630624" y="30276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Rectangle 763">
              <a:extLst>
                <a:ext uri="{FF2B5EF4-FFF2-40B4-BE49-F238E27FC236}">
                  <a16:creationId xmlns:a16="http://schemas.microsoft.com/office/drawing/2014/main" id="{BF288B3E-F4AC-4B89-97A3-D15600E169FC}"/>
                </a:ext>
              </a:extLst>
            </p:cNvPr>
            <p:cNvSpPr/>
            <p:nvPr/>
          </p:nvSpPr>
          <p:spPr>
            <a:xfrm>
              <a:off x="2630241" y="378285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Rectangle 764">
              <a:extLst>
                <a:ext uri="{FF2B5EF4-FFF2-40B4-BE49-F238E27FC236}">
                  <a16:creationId xmlns:a16="http://schemas.microsoft.com/office/drawing/2014/main" id="{84B00765-4493-450C-888D-598D6FCF3A7B}"/>
                </a:ext>
              </a:extLst>
            </p:cNvPr>
            <p:cNvSpPr/>
            <p:nvPr/>
          </p:nvSpPr>
          <p:spPr>
            <a:xfrm>
              <a:off x="2630241" y="370181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a16="http://schemas.microsoft.com/office/drawing/2014/main" id="{D13A5A44-9057-42BC-9A1B-0EACF4D38378}"/>
                </a:ext>
              </a:extLst>
            </p:cNvPr>
            <p:cNvSpPr/>
            <p:nvPr/>
          </p:nvSpPr>
          <p:spPr>
            <a:xfrm>
              <a:off x="2630241" y="361677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32D17A6B-60F9-4FB9-8A8A-B9B2E0CC2A6D}"/>
                </a:ext>
              </a:extLst>
            </p:cNvPr>
            <p:cNvSpPr/>
            <p:nvPr/>
          </p:nvSpPr>
          <p:spPr>
            <a:xfrm>
              <a:off x="2630241" y="353016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Rectangle 767">
              <a:extLst>
                <a:ext uri="{FF2B5EF4-FFF2-40B4-BE49-F238E27FC236}">
                  <a16:creationId xmlns:a16="http://schemas.microsoft.com/office/drawing/2014/main" id="{B8EF6C5B-E154-4841-8139-DD7E31F3E52C}"/>
                </a:ext>
              </a:extLst>
            </p:cNvPr>
            <p:cNvSpPr/>
            <p:nvPr/>
          </p:nvSpPr>
          <p:spPr>
            <a:xfrm>
              <a:off x="2630241" y="344457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Rectangle 768">
              <a:extLst>
                <a:ext uri="{FF2B5EF4-FFF2-40B4-BE49-F238E27FC236}">
                  <a16:creationId xmlns:a16="http://schemas.microsoft.com/office/drawing/2014/main" id="{59AFD8CA-8671-4124-8C15-8D36AF3B4100}"/>
                </a:ext>
              </a:extLst>
            </p:cNvPr>
            <p:cNvSpPr/>
            <p:nvPr/>
          </p:nvSpPr>
          <p:spPr>
            <a:xfrm>
              <a:off x="2630241" y="420683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a16="http://schemas.microsoft.com/office/drawing/2014/main" id="{F59ECDDF-4D6E-421D-980A-46454AF1B6D1}"/>
                </a:ext>
              </a:extLst>
            </p:cNvPr>
            <p:cNvSpPr/>
            <p:nvPr/>
          </p:nvSpPr>
          <p:spPr>
            <a:xfrm>
              <a:off x="2630241" y="411872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a16="http://schemas.microsoft.com/office/drawing/2014/main" id="{D45113FE-6B6F-4F79-9E96-30826CC1D71C}"/>
                </a:ext>
              </a:extLst>
            </p:cNvPr>
            <p:cNvSpPr/>
            <p:nvPr/>
          </p:nvSpPr>
          <p:spPr>
            <a:xfrm>
              <a:off x="2630241" y="403167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Rectangle 771">
              <a:extLst>
                <a:ext uri="{FF2B5EF4-FFF2-40B4-BE49-F238E27FC236}">
                  <a16:creationId xmlns:a16="http://schemas.microsoft.com/office/drawing/2014/main" id="{B80C00FF-F2D6-4E39-916F-199D6B322828}"/>
                </a:ext>
              </a:extLst>
            </p:cNvPr>
            <p:cNvSpPr/>
            <p:nvPr/>
          </p:nvSpPr>
          <p:spPr>
            <a:xfrm>
              <a:off x="2630241" y="394663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a16="http://schemas.microsoft.com/office/drawing/2014/main" id="{1CD8B726-6853-45A4-8EBF-CAC4DE852B2A}"/>
                </a:ext>
              </a:extLst>
            </p:cNvPr>
            <p:cNvSpPr/>
            <p:nvPr/>
          </p:nvSpPr>
          <p:spPr>
            <a:xfrm>
              <a:off x="2630241" y="38655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Rectangle 773">
              <a:extLst>
                <a:ext uri="{FF2B5EF4-FFF2-40B4-BE49-F238E27FC236}">
                  <a16:creationId xmlns:a16="http://schemas.microsoft.com/office/drawing/2014/main" id="{337FA58D-F93A-4604-A6DF-61B863EAA1B5}"/>
                </a:ext>
              </a:extLst>
            </p:cNvPr>
            <p:cNvSpPr/>
            <p:nvPr/>
          </p:nvSpPr>
          <p:spPr>
            <a:xfrm flipV="1">
              <a:off x="3744558"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a16="http://schemas.microsoft.com/office/drawing/2014/main" id="{687C6963-F181-483D-905A-DD763BBF0311}"/>
                </a:ext>
              </a:extLst>
            </p:cNvPr>
            <p:cNvSpPr/>
            <p:nvPr/>
          </p:nvSpPr>
          <p:spPr>
            <a:xfrm flipV="1">
              <a:off x="2963804" y="436153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a16="http://schemas.microsoft.com/office/drawing/2014/main" id="{BD1D17BD-423C-420F-8A2A-97D1503BFB0F}"/>
                </a:ext>
              </a:extLst>
            </p:cNvPr>
            <p:cNvSpPr/>
            <p:nvPr/>
          </p:nvSpPr>
          <p:spPr>
            <a:xfrm flipV="1">
              <a:off x="3130982" y="436511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a16="http://schemas.microsoft.com/office/drawing/2014/main" id="{BB6E9E0F-EC85-4B1F-A0DD-A1AEFE1B7748}"/>
                </a:ext>
              </a:extLst>
            </p:cNvPr>
            <p:cNvSpPr/>
            <p:nvPr/>
          </p:nvSpPr>
          <p:spPr>
            <a:xfrm flipV="1">
              <a:off x="3217507" y="436511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a16="http://schemas.microsoft.com/office/drawing/2014/main" id="{1EDC331D-1A29-4ED3-95C3-3E740D25D1B3}"/>
                </a:ext>
              </a:extLst>
            </p:cNvPr>
            <p:cNvSpPr/>
            <p:nvPr/>
          </p:nvSpPr>
          <p:spPr>
            <a:xfrm flipV="1">
              <a:off x="3303224"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Rectangle 778">
              <a:extLst>
                <a:ext uri="{FF2B5EF4-FFF2-40B4-BE49-F238E27FC236}">
                  <a16:creationId xmlns:a16="http://schemas.microsoft.com/office/drawing/2014/main" id="{80DEF4B3-3DDF-4E59-A56F-5AC6D6FB3CC4}"/>
                </a:ext>
              </a:extLst>
            </p:cNvPr>
            <p:cNvSpPr/>
            <p:nvPr/>
          </p:nvSpPr>
          <p:spPr>
            <a:xfrm flipV="1">
              <a:off x="3392136"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Rectangle 779">
              <a:extLst>
                <a:ext uri="{FF2B5EF4-FFF2-40B4-BE49-F238E27FC236}">
                  <a16:creationId xmlns:a16="http://schemas.microsoft.com/office/drawing/2014/main" id="{84B48435-3978-422A-9026-F6466E429F72}"/>
                </a:ext>
              </a:extLst>
            </p:cNvPr>
            <p:cNvSpPr/>
            <p:nvPr/>
          </p:nvSpPr>
          <p:spPr>
            <a:xfrm flipV="1">
              <a:off x="3482639"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Rectangle 780">
              <a:extLst>
                <a:ext uri="{FF2B5EF4-FFF2-40B4-BE49-F238E27FC236}">
                  <a16:creationId xmlns:a16="http://schemas.microsoft.com/office/drawing/2014/main" id="{203542A0-7978-4121-AF12-4F813C3AEC19}"/>
                </a:ext>
              </a:extLst>
            </p:cNvPr>
            <p:cNvSpPr/>
            <p:nvPr/>
          </p:nvSpPr>
          <p:spPr>
            <a:xfrm flipV="1">
              <a:off x="3573126"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Rectangle 781">
              <a:extLst>
                <a:ext uri="{FF2B5EF4-FFF2-40B4-BE49-F238E27FC236}">
                  <a16:creationId xmlns:a16="http://schemas.microsoft.com/office/drawing/2014/main" id="{9E8F720F-E1BF-432D-AD2D-BD9B1AC65FE5}"/>
                </a:ext>
              </a:extLst>
            </p:cNvPr>
            <p:cNvSpPr/>
            <p:nvPr/>
          </p:nvSpPr>
          <p:spPr>
            <a:xfrm flipV="1">
              <a:off x="3658843" y="436141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 name="Rectangle 782">
              <a:extLst>
                <a:ext uri="{FF2B5EF4-FFF2-40B4-BE49-F238E27FC236}">
                  <a16:creationId xmlns:a16="http://schemas.microsoft.com/office/drawing/2014/main" id="{5877CFBB-C411-40A8-BF3F-BA66C3AEA3DA}"/>
                </a:ext>
              </a:extLst>
            </p:cNvPr>
            <p:cNvSpPr/>
            <p:nvPr/>
          </p:nvSpPr>
          <p:spPr>
            <a:xfrm flipV="1">
              <a:off x="3572217" y="444012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Rectangle 783">
              <a:extLst>
                <a:ext uri="{FF2B5EF4-FFF2-40B4-BE49-F238E27FC236}">
                  <a16:creationId xmlns:a16="http://schemas.microsoft.com/office/drawing/2014/main" id="{559BC443-4CE4-4867-A3B8-172C23022964}"/>
                </a:ext>
              </a:extLst>
            </p:cNvPr>
            <p:cNvSpPr/>
            <p:nvPr/>
          </p:nvSpPr>
          <p:spPr>
            <a:xfrm flipV="1">
              <a:off x="3486502" y="444012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Rectangle 784">
              <a:extLst>
                <a:ext uri="{FF2B5EF4-FFF2-40B4-BE49-F238E27FC236}">
                  <a16:creationId xmlns:a16="http://schemas.microsoft.com/office/drawing/2014/main" id="{7D6A931E-CD8A-4DA3-A7C8-9408D623BADA}"/>
                </a:ext>
              </a:extLst>
            </p:cNvPr>
            <p:cNvSpPr/>
            <p:nvPr/>
          </p:nvSpPr>
          <p:spPr>
            <a:xfrm flipV="1">
              <a:off x="3392108" y="444012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Rectangle 785">
              <a:extLst>
                <a:ext uri="{FF2B5EF4-FFF2-40B4-BE49-F238E27FC236}">
                  <a16:creationId xmlns:a16="http://schemas.microsoft.com/office/drawing/2014/main" id="{5611645A-2CFC-44EB-B007-1F1A50641F2B}"/>
                </a:ext>
              </a:extLst>
            </p:cNvPr>
            <p:cNvSpPr/>
            <p:nvPr/>
          </p:nvSpPr>
          <p:spPr>
            <a:xfrm flipV="1">
              <a:off x="3306393" y="444012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6B368749-14F4-43C9-A10A-9699876BF8AB}"/>
                </a:ext>
              </a:extLst>
            </p:cNvPr>
            <p:cNvSpPr/>
            <p:nvPr/>
          </p:nvSpPr>
          <p:spPr>
            <a:xfrm>
              <a:off x="2879343" y="436167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0E82DC2B-9168-4A1E-B980-F6AD9D5E8C5A}"/>
                </a:ext>
              </a:extLst>
            </p:cNvPr>
            <p:cNvSpPr/>
            <p:nvPr/>
          </p:nvSpPr>
          <p:spPr>
            <a:xfrm>
              <a:off x="2798796" y="436167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Rectangle 788">
              <a:extLst>
                <a:ext uri="{FF2B5EF4-FFF2-40B4-BE49-F238E27FC236}">
                  <a16:creationId xmlns:a16="http://schemas.microsoft.com/office/drawing/2014/main" id="{537C3F72-12D1-4D9F-80D6-E6E2DB30793D}"/>
                </a:ext>
              </a:extLst>
            </p:cNvPr>
            <p:cNvSpPr/>
            <p:nvPr/>
          </p:nvSpPr>
          <p:spPr>
            <a:xfrm flipV="1">
              <a:off x="2962827" y="443753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Rectangle 789">
              <a:extLst>
                <a:ext uri="{FF2B5EF4-FFF2-40B4-BE49-F238E27FC236}">
                  <a16:creationId xmlns:a16="http://schemas.microsoft.com/office/drawing/2014/main" id="{6363AE68-E786-4F38-8099-1C836ED17BF8}"/>
                </a:ext>
              </a:extLst>
            </p:cNvPr>
            <p:cNvSpPr/>
            <p:nvPr/>
          </p:nvSpPr>
          <p:spPr>
            <a:xfrm flipV="1">
              <a:off x="3130005" y="444112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Rectangle 790">
              <a:extLst>
                <a:ext uri="{FF2B5EF4-FFF2-40B4-BE49-F238E27FC236}">
                  <a16:creationId xmlns:a16="http://schemas.microsoft.com/office/drawing/2014/main" id="{F705D0C6-FB1C-4AAB-857A-340CB28C8CC9}"/>
                </a:ext>
              </a:extLst>
            </p:cNvPr>
            <p:cNvSpPr/>
            <p:nvPr/>
          </p:nvSpPr>
          <p:spPr>
            <a:xfrm flipV="1">
              <a:off x="3216530" y="444112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Rectangle 791">
              <a:extLst>
                <a:ext uri="{FF2B5EF4-FFF2-40B4-BE49-F238E27FC236}">
                  <a16:creationId xmlns:a16="http://schemas.microsoft.com/office/drawing/2014/main" id="{7055BD59-59BA-4373-A233-A358F54300B5}"/>
                </a:ext>
              </a:extLst>
            </p:cNvPr>
            <p:cNvSpPr/>
            <p:nvPr/>
          </p:nvSpPr>
          <p:spPr>
            <a:xfrm>
              <a:off x="2878366" y="44376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Rectangle 792">
              <a:extLst>
                <a:ext uri="{FF2B5EF4-FFF2-40B4-BE49-F238E27FC236}">
                  <a16:creationId xmlns:a16="http://schemas.microsoft.com/office/drawing/2014/main" id="{B4E6CD2F-7867-4685-B768-9D5D99AF89E1}"/>
                </a:ext>
              </a:extLst>
            </p:cNvPr>
            <p:cNvSpPr/>
            <p:nvPr/>
          </p:nvSpPr>
          <p:spPr>
            <a:xfrm>
              <a:off x="2797819" y="44376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Rectangle 793">
              <a:extLst>
                <a:ext uri="{FF2B5EF4-FFF2-40B4-BE49-F238E27FC236}">
                  <a16:creationId xmlns:a16="http://schemas.microsoft.com/office/drawing/2014/main" id="{A6504FC2-508F-429B-98E1-A55F8C73AB70}"/>
                </a:ext>
              </a:extLst>
            </p:cNvPr>
            <p:cNvSpPr/>
            <p:nvPr/>
          </p:nvSpPr>
          <p:spPr>
            <a:xfrm>
              <a:off x="3662060"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Rectangle 794">
              <a:extLst>
                <a:ext uri="{FF2B5EF4-FFF2-40B4-BE49-F238E27FC236}">
                  <a16:creationId xmlns:a16="http://schemas.microsoft.com/office/drawing/2014/main" id="{2F94B2D1-695D-4EC0-8141-EBD644603549}"/>
                </a:ext>
              </a:extLst>
            </p:cNvPr>
            <p:cNvSpPr/>
            <p:nvPr/>
          </p:nvSpPr>
          <p:spPr>
            <a:xfrm>
              <a:off x="2877837"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Rectangle 795">
              <a:extLst>
                <a:ext uri="{FF2B5EF4-FFF2-40B4-BE49-F238E27FC236}">
                  <a16:creationId xmlns:a16="http://schemas.microsoft.com/office/drawing/2014/main" id="{382693DF-AF7E-4C22-AB2E-8A432FCF5B53}"/>
                </a:ext>
              </a:extLst>
            </p:cNvPr>
            <p:cNvSpPr/>
            <p:nvPr/>
          </p:nvSpPr>
          <p:spPr>
            <a:xfrm>
              <a:off x="2960384"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Rectangle 796">
              <a:extLst>
                <a:ext uri="{FF2B5EF4-FFF2-40B4-BE49-F238E27FC236}">
                  <a16:creationId xmlns:a16="http://schemas.microsoft.com/office/drawing/2014/main" id="{91ED2076-C1C8-44B3-8957-23FC86BA8613}"/>
                </a:ext>
              </a:extLst>
            </p:cNvPr>
            <p:cNvSpPr/>
            <p:nvPr/>
          </p:nvSpPr>
          <p:spPr>
            <a:xfrm>
              <a:off x="3047676"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Rectangle 797">
              <a:extLst>
                <a:ext uri="{FF2B5EF4-FFF2-40B4-BE49-F238E27FC236}">
                  <a16:creationId xmlns:a16="http://schemas.microsoft.com/office/drawing/2014/main" id="{D782900C-7542-4300-9E7C-593612E43750}"/>
                </a:ext>
              </a:extLst>
            </p:cNvPr>
            <p:cNvSpPr/>
            <p:nvPr/>
          </p:nvSpPr>
          <p:spPr>
            <a:xfrm>
              <a:off x="3134201"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F891C52B-EF91-43D5-9FE2-7E4D785F2C05}"/>
                </a:ext>
              </a:extLst>
            </p:cNvPr>
            <p:cNvSpPr/>
            <p:nvPr/>
          </p:nvSpPr>
          <p:spPr>
            <a:xfrm>
              <a:off x="3220726"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Rectangle 799">
              <a:extLst>
                <a:ext uri="{FF2B5EF4-FFF2-40B4-BE49-F238E27FC236}">
                  <a16:creationId xmlns:a16="http://schemas.microsoft.com/office/drawing/2014/main" id="{BFBB42CE-20A4-4707-A543-3204534F3B03}"/>
                </a:ext>
              </a:extLst>
            </p:cNvPr>
            <p:cNvSpPr/>
            <p:nvPr/>
          </p:nvSpPr>
          <p:spPr>
            <a:xfrm>
              <a:off x="3309638"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Rectangle 800">
              <a:extLst>
                <a:ext uri="{FF2B5EF4-FFF2-40B4-BE49-F238E27FC236}">
                  <a16:creationId xmlns:a16="http://schemas.microsoft.com/office/drawing/2014/main" id="{3236B885-C7D6-42D9-8190-2C53AE4112D7}"/>
                </a:ext>
              </a:extLst>
            </p:cNvPr>
            <p:cNvSpPr/>
            <p:nvPr/>
          </p:nvSpPr>
          <p:spPr>
            <a:xfrm>
              <a:off x="3400141"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Rectangle 801">
              <a:extLst>
                <a:ext uri="{FF2B5EF4-FFF2-40B4-BE49-F238E27FC236}">
                  <a16:creationId xmlns:a16="http://schemas.microsoft.com/office/drawing/2014/main" id="{FCB3775A-F9BF-4BE2-B6C8-AB24132E621E}"/>
                </a:ext>
              </a:extLst>
            </p:cNvPr>
            <p:cNvSpPr/>
            <p:nvPr/>
          </p:nvSpPr>
          <p:spPr>
            <a:xfrm>
              <a:off x="3490628"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Rectangle 802">
              <a:extLst>
                <a:ext uri="{FF2B5EF4-FFF2-40B4-BE49-F238E27FC236}">
                  <a16:creationId xmlns:a16="http://schemas.microsoft.com/office/drawing/2014/main" id="{BDD078D4-5EA4-4B84-806B-095E96F6A0D7}"/>
                </a:ext>
              </a:extLst>
            </p:cNvPr>
            <p:cNvSpPr/>
            <p:nvPr/>
          </p:nvSpPr>
          <p:spPr>
            <a:xfrm>
              <a:off x="3576345" y="428797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803">
              <a:extLst>
                <a:ext uri="{FF2B5EF4-FFF2-40B4-BE49-F238E27FC236}">
                  <a16:creationId xmlns:a16="http://schemas.microsoft.com/office/drawing/2014/main" id="{C0CA1F50-91D1-4158-A47E-026DE986FC85}"/>
                </a:ext>
              </a:extLst>
            </p:cNvPr>
            <p:cNvSpPr/>
            <p:nvPr/>
          </p:nvSpPr>
          <p:spPr>
            <a:xfrm>
              <a:off x="3744245" y="428532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Rectangle 804">
              <a:extLst>
                <a:ext uri="{FF2B5EF4-FFF2-40B4-BE49-F238E27FC236}">
                  <a16:creationId xmlns:a16="http://schemas.microsoft.com/office/drawing/2014/main" id="{6CD084B6-CFE1-496F-8556-706CD8284052}"/>
                </a:ext>
              </a:extLst>
            </p:cNvPr>
            <p:cNvSpPr/>
            <p:nvPr/>
          </p:nvSpPr>
          <p:spPr>
            <a:xfrm>
              <a:off x="3655646"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Rectangle 805">
              <a:extLst>
                <a:ext uri="{FF2B5EF4-FFF2-40B4-BE49-F238E27FC236}">
                  <a16:creationId xmlns:a16="http://schemas.microsoft.com/office/drawing/2014/main" id="{7596D478-43A9-44A2-AB41-E5A9D6FCC029}"/>
                </a:ext>
              </a:extLst>
            </p:cNvPr>
            <p:cNvSpPr/>
            <p:nvPr/>
          </p:nvSpPr>
          <p:spPr>
            <a:xfrm>
              <a:off x="2871423"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Rectangle 806">
              <a:extLst>
                <a:ext uri="{FF2B5EF4-FFF2-40B4-BE49-F238E27FC236}">
                  <a16:creationId xmlns:a16="http://schemas.microsoft.com/office/drawing/2014/main" id="{BEE72D67-F3ED-4163-9D7E-1AA4EE471073}"/>
                </a:ext>
              </a:extLst>
            </p:cNvPr>
            <p:cNvSpPr/>
            <p:nvPr/>
          </p:nvSpPr>
          <p:spPr>
            <a:xfrm>
              <a:off x="2953970"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Rectangle 807">
              <a:extLst>
                <a:ext uri="{FF2B5EF4-FFF2-40B4-BE49-F238E27FC236}">
                  <a16:creationId xmlns:a16="http://schemas.microsoft.com/office/drawing/2014/main" id="{0D1DFCB3-25C7-4F70-A16D-744DDFAADC05}"/>
                </a:ext>
              </a:extLst>
            </p:cNvPr>
            <p:cNvSpPr/>
            <p:nvPr/>
          </p:nvSpPr>
          <p:spPr>
            <a:xfrm>
              <a:off x="3041262"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Rectangle 808">
              <a:extLst>
                <a:ext uri="{FF2B5EF4-FFF2-40B4-BE49-F238E27FC236}">
                  <a16:creationId xmlns:a16="http://schemas.microsoft.com/office/drawing/2014/main" id="{73320245-B448-4295-ADF4-BB7B0D04566F}"/>
                </a:ext>
              </a:extLst>
            </p:cNvPr>
            <p:cNvSpPr/>
            <p:nvPr/>
          </p:nvSpPr>
          <p:spPr>
            <a:xfrm>
              <a:off x="3127787"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B306808E-D7F1-42AB-9D97-2A5ADA78A1AC}"/>
                </a:ext>
              </a:extLst>
            </p:cNvPr>
            <p:cNvSpPr/>
            <p:nvPr/>
          </p:nvSpPr>
          <p:spPr>
            <a:xfrm>
              <a:off x="3214312"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A92D672D-06F1-423B-899F-BBE128CE3E0A}"/>
                </a:ext>
              </a:extLst>
            </p:cNvPr>
            <p:cNvSpPr/>
            <p:nvPr/>
          </p:nvSpPr>
          <p:spPr>
            <a:xfrm>
              <a:off x="3303224"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97FFE10C-41D4-4068-9763-DCECC09D9E20}"/>
                </a:ext>
              </a:extLst>
            </p:cNvPr>
            <p:cNvSpPr/>
            <p:nvPr/>
          </p:nvSpPr>
          <p:spPr>
            <a:xfrm>
              <a:off x="3393727"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E60880E7-9305-410D-A8CF-51F1E86AD2B1}"/>
                </a:ext>
              </a:extLst>
            </p:cNvPr>
            <p:cNvSpPr/>
            <p:nvPr/>
          </p:nvSpPr>
          <p:spPr>
            <a:xfrm>
              <a:off x="3484214"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08A5EFC3-B6C8-4FA4-BC1B-4FAC7AA0FF30}"/>
                </a:ext>
              </a:extLst>
            </p:cNvPr>
            <p:cNvSpPr/>
            <p:nvPr/>
          </p:nvSpPr>
          <p:spPr>
            <a:xfrm>
              <a:off x="3569931"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0FA83E88-2FE7-421C-BF0B-85517512315B}"/>
                </a:ext>
              </a:extLst>
            </p:cNvPr>
            <p:cNvSpPr/>
            <p:nvPr/>
          </p:nvSpPr>
          <p:spPr>
            <a:xfrm>
              <a:off x="2706327"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5C0BAC6A-2169-461B-B807-1B34F147C47D}"/>
                </a:ext>
              </a:extLst>
            </p:cNvPr>
            <p:cNvSpPr/>
            <p:nvPr/>
          </p:nvSpPr>
          <p:spPr>
            <a:xfrm>
              <a:off x="2787291" y="153690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Rectangle 816">
              <a:extLst>
                <a:ext uri="{FF2B5EF4-FFF2-40B4-BE49-F238E27FC236}">
                  <a16:creationId xmlns:a16="http://schemas.microsoft.com/office/drawing/2014/main" id="{A86D1589-26F6-4A02-A309-43B47951C3AB}"/>
                </a:ext>
              </a:extLst>
            </p:cNvPr>
            <p:cNvSpPr/>
            <p:nvPr/>
          </p:nvSpPr>
          <p:spPr>
            <a:xfrm>
              <a:off x="3743154" y="153554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Rectangle 817">
              <a:extLst>
                <a:ext uri="{FF2B5EF4-FFF2-40B4-BE49-F238E27FC236}">
                  <a16:creationId xmlns:a16="http://schemas.microsoft.com/office/drawing/2014/main" id="{6A15D90B-536F-4F46-8466-6EA7F01C8315}"/>
                </a:ext>
              </a:extLst>
            </p:cNvPr>
            <p:cNvSpPr/>
            <p:nvPr/>
          </p:nvSpPr>
          <p:spPr>
            <a:xfrm>
              <a:off x="2627073" y="153460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DC05B567-17BD-405A-8DFF-74305919E02F}"/>
                </a:ext>
              </a:extLst>
            </p:cNvPr>
            <p:cNvSpPr/>
            <p:nvPr/>
          </p:nvSpPr>
          <p:spPr>
            <a:xfrm flipV="1">
              <a:off x="3572217" y="4515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B34949C1-970E-4B6D-87C8-23FB8EDDCA38}"/>
                </a:ext>
              </a:extLst>
            </p:cNvPr>
            <p:cNvSpPr/>
            <p:nvPr/>
          </p:nvSpPr>
          <p:spPr>
            <a:xfrm flipV="1">
              <a:off x="3486502" y="4515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1D37D7D8-4DBF-43D0-94DA-EC9534040871}"/>
                </a:ext>
              </a:extLst>
            </p:cNvPr>
            <p:cNvSpPr/>
            <p:nvPr/>
          </p:nvSpPr>
          <p:spPr>
            <a:xfrm>
              <a:off x="2716025" y="43615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D669F35D-135C-47ED-ACAD-719C2DEA9415}"/>
                </a:ext>
              </a:extLst>
            </p:cNvPr>
            <p:cNvSpPr/>
            <p:nvPr/>
          </p:nvSpPr>
          <p:spPr>
            <a:xfrm>
              <a:off x="2635478" y="43615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3BD504A5-0A2A-4F84-BF42-A8508DC83AD2}"/>
                </a:ext>
              </a:extLst>
            </p:cNvPr>
            <p:cNvSpPr/>
            <p:nvPr/>
          </p:nvSpPr>
          <p:spPr>
            <a:xfrm>
              <a:off x="2715048" y="443753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12025597-061B-4AAB-B43D-A1C28D464455}"/>
                </a:ext>
              </a:extLst>
            </p:cNvPr>
            <p:cNvSpPr/>
            <p:nvPr/>
          </p:nvSpPr>
          <p:spPr>
            <a:xfrm>
              <a:off x="2634501" y="443753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DD2186DB-5920-46AD-B58B-8D93EDC47020}"/>
                </a:ext>
              </a:extLst>
            </p:cNvPr>
            <p:cNvSpPr/>
            <p:nvPr/>
          </p:nvSpPr>
          <p:spPr>
            <a:xfrm>
              <a:off x="2715125" y="428863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Rectangle 825">
              <a:extLst>
                <a:ext uri="{FF2B5EF4-FFF2-40B4-BE49-F238E27FC236}">
                  <a16:creationId xmlns:a16="http://schemas.microsoft.com/office/drawing/2014/main" id="{53B8C585-8725-473C-838A-56D417069C54}"/>
                </a:ext>
              </a:extLst>
            </p:cNvPr>
            <p:cNvSpPr/>
            <p:nvPr/>
          </p:nvSpPr>
          <p:spPr>
            <a:xfrm>
              <a:off x="2796089" y="428863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Rectangle 826">
              <a:extLst>
                <a:ext uri="{FF2B5EF4-FFF2-40B4-BE49-F238E27FC236}">
                  <a16:creationId xmlns:a16="http://schemas.microsoft.com/office/drawing/2014/main" id="{22DC3341-D4A1-4B7A-95F2-4A911B5CE906}"/>
                </a:ext>
              </a:extLst>
            </p:cNvPr>
            <p:cNvSpPr/>
            <p:nvPr/>
          </p:nvSpPr>
          <p:spPr>
            <a:xfrm>
              <a:off x="2635871" y="428633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D838BDBE-F40A-406B-9EE5-9DFCD61F5A5D}"/>
                </a:ext>
              </a:extLst>
            </p:cNvPr>
            <p:cNvSpPr/>
            <p:nvPr/>
          </p:nvSpPr>
          <p:spPr>
            <a:xfrm flipV="1">
              <a:off x="3046665" y="436511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06E44342-A781-4F98-A507-233AA76D5695}"/>
                </a:ext>
              </a:extLst>
            </p:cNvPr>
            <p:cNvSpPr/>
            <p:nvPr/>
          </p:nvSpPr>
          <p:spPr>
            <a:xfrm flipV="1">
              <a:off x="3049372" y="444037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1E60F67D-AFB7-4618-A45F-CA5EFF56962E}"/>
                </a:ext>
              </a:extLst>
            </p:cNvPr>
            <p:cNvSpPr/>
            <p:nvPr/>
          </p:nvSpPr>
          <p:spPr>
            <a:xfrm flipV="1">
              <a:off x="905291" y="517642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8FD7A86B-9B5F-4BE6-BC95-5EEB5BD79EA1}"/>
                </a:ext>
              </a:extLst>
            </p:cNvPr>
            <p:cNvSpPr/>
            <p:nvPr/>
          </p:nvSpPr>
          <p:spPr>
            <a:xfrm flipV="1">
              <a:off x="905291" y="466842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C962F0BD-A16B-4822-9347-2E4D5FD740BA}"/>
                </a:ext>
              </a:extLst>
            </p:cNvPr>
            <p:cNvSpPr/>
            <p:nvPr/>
          </p:nvSpPr>
          <p:spPr>
            <a:xfrm flipV="1">
              <a:off x="822743" y="5070059"/>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Rectangle 832">
              <a:extLst>
                <a:ext uri="{FF2B5EF4-FFF2-40B4-BE49-F238E27FC236}">
                  <a16:creationId xmlns:a16="http://schemas.microsoft.com/office/drawing/2014/main" id="{7DDF7ABA-7BCA-47D5-AE45-B8A2FE70A24F}"/>
                </a:ext>
              </a:extLst>
            </p:cNvPr>
            <p:cNvSpPr/>
            <p:nvPr/>
          </p:nvSpPr>
          <p:spPr>
            <a:xfrm flipV="1">
              <a:off x="822743" y="529072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9B6344B0-D53A-4D1E-BCE8-FF57FCB052E7}"/>
                </a:ext>
              </a:extLst>
            </p:cNvPr>
            <p:cNvSpPr/>
            <p:nvPr/>
          </p:nvSpPr>
          <p:spPr>
            <a:xfrm flipV="1">
              <a:off x="822743" y="499385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Rectangle 834">
              <a:extLst>
                <a:ext uri="{FF2B5EF4-FFF2-40B4-BE49-F238E27FC236}">
                  <a16:creationId xmlns:a16="http://schemas.microsoft.com/office/drawing/2014/main" id="{36F06753-DDE8-47D6-B039-755D71E1F3EE}"/>
                </a:ext>
              </a:extLst>
            </p:cNvPr>
            <p:cNvSpPr/>
            <p:nvPr/>
          </p:nvSpPr>
          <p:spPr>
            <a:xfrm flipV="1">
              <a:off x="822743" y="536692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Rectangle 835">
              <a:extLst>
                <a:ext uri="{FF2B5EF4-FFF2-40B4-BE49-F238E27FC236}">
                  <a16:creationId xmlns:a16="http://schemas.microsoft.com/office/drawing/2014/main" id="{A55743C6-5BD6-49FC-A536-F63B3A15B7D9}"/>
                </a:ext>
              </a:extLst>
            </p:cNvPr>
            <p:cNvSpPr/>
            <p:nvPr/>
          </p:nvSpPr>
          <p:spPr>
            <a:xfrm flipV="1">
              <a:off x="822743" y="544708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81342E1D-DD5B-461D-9AEB-133C1965890E}"/>
                </a:ext>
              </a:extLst>
            </p:cNvPr>
            <p:cNvSpPr/>
            <p:nvPr/>
          </p:nvSpPr>
          <p:spPr>
            <a:xfrm flipV="1">
              <a:off x="822743" y="553202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5A584E32-0699-40EA-8175-C6798746EE42}"/>
                </a:ext>
              </a:extLst>
            </p:cNvPr>
            <p:cNvSpPr/>
            <p:nvPr/>
          </p:nvSpPr>
          <p:spPr>
            <a:xfrm flipV="1">
              <a:off x="822743" y="560822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6E744762-407E-4574-ABA0-AA31D3F862A3}"/>
                </a:ext>
              </a:extLst>
            </p:cNvPr>
            <p:cNvSpPr/>
            <p:nvPr/>
          </p:nvSpPr>
          <p:spPr>
            <a:xfrm flipV="1">
              <a:off x="822743" y="491765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1E1181D5-8341-476E-A201-AB4F27CBCB0D}"/>
                </a:ext>
              </a:extLst>
            </p:cNvPr>
            <p:cNvSpPr/>
            <p:nvPr/>
          </p:nvSpPr>
          <p:spPr>
            <a:xfrm flipV="1">
              <a:off x="822743" y="48353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BBB20D7E-073D-4066-8152-3657311C60C6}"/>
                </a:ext>
              </a:extLst>
            </p:cNvPr>
            <p:cNvSpPr/>
            <p:nvPr/>
          </p:nvSpPr>
          <p:spPr>
            <a:xfrm flipV="1">
              <a:off x="822743" y="475573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3E993662-AB70-44ED-908E-F5EC2CDB8182}"/>
                </a:ext>
              </a:extLst>
            </p:cNvPr>
            <p:cNvSpPr/>
            <p:nvPr/>
          </p:nvSpPr>
          <p:spPr>
            <a:xfrm flipV="1">
              <a:off x="822743" y="467000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Rectangle 842">
              <a:extLst>
                <a:ext uri="{FF2B5EF4-FFF2-40B4-BE49-F238E27FC236}">
                  <a16:creationId xmlns:a16="http://schemas.microsoft.com/office/drawing/2014/main" id="{199913EF-8BEE-4A3E-BA73-18F90770093A}"/>
                </a:ext>
              </a:extLst>
            </p:cNvPr>
            <p:cNvSpPr/>
            <p:nvPr/>
          </p:nvSpPr>
          <p:spPr>
            <a:xfrm>
              <a:off x="1768893" y="5073763"/>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844" name="Rectangle 843">
              <a:extLst>
                <a:ext uri="{FF2B5EF4-FFF2-40B4-BE49-F238E27FC236}">
                  <a16:creationId xmlns:a16="http://schemas.microsoft.com/office/drawing/2014/main" id="{9E771ECD-B0F8-4E58-9033-8B82BCE03497}"/>
                </a:ext>
              </a:extLst>
            </p:cNvPr>
            <p:cNvSpPr/>
            <p:nvPr/>
          </p:nvSpPr>
          <p:spPr>
            <a:xfrm>
              <a:off x="1768893" y="499756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Rectangle 844">
              <a:extLst>
                <a:ext uri="{FF2B5EF4-FFF2-40B4-BE49-F238E27FC236}">
                  <a16:creationId xmlns:a16="http://schemas.microsoft.com/office/drawing/2014/main" id="{E6AB8E5A-FD5E-4788-9A6C-476B58404847}"/>
                </a:ext>
              </a:extLst>
            </p:cNvPr>
            <p:cNvSpPr/>
            <p:nvPr/>
          </p:nvSpPr>
          <p:spPr>
            <a:xfrm>
              <a:off x="1768893" y="528648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Rectangle 845">
              <a:extLst>
                <a:ext uri="{FF2B5EF4-FFF2-40B4-BE49-F238E27FC236}">
                  <a16:creationId xmlns:a16="http://schemas.microsoft.com/office/drawing/2014/main" id="{F6D59ABF-EEC1-422A-B988-247A36C4E97A}"/>
                </a:ext>
              </a:extLst>
            </p:cNvPr>
            <p:cNvSpPr/>
            <p:nvPr/>
          </p:nvSpPr>
          <p:spPr>
            <a:xfrm>
              <a:off x="1768893" y="490945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7" name="Rectangle 846">
              <a:extLst>
                <a:ext uri="{FF2B5EF4-FFF2-40B4-BE49-F238E27FC236}">
                  <a16:creationId xmlns:a16="http://schemas.microsoft.com/office/drawing/2014/main" id="{65DEB1CA-FCBC-436F-8FBE-270BA11DB0F5}"/>
                </a:ext>
              </a:extLst>
            </p:cNvPr>
            <p:cNvSpPr/>
            <p:nvPr/>
          </p:nvSpPr>
          <p:spPr>
            <a:xfrm>
              <a:off x="1768893" y="482240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Rectangle 847">
              <a:extLst>
                <a:ext uri="{FF2B5EF4-FFF2-40B4-BE49-F238E27FC236}">
                  <a16:creationId xmlns:a16="http://schemas.microsoft.com/office/drawing/2014/main" id="{EEF7F7D7-D8ED-46CD-BEB6-1C666B70C878}"/>
                </a:ext>
              </a:extLst>
            </p:cNvPr>
            <p:cNvSpPr/>
            <p:nvPr/>
          </p:nvSpPr>
          <p:spPr>
            <a:xfrm>
              <a:off x="1768893" y="474409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Rectangle 848">
              <a:extLst>
                <a:ext uri="{FF2B5EF4-FFF2-40B4-BE49-F238E27FC236}">
                  <a16:creationId xmlns:a16="http://schemas.microsoft.com/office/drawing/2014/main" id="{69B56086-7EF6-4F17-8730-F78ABE72FA81}"/>
                </a:ext>
              </a:extLst>
            </p:cNvPr>
            <p:cNvSpPr/>
            <p:nvPr/>
          </p:nvSpPr>
          <p:spPr>
            <a:xfrm>
              <a:off x="1768893" y="467000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Rectangle 849">
              <a:extLst>
                <a:ext uri="{FF2B5EF4-FFF2-40B4-BE49-F238E27FC236}">
                  <a16:creationId xmlns:a16="http://schemas.microsoft.com/office/drawing/2014/main" id="{324CC77B-88E3-4896-9742-B1C836B8AFE1}"/>
                </a:ext>
              </a:extLst>
            </p:cNvPr>
            <p:cNvSpPr/>
            <p:nvPr/>
          </p:nvSpPr>
          <p:spPr>
            <a:xfrm>
              <a:off x="1768893" y="561033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Rectangle 850">
              <a:extLst>
                <a:ext uri="{FF2B5EF4-FFF2-40B4-BE49-F238E27FC236}">
                  <a16:creationId xmlns:a16="http://schemas.microsoft.com/office/drawing/2014/main" id="{E22B6001-7E6C-4639-9EB2-103247A51D57}"/>
                </a:ext>
              </a:extLst>
            </p:cNvPr>
            <p:cNvSpPr/>
            <p:nvPr/>
          </p:nvSpPr>
          <p:spPr>
            <a:xfrm>
              <a:off x="1768893" y="553255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2" name="Rectangle 851">
              <a:extLst>
                <a:ext uri="{FF2B5EF4-FFF2-40B4-BE49-F238E27FC236}">
                  <a16:creationId xmlns:a16="http://schemas.microsoft.com/office/drawing/2014/main" id="{B588CA59-7B18-4563-A513-F19636967439}"/>
                </a:ext>
              </a:extLst>
            </p:cNvPr>
            <p:cNvSpPr/>
            <p:nvPr/>
          </p:nvSpPr>
          <p:spPr>
            <a:xfrm>
              <a:off x="1768893" y="545555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3" name="Rectangle 852">
              <a:extLst>
                <a:ext uri="{FF2B5EF4-FFF2-40B4-BE49-F238E27FC236}">
                  <a16:creationId xmlns:a16="http://schemas.microsoft.com/office/drawing/2014/main" id="{820C6CA9-9B69-4DC3-9272-9597F6476E06}"/>
                </a:ext>
              </a:extLst>
            </p:cNvPr>
            <p:cNvSpPr/>
            <p:nvPr/>
          </p:nvSpPr>
          <p:spPr>
            <a:xfrm>
              <a:off x="1768893" y="537062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4" name="Rectangle 853">
              <a:extLst>
                <a:ext uri="{FF2B5EF4-FFF2-40B4-BE49-F238E27FC236}">
                  <a16:creationId xmlns:a16="http://schemas.microsoft.com/office/drawing/2014/main" id="{E6987998-0843-41F8-974F-E63B34AD26FD}"/>
                </a:ext>
              </a:extLst>
            </p:cNvPr>
            <p:cNvSpPr/>
            <p:nvPr/>
          </p:nvSpPr>
          <p:spPr>
            <a:xfrm flipV="1">
              <a:off x="1772061"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a:extLst>
                <a:ext uri="{FF2B5EF4-FFF2-40B4-BE49-F238E27FC236}">
                  <a16:creationId xmlns:a16="http://schemas.microsoft.com/office/drawing/2014/main" id="{39996BA2-8151-4C9F-8841-666323C54C80}"/>
                </a:ext>
              </a:extLst>
            </p:cNvPr>
            <p:cNvSpPr/>
            <p:nvPr/>
          </p:nvSpPr>
          <p:spPr>
            <a:xfrm flipV="1">
              <a:off x="987838"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 name="Rectangle 855">
              <a:extLst>
                <a:ext uri="{FF2B5EF4-FFF2-40B4-BE49-F238E27FC236}">
                  <a16:creationId xmlns:a16="http://schemas.microsoft.com/office/drawing/2014/main" id="{BD05F8B8-EF33-4EBB-AF15-3640B5C5FFFD}"/>
                </a:ext>
              </a:extLst>
            </p:cNvPr>
            <p:cNvSpPr/>
            <p:nvPr/>
          </p:nvSpPr>
          <p:spPr>
            <a:xfrm flipV="1">
              <a:off x="1070385"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Rectangle 856">
              <a:extLst>
                <a:ext uri="{FF2B5EF4-FFF2-40B4-BE49-F238E27FC236}">
                  <a16:creationId xmlns:a16="http://schemas.microsoft.com/office/drawing/2014/main" id="{4BE8DEED-FB33-4E51-B312-9EF249948802}"/>
                </a:ext>
              </a:extLst>
            </p:cNvPr>
            <p:cNvSpPr/>
            <p:nvPr/>
          </p:nvSpPr>
          <p:spPr>
            <a:xfrm flipV="1">
              <a:off x="1157677"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Rectangle 857">
              <a:extLst>
                <a:ext uri="{FF2B5EF4-FFF2-40B4-BE49-F238E27FC236}">
                  <a16:creationId xmlns:a16="http://schemas.microsoft.com/office/drawing/2014/main" id="{CFFB78F9-FBA5-4301-A777-0CF4A7E671E0}"/>
                </a:ext>
              </a:extLst>
            </p:cNvPr>
            <p:cNvSpPr/>
            <p:nvPr/>
          </p:nvSpPr>
          <p:spPr>
            <a:xfrm flipV="1">
              <a:off x="1244202"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Rectangle 858">
              <a:extLst>
                <a:ext uri="{FF2B5EF4-FFF2-40B4-BE49-F238E27FC236}">
                  <a16:creationId xmlns:a16="http://schemas.microsoft.com/office/drawing/2014/main" id="{9F71F94A-BDAB-46C1-ADE5-27CC8864DD55}"/>
                </a:ext>
              </a:extLst>
            </p:cNvPr>
            <p:cNvSpPr/>
            <p:nvPr/>
          </p:nvSpPr>
          <p:spPr>
            <a:xfrm flipV="1">
              <a:off x="1330727"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Rectangle 859">
              <a:extLst>
                <a:ext uri="{FF2B5EF4-FFF2-40B4-BE49-F238E27FC236}">
                  <a16:creationId xmlns:a16="http://schemas.microsoft.com/office/drawing/2014/main" id="{43FE7E96-E21D-47D4-AD96-32544D8921E6}"/>
                </a:ext>
              </a:extLst>
            </p:cNvPr>
            <p:cNvSpPr/>
            <p:nvPr/>
          </p:nvSpPr>
          <p:spPr>
            <a:xfrm flipV="1">
              <a:off x="1419639"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Rectangle 860">
              <a:extLst>
                <a:ext uri="{FF2B5EF4-FFF2-40B4-BE49-F238E27FC236}">
                  <a16:creationId xmlns:a16="http://schemas.microsoft.com/office/drawing/2014/main" id="{9FBCBDC8-7BCD-4CEE-B928-8C5DDFD08023}"/>
                </a:ext>
              </a:extLst>
            </p:cNvPr>
            <p:cNvSpPr/>
            <p:nvPr/>
          </p:nvSpPr>
          <p:spPr>
            <a:xfrm flipV="1">
              <a:off x="1510142"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Rectangle 861">
              <a:extLst>
                <a:ext uri="{FF2B5EF4-FFF2-40B4-BE49-F238E27FC236}">
                  <a16:creationId xmlns:a16="http://schemas.microsoft.com/office/drawing/2014/main" id="{8975D611-0384-441C-8E99-5736CAE03279}"/>
                </a:ext>
              </a:extLst>
            </p:cNvPr>
            <p:cNvSpPr/>
            <p:nvPr/>
          </p:nvSpPr>
          <p:spPr>
            <a:xfrm flipV="1">
              <a:off x="1600629"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Rectangle 862">
              <a:extLst>
                <a:ext uri="{FF2B5EF4-FFF2-40B4-BE49-F238E27FC236}">
                  <a16:creationId xmlns:a16="http://schemas.microsoft.com/office/drawing/2014/main" id="{D4E6D381-B1DD-4F57-90F2-509BED05317B}"/>
                </a:ext>
              </a:extLst>
            </p:cNvPr>
            <p:cNvSpPr/>
            <p:nvPr/>
          </p:nvSpPr>
          <p:spPr>
            <a:xfrm flipV="1">
              <a:off x="1686346" y="459222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Rectangle 863">
              <a:extLst>
                <a:ext uri="{FF2B5EF4-FFF2-40B4-BE49-F238E27FC236}">
                  <a16:creationId xmlns:a16="http://schemas.microsoft.com/office/drawing/2014/main" id="{0D1AC6CE-D1F8-44C4-A4BF-F1D852C2E0E3}"/>
                </a:ext>
              </a:extLst>
            </p:cNvPr>
            <p:cNvSpPr/>
            <p:nvPr/>
          </p:nvSpPr>
          <p:spPr>
            <a:xfrm flipV="1">
              <a:off x="1768893"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 name="Rectangle 864">
              <a:extLst>
                <a:ext uri="{FF2B5EF4-FFF2-40B4-BE49-F238E27FC236}">
                  <a16:creationId xmlns:a16="http://schemas.microsoft.com/office/drawing/2014/main" id="{1E9A9B12-4DF3-4F39-96F6-4CE24DCE3170}"/>
                </a:ext>
              </a:extLst>
            </p:cNvPr>
            <p:cNvSpPr/>
            <p:nvPr/>
          </p:nvSpPr>
          <p:spPr>
            <a:xfrm flipV="1">
              <a:off x="984670"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Rectangle 865">
              <a:extLst>
                <a:ext uri="{FF2B5EF4-FFF2-40B4-BE49-F238E27FC236}">
                  <a16:creationId xmlns:a16="http://schemas.microsoft.com/office/drawing/2014/main" id="{C0B541C7-5D09-4C9B-9F5D-A0F6C51FEE64}"/>
                </a:ext>
              </a:extLst>
            </p:cNvPr>
            <p:cNvSpPr/>
            <p:nvPr/>
          </p:nvSpPr>
          <p:spPr>
            <a:xfrm flipV="1">
              <a:off x="1067217"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Rectangle 866">
              <a:extLst>
                <a:ext uri="{FF2B5EF4-FFF2-40B4-BE49-F238E27FC236}">
                  <a16:creationId xmlns:a16="http://schemas.microsoft.com/office/drawing/2014/main" id="{04FEE474-E926-4789-9467-B967A6FD9A77}"/>
                </a:ext>
              </a:extLst>
            </p:cNvPr>
            <p:cNvSpPr/>
            <p:nvPr/>
          </p:nvSpPr>
          <p:spPr>
            <a:xfrm flipV="1">
              <a:off x="1154509"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Rectangle 867">
              <a:extLst>
                <a:ext uri="{FF2B5EF4-FFF2-40B4-BE49-F238E27FC236}">
                  <a16:creationId xmlns:a16="http://schemas.microsoft.com/office/drawing/2014/main" id="{1DE60502-3545-4DB9-9EEF-337E165008C9}"/>
                </a:ext>
              </a:extLst>
            </p:cNvPr>
            <p:cNvSpPr/>
            <p:nvPr/>
          </p:nvSpPr>
          <p:spPr>
            <a:xfrm flipV="1">
              <a:off x="1241034"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Rectangle 868">
              <a:extLst>
                <a:ext uri="{FF2B5EF4-FFF2-40B4-BE49-F238E27FC236}">
                  <a16:creationId xmlns:a16="http://schemas.microsoft.com/office/drawing/2014/main" id="{A62708B1-81E5-49A7-999D-091B86A17903}"/>
                </a:ext>
              </a:extLst>
            </p:cNvPr>
            <p:cNvSpPr/>
            <p:nvPr/>
          </p:nvSpPr>
          <p:spPr>
            <a:xfrm flipV="1">
              <a:off x="1327559"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Rectangle 869">
              <a:extLst>
                <a:ext uri="{FF2B5EF4-FFF2-40B4-BE49-F238E27FC236}">
                  <a16:creationId xmlns:a16="http://schemas.microsoft.com/office/drawing/2014/main" id="{90E042E1-99FB-4A4D-89FB-4506CF97D7DC}"/>
                </a:ext>
              </a:extLst>
            </p:cNvPr>
            <p:cNvSpPr/>
            <p:nvPr/>
          </p:nvSpPr>
          <p:spPr>
            <a:xfrm flipV="1">
              <a:off x="1416471"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1" name="Rectangle 870">
              <a:extLst>
                <a:ext uri="{FF2B5EF4-FFF2-40B4-BE49-F238E27FC236}">
                  <a16:creationId xmlns:a16="http://schemas.microsoft.com/office/drawing/2014/main" id="{75C76DAE-AF34-4F01-9355-2826F3AFF859}"/>
                </a:ext>
              </a:extLst>
            </p:cNvPr>
            <p:cNvSpPr/>
            <p:nvPr/>
          </p:nvSpPr>
          <p:spPr>
            <a:xfrm flipV="1">
              <a:off x="1506974"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Rectangle 871">
              <a:extLst>
                <a:ext uri="{FF2B5EF4-FFF2-40B4-BE49-F238E27FC236}">
                  <a16:creationId xmlns:a16="http://schemas.microsoft.com/office/drawing/2014/main" id="{C11165DD-F98C-41E7-9465-70A25115960C}"/>
                </a:ext>
              </a:extLst>
            </p:cNvPr>
            <p:cNvSpPr/>
            <p:nvPr/>
          </p:nvSpPr>
          <p:spPr>
            <a:xfrm flipV="1">
              <a:off x="1597461"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Rectangle 872">
              <a:extLst>
                <a:ext uri="{FF2B5EF4-FFF2-40B4-BE49-F238E27FC236}">
                  <a16:creationId xmlns:a16="http://schemas.microsoft.com/office/drawing/2014/main" id="{B8040D69-4B20-4077-A119-E14DFEFC0DA3}"/>
                </a:ext>
              </a:extLst>
            </p:cNvPr>
            <p:cNvSpPr/>
            <p:nvPr/>
          </p:nvSpPr>
          <p:spPr>
            <a:xfrm flipV="1">
              <a:off x="1683178" y="56881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4" name="Rectangle 873">
              <a:extLst>
                <a:ext uri="{FF2B5EF4-FFF2-40B4-BE49-F238E27FC236}">
                  <a16:creationId xmlns:a16="http://schemas.microsoft.com/office/drawing/2014/main" id="{ADEC7F74-211B-4804-80E5-89B02818F1F4}"/>
                </a:ext>
              </a:extLst>
            </p:cNvPr>
            <p:cNvSpPr/>
            <p:nvPr/>
          </p:nvSpPr>
          <p:spPr>
            <a:xfrm flipV="1">
              <a:off x="822742" y="568918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Rectangle 874">
              <a:extLst>
                <a:ext uri="{FF2B5EF4-FFF2-40B4-BE49-F238E27FC236}">
                  <a16:creationId xmlns:a16="http://schemas.microsoft.com/office/drawing/2014/main" id="{E1198471-4196-40DB-807C-E647BBB54A03}"/>
                </a:ext>
              </a:extLst>
            </p:cNvPr>
            <p:cNvSpPr/>
            <p:nvPr/>
          </p:nvSpPr>
          <p:spPr>
            <a:xfrm flipV="1">
              <a:off x="903706" y="568918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Rectangle 875">
              <a:extLst>
                <a:ext uri="{FF2B5EF4-FFF2-40B4-BE49-F238E27FC236}">
                  <a16:creationId xmlns:a16="http://schemas.microsoft.com/office/drawing/2014/main" id="{90C3D3C6-B4C3-4524-A441-92E2AAB76566}"/>
                </a:ext>
              </a:extLst>
            </p:cNvPr>
            <p:cNvSpPr/>
            <p:nvPr/>
          </p:nvSpPr>
          <p:spPr>
            <a:xfrm flipV="1">
              <a:off x="822742" y="459222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Rectangle 876">
              <a:extLst>
                <a:ext uri="{FF2B5EF4-FFF2-40B4-BE49-F238E27FC236}">
                  <a16:creationId xmlns:a16="http://schemas.microsoft.com/office/drawing/2014/main" id="{8F5FDA5A-DDB3-414B-B413-26302A504562}"/>
                </a:ext>
              </a:extLst>
            </p:cNvPr>
            <p:cNvSpPr/>
            <p:nvPr/>
          </p:nvSpPr>
          <p:spPr>
            <a:xfrm flipV="1">
              <a:off x="903706" y="459222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Rectangle 877">
              <a:extLst>
                <a:ext uri="{FF2B5EF4-FFF2-40B4-BE49-F238E27FC236}">
                  <a16:creationId xmlns:a16="http://schemas.microsoft.com/office/drawing/2014/main" id="{6B5E7E7B-8253-4967-8C4A-FBC0B9945711}"/>
                </a:ext>
              </a:extLst>
            </p:cNvPr>
            <p:cNvSpPr/>
            <p:nvPr/>
          </p:nvSpPr>
          <p:spPr>
            <a:xfrm>
              <a:off x="1768921" y="450993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9" name="Rectangle 878">
              <a:extLst>
                <a:ext uri="{FF2B5EF4-FFF2-40B4-BE49-F238E27FC236}">
                  <a16:creationId xmlns:a16="http://schemas.microsoft.com/office/drawing/2014/main" id="{ABF6D9E2-9974-4B4A-85D4-4AA5CFFF2AA3}"/>
                </a:ext>
              </a:extLst>
            </p:cNvPr>
            <p:cNvSpPr/>
            <p:nvPr/>
          </p:nvSpPr>
          <p:spPr>
            <a:xfrm>
              <a:off x="1067217" y="4508876"/>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Rectangle 879">
              <a:extLst>
                <a:ext uri="{FF2B5EF4-FFF2-40B4-BE49-F238E27FC236}">
                  <a16:creationId xmlns:a16="http://schemas.microsoft.com/office/drawing/2014/main" id="{5914C39C-0534-4214-9A93-EED9938A25E1}"/>
                </a:ext>
              </a:extLst>
            </p:cNvPr>
            <p:cNvSpPr/>
            <p:nvPr/>
          </p:nvSpPr>
          <p:spPr>
            <a:xfrm>
              <a:off x="1155345" y="450622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Rectangle 880">
              <a:extLst>
                <a:ext uri="{FF2B5EF4-FFF2-40B4-BE49-F238E27FC236}">
                  <a16:creationId xmlns:a16="http://schemas.microsoft.com/office/drawing/2014/main" id="{756B43A1-251F-48AA-AA91-1978165B1190}"/>
                </a:ext>
              </a:extLst>
            </p:cNvPr>
            <p:cNvSpPr/>
            <p:nvPr/>
          </p:nvSpPr>
          <p:spPr>
            <a:xfrm>
              <a:off x="1241870" y="450622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Rectangle 881">
              <a:extLst>
                <a:ext uri="{FF2B5EF4-FFF2-40B4-BE49-F238E27FC236}">
                  <a16:creationId xmlns:a16="http://schemas.microsoft.com/office/drawing/2014/main" id="{60F592A4-08CD-49FB-9608-87CF5D9E1715}"/>
                </a:ext>
              </a:extLst>
            </p:cNvPr>
            <p:cNvSpPr/>
            <p:nvPr/>
          </p:nvSpPr>
          <p:spPr>
            <a:xfrm>
              <a:off x="1327587" y="450993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Rectangle 882">
              <a:extLst>
                <a:ext uri="{FF2B5EF4-FFF2-40B4-BE49-F238E27FC236}">
                  <a16:creationId xmlns:a16="http://schemas.microsoft.com/office/drawing/2014/main" id="{81E3FBEE-CEBB-4D0C-9228-EAAAADCE460B}"/>
                </a:ext>
              </a:extLst>
            </p:cNvPr>
            <p:cNvSpPr/>
            <p:nvPr/>
          </p:nvSpPr>
          <p:spPr>
            <a:xfrm>
              <a:off x="1416499" y="450993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Rectangle 883">
              <a:extLst>
                <a:ext uri="{FF2B5EF4-FFF2-40B4-BE49-F238E27FC236}">
                  <a16:creationId xmlns:a16="http://schemas.microsoft.com/office/drawing/2014/main" id="{9DB6FC71-7D6D-43BC-8FB3-2310EDFE74CF}"/>
                </a:ext>
              </a:extLst>
            </p:cNvPr>
            <p:cNvSpPr/>
            <p:nvPr/>
          </p:nvSpPr>
          <p:spPr>
            <a:xfrm>
              <a:off x="1507002" y="450993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Rectangle 884">
              <a:extLst>
                <a:ext uri="{FF2B5EF4-FFF2-40B4-BE49-F238E27FC236}">
                  <a16:creationId xmlns:a16="http://schemas.microsoft.com/office/drawing/2014/main" id="{EAFB05C5-24EB-40E9-A877-6F0160BB5FBF}"/>
                </a:ext>
              </a:extLst>
            </p:cNvPr>
            <p:cNvSpPr/>
            <p:nvPr/>
          </p:nvSpPr>
          <p:spPr>
            <a:xfrm>
              <a:off x="1597489" y="450993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Rectangle 885">
              <a:extLst>
                <a:ext uri="{FF2B5EF4-FFF2-40B4-BE49-F238E27FC236}">
                  <a16:creationId xmlns:a16="http://schemas.microsoft.com/office/drawing/2014/main" id="{16AEFAA6-C203-4EC3-8463-857F6987D7B1}"/>
                </a:ext>
              </a:extLst>
            </p:cNvPr>
            <p:cNvSpPr/>
            <p:nvPr/>
          </p:nvSpPr>
          <p:spPr>
            <a:xfrm>
              <a:off x="1683206" y="450993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7" name="Rectangle 886">
              <a:extLst>
                <a:ext uri="{FF2B5EF4-FFF2-40B4-BE49-F238E27FC236}">
                  <a16:creationId xmlns:a16="http://schemas.microsoft.com/office/drawing/2014/main" id="{24E71D37-F53F-450A-85A0-1E04DCFCA680}"/>
                </a:ext>
              </a:extLst>
            </p:cNvPr>
            <p:cNvSpPr/>
            <p:nvPr/>
          </p:nvSpPr>
          <p:spPr>
            <a:xfrm>
              <a:off x="1596580" y="443122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1B2A4944-71EA-42C6-8E78-25DE64C7218F}"/>
                </a:ext>
              </a:extLst>
            </p:cNvPr>
            <p:cNvSpPr/>
            <p:nvPr/>
          </p:nvSpPr>
          <p:spPr>
            <a:xfrm>
              <a:off x="1510865" y="443122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DD00F3BF-7DB5-4869-8C04-BDA7DE82C09C}"/>
                </a:ext>
              </a:extLst>
            </p:cNvPr>
            <p:cNvSpPr/>
            <p:nvPr/>
          </p:nvSpPr>
          <p:spPr>
            <a:xfrm>
              <a:off x="1596580" y="434999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Rectangle 889">
              <a:extLst>
                <a:ext uri="{FF2B5EF4-FFF2-40B4-BE49-F238E27FC236}">
                  <a16:creationId xmlns:a16="http://schemas.microsoft.com/office/drawing/2014/main" id="{725114A6-451F-4384-AEC0-433BB45C4AD0}"/>
                </a:ext>
              </a:extLst>
            </p:cNvPr>
            <p:cNvSpPr/>
            <p:nvPr/>
          </p:nvSpPr>
          <p:spPr>
            <a:xfrm>
              <a:off x="1510865" y="434999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Rectangle 890">
              <a:extLst>
                <a:ext uri="{FF2B5EF4-FFF2-40B4-BE49-F238E27FC236}">
                  <a16:creationId xmlns:a16="http://schemas.microsoft.com/office/drawing/2014/main" id="{9F9A8E76-198C-42C2-962B-7124F5398EEB}"/>
                </a:ext>
              </a:extLst>
            </p:cNvPr>
            <p:cNvSpPr/>
            <p:nvPr/>
          </p:nvSpPr>
          <p:spPr>
            <a:xfrm>
              <a:off x="1416471" y="443122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Rectangle 891">
              <a:extLst>
                <a:ext uri="{FF2B5EF4-FFF2-40B4-BE49-F238E27FC236}">
                  <a16:creationId xmlns:a16="http://schemas.microsoft.com/office/drawing/2014/main" id="{A9F6DB7E-9AA9-46FD-B9EF-8D8A47397DD7}"/>
                </a:ext>
              </a:extLst>
            </p:cNvPr>
            <p:cNvSpPr/>
            <p:nvPr/>
          </p:nvSpPr>
          <p:spPr>
            <a:xfrm>
              <a:off x="1330756" y="443122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Rectangle 892">
              <a:extLst>
                <a:ext uri="{FF2B5EF4-FFF2-40B4-BE49-F238E27FC236}">
                  <a16:creationId xmlns:a16="http://schemas.microsoft.com/office/drawing/2014/main" id="{93969D4A-055E-479C-A5DF-B08D6ACB6AFE}"/>
                </a:ext>
              </a:extLst>
            </p:cNvPr>
            <p:cNvSpPr/>
            <p:nvPr/>
          </p:nvSpPr>
          <p:spPr>
            <a:xfrm flipV="1">
              <a:off x="986296" y="45080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Rectangle 893">
              <a:extLst>
                <a:ext uri="{FF2B5EF4-FFF2-40B4-BE49-F238E27FC236}">
                  <a16:creationId xmlns:a16="http://schemas.microsoft.com/office/drawing/2014/main" id="{5F9E3ABB-D397-4B22-B1E0-C5146A3E9685}"/>
                </a:ext>
              </a:extLst>
            </p:cNvPr>
            <p:cNvSpPr/>
            <p:nvPr/>
          </p:nvSpPr>
          <p:spPr>
            <a:xfrm flipV="1">
              <a:off x="903706" y="450966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5" name="Rectangle 894">
              <a:extLst>
                <a:ext uri="{FF2B5EF4-FFF2-40B4-BE49-F238E27FC236}">
                  <a16:creationId xmlns:a16="http://schemas.microsoft.com/office/drawing/2014/main" id="{882F1565-988F-423B-9674-4856FBA61B16}"/>
                </a:ext>
              </a:extLst>
            </p:cNvPr>
            <p:cNvSpPr/>
            <p:nvPr/>
          </p:nvSpPr>
          <p:spPr>
            <a:xfrm flipV="1">
              <a:off x="823159" y="450966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6" name="Rectangle 895">
              <a:extLst>
                <a:ext uri="{FF2B5EF4-FFF2-40B4-BE49-F238E27FC236}">
                  <a16:creationId xmlns:a16="http://schemas.microsoft.com/office/drawing/2014/main" id="{9DF8B4C8-5D27-4683-B7D6-ED896F70D0CD}"/>
                </a:ext>
              </a:extLst>
            </p:cNvPr>
            <p:cNvSpPr/>
            <p:nvPr/>
          </p:nvSpPr>
          <p:spPr>
            <a:xfrm flipV="1">
              <a:off x="903706" y="367172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Rectangle 896">
              <a:extLst>
                <a:ext uri="{FF2B5EF4-FFF2-40B4-BE49-F238E27FC236}">
                  <a16:creationId xmlns:a16="http://schemas.microsoft.com/office/drawing/2014/main" id="{1946C3BE-ABCD-49AE-A58D-16450FD25789}"/>
                </a:ext>
              </a:extLst>
            </p:cNvPr>
            <p:cNvSpPr/>
            <p:nvPr/>
          </p:nvSpPr>
          <p:spPr>
            <a:xfrm flipV="1">
              <a:off x="903706" y="316372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Rectangle 897">
              <a:extLst>
                <a:ext uri="{FF2B5EF4-FFF2-40B4-BE49-F238E27FC236}">
                  <a16:creationId xmlns:a16="http://schemas.microsoft.com/office/drawing/2014/main" id="{7891605A-5AC3-4212-BB41-712E4199FD8A}"/>
                </a:ext>
              </a:extLst>
            </p:cNvPr>
            <p:cNvSpPr/>
            <p:nvPr/>
          </p:nvSpPr>
          <p:spPr>
            <a:xfrm flipV="1">
              <a:off x="821158" y="356536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Rectangle 898">
              <a:extLst>
                <a:ext uri="{FF2B5EF4-FFF2-40B4-BE49-F238E27FC236}">
                  <a16:creationId xmlns:a16="http://schemas.microsoft.com/office/drawing/2014/main" id="{3077E468-2191-4A42-A53E-00E77359BA9F}"/>
                </a:ext>
              </a:extLst>
            </p:cNvPr>
            <p:cNvSpPr/>
            <p:nvPr/>
          </p:nvSpPr>
          <p:spPr>
            <a:xfrm>
              <a:off x="1767308" y="356536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900" name="Rectangle 899">
              <a:extLst>
                <a:ext uri="{FF2B5EF4-FFF2-40B4-BE49-F238E27FC236}">
                  <a16:creationId xmlns:a16="http://schemas.microsoft.com/office/drawing/2014/main" id="{15E0837E-C14A-4631-9557-504262A29CE7}"/>
                </a:ext>
              </a:extLst>
            </p:cNvPr>
            <p:cNvSpPr/>
            <p:nvPr/>
          </p:nvSpPr>
          <p:spPr>
            <a:xfrm flipV="1">
              <a:off x="821158" y="37860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Rectangle 900">
              <a:extLst>
                <a:ext uri="{FF2B5EF4-FFF2-40B4-BE49-F238E27FC236}">
                  <a16:creationId xmlns:a16="http://schemas.microsoft.com/office/drawing/2014/main" id="{5729B886-A82D-43D1-AAF7-93B973AED9B5}"/>
                </a:ext>
              </a:extLst>
            </p:cNvPr>
            <p:cNvSpPr/>
            <p:nvPr/>
          </p:nvSpPr>
          <p:spPr>
            <a:xfrm flipV="1">
              <a:off x="821158" y="34891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Rectangle 901">
              <a:extLst>
                <a:ext uri="{FF2B5EF4-FFF2-40B4-BE49-F238E27FC236}">
                  <a16:creationId xmlns:a16="http://schemas.microsoft.com/office/drawing/2014/main" id="{7CAAD568-E65B-4AC4-BD0E-C26612B1AD29}"/>
                </a:ext>
              </a:extLst>
            </p:cNvPr>
            <p:cNvSpPr/>
            <p:nvPr/>
          </p:nvSpPr>
          <p:spPr>
            <a:xfrm flipV="1">
              <a:off x="1767308" y="377809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 name="Rectangle 902">
              <a:extLst>
                <a:ext uri="{FF2B5EF4-FFF2-40B4-BE49-F238E27FC236}">
                  <a16:creationId xmlns:a16="http://schemas.microsoft.com/office/drawing/2014/main" id="{9C5D27E2-44EE-4946-A79C-F6B3AAAE6361}"/>
                </a:ext>
              </a:extLst>
            </p:cNvPr>
            <p:cNvSpPr/>
            <p:nvPr/>
          </p:nvSpPr>
          <p:spPr>
            <a:xfrm flipV="1">
              <a:off x="1767308" y="34891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Rectangle 903">
              <a:extLst>
                <a:ext uri="{FF2B5EF4-FFF2-40B4-BE49-F238E27FC236}">
                  <a16:creationId xmlns:a16="http://schemas.microsoft.com/office/drawing/2014/main" id="{1382DF21-86EB-4B7F-9960-853943A7548F}"/>
                </a:ext>
              </a:extLst>
            </p:cNvPr>
            <p:cNvSpPr/>
            <p:nvPr/>
          </p:nvSpPr>
          <p:spPr>
            <a:xfrm flipV="1">
              <a:off x="821158" y="38622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5" name="Rectangle 904">
              <a:extLst>
                <a:ext uri="{FF2B5EF4-FFF2-40B4-BE49-F238E27FC236}">
                  <a16:creationId xmlns:a16="http://schemas.microsoft.com/office/drawing/2014/main" id="{1FB16CB9-71C0-4055-8C33-E2BC0207AEBA}"/>
                </a:ext>
              </a:extLst>
            </p:cNvPr>
            <p:cNvSpPr/>
            <p:nvPr/>
          </p:nvSpPr>
          <p:spPr>
            <a:xfrm flipV="1">
              <a:off x="821158" y="394239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Rectangle 905">
              <a:extLst>
                <a:ext uri="{FF2B5EF4-FFF2-40B4-BE49-F238E27FC236}">
                  <a16:creationId xmlns:a16="http://schemas.microsoft.com/office/drawing/2014/main" id="{0613B89B-14EF-4548-92EE-99DB02F7666C}"/>
                </a:ext>
              </a:extLst>
            </p:cNvPr>
            <p:cNvSpPr/>
            <p:nvPr/>
          </p:nvSpPr>
          <p:spPr>
            <a:xfrm flipV="1">
              <a:off x="821158" y="40273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Rectangle 906">
              <a:extLst>
                <a:ext uri="{FF2B5EF4-FFF2-40B4-BE49-F238E27FC236}">
                  <a16:creationId xmlns:a16="http://schemas.microsoft.com/office/drawing/2014/main" id="{B5339213-D313-4636-91F2-B43BEC4A5773}"/>
                </a:ext>
              </a:extLst>
            </p:cNvPr>
            <p:cNvSpPr/>
            <p:nvPr/>
          </p:nvSpPr>
          <p:spPr>
            <a:xfrm flipV="1">
              <a:off x="821158" y="41035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Rectangle 907">
              <a:extLst>
                <a:ext uri="{FF2B5EF4-FFF2-40B4-BE49-F238E27FC236}">
                  <a16:creationId xmlns:a16="http://schemas.microsoft.com/office/drawing/2014/main" id="{D87BC64E-6E42-41C3-B97F-68FB31C54637}"/>
                </a:ext>
              </a:extLst>
            </p:cNvPr>
            <p:cNvSpPr/>
            <p:nvPr/>
          </p:nvSpPr>
          <p:spPr>
            <a:xfrm flipV="1">
              <a:off x="1767308" y="386619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Rectangle 908">
              <a:extLst>
                <a:ext uri="{FF2B5EF4-FFF2-40B4-BE49-F238E27FC236}">
                  <a16:creationId xmlns:a16="http://schemas.microsoft.com/office/drawing/2014/main" id="{082E88F0-0336-48EF-A329-F9D14B27F9F0}"/>
                </a:ext>
              </a:extLst>
            </p:cNvPr>
            <p:cNvSpPr/>
            <p:nvPr/>
          </p:nvSpPr>
          <p:spPr>
            <a:xfrm flipV="1">
              <a:off x="1767308" y="395324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Rectangle 909">
              <a:extLst>
                <a:ext uri="{FF2B5EF4-FFF2-40B4-BE49-F238E27FC236}">
                  <a16:creationId xmlns:a16="http://schemas.microsoft.com/office/drawing/2014/main" id="{A7E097E4-E1AC-4C7F-9B57-384C64760E9D}"/>
                </a:ext>
              </a:extLst>
            </p:cNvPr>
            <p:cNvSpPr/>
            <p:nvPr/>
          </p:nvSpPr>
          <p:spPr>
            <a:xfrm flipV="1">
              <a:off x="1767308" y="403156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Rectangle 910">
              <a:extLst>
                <a:ext uri="{FF2B5EF4-FFF2-40B4-BE49-F238E27FC236}">
                  <a16:creationId xmlns:a16="http://schemas.microsoft.com/office/drawing/2014/main" id="{E133FB28-03E7-4223-86BC-C270B4ADC6BD}"/>
                </a:ext>
              </a:extLst>
            </p:cNvPr>
            <p:cNvSpPr/>
            <p:nvPr/>
          </p:nvSpPr>
          <p:spPr>
            <a:xfrm flipV="1">
              <a:off x="1767308" y="410564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Rectangle 911">
              <a:extLst>
                <a:ext uri="{FF2B5EF4-FFF2-40B4-BE49-F238E27FC236}">
                  <a16:creationId xmlns:a16="http://schemas.microsoft.com/office/drawing/2014/main" id="{5EAD818C-AB1C-465A-9F84-11F761FF73E0}"/>
                </a:ext>
              </a:extLst>
            </p:cNvPr>
            <p:cNvSpPr/>
            <p:nvPr/>
          </p:nvSpPr>
          <p:spPr>
            <a:xfrm flipV="1">
              <a:off x="821158" y="34129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3" name="Rectangle 912">
              <a:extLst>
                <a:ext uri="{FF2B5EF4-FFF2-40B4-BE49-F238E27FC236}">
                  <a16:creationId xmlns:a16="http://schemas.microsoft.com/office/drawing/2014/main" id="{2892A0F4-C1FE-423D-A7C0-42CDDBB9471C}"/>
                </a:ext>
              </a:extLst>
            </p:cNvPr>
            <p:cNvSpPr/>
            <p:nvPr/>
          </p:nvSpPr>
          <p:spPr>
            <a:xfrm flipV="1">
              <a:off x="821158" y="333068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4" name="Rectangle 913">
              <a:extLst>
                <a:ext uri="{FF2B5EF4-FFF2-40B4-BE49-F238E27FC236}">
                  <a16:creationId xmlns:a16="http://schemas.microsoft.com/office/drawing/2014/main" id="{A62D71F9-3C91-49C6-BC5F-099569FC4F3B}"/>
                </a:ext>
              </a:extLst>
            </p:cNvPr>
            <p:cNvSpPr/>
            <p:nvPr/>
          </p:nvSpPr>
          <p:spPr>
            <a:xfrm flipV="1">
              <a:off x="821158" y="325104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Rectangle 914">
              <a:extLst>
                <a:ext uri="{FF2B5EF4-FFF2-40B4-BE49-F238E27FC236}">
                  <a16:creationId xmlns:a16="http://schemas.microsoft.com/office/drawing/2014/main" id="{5DD58E21-4C16-4E90-AFDC-EBBFA24C0CA3}"/>
                </a:ext>
              </a:extLst>
            </p:cNvPr>
            <p:cNvSpPr/>
            <p:nvPr/>
          </p:nvSpPr>
          <p:spPr>
            <a:xfrm flipV="1">
              <a:off x="821158" y="316531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Rectangle 915">
              <a:extLst>
                <a:ext uri="{FF2B5EF4-FFF2-40B4-BE49-F238E27FC236}">
                  <a16:creationId xmlns:a16="http://schemas.microsoft.com/office/drawing/2014/main" id="{C11CECC3-D9A7-4EE6-B763-D29B851DE72A}"/>
                </a:ext>
              </a:extLst>
            </p:cNvPr>
            <p:cNvSpPr/>
            <p:nvPr/>
          </p:nvSpPr>
          <p:spPr>
            <a:xfrm flipV="1">
              <a:off x="1767308" y="316531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Rectangle 916">
              <a:extLst>
                <a:ext uri="{FF2B5EF4-FFF2-40B4-BE49-F238E27FC236}">
                  <a16:creationId xmlns:a16="http://schemas.microsoft.com/office/drawing/2014/main" id="{79B79F6A-64FA-41BF-93E1-7C9054BC883E}"/>
                </a:ext>
              </a:extLst>
            </p:cNvPr>
            <p:cNvSpPr/>
            <p:nvPr/>
          </p:nvSpPr>
          <p:spPr>
            <a:xfrm flipV="1">
              <a:off x="1767308" y="3243104"/>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8" name="Rectangle 917">
              <a:extLst>
                <a:ext uri="{FF2B5EF4-FFF2-40B4-BE49-F238E27FC236}">
                  <a16:creationId xmlns:a16="http://schemas.microsoft.com/office/drawing/2014/main" id="{444A84C5-5F10-458A-8C51-378F96EE6C15}"/>
                </a:ext>
              </a:extLst>
            </p:cNvPr>
            <p:cNvSpPr/>
            <p:nvPr/>
          </p:nvSpPr>
          <p:spPr>
            <a:xfrm flipV="1">
              <a:off x="1767308" y="332009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9" name="Rectangle 918">
              <a:extLst>
                <a:ext uri="{FF2B5EF4-FFF2-40B4-BE49-F238E27FC236}">
                  <a16:creationId xmlns:a16="http://schemas.microsoft.com/office/drawing/2014/main" id="{25950DF3-B167-4CAA-9384-1E811AF49108}"/>
                </a:ext>
              </a:extLst>
            </p:cNvPr>
            <p:cNvSpPr/>
            <p:nvPr/>
          </p:nvSpPr>
          <p:spPr>
            <a:xfrm flipV="1">
              <a:off x="1767308" y="340502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0" name="Rectangle 919">
              <a:extLst>
                <a:ext uri="{FF2B5EF4-FFF2-40B4-BE49-F238E27FC236}">
                  <a16:creationId xmlns:a16="http://schemas.microsoft.com/office/drawing/2014/main" id="{8C77D0A6-71AC-40E1-8735-F3A2825487C3}"/>
                </a:ext>
              </a:extLst>
            </p:cNvPr>
            <p:cNvSpPr/>
            <p:nvPr/>
          </p:nvSpPr>
          <p:spPr>
            <a:xfrm flipV="1">
              <a:off x="1770476"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Rectangle 920">
              <a:extLst>
                <a:ext uri="{FF2B5EF4-FFF2-40B4-BE49-F238E27FC236}">
                  <a16:creationId xmlns:a16="http://schemas.microsoft.com/office/drawing/2014/main" id="{9FBE5D8F-4C91-45FA-A5A4-97E8654C6378}"/>
                </a:ext>
              </a:extLst>
            </p:cNvPr>
            <p:cNvSpPr/>
            <p:nvPr/>
          </p:nvSpPr>
          <p:spPr>
            <a:xfrm flipV="1">
              <a:off x="986253"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Rectangle 921">
              <a:extLst>
                <a:ext uri="{FF2B5EF4-FFF2-40B4-BE49-F238E27FC236}">
                  <a16:creationId xmlns:a16="http://schemas.microsoft.com/office/drawing/2014/main" id="{2C6FB207-3E4C-40B9-B20B-F34B6C65CB1F}"/>
                </a:ext>
              </a:extLst>
            </p:cNvPr>
            <p:cNvSpPr/>
            <p:nvPr/>
          </p:nvSpPr>
          <p:spPr>
            <a:xfrm flipV="1">
              <a:off x="1068800"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Rectangle 922">
              <a:extLst>
                <a:ext uri="{FF2B5EF4-FFF2-40B4-BE49-F238E27FC236}">
                  <a16:creationId xmlns:a16="http://schemas.microsoft.com/office/drawing/2014/main" id="{5F10AFF5-2F65-4C90-8366-8CAC9FC61505}"/>
                </a:ext>
              </a:extLst>
            </p:cNvPr>
            <p:cNvSpPr/>
            <p:nvPr/>
          </p:nvSpPr>
          <p:spPr>
            <a:xfrm flipV="1">
              <a:off x="1156092"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 name="Rectangle 923">
              <a:extLst>
                <a:ext uri="{FF2B5EF4-FFF2-40B4-BE49-F238E27FC236}">
                  <a16:creationId xmlns:a16="http://schemas.microsoft.com/office/drawing/2014/main" id="{8185271E-0E3D-4324-B2CC-C2C4F9531DCC}"/>
                </a:ext>
              </a:extLst>
            </p:cNvPr>
            <p:cNvSpPr/>
            <p:nvPr/>
          </p:nvSpPr>
          <p:spPr>
            <a:xfrm flipV="1">
              <a:off x="1242617"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Rectangle 924">
              <a:extLst>
                <a:ext uri="{FF2B5EF4-FFF2-40B4-BE49-F238E27FC236}">
                  <a16:creationId xmlns:a16="http://schemas.microsoft.com/office/drawing/2014/main" id="{F61106D1-89D5-4706-90BA-DEC82B59D260}"/>
                </a:ext>
              </a:extLst>
            </p:cNvPr>
            <p:cNvSpPr/>
            <p:nvPr/>
          </p:nvSpPr>
          <p:spPr>
            <a:xfrm flipV="1">
              <a:off x="1329142"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6" name="Rectangle 925">
              <a:extLst>
                <a:ext uri="{FF2B5EF4-FFF2-40B4-BE49-F238E27FC236}">
                  <a16:creationId xmlns:a16="http://schemas.microsoft.com/office/drawing/2014/main" id="{430C839A-BC31-4BC1-8149-8C8673361FF9}"/>
                </a:ext>
              </a:extLst>
            </p:cNvPr>
            <p:cNvSpPr/>
            <p:nvPr/>
          </p:nvSpPr>
          <p:spPr>
            <a:xfrm flipV="1">
              <a:off x="1418054"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7" name="Rectangle 926">
              <a:extLst>
                <a:ext uri="{FF2B5EF4-FFF2-40B4-BE49-F238E27FC236}">
                  <a16:creationId xmlns:a16="http://schemas.microsoft.com/office/drawing/2014/main" id="{F0E5E041-2B90-46CE-94A4-69B87C7573EA}"/>
                </a:ext>
              </a:extLst>
            </p:cNvPr>
            <p:cNvSpPr/>
            <p:nvPr/>
          </p:nvSpPr>
          <p:spPr>
            <a:xfrm flipV="1">
              <a:off x="1508557"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8" name="Rectangle 927">
              <a:extLst>
                <a:ext uri="{FF2B5EF4-FFF2-40B4-BE49-F238E27FC236}">
                  <a16:creationId xmlns:a16="http://schemas.microsoft.com/office/drawing/2014/main" id="{92DA32A3-ED32-4827-97DE-4A7B324E7AE9}"/>
                </a:ext>
              </a:extLst>
            </p:cNvPr>
            <p:cNvSpPr/>
            <p:nvPr/>
          </p:nvSpPr>
          <p:spPr>
            <a:xfrm flipV="1">
              <a:off x="1599044"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 name="Rectangle 928">
              <a:extLst>
                <a:ext uri="{FF2B5EF4-FFF2-40B4-BE49-F238E27FC236}">
                  <a16:creationId xmlns:a16="http://schemas.microsoft.com/office/drawing/2014/main" id="{364E6821-C59B-490F-ABAD-832A8FCAF441}"/>
                </a:ext>
              </a:extLst>
            </p:cNvPr>
            <p:cNvSpPr/>
            <p:nvPr/>
          </p:nvSpPr>
          <p:spPr>
            <a:xfrm flipV="1">
              <a:off x="1684761" y="308752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0" name="Rectangle 929">
              <a:extLst>
                <a:ext uri="{FF2B5EF4-FFF2-40B4-BE49-F238E27FC236}">
                  <a16:creationId xmlns:a16="http://schemas.microsoft.com/office/drawing/2014/main" id="{87923C1E-8367-43DB-86A6-2BF79E90503E}"/>
                </a:ext>
              </a:extLst>
            </p:cNvPr>
            <p:cNvSpPr/>
            <p:nvPr/>
          </p:nvSpPr>
          <p:spPr>
            <a:xfrm flipV="1">
              <a:off x="1767308"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1" name="Rectangle 930">
              <a:extLst>
                <a:ext uri="{FF2B5EF4-FFF2-40B4-BE49-F238E27FC236}">
                  <a16:creationId xmlns:a16="http://schemas.microsoft.com/office/drawing/2014/main" id="{8459D5DF-AC89-4688-8D9E-61225CE892E4}"/>
                </a:ext>
              </a:extLst>
            </p:cNvPr>
            <p:cNvSpPr/>
            <p:nvPr/>
          </p:nvSpPr>
          <p:spPr>
            <a:xfrm flipV="1">
              <a:off x="983085"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 name="Rectangle 931">
              <a:extLst>
                <a:ext uri="{FF2B5EF4-FFF2-40B4-BE49-F238E27FC236}">
                  <a16:creationId xmlns:a16="http://schemas.microsoft.com/office/drawing/2014/main" id="{4139B9D6-5990-449A-80F7-FFF5B75E6D28}"/>
                </a:ext>
              </a:extLst>
            </p:cNvPr>
            <p:cNvSpPr/>
            <p:nvPr/>
          </p:nvSpPr>
          <p:spPr>
            <a:xfrm flipV="1">
              <a:off x="1065632"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3" name="Rectangle 932">
              <a:extLst>
                <a:ext uri="{FF2B5EF4-FFF2-40B4-BE49-F238E27FC236}">
                  <a16:creationId xmlns:a16="http://schemas.microsoft.com/office/drawing/2014/main" id="{F7A64AB8-1185-4695-86DF-13DA270DFF83}"/>
                </a:ext>
              </a:extLst>
            </p:cNvPr>
            <p:cNvSpPr/>
            <p:nvPr/>
          </p:nvSpPr>
          <p:spPr>
            <a:xfrm flipV="1">
              <a:off x="1152924"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4" name="Rectangle 933">
              <a:extLst>
                <a:ext uri="{FF2B5EF4-FFF2-40B4-BE49-F238E27FC236}">
                  <a16:creationId xmlns:a16="http://schemas.microsoft.com/office/drawing/2014/main" id="{8477A262-B18C-4FE8-9C2D-1AB7E496AB5E}"/>
                </a:ext>
              </a:extLst>
            </p:cNvPr>
            <p:cNvSpPr/>
            <p:nvPr/>
          </p:nvSpPr>
          <p:spPr>
            <a:xfrm flipV="1">
              <a:off x="1239449"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5" name="Rectangle 934">
              <a:extLst>
                <a:ext uri="{FF2B5EF4-FFF2-40B4-BE49-F238E27FC236}">
                  <a16:creationId xmlns:a16="http://schemas.microsoft.com/office/drawing/2014/main" id="{32840668-4D5B-409A-B251-C58B55797968}"/>
                </a:ext>
              </a:extLst>
            </p:cNvPr>
            <p:cNvSpPr/>
            <p:nvPr/>
          </p:nvSpPr>
          <p:spPr>
            <a:xfrm flipV="1">
              <a:off x="1325974"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 name="Rectangle 935">
              <a:extLst>
                <a:ext uri="{FF2B5EF4-FFF2-40B4-BE49-F238E27FC236}">
                  <a16:creationId xmlns:a16="http://schemas.microsoft.com/office/drawing/2014/main" id="{D096B504-0B0A-4566-8D5D-09F331125A39}"/>
                </a:ext>
              </a:extLst>
            </p:cNvPr>
            <p:cNvSpPr/>
            <p:nvPr/>
          </p:nvSpPr>
          <p:spPr>
            <a:xfrm flipV="1">
              <a:off x="1414886"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Rectangle 936">
              <a:extLst>
                <a:ext uri="{FF2B5EF4-FFF2-40B4-BE49-F238E27FC236}">
                  <a16:creationId xmlns:a16="http://schemas.microsoft.com/office/drawing/2014/main" id="{FA33AB8E-1BDA-4846-BBAF-9FFBB154CE04}"/>
                </a:ext>
              </a:extLst>
            </p:cNvPr>
            <p:cNvSpPr/>
            <p:nvPr/>
          </p:nvSpPr>
          <p:spPr>
            <a:xfrm flipV="1">
              <a:off x="1505389"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 name="Rectangle 937">
              <a:extLst>
                <a:ext uri="{FF2B5EF4-FFF2-40B4-BE49-F238E27FC236}">
                  <a16:creationId xmlns:a16="http://schemas.microsoft.com/office/drawing/2014/main" id="{1AF78309-A6F9-43B7-9587-332EBEEADF41}"/>
                </a:ext>
              </a:extLst>
            </p:cNvPr>
            <p:cNvSpPr/>
            <p:nvPr/>
          </p:nvSpPr>
          <p:spPr>
            <a:xfrm flipV="1">
              <a:off x="1595876"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9" name="Rectangle 938">
              <a:extLst>
                <a:ext uri="{FF2B5EF4-FFF2-40B4-BE49-F238E27FC236}">
                  <a16:creationId xmlns:a16="http://schemas.microsoft.com/office/drawing/2014/main" id="{16A8E96E-E856-40B9-97BD-4DCD0B64864C}"/>
                </a:ext>
              </a:extLst>
            </p:cNvPr>
            <p:cNvSpPr/>
            <p:nvPr/>
          </p:nvSpPr>
          <p:spPr>
            <a:xfrm flipV="1">
              <a:off x="1681593" y="41834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Rectangle 939">
              <a:extLst>
                <a:ext uri="{FF2B5EF4-FFF2-40B4-BE49-F238E27FC236}">
                  <a16:creationId xmlns:a16="http://schemas.microsoft.com/office/drawing/2014/main" id="{F194281F-1892-4B9E-86BE-981853201F98}"/>
                </a:ext>
              </a:extLst>
            </p:cNvPr>
            <p:cNvSpPr/>
            <p:nvPr/>
          </p:nvSpPr>
          <p:spPr>
            <a:xfrm flipV="1">
              <a:off x="821157" y="418449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Rectangle 940">
              <a:extLst>
                <a:ext uri="{FF2B5EF4-FFF2-40B4-BE49-F238E27FC236}">
                  <a16:creationId xmlns:a16="http://schemas.microsoft.com/office/drawing/2014/main" id="{06B43669-DE04-460A-BE68-0832980DB6EC}"/>
                </a:ext>
              </a:extLst>
            </p:cNvPr>
            <p:cNvSpPr/>
            <p:nvPr/>
          </p:nvSpPr>
          <p:spPr>
            <a:xfrm flipV="1">
              <a:off x="902121" y="418449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2" name="Rectangle 941">
              <a:extLst>
                <a:ext uri="{FF2B5EF4-FFF2-40B4-BE49-F238E27FC236}">
                  <a16:creationId xmlns:a16="http://schemas.microsoft.com/office/drawing/2014/main" id="{1DD6FD03-425F-4A77-8728-8F7163FC400B}"/>
                </a:ext>
              </a:extLst>
            </p:cNvPr>
            <p:cNvSpPr/>
            <p:nvPr/>
          </p:nvSpPr>
          <p:spPr>
            <a:xfrm flipV="1">
              <a:off x="1767308" y="4264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3" name="Rectangle 942">
              <a:extLst>
                <a:ext uri="{FF2B5EF4-FFF2-40B4-BE49-F238E27FC236}">
                  <a16:creationId xmlns:a16="http://schemas.microsoft.com/office/drawing/2014/main" id="{FE2C7C43-5CFE-429A-ADFD-37D6654E8C1C}"/>
                </a:ext>
              </a:extLst>
            </p:cNvPr>
            <p:cNvSpPr/>
            <p:nvPr/>
          </p:nvSpPr>
          <p:spPr>
            <a:xfrm flipV="1">
              <a:off x="984655" y="426836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Rectangle 943">
              <a:extLst>
                <a:ext uri="{FF2B5EF4-FFF2-40B4-BE49-F238E27FC236}">
                  <a16:creationId xmlns:a16="http://schemas.microsoft.com/office/drawing/2014/main" id="{82416D4D-760F-45E0-B3FD-C915A6B9ED2F}"/>
                </a:ext>
              </a:extLst>
            </p:cNvPr>
            <p:cNvSpPr/>
            <p:nvPr/>
          </p:nvSpPr>
          <p:spPr>
            <a:xfrm flipV="1">
              <a:off x="1065604" y="426571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5" name="Rectangle 944">
              <a:extLst>
                <a:ext uri="{FF2B5EF4-FFF2-40B4-BE49-F238E27FC236}">
                  <a16:creationId xmlns:a16="http://schemas.microsoft.com/office/drawing/2014/main" id="{6AF7E4E6-742F-43B2-8C59-C7B50DBF2871}"/>
                </a:ext>
              </a:extLst>
            </p:cNvPr>
            <p:cNvSpPr/>
            <p:nvPr/>
          </p:nvSpPr>
          <p:spPr>
            <a:xfrm flipV="1">
              <a:off x="1153732" y="426836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Rectangle 945">
              <a:extLst>
                <a:ext uri="{FF2B5EF4-FFF2-40B4-BE49-F238E27FC236}">
                  <a16:creationId xmlns:a16="http://schemas.microsoft.com/office/drawing/2014/main" id="{1BF26E67-56DA-42CB-844D-66C85BCCE16A}"/>
                </a:ext>
              </a:extLst>
            </p:cNvPr>
            <p:cNvSpPr/>
            <p:nvPr/>
          </p:nvSpPr>
          <p:spPr>
            <a:xfrm flipV="1">
              <a:off x="1240257" y="426836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7" name="Rectangle 946">
              <a:extLst>
                <a:ext uri="{FF2B5EF4-FFF2-40B4-BE49-F238E27FC236}">
                  <a16:creationId xmlns:a16="http://schemas.microsoft.com/office/drawing/2014/main" id="{5FB2639D-31A6-43EC-9875-7EB9AEECD43C}"/>
                </a:ext>
              </a:extLst>
            </p:cNvPr>
            <p:cNvSpPr/>
            <p:nvPr/>
          </p:nvSpPr>
          <p:spPr>
            <a:xfrm flipV="1">
              <a:off x="1325974" y="4264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8" name="Rectangle 947">
              <a:extLst>
                <a:ext uri="{FF2B5EF4-FFF2-40B4-BE49-F238E27FC236}">
                  <a16:creationId xmlns:a16="http://schemas.microsoft.com/office/drawing/2014/main" id="{CB5746C0-EACE-4387-B406-F89D2EEDD803}"/>
                </a:ext>
              </a:extLst>
            </p:cNvPr>
            <p:cNvSpPr/>
            <p:nvPr/>
          </p:nvSpPr>
          <p:spPr>
            <a:xfrm flipV="1">
              <a:off x="1414886" y="4264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Rectangle 948">
              <a:extLst>
                <a:ext uri="{FF2B5EF4-FFF2-40B4-BE49-F238E27FC236}">
                  <a16:creationId xmlns:a16="http://schemas.microsoft.com/office/drawing/2014/main" id="{D14C132B-5775-4E1F-9883-AB60D1900C01}"/>
                </a:ext>
              </a:extLst>
            </p:cNvPr>
            <p:cNvSpPr/>
            <p:nvPr/>
          </p:nvSpPr>
          <p:spPr>
            <a:xfrm flipV="1">
              <a:off x="1505389" y="4264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0" name="Rectangle 949">
              <a:extLst>
                <a:ext uri="{FF2B5EF4-FFF2-40B4-BE49-F238E27FC236}">
                  <a16:creationId xmlns:a16="http://schemas.microsoft.com/office/drawing/2014/main" id="{F44422A6-BA65-4EC5-ADFA-3CE04101F8FF}"/>
                </a:ext>
              </a:extLst>
            </p:cNvPr>
            <p:cNvSpPr/>
            <p:nvPr/>
          </p:nvSpPr>
          <p:spPr>
            <a:xfrm flipV="1">
              <a:off x="1595876" y="4264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1" name="Rectangle 950">
              <a:extLst>
                <a:ext uri="{FF2B5EF4-FFF2-40B4-BE49-F238E27FC236}">
                  <a16:creationId xmlns:a16="http://schemas.microsoft.com/office/drawing/2014/main" id="{7ECC4DFA-6457-4E61-9C86-DDE62D258D90}"/>
                </a:ext>
              </a:extLst>
            </p:cNvPr>
            <p:cNvSpPr/>
            <p:nvPr/>
          </p:nvSpPr>
          <p:spPr>
            <a:xfrm flipV="1">
              <a:off x="1681593" y="426465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2" name="Rectangle 951">
              <a:extLst>
                <a:ext uri="{FF2B5EF4-FFF2-40B4-BE49-F238E27FC236}">
                  <a16:creationId xmlns:a16="http://schemas.microsoft.com/office/drawing/2014/main" id="{11B8152D-E9E9-43A2-BB89-46E9D6B50888}"/>
                </a:ext>
              </a:extLst>
            </p:cNvPr>
            <p:cNvSpPr/>
            <p:nvPr/>
          </p:nvSpPr>
          <p:spPr>
            <a:xfrm flipV="1">
              <a:off x="821157" y="426571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3" name="Rectangle 952">
              <a:extLst>
                <a:ext uri="{FF2B5EF4-FFF2-40B4-BE49-F238E27FC236}">
                  <a16:creationId xmlns:a16="http://schemas.microsoft.com/office/drawing/2014/main" id="{F6490C29-A32E-47B7-A64C-2386BF91DBAB}"/>
                </a:ext>
              </a:extLst>
            </p:cNvPr>
            <p:cNvSpPr/>
            <p:nvPr/>
          </p:nvSpPr>
          <p:spPr>
            <a:xfrm flipV="1">
              <a:off x="902121" y="426571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4" name="Rectangle 953">
              <a:extLst>
                <a:ext uri="{FF2B5EF4-FFF2-40B4-BE49-F238E27FC236}">
                  <a16:creationId xmlns:a16="http://schemas.microsoft.com/office/drawing/2014/main" id="{6FCBED61-2DB4-47AC-9172-B42FBCC1BB12}"/>
                </a:ext>
              </a:extLst>
            </p:cNvPr>
            <p:cNvSpPr/>
            <p:nvPr/>
          </p:nvSpPr>
          <p:spPr>
            <a:xfrm flipV="1">
              <a:off x="1767308" y="43436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5" name="Rectangle 954">
              <a:extLst>
                <a:ext uri="{FF2B5EF4-FFF2-40B4-BE49-F238E27FC236}">
                  <a16:creationId xmlns:a16="http://schemas.microsoft.com/office/drawing/2014/main" id="{94993C95-E1F9-4AA0-BE16-9BD339F4F4DC}"/>
                </a:ext>
              </a:extLst>
            </p:cNvPr>
            <p:cNvSpPr/>
            <p:nvPr/>
          </p:nvSpPr>
          <p:spPr>
            <a:xfrm flipV="1">
              <a:off x="1681593" y="43436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6" name="Rectangle 955">
              <a:extLst>
                <a:ext uri="{FF2B5EF4-FFF2-40B4-BE49-F238E27FC236}">
                  <a16:creationId xmlns:a16="http://schemas.microsoft.com/office/drawing/2014/main" id="{DC42EC0D-925D-444E-AB6C-65A1D12855AF}"/>
                </a:ext>
              </a:extLst>
            </p:cNvPr>
            <p:cNvSpPr/>
            <p:nvPr/>
          </p:nvSpPr>
          <p:spPr>
            <a:xfrm flipV="1">
              <a:off x="1767308" y="4424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7" name="Rectangle 956">
              <a:extLst>
                <a:ext uri="{FF2B5EF4-FFF2-40B4-BE49-F238E27FC236}">
                  <a16:creationId xmlns:a16="http://schemas.microsoft.com/office/drawing/2014/main" id="{7306CED2-F278-44E9-B124-CD1220ABBA0B}"/>
                </a:ext>
              </a:extLst>
            </p:cNvPr>
            <p:cNvSpPr/>
            <p:nvPr/>
          </p:nvSpPr>
          <p:spPr>
            <a:xfrm flipV="1">
              <a:off x="1681593" y="4424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8" name="Rectangle 957">
              <a:extLst>
                <a:ext uri="{FF2B5EF4-FFF2-40B4-BE49-F238E27FC236}">
                  <a16:creationId xmlns:a16="http://schemas.microsoft.com/office/drawing/2014/main" id="{8BF119DF-68A2-4E5D-BFB3-DC34C842F829}"/>
                </a:ext>
              </a:extLst>
            </p:cNvPr>
            <p:cNvSpPr/>
            <p:nvPr/>
          </p:nvSpPr>
          <p:spPr>
            <a:xfrm flipV="1">
              <a:off x="1414858" y="434337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9" name="Rectangle 958">
              <a:extLst>
                <a:ext uri="{FF2B5EF4-FFF2-40B4-BE49-F238E27FC236}">
                  <a16:creationId xmlns:a16="http://schemas.microsoft.com/office/drawing/2014/main" id="{4FD3A1AA-02CB-48DF-9022-9B6FB97E89D8}"/>
                </a:ext>
              </a:extLst>
            </p:cNvPr>
            <p:cNvSpPr/>
            <p:nvPr/>
          </p:nvSpPr>
          <p:spPr>
            <a:xfrm flipV="1">
              <a:off x="1329143" y="434337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0" name="Rectangle 959">
              <a:extLst>
                <a:ext uri="{FF2B5EF4-FFF2-40B4-BE49-F238E27FC236}">
                  <a16:creationId xmlns:a16="http://schemas.microsoft.com/office/drawing/2014/main" id="{2E56252C-A034-4F4D-AE3B-27022D821393}"/>
                </a:ext>
              </a:extLst>
            </p:cNvPr>
            <p:cNvSpPr/>
            <p:nvPr/>
          </p:nvSpPr>
          <p:spPr>
            <a:xfrm flipV="1">
              <a:off x="821157" y="30875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1" name="Rectangle 960">
              <a:extLst>
                <a:ext uri="{FF2B5EF4-FFF2-40B4-BE49-F238E27FC236}">
                  <a16:creationId xmlns:a16="http://schemas.microsoft.com/office/drawing/2014/main" id="{9ECF0A36-6620-468E-9E36-D69C7E9191C8}"/>
                </a:ext>
              </a:extLst>
            </p:cNvPr>
            <p:cNvSpPr/>
            <p:nvPr/>
          </p:nvSpPr>
          <p:spPr>
            <a:xfrm flipV="1">
              <a:off x="902121" y="30875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 name="Rectangle 961">
              <a:extLst>
                <a:ext uri="{FF2B5EF4-FFF2-40B4-BE49-F238E27FC236}">
                  <a16:creationId xmlns:a16="http://schemas.microsoft.com/office/drawing/2014/main" id="{C7EEC633-3DE4-4DEF-9637-ECA63C5BFB56}"/>
                </a:ext>
              </a:extLst>
            </p:cNvPr>
            <p:cNvSpPr/>
            <p:nvPr/>
          </p:nvSpPr>
          <p:spPr>
            <a:xfrm>
              <a:off x="1066240" y="4432872"/>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3" name="Rectangle 962">
              <a:extLst>
                <a:ext uri="{FF2B5EF4-FFF2-40B4-BE49-F238E27FC236}">
                  <a16:creationId xmlns:a16="http://schemas.microsoft.com/office/drawing/2014/main" id="{B7B6ACEC-FB5A-48B0-B063-1FA8F5AFBE3A}"/>
                </a:ext>
              </a:extLst>
            </p:cNvPr>
            <p:cNvSpPr/>
            <p:nvPr/>
          </p:nvSpPr>
          <p:spPr>
            <a:xfrm>
              <a:off x="1154368" y="443022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4" name="Rectangle 963">
              <a:extLst>
                <a:ext uri="{FF2B5EF4-FFF2-40B4-BE49-F238E27FC236}">
                  <a16:creationId xmlns:a16="http://schemas.microsoft.com/office/drawing/2014/main" id="{6387EBB0-2385-4E59-A63E-7F5D67FEF41D}"/>
                </a:ext>
              </a:extLst>
            </p:cNvPr>
            <p:cNvSpPr/>
            <p:nvPr/>
          </p:nvSpPr>
          <p:spPr>
            <a:xfrm>
              <a:off x="1240893" y="443022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5" name="Rectangle 964">
              <a:extLst>
                <a:ext uri="{FF2B5EF4-FFF2-40B4-BE49-F238E27FC236}">
                  <a16:creationId xmlns:a16="http://schemas.microsoft.com/office/drawing/2014/main" id="{8B1148B8-A680-4D36-9071-F52E7F85C45C}"/>
                </a:ext>
              </a:extLst>
            </p:cNvPr>
            <p:cNvSpPr/>
            <p:nvPr/>
          </p:nvSpPr>
          <p:spPr>
            <a:xfrm flipV="1">
              <a:off x="985319" y="443207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6" name="Rectangle 965">
              <a:extLst>
                <a:ext uri="{FF2B5EF4-FFF2-40B4-BE49-F238E27FC236}">
                  <a16:creationId xmlns:a16="http://schemas.microsoft.com/office/drawing/2014/main" id="{75F0C6EB-71BC-42D9-B533-630B33E2E904}"/>
                </a:ext>
              </a:extLst>
            </p:cNvPr>
            <p:cNvSpPr/>
            <p:nvPr/>
          </p:nvSpPr>
          <p:spPr>
            <a:xfrm flipV="1">
              <a:off x="902729" y="443366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7" name="Rectangle 966">
              <a:extLst>
                <a:ext uri="{FF2B5EF4-FFF2-40B4-BE49-F238E27FC236}">
                  <a16:creationId xmlns:a16="http://schemas.microsoft.com/office/drawing/2014/main" id="{01A37861-32D9-4F8C-B257-F0DB98800348}"/>
                </a:ext>
              </a:extLst>
            </p:cNvPr>
            <p:cNvSpPr/>
            <p:nvPr/>
          </p:nvSpPr>
          <p:spPr>
            <a:xfrm flipV="1">
              <a:off x="822182" y="443366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8" name="Rectangle 967">
              <a:extLst>
                <a:ext uri="{FF2B5EF4-FFF2-40B4-BE49-F238E27FC236}">
                  <a16:creationId xmlns:a16="http://schemas.microsoft.com/office/drawing/2014/main" id="{8C3BBBCC-951B-4DE6-94D5-44D806FEFED4}"/>
                </a:ext>
              </a:extLst>
            </p:cNvPr>
            <p:cNvSpPr/>
            <p:nvPr/>
          </p:nvSpPr>
          <p:spPr>
            <a:xfrm flipV="1">
              <a:off x="984655" y="435277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9" name="Rectangle 968">
              <a:extLst>
                <a:ext uri="{FF2B5EF4-FFF2-40B4-BE49-F238E27FC236}">
                  <a16:creationId xmlns:a16="http://schemas.microsoft.com/office/drawing/2014/main" id="{79256292-1593-40DA-A520-CE39899F7968}"/>
                </a:ext>
              </a:extLst>
            </p:cNvPr>
            <p:cNvSpPr/>
            <p:nvPr/>
          </p:nvSpPr>
          <p:spPr>
            <a:xfrm flipV="1">
              <a:off x="1065604" y="4350126"/>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0" name="Rectangle 969">
              <a:extLst>
                <a:ext uri="{FF2B5EF4-FFF2-40B4-BE49-F238E27FC236}">
                  <a16:creationId xmlns:a16="http://schemas.microsoft.com/office/drawing/2014/main" id="{BD3E02C1-5B94-4423-B9BA-A3A884D64D1F}"/>
                </a:ext>
              </a:extLst>
            </p:cNvPr>
            <p:cNvSpPr/>
            <p:nvPr/>
          </p:nvSpPr>
          <p:spPr>
            <a:xfrm flipV="1">
              <a:off x="1153732" y="435277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1" name="Rectangle 970">
              <a:extLst>
                <a:ext uri="{FF2B5EF4-FFF2-40B4-BE49-F238E27FC236}">
                  <a16:creationId xmlns:a16="http://schemas.microsoft.com/office/drawing/2014/main" id="{944B494C-67FF-4402-82CC-D09FE48BC3E2}"/>
                </a:ext>
              </a:extLst>
            </p:cNvPr>
            <p:cNvSpPr/>
            <p:nvPr/>
          </p:nvSpPr>
          <p:spPr>
            <a:xfrm flipV="1">
              <a:off x="1240257" y="435277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 name="Rectangle 971">
              <a:extLst>
                <a:ext uri="{FF2B5EF4-FFF2-40B4-BE49-F238E27FC236}">
                  <a16:creationId xmlns:a16="http://schemas.microsoft.com/office/drawing/2014/main" id="{9F3BCD86-3DAF-4805-804D-8F6165DEA2C5}"/>
                </a:ext>
              </a:extLst>
            </p:cNvPr>
            <p:cNvSpPr/>
            <p:nvPr/>
          </p:nvSpPr>
          <p:spPr>
            <a:xfrm flipV="1">
              <a:off x="821157" y="435012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 name="Rectangle 972">
              <a:extLst>
                <a:ext uri="{FF2B5EF4-FFF2-40B4-BE49-F238E27FC236}">
                  <a16:creationId xmlns:a16="http://schemas.microsoft.com/office/drawing/2014/main" id="{3E4AF5EA-CDD0-43E3-A009-7CFBED1A754A}"/>
                </a:ext>
              </a:extLst>
            </p:cNvPr>
            <p:cNvSpPr/>
            <p:nvPr/>
          </p:nvSpPr>
          <p:spPr>
            <a:xfrm flipV="1">
              <a:off x="902121" y="435012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4" name="Rectangle 973">
              <a:extLst>
                <a:ext uri="{FF2B5EF4-FFF2-40B4-BE49-F238E27FC236}">
                  <a16:creationId xmlns:a16="http://schemas.microsoft.com/office/drawing/2014/main" id="{21A4EB27-F51A-40DB-899B-F96EA7F29203}"/>
                </a:ext>
              </a:extLst>
            </p:cNvPr>
            <p:cNvSpPr/>
            <p:nvPr/>
          </p:nvSpPr>
          <p:spPr>
            <a:xfrm>
              <a:off x="1853033" y="4312541"/>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975" name="Rectangle 974">
              <a:extLst>
                <a:ext uri="{FF2B5EF4-FFF2-40B4-BE49-F238E27FC236}">
                  <a16:creationId xmlns:a16="http://schemas.microsoft.com/office/drawing/2014/main" id="{4901F1FB-9152-4493-9B14-5AAF70B1F936}"/>
                </a:ext>
              </a:extLst>
            </p:cNvPr>
            <p:cNvSpPr/>
            <p:nvPr/>
          </p:nvSpPr>
          <p:spPr>
            <a:xfrm flipV="1">
              <a:off x="740862" y="430711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6" name="Rectangle 975">
              <a:extLst>
                <a:ext uri="{FF2B5EF4-FFF2-40B4-BE49-F238E27FC236}">
                  <a16:creationId xmlns:a16="http://schemas.microsoft.com/office/drawing/2014/main" id="{E9803D16-3DB6-426B-8B31-7E859D7AA208}"/>
                </a:ext>
              </a:extLst>
            </p:cNvPr>
            <p:cNvSpPr/>
            <p:nvPr/>
          </p:nvSpPr>
          <p:spPr>
            <a:xfrm flipV="1">
              <a:off x="1852661" y="393664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7" name="Rectangle 976">
              <a:extLst>
                <a:ext uri="{FF2B5EF4-FFF2-40B4-BE49-F238E27FC236}">
                  <a16:creationId xmlns:a16="http://schemas.microsoft.com/office/drawing/2014/main" id="{906CFADE-0DE4-4420-8CE9-A8159A825C46}"/>
                </a:ext>
              </a:extLst>
            </p:cNvPr>
            <p:cNvSpPr/>
            <p:nvPr/>
          </p:nvSpPr>
          <p:spPr>
            <a:xfrm flipV="1">
              <a:off x="1852661" y="402342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 name="Rectangle 977">
              <a:extLst>
                <a:ext uri="{FF2B5EF4-FFF2-40B4-BE49-F238E27FC236}">
                  <a16:creationId xmlns:a16="http://schemas.microsoft.com/office/drawing/2014/main" id="{94CA7E40-A88B-4967-AFDB-77924EA935E5}"/>
                </a:ext>
              </a:extLst>
            </p:cNvPr>
            <p:cNvSpPr/>
            <p:nvPr/>
          </p:nvSpPr>
          <p:spPr>
            <a:xfrm flipV="1">
              <a:off x="1852661" y="411186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9" name="Rectangle 978">
              <a:extLst>
                <a:ext uri="{FF2B5EF4-FFF2-40B4-BE49-F238E27FC236}">
                  <a16:creationId xmlns:a16="http://schemas.microsoft.com/office/drawing/2014/main" id="{AA852A09-0888-46EB-A1EE-F1FC4E2C3703}"/>
                </a:ext>
              </a:extLst>
            </p:cNvPr>
            <p:cNvSpPr/>
            <p:nvPr/>
          </p:nvSpPr>
          <p:spPr>
            <a:xfrm flipV="1">
              <a:off x="1852661" y="419281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0" name="Rectangle 979">
              <a:extLst>
                <a:ext uri="{FF2B5EF4-FFF2-40B4-BE49-F238E27FC236}">
                  <a16:creationId xmlns:a16="http://schemas.microsoft.com/office/drawing/2014/main" id="{240061B0-946A-41D7-89EE-37736B4DF451}"/>
                </a:ext>
              </a:extLst>
            </p:cNvPr>
            <p:cNvSpPr/>
            <p:nvPr/>
          </p:nvSpPr>
          <p:spPr>
            <a:xfrm flipV="1">
              <a:off x="1853044" y="426941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Rectangle 980">
              <a:extLst>
                <a:ext uri="{FF2B5EF4-FFF2-40B4-BE49-F238E27FC236}">
                  <a16:creationId xmlns:a16="http://schemas.microsoft.com/office/drawing/2014/main" id="{D274AC9B-6A21-47CA-9030-432C69868B58}"/>
                </a:ext>
              </a:extLst>
            </p:cNvPr>
            <p:cNvSpPr/>
            <p:nvPr/>
          </p:nvSpPr>
          <p:spPr>
            <a:xfrm flipV="1">
              <a:off x="1852661" y="351416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2" name="Rectangle 981">
              <a:extLst>
                <a:ext uri="{FF2B5EF4-FFF2-40B4-BE49-F238E27FC236}">
                  <a16:creationId xmlns:a16="http://schemas.microsoft.com/office/drawing/2014/main" id="{B77AFDBB-A5A4-4A9B-BCED-86227470CDE7}"/>
                </a:ext>
              </a:extLst>
            </p:cNvPr>
            <p:cNvSpPr/>
            <p:nvPr/>
          </p:nvSpPr>
          <p:spPr>
            <a:xfrm flipV="1">
              <a:off x="1852661" y="35952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3" name="Rectangle 982">
              <a:extLst>
                <a:ext uri="{FF2B5EF4-FFF2-40B4-BE49-F238E27FC236}">
                  <a16:creationId xmlns:a16="http://schemas.microsoft.com/office/drawing/2014/main" id="{2D20498D-9684-43B3-954C-DE940F2073E1}"/>
                </a:ext>
              </a:extLst>
            </p:cNvPr>
            <p:cNvSpPr/>
            <p:nvPr/>
          </p:nvSpPr>
          <p:spPr>
            <a:xfrm flipV="1">
              <a:off x="1852661" y="368024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4" name="Rectangle 983">
              <a:extLst>
                <a:ext uri="{FF2B5EF4-FFF2-40B4-BE49-F238E27FC236}">
                  <a16:creationId xmlns:a16="http://schemas.microsoft.com/office/drawing/2014/main" id="{84A1DC24-C29B-49B3-9B72-C4C9B86EAA4F}"/>
                </a:ext>
              </a:extLst>
            </p:cNvPr>
            <p:cNvSpPr/>
            <p:nvPr/>
          </p:nvSpPr>
          <p:spPr>
            <a:xfrm flipV="1">
              <a:off x="1852661" y="376685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Rectangle 984">
              <a:extLst>
                <a:ext uri="{FF2B5EF4-FFF2-40B4-BE49-F238E27FC236}">
                  <a16:creationId xmlns:a16="http://schemas.microsoft.com/office/drawing/2014/main" id="{DC9773A2-27F5-4B09-A09F-EE89E56B1CA7}"/>
                </a:ext>
              </a:extLst>
            </p:cNvPr>
            <p:cNvSpPr/>
            <p:nvPr/>
          </p:nvSpPr>
          <p:spPr>
            <a:xfrm flipV="1">
              <a:off x="1852661" y="385244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6" name="Rectangle 985">
              <a:extLst>
                <a:ext uri="{FF2B5EF4-FFF2-40B4-BE49-F238E27FC236}">
                  <a16:creationId xmlns:a16="http://schemas.microsoft.com/office/drawing/2014/main" id="{C1B95BF7-A060-4105-8E0E-9090293F007E}"/>
                </a:ext>
              </a:extLst>
            </p:cNvPr>
            <p:cNvSpPr/>
            <p:nvPr/>
          </p:nvSpPr>
          <p:spPr>
            <a:xfrm flipV="1">
              <a:off x="1852661" y="309018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7" name="Rectangle 986">
              <a:extLst>
                <a:ext uri="{FF2B5EF4-FFF2-40B4-BE49-F238E27FC236}">
                  <a16:creationId xmlns:a16="http://schemas.microsoft.com/office/drawing/2014/main" id="{F8506249-7A6D-44A1-B96C-3DB038B96A08}"/>
                </a:ext>
              </a:extLst>
            </p:cNvPr>
            <p:cNvSpPr/>
            <p:nvPr/>
          </p:nvSpPr>
          <p:spPr>
            <a:xfrm flipV="1">
              <a:off x="1852661" y="317829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Rectangle 987">
              <a:extLst>
                <a:ext uri="{FF2B5EF4-FFF2-40B4-BE49-F238E27FC236}">
                  <a16:creationId xmlns:a16="http://schemas.microsoft.com/office/drawing/2014/main" id="{4E2C35D4-007A-495F-9FB3-F5AEEB4EA6BC}"/>
                </a:ext>
              </a:extLst>
            </p:cNvPr>
            <p:cNvSpPr/>
            <p:nvPr/>
          </p:nvSpPr>
          <p:spPr>
            <a:xfrm flipV="1">
              <a:off x="1852661" y="326533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9" name="Rectangle 988">
              <a:extLst>
                <a:ext uri="{FF2B5EF4-FFF2-40B4-BE49-F238E27FC236}">
                  <a16:creationId xmlns:a16="http://schemas.microsoft.com/office/drawing/2014/main" id="{CAD5FB0B-B898-47D2-9DC9-7D5C71C5EA0F}"/>
                </a:ext>
              </a:extLst>
            </p:cNvPr>
            <p:cNvSpPr/>
            <p:nvPr/>
          </p:nvSpPr>
          <p:spPr>
            <a:xfrm flipV="1">
              <a:off x="1852661" y="335038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0" name="Rectangle 989">
              <a:extLst>
                <a:ext uri="{FF2B5EF4-FFF2-40B4-BE49-F238E27FC236}">
                  <a16:creationId xmlns:a16="http://schemas.microsoft.com/office/drawing/2014/main" id="{7F7C33FB-0A5B-47B4-AE74-7B38770A0721}"/>
                </a:ext>
              </a:extLst>
            </p:cNvPr>
            <p:cNvSpPr/>
            <p:nvPr/>
          </p:nvSpPr>
          <p:spPr>
            <a:xfrm flipV="1">
              <a:off x="1852661" y="343142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1" name="Rectangle 990">
              <a:extLst>
                <a:ext uri="{FF2B5EF4-FFF2-40B4-BE49-F238E27FC236}">
                  <a16:creationId xmlns:a16="http://schemas.microsoft.com/office/drawing/2014/main" id="{04622407-5369-4944-9185-66C60A6C3FD4}"/>
                </a:ext>
              </a:extLst>
            </p:cNvPr>
            <p:cNvSpPr/>
            <p:nvPr/>
          </p:nvSpPr>
          <p:spPr>
            <a:xfrm flipV="1">
              <a:off x="1854816" y="535391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2" name="Rectangle 991">
              <a:extLst>
                <a:ext uri="{FF2B5EF4-FFF2-40B4-BE49-F238E27FC236}">
                  <a16:creationId xmlns:a16="http://schemas.microsoft.com/office/drawing/2014/main" id="{58180F49-6BB1-486B-AEEF-58C9500E6565}"/>
                </a:ext>
              </a:extLst>
            </p:cNvPr>
            <p:cNvSpPr/>
            <p:nvPr/>
          </p:nvSpPr>
          <p:spPr>
            <a:xfrm flipV="1">
              <a:off x="1854816" y="544069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3" name="Rectangle 992">
              <a:extLst>
                <a:ext uri="{FF2B5EF4-FFF2-40B4-BE49-F238E27FC236}">
                  <a16:creationId xmlns:a16="http://schemas.microsoft.com/office/drawing/2014/main" id="{30EAE3B5-6656-4B2B-B794-F12D95C80D65}"/>
                </a:ext>
              </a:extLst>
            </p:cNvPr>
            <p:cNvSpPr/>
            <p:nvPr/>
          </p:nvSpPr>
          <p:spPr>
            <a:xfrm flipV="1">
              <a:off x="1854816" y="552913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4" name="Rectangle 993">
              <a:extLst>
                <a:ext uri="{FF2B5EF4-FFF2-40B4-BE49-F238E27FC236}">
                  <a16:creationId xmlns:a16="http://schemas.microsoft.com/office/drawing/2014/main" id="{31E92BD4-5893-4E1D-96DF-4E602BEDE1E7}"/>
                </a:ext>
              </a:extLst>
            </p:cNvPr>
            <p:cNvSpPr/>
            <p:nvPr/>
          </p:nvSpPr>
          <p:spPr>
            <a:xfrm flipV="1">
              <a:off x="1854816" y="561008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5" name="Rectangle 994">
              <a:extLst>
                <a:ext uri="{FF2B5EF4-FFF2-40B4-BE49-F238E27FC236}">
                  <a16:creationId xmlns:a16="http://schemas.microsoft.com/office/drawing/2014/main" id="{32086FE3-5C6C-4D54-9A1C-F935653F064C}"/>
                </a:ext>
              </a:extLst>
            </p:cNvPr>
            <p:cNvSpPr/>
            <p:nvPr/>
          </p:nvSpPr>
          <p:spPr>
            <a:xfrm flipV="1">
              <a:off x="1853024" y="568709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6" name="Rectangle 995">
              <a:extLst>
                <a:ext uri="{FF2B5EF4-FFF2-40B4-BE49-F238E27FC236}">
                  <a16:creationId xmlns:a16="http://schemas.microsoft.com/office/drawing/2014/main" id="{4AF25893-959E-4D27-A2EC-5B37B38A1F0D}"/>
                </a:ext>
              </a:extLst>
            </p:cNvPr>
            <p:cNvSpPr/>
            <p:nvPr/>
          </p:nvSpPr>
          <p:spPr>
            <a:xfrm flipV="1">
              <a:off x="1854816" y="493143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7" name="Rectangle 996">
              <a:extLst>
                <a:ext uri="{FF2B5EF4-FFF2-40B4-BE49-F238E27FC236}">
                  <a16:creationId xmlns:a16="http://schemas.microsoft.com/office/drawing/2014/main" id="{AE328A11-08E0-4E6A-A001-133E010615D8}"/>
                </a:ext>
              </a:extLst>
            </p:cNvPr>
            <p:cNvSpPr/>
            <p:nvPr/>
          </p:nvSpPr>
          <p:spPr>
            <a:xfrm flipV="1">
              <a:off x="1854816" y="501247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8" name="Rectangle 997">
              <a:extLst>
                <a:ext uri="{FF2B5EF4-FFF2-40B4-BE49-F238E27FC236}">
                  <a16:creationId xmlns:a16="http://schemas.microsoft.com/office/drawing/2014/main" id="{6AE16D8B-22AF-49AF-B6E5-A146A6BC924A}"/>
                </a:ext>
              </a:extLst>
            </p:cNvPr>
            <p:cNvSpPr/>
            <p:nvPr/>
          </p:nvSpPr>
          <p:spPr>
            <a:xfrm flipV="1">
              <a:off x="1854816" y="509752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9" name="Rectangle 998">
              <a:extLst>
                <a:ext uri="{FF2B5EF4-FFF2-40B4-BE49-F238E27FC236}">
                  <a16:creationId xmlns:a16="http://schemas.microsoft.com/office/drawing/2014/main" id="{582FFAE5-B4DA-42D0-B4F0-74BC5F93441C}"/>
                </a:ext>
              </a:extLst>
            </p:cNvPr>
            <p:cNvSpPr/>
            <p:nvPr/>
          </p:nvSpPr>
          <p:spPr>
            <a:xfrm flipV="1">
              <a:off x="1854816" y="518412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0" name="Rectangle 999">
              <a:extLst>
                <a:ext uri="{FF2B5EF4-FFF2-40B4-BE49-F238E27FC236}">
                  <a16:creationId xmlns:a16="http://schemas.microsoft.com/office/drawing/2014/main" id="{CC7E19C2-F67E-4FC1-A4A7-7C470DDE2238}"/>
                </a:ext>
              </a:extLst>
            </p:cNvPr>
            <p:cNvSpPr/>
            <p:nvPr/>
          </p:nvSpPr>
          <p:spPr>
            <a:xfrm flipV="1">
              <a:off x="1854816" y="526972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1" name="Rectangle 1000">
              <a:extLst>
                <a:ext uri="{FF2B5EF4-FFF2-40B4-BE49-F238E27FC236}">
                  <a16:creationId xmlns:a16="http://schemas.microsoft.com/office/drawing/2014/main" id="{4C713CD9-FE34-4E3C-81B5-3048A81571A9}"/>
                </a:ext>
              </a:extLst>
            </p:cNvPr>
            <p:cNvSpPr/>
            <p:nvPr/>
          </p:nvSpPr>
          <p:spPr>
            <a:xfrm flipV="1">
              <a:off x="1854816" y="450745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Rectangle 1001">
              <a:extLst>
                <a:ext uri="{FF2B5EF4-FFF2-40B4-BE49-F238E27FC236}">
                  <a16:creationId xmlns:a16="http://schemas.microsoft.com/office/drawing/2014/main" id="{DB777452-4F0C-4CBC-BA87-1840DF3248E5}"/>
                </a:ext>
              </a:extLst>
            </p:cNvPr>
            <p:cNvSpPr/>
            <p:nvPr/>
          </p:nvSpPr>
          <p:spPr>
            <a:xfrm flipV="1">
              <a:off x="1854816" y="459556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3" name="Rectangle 1002">
              <a:extLst>
                <a:ext uri="{FF2B5EF4-FFF2-40B4-BE49-F238E27FC236}">
                  <a16:creationId xmlns:a16="http://schemas.microsoft.com/office/drawing/2014/main" id="{D89F94C6-2DBC-416B-94AF-DE917B22D4DC}"/>
                </a:ext>
              </a:extLst>
            </p:cNvPr>
            <p:cNvSpPr/>
            <p:nvPr/>
          </p:nvSpPr>
          <p:spPr>
            <a:xfrm flipV="1">
              <a:off x="1854816" y="468261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4" name="Rectangle 1003">
              <a:extLst>
                <a:ext uri="{FF2B5EF4-FFF2-40B4-BE49-F238E27FC236}">
                  <a16:creationId xmlns:a16="http://schemas.microsoft.com/office/drawing/2014/main" id="{81DE9AC1-0066-4090-A087-CBE31A7ACD5F}"/>
                </a:ext>
              </a:extLst>
            </p:cNvPr>
            <p:cNvSpPr/>
            <p:nvPr/>
          </p:nvSpPr>
          <p:spPr>
            <a:xfrm flipV="1">
              <a:off x="1854816" y="476765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5" name="Rectangle 1004">
              <a:extLst>
                <a:ext uri="{FF2B5EF4-FFF2-40B4-BE49-F238E27FC236}">
                  <a16:creationId xmlns:a16="http://schemas.microsoft.com/office/drawing/2014/main" id="{954C5742-31CD-4EEC-9332-5F424E90A750}"/>
                </a:ext>
              </a:extLst>
            </p:cNvPr>
            <p:cNvSpPr/>
            <p:nvPr/>
          </p:nvSpPr>
          <p:spPr>
            <a:xfrm flipV="1">
              <a:off x="1854816" y="484869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6" name="Rectangle 1005">
              <a:extLst>
                <a:ext uri="{FF2B5EF4-FFF2-40B4-BE49-F238E27FC236}">
                  <a16:creationId xmlns:a16="http://schemas.microsoft.com/office/drawing/2014/main" id="{074B35E1-E74A-4BE1-945D-3F57B594E8E5}"/>
                </a:ext>
              </a:extLst>
            </p:cNvPr>
            <p:cNvSpPr/>
            <p:nvPr/>
          </p:nvSpPr>
          <p:spPr>
            <a:xfrm flipV="1">
              <a:off x="740015" y="535538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7" name="Rectangle 1006">
              <a:extLst>
                <a:ext uri="{FF2B5EF4-FFF2-40B4-BE49-F238E27FC236}">
                  <a16:creationId xmlns:a16="http://schemas.microsoft.com/office/drawing/2014/main" id="{A4E4F494-0412-4164-8AD4-8E148BEAB1BB}"/>
                </a:ext>
              </a:extLst>
            </p:cNvPr>
            <p:cNvSpPr/>
            <p:nvPr/>
          </p:nvSpPr>
          <p:spPr>
            <a:xfrm flipV="1">
              <a:off x="740015" y="544217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8" name="Rectangle 1007">
              <a:extLst>
                <a:ext uri="{FF2B5EF4-FFF2-40B4-BE49-F238E27FC236}">
                  <a16:creationId xmlns:a16="http://schemas.microsoft.com/office/drawing/2014/main" id="{852254EC-A180-49D9-B4EB-5B282E46FD2D}"/>
                </a:ext>
              </a:extLst>
            </p:cNvPr>
            <p:cNvSpPr/>
            <p:nvPr/>
          </p:nvSpPr>
          <p:spPr>
            <a:xfrm flipV="1">
              <a:off x="740015" y="553060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0C44D3B8-FF8E-4D96-9E27-8206CA8802AF}"/>
                </a:ext>
              </a:extLst>
            </p:cNvPr>
            <p:cNvSpPr/>
            <p:nvPr/>
          </p:nvSpPr>
          <p:spPr>
            <a:xfrm flipV="1">
              <a:off x="740015" y="561155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0" name="Rectangle 1009">
              <a:extLst>
                <a:ext uri="{FF2B5EF4-FFF2-40B4-BE49-F238E27FC236}">
                  <a16:creationId xmlns:a16="http://schemas.microsoft.com/office/drawing/2014/main" id="{8935B1EA-784B-4EE5-9D06-B12B68C94FE2}"/>
                </a:ext>
              </a:extLst>
            </p:cNvPr>
            <p:cNvSpPr/>
            <p:nvPr/>
          </p:nvSpPr>
          <p:spPr>
            <a:xfrm flipV="1">
              <a:off x="738223" y="568856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 name="Rectangle 1010">
              <a:extLst>
                <a:ext uri="{FF2B5EF4-FFF2-40B4-BE49-F238E27FC236}">
                  <a16:creationId xmlns:a16="http://schemas.microsoft.com/office/drawing/2014/main" id="{3ADC1C8C-CB32-4B79-BF2C-68C759B60571}"/>
                </a:ext>
              </a:extLst>
            </p:cNvPr>
            <p:cNvSpPr/>
            <p:nvPr/>
          </p:nvSpPr>
          <p:spPr>
            <a:xfrm flipV="1">
              <a:off x="740015" y="493291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Rectangle 1011">
              <a:extLst>
                <a:ext uri="{FF2B5EF4-FFF2-40B4-BE49-F238E27FC236}">
                  <a16:creationId xmlns:a16="http://schemas.microsoft.com/office/drawing/2014/main" id="{C280E0F7-C84E-4A6C-82F1-0F614CBA1E54}"/>
                </a:ext>
              </a:extLst>
            </p:cNvPr>
            <p:cNvSpPr/>
            <p:nvPr/>
          </p:nvSpPr>
          <p:spPr>
            <a:xfrm flipV="1">
              <a:off x="740015" y="501394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Rectangle 1012">
              <a:extLst>
                <a:ext uri="{FF2B5EF4-FFF2-40B4-BE49-F238E27FC236}">
                  <a16:creationId xmlns:a16="http://schemas.microsoft.com/office/drawing/2014/main" id="{BB4D81EB-CC24-4580-B1CA-092596775888}"/>
                </a:ext>
              </a:extLst>
            </p:cNvPr>
            <p:cNvSpPr/>
            <p:nvPr/>
          </p:nvSpPr>
          <p:spPr>
            <a:xfrm flipV="1">
              <a:off x="740015" y="50989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Rectangle 1013">
              <a:extLst>
                <a:ext uri="{FF2B5EF4-FFF2-40B4-BE49-F238E27FC236}">
                  <a16:creationId xmlns:a16="http://schemas.microsoft.com/office/drawing/2014/main" id="{095CD09D-7912-4FA7-9D05-A990A5535ECD}"/>
                </a:ext>
              </a:extLst>
            </p:cNvPr>
            <p:cNvSpPr/>
            <p:nvPr/>
          </p:nvSpPr>
          <p:spPr>
            <a:xfrm flipV="1">
              <a:off x="740015" y="51856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Rectangle 1014">
              <a:extLst>
                <a:ext uri="{FF2B5EF4-FFF2-40B4-BE49-F238E27FC236}">
                  <a16:creationId xmlns:a16="http://schemas.microsoft.com/office/drawing/2014/main" id="{726490CD-C11B-4404-8916-3635E7883D62}"/>
                </a:ext>
              </a:extLst>
            </p:cNvPr>
            <p:cNvSpPr/>
            <p:nvPr/>
          </p:nvSpPr>
          <p:spPr>
            <a:xfrm flipV="1">
              <a:off x="740015" y="52711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Rectangle 1015">
              <a:extLst>
                <a:ext uri="{FF2B5EF4-FFF2-40B4-BE49-F238E27FC236}">
                  <a16:creationId xmlns:a16="http://schemas.microsoft.com/office/drawing/2014/main" id="{92AE0B2E-77A5-4C1E-B2D9-4628DE8BEFE1}"/>
                </a:ext>
              </a:extLst>
            </p:cNvPr>
            <p:cNvSpPr/>
            <p:nvPr/>
          </p:nvSpPr>
          <p:spPr>
            <a:xfrm flipV="1">
              <a:off x="740015" y="45089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a16="http://schemas.microsoft.com/office/drawing/2014/main" id="{1F0C0D56-153B-485E-8E4E-4CBF39843D2B}"/>
                </a:ext>
              </a:extLst>
            </p:cNvPr>
            <p:cNvSpPr/>
            <p:nvPr/>
          </p:nvSpPr>
          <p:spPr>
            <a:xfrm flipV="1">
              <a:off x="740015" y="459703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a16="http://schemas.microsoft.com/office/drawing/2014/main" id="{3705FC3D-D71A-4DBC-9AAC-46082154709C}"/>
                </a:ext>
              </a:extLst>
            </p:cNvPr>
            <p:cNvSpPr/>
            <p:nvPr/>
          </p:nvSpPr>
          <p:spPr>
            <a:xfrm flipV="1">
              <a:off x="740015" y="468408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Rectangle 1018">
              <a:extLst>
                <a:ext uri="{FF2B5EF4-FFF2-40B4-BE49-F238E27FC236}">
                  <a16:creationId xmlns:a16="http://schemas.microsoft.com/office/drawing/2014/main" id="{B35E6A2A-30E7-40C4-AD07-FE73181CB152}"/>
                </a:ext>
              </a:extLst>
            </p:cNvPr>
            <p:cNvSpPr/>
            <p:nvPr/>
          </p:nvSpPr>
          <p:spPr>
            <a:xfrm flipV="1">
              <a:off x="740015" y="476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Rectangle 1019">
              <a:extLst>
                <a:ext uri="{FF2B5EF4-FFF2-40B4-BE49-F238E27FC236}">
                  <a16:creationId xmlns:a16="http://schemas.microsoft.com/office/drawing/2014/main" id="{02C95392-DD06-40F0-AFA5-32F15DE59B55}"/>
                </a:ext>
              </a:extLst>
            </p:cNvPr>
            <p:cNvSpPr/>
            <p:nvPr/>
          </p:nvSpPr>
          <p:spPr>
            <a:xfrm flipV="1">
              <a:off x="740015" y="485016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Rectangle 1020">
              <a:extLst>
                <a:ext uri="{FF2B5EF4-FFF2-40B4-BE49-F238E27FC236}">
                  <a16:creationId xmlns:a16="http://schemas.microsoft.com/office/drawing/2014/main" id="{D7E517B0-8B30-4919-8919-0AAD43DA9C98}"/>
                </a:ext>
              </a:extLst>
            </p:cNvPr>
            <p:cNvSpPr/>
            <p:nvPr/>
          </p:nvSpPr>
          <p:spPr>
            <a:xfrm flipV="1">
              <a:off x="741903" y="393628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Rectangle 1021">
              <a:extLst>
                <a:ext uri="{FF2B5EF4-FFF2-40B4-BE49-F238E27FC236}">
                  <a16:creationId xmlns:a16="http://schemas.microsoft.com/office/drawing/2014/main" id="{5890C995-0ACC-46F9-B3C3-B10D337FBA3B}"/>
                </a:ext>
              </a:extLst>
            </p:cNvPr>
            <p:cNvSpPr/>
            <p:nvPr/>
          </p:nvSpPr>
          <p:spPr>
            <a:xfrm flipV="1">
              <a:off x="741903" y="402306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a16="http://schemas.microsoft.com/office/drawing/2014/main" id="{72420DC4-F172-4CAD-9AFC-CD90FE573396}"/>
                </a:ext>
              </a:extLst>
            </p:cNvPr>
            <p:cNvSpPr/>
            <p:nvPr/>
          </p:nvSpPr>
          <p:spPr>
            <a:xfrm flipV="1">
              <a:off x="741903" y="411150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ectangle 1023">
              <a:extLst>
                <a:ext uri="{FF2B5EF4-FFF2-40B4-BE49-F238E27FC236}">
                  <a16:creationId xmlns:a16="http://schemas.microsoft.com/office/drawing/2014/main" id="{DF6EFEDD-6A80-43DE-89A0-84ADF49F8587}"/>
                </a:ext>
              </a:extLst>
            </p:cNvPr>
            <p:cNvSpPr/>
            <p:nvPr/>
          </p:nvSpPr>
          <p:spPr>
            <a:xfrm flipV="1">
              <a:off x="741903" y="419245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Rectangle 1024">
              <a:extLst>
                <a:ext uri="{FF2B5EF4-FFF2-40B4-BE49-F238E27FC236}">
                  <a16:creationId xmlns:a16="http://schemas.microsoft.com/office/drawing/2014/main" id="{69385F4E-080B-4E3D-8B20-C97E111A3B3A}"/>
                </a:ext>
              </a:extLst>
            </p:cNvPr>
            <p:cNvSpPr/>
            <p:nvPr/>
          </p:nvSpPr>
          <p:spPr>
            <a:xfrm flipV="1">
              <a:off x="742286" y="426905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Rectangle 1025">
              <a:extLst>
                <a:ext uri="{FF2B5EF4-FFF2-40B4-BE49-F238E27FC236}">
                  <a16:creationId xmlns:a16="http://schemas.microsoft.com/office/drawing/2014/main" id="{5B706F52-D26F-4950-A24B-78CF4A682651}"/>
                </a:ext>
              </a:extLst>
            </p:cNvPr>
            <p:cNvSpPr/>
            <p:nvPr/>
          </p:nvSpPr>
          <p:spPr>
            <a:xfrm flipV="1">
              <a:off x="741903" y="351380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Rectangle 1026">
              <a:extLst>
                <a:ext uri="{FF2B5EF4-FFF2-40B4-BE49-F238E27FC236}">
                  <a16:creationId xmlns:a16="http://schemas.microsoft.com/office/drawing/2014/main" id="{33204ED7-2C5A-461C-B204-7BFE8DDC1EB9}"/>
                </a:ext>
              </a:extLst>
            </p:cNvPr>
            <p:cNvSpPr/>
            <p:nvPr/>
          </p:nvSpPr>
          <p:spPr>
            <a:xfrm flipV="1">
              <a:off x="741903" y="359484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Rectangle 1027">
              <a:extLst>
                <a:ext uri="{FF2B5EF4-FFF2-40B4-BE49-F238E27FC236}">
                  <a16:creationId xmlns:a16="http://schemas.microsoft.com/office/drawing/2014/main" id="{1746B571-F053-483A-A52F-ABEAE1CEB393}"/>
                </a:ext>
              </a:extLst>
            </p:cNvPr>
            <p:cNvSpPr/>
            <p:nvPr/>
          </p:nvSpPr>
          <p:spPr>
            <a:xfrm flipV="1">
              <a:off x="741903" y="367988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BEAD8A73-C5E2-48FF-AD82-9E0B2DB70D13}"/>
                </a:ext>
              </a:extLst>
            </p:cNvPr>
            <p:cNvSpPr/>
            <p:nvPr/>
          </p:nvSpPr>
          <p:spPr>
            <a:xfrm flipV="1">
              <a:off x="741903" y="376649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1029">
              <a:extLst>
                <a:ext uri="{FF2B5EF4-FFF2-40B4-BE49-F238E27FC236}">
                  <a16:creationId xmlns:a16="http://schemas.microsoft.com/office/drawing/2014/main" id="{9321195F-A0B8-43DE-A165-8F8333F6F310}"/>
                </a:ext>
              </a:extLst>
            </p:cNvPr>
            <p:cNvSpPr/>
            <p:nvPr/>
          </p:nvSpPr>
          <p:spPr>
            <a:xfrm flipV="1">
              <a:off x="741903" y="385208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Rectangle 1030">
              <a:extLst>
                <a:ext uri="{FF2B5EF4-FFF2-40B4-BE49-F238E27FC236}">
                  <a16:creationId xmlns:a16="http://schemas.microsoft.com/office/drawing/2014/main" id="{76AA9EAC-C0E9-446B-A093-8DE0FC5C628A}"/>
                </a:ext>
              </a:extLst>
            </p:cNvPr>
            <p:cNvSpPr/>
            <p:nvPr/>
          </p:nvSpPr>
          <p:spPr>
            <a:xfrm flipV="1">
              <a:off x="741903" y="308982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8652C89F-4BFF-4DB2-A643-9D1D5B30AF24}"/>
                </a:ext>
              </a:extLst>
            </p:cNvPr>
            <p:cNvSpPr/>
            <p:nvPr/>
          </p:nvSpPr>
          <p:spPr>
            <a:xfrm flipV="1">
              <a:off x="741903" y="31779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1769147F-1004-4D99-9238-A0D6251C7A37}"/>
                </a:ext>
              </a:extLst>
            </p:cNvPr>
            <p:cNvSpPr/>
            <p:nvPr/>
          </p:nvSpPr>
          <p:spPr>
            <a:xfrm flipV="1">
              <a:off x="741903" y="326498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589AE833-ACA4-494D-9947-27D5D09F9B4F}"/>
                </a:ext>
              </a:extLst>
            </p:cNvPr>
            <p:cNvSpPr/>
            <p:nvPr/>
          </p:nvSpPr>
          <p:spPr>
            <a:xfrm flipV="1">
              <a:off x="741903" y="335002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DB96592B-8551-48D9-B1FA-65ACC1F74114}"/>
                </a:ext>
              </a:extLst>
            </p:cNvPr>
            <p:cNvSpPr/>
            <p:nvPr/>
          </p:nvSpPr>
          <p:spPr>
            <a:xfrm flipV="1">
              <a:off x="741903" y="343106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Rectangle 1035">
              <a:extLst>
                <a:ext uri="{FF2B5EF4-FFF2-40B4-BE49-F238E27FC236}">
                  <a16:creationId xmlns:a16="http://schemas.microsoft.com/office/drawing/2014/main" id="{C1220BB7-9591-48C4-89B0-00B2F1530BC2}"/>
                </a:ext>
              </a:extLst>
            </p:cNvPr>
            <p:cNvSpPr/>
            <p:nvPr/>
          </p:nvSpPr>
          <p:spPr>
            <a:xfrm>
              <a:off x="1856220" y="293524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9CB6E261-291F-458E-A07F-830B09AA0092}"/>
                </a:ext>
              </a:extLst>
            </p:cNvPr>
            <p:cNvSpPr/>
            <p:nvPr/>
          </p:nvSpPr>
          <p:spPr>
            <a:xfrm>
              <a:off x="1075466" y="2935128"/>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34A889A7-B97C-4C7A-8526-98D510294255}"/>
                </a:ext>
              </a:extLst>
            </p:cNvPr>
            <p:cNvSpPr/>
            <p:nvPr/>
          </p:nvSpPr>
          <p:spPr>
            <a:xfrm>
              <a:off x="1242644" y="293154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9DF541B2-B69D-4DB8-8362-95249840399E}"/>
                </a:ext>
              </a:extLst>
            </p:cNvPr>
            <p:cNvSpPr/>
            <p:nvPr/>
          </p:nvSpPr>
          <p:spPr>
            <a:xfrm>
              <a:off x="1329169" y="293154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FE85558B-77F2-4B8F-A6B1-A6A194AFEAAC}"/>
                </a:ext>
              </a:extLst>
            </p:cNvPr>
            <p:cNvSpPr/>
            <p:nvPr/>
          </p:nvSpPr>
          <p:spPr>
            <a:xfrm>
              <a:off x="1414886" y="293524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B56A84DA-69FF-45AF-910A-D57FCADCD21D}"/>
                </a:ext>
              </a:extLst>
            </p:cNvPr>
            <p:cNvSpPr/>
            <p:nvPr/>
          </p:nvSpPr>
          <p:spPr>
            <a:xfrm>
              <a:off x="1503798" y="293524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33DA672A-14B4-489C-A208-A35C929E8A4D}"/>
                </a:ext>
              </a:extLst>
            </p:cNvPr>
            <p:cNvSpPr/>
            <p:nvPr/>
          </p:nvSpPr>
          <p:spPr>
            <a:xfrm>
              <a:off x="1594301" y="293524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625A1D55-4F2A-49F6-A4FE-BF88CC4B1A1E}"/>
                </a:ext>
              </a:extLst>
            </p:cNvPr>
            <p:cNvSpPr/>
            <p:nvPr/>
          </p:nvSpPr>
          <p:spPr>
            <a:xfrm>
              <a:off x="1684788" y="293524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5E5B278C-E83D-4865-8DC0-B00D4EFFA1BB}"/>
                </a:ext>
              </a:extLst>
            </p:cNvPr>
            <p:cNvSpPr/>
            <p:nvPr/>
          </p:nvSpPr>
          <p:spPr>
            <a:xfrm>
              <a:off x="1770505" y="293524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6A0375E7-69AD-4C42-8D7B-3CC057599382}"/>
                </a:ext>
              </a:extLst>
            </p:cNvPr>
            <p:cNvSpPr/>
            <p:nvPr/>
          </p:nvSpPr>
          <p:spPr>
            <a:xfrm>
              <a:off x="1853713" y="285869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BC184A05-3DA3-4C3D-9611-B8CACB7C4C18}"/>
                </a:ext>
              </a:extLst>
            </p:cNvPr>
            <p:cNvSpPr/>
            <p:nvPr/>
          </p:nvSpPr>
          <p:spPr>
            <a:xfrm>
              <a:off x="1767998" y="285869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EFE68599-329A-4E47-ABE4-B8D1E3A1BFCC}"/>
                </a:ext>
              </a:extLst>
            </p:cNvPr>
            <p:cNvSpPr/>
            <p:nvPr/>
          </p:nvSpPr>
          <p:spPr>
            <a:xfrm>
              <a:off x="1503770" y="2856534"/>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B07DBE5F-89DA-4E1D-88E8-B62179240FA0}"/>
                </a:ext>
              </a:extLst>
            </p:cNvPr>
            <p:cNvSpPr/>
            <p:nvPr/>
          </p:nvSpPr>
          <p:spPr>
            <a:xfrm>
              <a:off x="1418055" y="2856534"/>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723CDD0E-A1E8-4147-938C-147A9D9ED522}"/>
                </a:ext>
              </a:extLst>
            </p:cNvPr>
            <p:cNvSpPr/>
            <p:nvPr/>
          </p:nvSpPr>
          <p:spPr>
            <a:xfrm flipV="1">
              <a:off x="991005" y="293498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9EF9ADBB-D0C7-45B3-8C38-BA0F5A77F781}"/>
                </a:ext>
              </a:extLst>
            </p:cNvPr>
            <p:cNvSpPr/>
            <p:nvPr/>
          </p:nvSpPr>
          <p:spPr>
            <a:xfrm flipV="1">
              <a:off x="910458" y="293498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55A39C50-520C-4A5E-B86A-6B9FD2E5B4C5}"/>
                </a:ext>
              </a:extLst>
            </p:cNvPr>
            <p:cNvSpPr/>
            <p:nvPr/>
          </p:nvSpPr>
          <p:spPr>
            <a:xfrm>
              <a:off x="1074489" y="285912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BCD801FB-1696-432D-A00F-F518446DA567}"/>
                </a:ext>
              </a:extLst>
            </p:cNvPr>
            <p:cNvSpPr/>
            <p:nvPr/>
          </p:nvSpPr>
          <p:spPr>
            <a:xfrm>
              <a:off x="1241667" y="285553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3D923BC2-E93E-4427-8726-1338A6FE8F3D}"/>
                </a:ext>
              </a:extLst>
            </p:cNvPr>
            <p:cNvSpPr/>
            <p:nvPr/>
          </p:nvSpPr>
          <p:spPr>
            <a:xfrm>
              <a:off x="1328192" y="285553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6C0DC0C3-A000-43D6-83F9-D794882D8876}"/>
                </a:ext>
              </a:extLst>
            </p:cNvPr>
            <p:cNvSpPr/>
            <p:nvPr/>
          </p:nvSpPr>
          <p:spPr>
            <a:xfrm flipV="1">
              <a:off x="990028" y="285897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52E428E6-1A5C-49DE-9A2F-FB4AF99D7067}"/>
                </a:ext>
              </a:extLst>
            </p:cNvPr>
            <p:cNvSpPr/>
            <p:nvPr/>
          </p:nvSpPr>
          <p:spPr>
            <a:xfrm flipV="1">
              <a:off x="909481" y="285897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D7869307-AF19-428F-9F66-CE1D8DF415AD}"/>
                </a:ext>
              </a:extLst>
            </p:cNvPr>
            <p:cNvSpPr/>
            <p:nvPr/>
          </p:nvSpPr>
          <p:spPr>
            <a:xfrm flipV="1">
              <a:off x="1773722"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B8F3B586-5671-4378-A6A3-C2C3B857960A}"/>
                </a:ext>
              </a:extLst>
            </p:cNvPr>
            <p:cNvSpPr/>
            <p:nvPr/>
          </p:nvSpPr>
          <p:spPr>
            <a:xfrm flipV="1">
              <a:off x="989499"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31781532-FD5D-4AAC-8540-4CAD981E464E}"/>
                </a:ext>
              </a:extLst>
            </p:cNvPr>
            <p:cNvSpPr/>
            <p:nvPr/>
          </p:nvSpPr>
          <p:spPr>
            <a:xfrm flipV="1">
              <a:off x="1072046"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C1428AC0-FDEC-4B63-BFA9-71D79C1B1290}"/>
                </a:ext>
              </a:extLst>
            </p:cNvPr>
            <p:cNvSpPr/>
            <p:nvPr/>
          </p:nvSpPr>
          <p:spPr>
            <a:xfrm flipV="1">
              <a:off x="1159338"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7AD3DC3F-61CB-41E6-A846-78C936D67C63}"/>
                </a:ext>
              </a:extLst>
            </p:cNvPr>
            <p:cNvSpPr/>
            <p:nvPr/>
          </p:nvSpPr>
          <p:spPr>
            <a:xfrm flipV="1">
              <a:off x="1245863"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Rectangle 1060">
              <a:extLst>
                <a:ext uri="{FF2B5EF4-FFF2-40B4-BE49-F238E27FC236}">
                  <a16:creationId xmlns:a16="http://schemas.microsoft.com/office/drawing/2014/main" id="{EB485E05-9FC8-4595-A8F2-817CAF29B592}"/>
                </a:ext>
              </a:extLst>
            </p:cNvPr>
            <p:cNvSpPr/>
            <p:nvPr/>
          </p:nvSpPr>
          <p:spPr>
            <a:xfrm flipV="1">
              <a:off x="1332388"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Rectangle 1061">
              <a:extLst>
                <a:ext uri="{FF2B5EF4-FFF2-40B4-BE49-F238E27FC236}">
                  <a16:creationId xmlns:a16="http://schemas.microsoft.com/office/drawing/2014/main" id="{3AE28BFF-0117-41A3-8551-E0B05E7D0257}"/>
                </a:ext>
              </a:extLst>
            </p:cNvPr>
            <p:cNvSpPr/>
            <p:nvPr/>
          </p:nvSpPr>
          <p:spPr>
            <a:xfrm flipV="1">
              <a:off x="1421300"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Rectangle 1062">
              <a:extLst>
                <a:ext uri="{FF2B5EF4-FFF2-40B4-BE49-F238E27FC236}">
                  <a16:creationId xmlns:a16="http://schemas.microsoft.com/office/drawing/2014/main" id="{C798C651-FC02-474D-9FF2-D1ED5782D0C2}"/>
                </a:ext>
              </a:extLst>
            </p:cNvPr>
            <p:cNvSpPr/>
            <p:nvPr/>
          </p:nvSpPr>
          <p:spPr>
            <a:xfrm flipV="1">
              <a:off x="1511803"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Rectangle 1063">
              <a:extLst>
                <a:ext uri="{FF2B5EF4-FFF2-40B4-BE49-F238E27FC236}">
                  <a16:creationId xmlns:a16="http://schemas.microsoft.com/office/drawing/2014/main" id="{0398234C-D6ED-4E83-AC18-F6CE04BA65A9}"/>
                </a:ext>
              </a:extLst>
            </p:cNvPr>
            <p:cNvSpPr/>
            <p:nvPr/>
          </p:nvSpPr>
          <p:spPr>
            <a:xfrm flipV="1">
              <a:off x="1602290"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77732EB8-FE0A-4875-9EE1-7DAB8E8F9C08}"/>
                </a:ext>
              </a:extLst>
            </p:cNvPr>
            <p:cNvSpPr/>
            <p:nvPr/>
          </p:nvSpPr>
          <p:spPr>
            <a:xfrm flipV="1">
              <a:off x="1688007" y="300868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1065">
              <a:extLst>
                <a:ext uri="{FF2B5EF4-FFF2-40B4-BE49-F238E27FC236}">
                  <a16:creationId xmlns:a16="http://schemas.microsoft.com/office/drawing/2014/main" id="{14ABD14B-DBDC-4500-A888-89270B6B944A}"/>
                </a:ext>
              </a:extLst>
            </p:cNvPr>
            <p:cNvSpPr/>
            <p:nvPr/>
          </p:nvSpPr>
          <p:spPr>
            <a:xfrm flipV="1">
              <a:off x="1855907" y="30113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Rectangle 1066">
              <a:extLst>
                <a:ext uri="{FF2B5EF4-FFF2-40B4-BE49-F238E27FC236}">
                  <a16:creationId xmlns:a16="http://schemas.microsoft.com/office/drawing/2014/main" id="{32D4B042-31DA-4486-B6F2-B4A704BD2FD9}"/>
                </a:ext>
              </a:extLst>
            </p:cNvPr>
            <p:cNvSpPr/>
            <p:nvPr/>
          </p:nvSpPr>
          <p:spPr>
            <a:xfrm flipV="1">
              <a:off x="1767308"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7">
              <a:extLst>
                <a:ext uri="{FF2B5EF4-FFF2-40B4-BE49-F238E27FC236}">
                  <a16:creationId xmlns:a16="http://schemas.microsoft.com/office/drawing/2014/main" id="{F6AED535-5D1F-48CD-8E35-17747FF690F5}"/>
                </a:ext>
              </a:extLst>
            </p:cNvPr>
            <p:cNvSpPr/>
            <p:nvPr/>
          </p:nvSpPr>
          <p:spPr>
            <a:xfrm flipV="1">
              <a:off x="983085"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1068">
              <a:extLst>
                <a:ext uri="{FF2B5EF4-FFF2-40B4-BE49-F238E27FC236}">
                  <a16:creationId xmlns:a16="http://schemas.microsoft.com/office/drawing/2014/main" id="{B97206F5-43F9-4EB6-BF58-07BBB35D6BF8}"/>
                </a:ext>
              </a:extLst>
            </p:cNvPr>
            <p:cNvSpPr/>
            <p:nvPr/>
          </p:nvSpPr>
          <p:spPr>
            <a:xfrm flipV="1">
              <a:off x="1065632"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B1518CBB-979F-4030-84D9-46981D2073F2}"/>
                </a:ext>
              </a:extLst>
            </p:cNvPr>
            <p:cNvSpPr/>
            <p:nvPr/>
          </p:nvSpPr>
          <p:spPr>
            <a:xfrm flipV="1">
              <a:off x="1152924"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Rectangle 1070">
              <a:extLst>
                <a:ext uri="{FF2B5EF4-FFF2-40B4-BE49-F238E27FC236}">
                  <a16:creationId xmlns:a16="http://schemas.microsoft.com/office/drawing/2014/main" id="{B87D6877-FE90-44EB-89E5-FB15CD4233BD}"/>
                </a:ext>
              </a:extLst>
            </p:cNvPr>
            <p:cNvSpPr/>
            <p:nvPr/>
          </p:nvSpPr>
          <p:spPr>
            <a:xfrm flipV="1">
              <a:off x="1239449"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Rectangle 1071">
              <a:extLst>
                <a:ext uri="{FF2B5EF4-FFF2-40B4-BE49-F238E27FC236}">
                  <a16:creationId xmlns:a16="http://schemas.microsoft.com/office/drawing/2014/main" id="{4ED53865-FEF4-4185-93DC-1722D975F2E4}"/>
                </a:ext>
              </a:extLst>
            </p:cNvPr>
            <p:cNvSpPr/>
            <p:nvPr/>
          </p:nvSpPr>
          <p:spPr>
            <a:xfrm flipV="1">
              <a:off x="1325974"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Rectangle 1072">
              <a:extLst>
                <a:ext uri="{FF2B5EF4-FFF2-40B4-BE49-F238E27FC236}">
                  <a16:creationId xmlns:a16="http://schemas.microsoft.com/office/drawing/2014/main" id="{24576024-84BA-42D4-AEE7-832885874D3D}"/>
                </a:ext>
              </a:extLst>
            </p:cNvPr>
            <p:cNvSpPr/>
            <p:nvPr/>
          </p:nvSpPr>
          <p:spPr>
            <a:xfrm flipV="1">
              <a:off x="1414886"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Rectangle 1073">
              <a:extLst>
                <a:ext uri="{FF2B5EF4-FFF2-40B4-BE49-F238E27FC236}">
                  <a16:creationId xmlns:a16="http://schemas.microsoft.com/office/drawing/2014/main" id="{1F45A4F9-2887-4470-829D-329EEBE30130}"/>
                </a:ext>
              </a:extLst>
            </p:cNvPr>
            <p:cNvSpPr/>
            <p:nvPr/>
          </p:nvSpPr>
          <p:spPr>
            <a:xfrm flipV="1">
              <a:off x="1505389"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a:extLst>
                <a:ext uri="{FF2B5EF4-FFF2-40B4-BE49-F238E27FC236}">
                  <a16:creationId xmlns:a16="http://schemas.microsoft.com/office/drawing/2014/main" id="{C35BAA33-62D8-4883-91FD-14B1D944B692}"/>
                </a:ext>
              </a:extLst>
            </p:cNvPr>
            <p:cNvSpPr/>
            <p:nvPr/>
          </p:nvSpPr>
          <p:spPr>
            <a:xfrm flipV="1">
              <a:off x="1595876"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Rectangle 1075">
              <a:extLst>
                <a:ext uri="{FF2B5EF4-FFF2-40B4-BE49-F238E27FC236}">
                  <a16:creationId xmlns:a16="http://schemas.microsoft.com/office/drawing/2014/main" id="{CD11D4C7-B54E-48F6-8967-76C040B75E2F}"/>
                </a:ext>
              </a:extLst>
            </p:cNvPr>
            <p:cNvSpPr/>
            <p:nvPr/>
          </p:nvSpPr>
          <p:spPr>
            <a:xfrm flipV="1">
              <a:off x="1681593" y="5759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 name="Rectangle 1076">
              <a:extLst>
                <a:ext uri="{FF2B5EF4-FFF2-40B4-BE49-F238E27FC236}">
                  <a16:creationId xmlns:a16="http://schemas.microsoft.com/office/drawing/2014/main" id="{F6B0D696-ECFB-4D28-81D8-B8D359AD8038}"/>
                </a:ext>
              </a:extLst>
            </p:cNvPr>
            <p:cNvSpPr/>
            <p:nvPr/>
          </p:nvSpPr>
          <p:spPr>
            <a:xfrm flipV="1">
              <a:off x="817989" y="575975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a:extLst>
                <a:ext uri="{FF2B5EF4-FFF2-40B4-BE49-F238E27FC236}">
                  <a16:creationId xmlns:a16="http://schemas.microsoft.com/office/drawing/2014/main" id="{C19C5D1F-883B-47FD-8D87-99676F48279D}"/>
                </a:ext>
              </a:extLst>
            </p:cNvPr>
            <p:cNvSpPr/>
            <p:nvPr/>
          </p:nvSpPr>
          <p:spPr>
            <a:xfrm flipV="1">
              <a:off x="898953" y="575975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Rectangle 1078">
              <a:extLst>
                <a:ext uri="{FF2B5EF4-FFF2-40B4-BE49-F238E27FC236}">
                  <a16:creationId xmlns:a16="http://schemas.microsoft.com/office/drawing/2014/main" id="{D7016E1D-7903-40EC-A980-D8FA0DF97463}"/>
                </a:ext>
              </a:extLst>
            </p:cNvPr>
            <p:cNvSpPr/>
            <p:nvPr/>
          </p:nvSpPr>
          <p:spPr>
            <a:xfrm flipV="1">
              <a:off x="1854816" y="5761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Rectangle 1079">
              <a:extLst>
                <a:ext uri="{FF2B5EF4-FFF2-40B4-BE49-F238E27FC236}">
                  <a16:creationId xmlns:a16="http://schemas.microsoft.com/office/drawing/2014/main" id="{175EC31C-6F3F-4D37-8AEF-0F7B7905A5FC}"/>
                </a:ext>
              </a:extLst>
            </p:cNvPr>
            <p:cNvSpPr/>
            <p:nvPr/>
          </p:nvSpPr>
          <p:spPr>
            <a:xfrm flipV="1">
              <a:off x="738735" y="57620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Rectangle 1080">
              <a:extLst>
                <a:ext uri="{FF2B5EF4-FFF2-40B4-BE49-F238E27FC236}">
                  <a16:creationId xmlns:a16="http://schemas.microsoft.com/office/drawing/2014/main" id="{2F03DD1F-AEBF-4F0D-B663-062D24AF2985}"/>
                </a:ext>
              </a:extLst>
            </p:cNvPr>
            <p:cNvSpPr/>
            <p:nvPr/>
          </p:nvSpPr>
          <p:spPr>
            <a:xfrm>
              <a:off x="1853713" y="278316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Rectangle 1081">
              <a:extLst>
                <a:ext uri="{FF2B5EF4-FFF2-40B4-BE49-F238E27FC236}">
                  <a16:creationId xmlns:a16="http://schemas.microsoft.com/office/drawing/2014/main" id="{DAD63B02-90E1-4FB5-8CAB-59FF4B5C9231}"/>
                </a:ext>
              </a:extLst>
            </p:cNvPr>
            <p:cNvSpPr/>
            <p:nvPr/>
          </p:nvSpPr>
          <p:spPr>
            <a:xfrm>
              <a:off x="1767998" y="278316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CD422EC0-C7E9-4E82-9289-4C5333170817}"/>
                </a:ext>
              </a:extLst>
            </p:cNvPr>
            <p:cNvSpPr/>
            <p:nvPr/>
          </p:nvSpPr>
          <p:spPr>
            <a:xfrm flipV="1">
              <a:off x="827687" y="29351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261386E6-EBB7-4E04-9696-F21893CC8093}"/>
                </a:ext>
              </a:extLst>
            </p:cNvPr>
            <p:cNvSpPr/>
            <p:nvPr/>
          </p:nvSpPr>
          <p:spPr>
            <a:xfrm flipV="1">
              <a:off x="747140" y="293512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8580B5A7-2124-4909-9BBD-9C3313EFC7B5}"/>
                </a:ext>
              </a:extLst>
            </p:cNvPr>
            <p:cNvSpPr/>
            <p:nvPr/>
          </p:nvSpPr>
          <p:spPr>
            <a:xfrm flipV="1">
              <a:off x="826710" y="28591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61AA16DD-95C1-42AF-B90F-0536C9231C3D}"/>
                </a:ext>
              </a:extLst>
            </p:cNvPr>
            <p:cNvSpPr/>
            <p:nvPr/>
          </p:nvSpPr>
          <p:spPr>
            <a:xfrm flipV="1">
              <a:off x="746163" y="28591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0978148F-7DE1-49E9-896D-EB038FC37A1C}"/>
                </a:ext>
              </a:extLst>
            </p:cNvPr>
            <p:cNvSpPr/>
            <p:nvPr/>
          </p:nvSpPr>
          <p:spPr>
            <a:xfrm flipV="1">
              <a:off x="826787" y="300802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1087">
              <a:extLst>
                <a:ext uri="{FF2B5EF4-FFF2-40B4-BE49-F238E27FC236}">
                  <a16:creationId xmlns:a16="http://schemas.microsoft.com/office/drawing/2014/main" id="{DF204728-3124-4E5C-9EBA-12AF2B21658B}"/>
                </a:ext>
              </a:extLst>
            </p:cNvPr>
            <p:cNvSpPr/>
            <p:nvPr/>
          </p:nvSpPr>
          <p:spPr>
            <a:xfrm flipV="1">
              <a:off x="907751" y="300802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88">
              <a:extLst>
                <a:ext uri="{FF2B5EF4-FFF2-40B4-BE49-F238E27FC236}">
                  <a16:creationId xmlns:a16="http://schemas.microsoft.com/office/drawing/2014/main" id="{259092A7-B725-480C-A690-C01EF6C184A6}"/>
                </a:ext>
              </a:extLst>
            </p:cNvPr>
            <p:cNvSpPr/>
            <p:nvPr/>
          </p:nvSpPr>
          <p:spPr>
            <a:xfrm flipV="1">
              <a:off x="747533" y="301032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Rectangle 1089">
              <a:extLst>
                <a:ext uri="{FF2B5EF4-FFF2-40B4-BE49-F238E27FC236}">
                  <a16:creationId xmlns:a16="http://schemas.microsoft.com/office/drawing/2014/main" id="{1F057686-50EC-4C5F-9C24-BDAC9EA95A0A}"/>
                </a:ext>
              </a:extLst>
            </p:cNvPr>
            <p:cNvSpPr/>
            <p:nvPr/>
          </p:nvSpPr>
          <p:spPr>
            <a:xfrm>
              <a:off x="1158327" y="293154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ED8B37EB-A435-402B-A526-12ACFDBD6C25}"/>
                </a:ext>
              </a:extLst>
            </p:cNvPr>
            <p:cNvSpPr/>
            <p:nvPr/>
          </p:nvSpPr>
          <p:spPr>
            <a:xfrm>
              <a:off x="1161034" y="285628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2" name="Straight Connector 1091">
              <a:extLst>
                <a:ext uri="{FF2B5EF4-FFF2-40B4-BE49-F238E27FC236}">
                  <a16:creationId xmlns:a16="http://schemas.microsoft.com/office/drawing/2014/main" id="{E630766F-7397-4E8C-B07E-79A3374F3F6B}"/>
                </a:ext>
              </a:extLst>
            </p:cNvPr>
            <p:cNvCxnSpPr>
              <a:cxnSpLocks/>
            </p:cNvCxnSpPr>
            <p:nvPr/>
          </p:nvCxnSpPr>
          <p:spPr>
            <a:xfrm flipV="1">
              <a:off x="1321997" y="2361646"/>
              <a:ext cx="0" cy="337978"/>
            </a:xfrm>
            <a:prstGeom prst="line">
              <a:avLst/>
            </a:prstGeom>
          </p:spPr>
          <p:style>
            <a:lnRef idx="1">
              <a:schemeClr val="dk1"/>
            </a:lnRef>
            <a:fillRef idx="0">
              <a:schemeClr val="dk1"/>
            </a:fillRef>
            <a:effectRef idx="0">
              <a:schemeClr val="dk1"/>
            </a:effectRef>
            <a:fontRef idx="minor">
              <a:schemeClr val="tx1"/>
            </a:fontRef>
          </p:style>
        </p:cxnSp>
        <p:cxnSp>
          <p:nvCxnSpPr>
            <p:cNvPr id="1093" name="Straight Connector 1092">
              <a:extLst>
                <a:ext uri="{FF2B5EF4-FFF2-40B4-BE49-F238E27FC236}">
                  <a16:creationId xmlns:a16="http://schemas.microsoft.com/office/drawing/2014/main" id="{B3B81EF9-73F0-4BF6-9F41-86760D919817}"/>
                </a:ext>
              </a:extLst>
            </p:cNvPr>
            <p:cNvCxnSpPr>
              <a:cxnSpLocks/>
            </p:cNvCxnSpPr>
            <p:nvPr/>
          </p:nvCxnSpPr>
          <p:spPr>
            <a:xfrm>
              <a:off x="1328411" y="2358913"/>
              <a:ext cx="976413" cy="1096"/>
            </a:xfrm>
            <a:prstGeom prst="line">
              <a:avLst/>
            </a:prstGeom>
          </p:spPr>
          <p:style>
            <a:lnRef idx="1">
              <a:schemeClr val="dk1"/>
            </a:lnRef>
            <a:fillRef idx="0">
              <a:schemeClr val="dk1"/>
            </a:fillRef>
            <a:effectRef idx="0">
              <a:schemeClr val="dk1"/>
            </a:effectRef>
            <a:fontRef idx="minor">
              <a:schemeClr val="tx1"/>
            </a:fontRef>
          </p:style>
        </p:cxnSp>
        <p:cxnSp>
          <p:nvCxnSpPr>
            <p:cNvPr id="1094" name="Straight Connector 1093">
              <a:extLst>
                <a:ext uri="{FF2B5EF4-FFF2-40B4-BE49-F238E27FC236}">
                  <a16:creationId xmlns:a16="http://schemas.microsoft.com/office/drawing/2014/main" id="{ABE78BEF-BBFB-4D44-860A-1ACFE0750BB0}"/>
                </a:ext>
              </a:extLst>
            </p:cNvPr>
            <p:cNvCxnSpPr>
              <a:cxnSpLocks/>
            </p:cNvCxnSpPr>
            <p:nvPr/>
          </p:nvCxnSpPr>
          <p:spPr>
            <a:xfrm>
              <a:off x="2304824" y="2358913"/>
              <a:ext cx="0" cy="2408745"/>
            </a:xfrm>
            <a:prstGeom prst="line">
              <a:avLst/>
            </a:prstGeom>
          </p:spPr>
          <p:style>
            <a:lnRef idx="1">
              <a:schemeClr val="dk1"/>
            </a:lnRef>
            <a:fillRef idx="0">
              <a:schemeClr val="dk1"/>
            </a:fillRef>
            <a:effectRef idx="0">
              <a:schemeClr val="dk1"/>
            </a:effectRef>
            <a:fontRef idx="minor">
              <a:schemeClr val="tx1"/>
            </a:fontRef>
          </p:style>
        </p:cxnSp>
        <p:cxnSp>
          <p:nvCxnSpPr>
            <p:cNvPr id="1095" name="Straight Connector 1094">
              <a:extLst>
                <a:ext uri="{FF2B5EF4-FFF2-40B4-BE49-F238E27FC236}">
                  <a16:creationId xmlns:a16="http://schemas.microsoft.com/office/drawing/2014/main" id="{0C3DE457-4160-4AAF-913E-2F192E64BE5E}"/>
                </a:ext>
              </a:extLst>
            </p:cNvPr>
            <p:cNvCxnSpPr/>
            <p:nvPr/>
          </p:nvCxnSpPr>
          <p:spPr>
            <a:xfrm>
              <a:off x="2304824" y="4767658"/>
              <a:ext cx="905511" cy="0"/>
            </a:xfrm>
            <a:prstGeom prst="line">
              <a:avLst/>
            </a:prstGeom>
          </p:spPr>
          <p:style>
            <a:lnRef idx="1">
              <a:schemeClr val="dk1"/>
            </a:lnRef>
            <a:fillRef idx="0">
              <a:schemeClr val="dk1"/>
            </a:fillRef>
            <a:effectRef idx="0">
              <a:schemeClr val="dk1"/>
            </a:effectRef>
            <a:fontRef idx="minor">
              <a:schemeClr val="tx1"/>
            </a:fontRef>
          </p:style>
        </p:cxnSp>
        <p:cxnSp>
          <p:nvCxnSpPr>
            <p:cNvPr id="1096" name="Straight Connector 1095">
              <a:extLst>
                <a:ext uri="{FF2B5EF4-FFF2-40B4-BE49-F238E27FC236}">
                  <a16:creationId xmlns:a16="http://schemas.microsoft.com/office/drawing/2014/main" id="{9B332FC5-3579-4A22-8B0E-4E23D8EC46B4}"/>
                </a:ext>
              </a:extLst>
            </p:cNvPr>
            <p:cNvCxnSpPr/>
            <p:nvPr/>
          </p:nvCxnSpPr>
          <p:spPr>
            <a:xfrm flipV="1">
              <a:off x="3210335" y="4591858"/>
              <a:ext cx="0" cy="17580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95348962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6" name="Group 5">
            <a:extLst>
              <a:ext uri="{FF2B5EF4-FFF2-40B4-BE49-F238E27FC236}">
                <a16:creationId xmlns:a16="http://schemas.microsoft.com/office/drawing/2014/main" id="{7C0936C3-CE3A-426B-97CA-D7A270287C67}"/>
              </a:ext>
            </a:extLst>
          </p:cNvPr>
          <p:cNvGrpSpPr/>
          <p:nvPr/>
        </p:nvGrpSpPr>
        <p:grpSpPr>
          <a:xfrm>
            <a:off x="5569700" y="1092679"/>
            <a:ext cx="1052600" cy="5610045"/>
            <a:chOff x="8327189" y="883952"/>
            <a:chExt cx="1210018" cy="5974048"/>
          </a:xfrm>
        </p:grpSpPr>
        <p:grpSp>
          <p:nvGrpSpPr>
            <p:cNvPr id="2" name="Group 1">
              <a:extLst>
                <a:ext uri="{FF2B5EF4-FFF2-40B4-BE49-F238E27FC236}">
                  <a16:creationId xmlns:a16="http://schemas.microsoft.com/office/drawing/2014/main" id="{BD208201-AA45-4068-8C8A-90E6965D4981}"/>
                </a:ext>
              </a:extLst>
            </p:cNvPr>
            <p:cNvGrpSpPr/>
            <p:nvPr/>
          </p:nvGrpSpPr>
          <p:grpSpPr>
            <a:xfrm>
              <a:off x="8327189" y="883952"/>
              <a:ext cx="1200545" cy="3057249"/>
              <a:chOff x="7651030" y="1606818"/>
              <a:chExt cx="1200545" cy="3057249"/>
            </a:xfrm>
          </p:grpSpPr>
          <p:sp>
            <p:nvSpPr>
              <p:cNvPr id="1098" name="Rectangle 1097">
                <a:extLst>
                  <a:ext uri="{FF2B5EF4-FFF2-40B4-BE49-F238E27FC236}">
                    <a16:creationId xmlns:a16="http://schemas.microsoft.com/office/drawing/2014/main" id="{FD21FD9D-4D30-4500-980F-D91C436E4833}"/>
                  </a:ext>
                </a:extLst>
              </p:cNvPr>
              <p:cNvSpPr/>
              <p:nvPr/>
            </p:nvSpPr>
            <p:spPr>
              <a:xfrm>
                <a:off x="7818098" y="1760647"/>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Rectangle 1098">
                <a:extLst>
                  <a:ext uri="{FF2B5EF4-FFF2-40B4-BE49-F238E27FC236}">
                    <a16:creationId xmlns:a16="http://schemas.microsoft.com/office/drawing/2014/main" id="{193B328A-267E-46B3-9483-0F8EF6C13397}"/>
                  </a:ext>
                </a:extLst>
              </p:cNvPr>
              <p:cNvSpPr/>
              <p:nvPr/>
            </p:nvSpPr>
            <p:spPr>
              <a:xfrm>
                <a:off x="7818098" y="2268647"/>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Rectangle 1099">
                <a:extLst>
                  <a:ext uri="{FF2B5EF4-FFF2-40B4-BE49-F238E27FC236}">
                    <a16:creationId xmlns:a16="http://schemas.microsoft.com/office/drawing/2014/main" id="{C0733F50-1A82-4162-B90F-2407691DC319}"/>
                  </a:ext>
                </a:extLst>
              </p:cNvPr>
              <p:cNvSpPr/>
              <p:nvPr/>
            </p:nvSpPr>
            <p:spPr>
              <a:xfrm>
                <a:off x="7735550" y="2162284"/>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Rectangle 1100">
                <a:extLst>
                  <a:ext uri="{FF2B5EF4-FFF2-40B4-BE49-F238E27FC236}">
                    <a16:creationId xmlns:a16="http://schemas.microsoft.com/office/drawing/2014/main" id="{032896C3-73A0-47C0-A75F-27C69C3C7F2A}"/>
                  </a:ext>
                </a:extLst>
              </p:cNvPr>
              <p:cNvSpPr/>
              <p:nvPr/>
            </p:nvSpPr>
            <p:spPr>
              <a:xfrm>
                <a:off x="7735550" y="207814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Rectangle 1101">
                <a:extLst>
                  <a:ext uri="{FF2B5EF4-FFF2-40B4-BE49-F238E27FC236}">
                    <a16:creationId xmlns:a16="http://schemas.microsoft.com/office/drawing/2014/main" id="{F99228C9-C045-43B8-A60D-2725E44DAB6E}"/>
                  </a:ext>
                </a:extLst>
              </p:cNvPr>
              <p:cNvSpPr/>
              <p:nvPr/>
            </p:nvSpPr>
            <p:spPr>
              <a:xfrm>
                <a:off x="7735550" y="237500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Rectangle 1102">
                <a:extLst>
                  <a:ext uri="{FF2B5EF4-FFF2-40B4-BE49-F238E27FC236}">
                    <a16:creationId xmlns:a16="http://schemas.microsoft.com/office/drawing/2014/main" id="{E886731A-B141-4417-A1F7-01FBAAF49EA9}"/>
                  </a:ext>
                </a:extLst>
              </p:cNvPr>
              <p:cNvSpPr/>
              <p:nvPr/>
            </p:nvSpPr>
            <p:spPr>
              <a:xfrm>
                <a:off x="7735550" y="200194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44518D4B-62A9-41E8-99FF-4897DEB8B28C}"/>
                  </a:ext>
                </a:extLst>
              </p:cNvPr>
              <p:cNvSpPr/>
              <p:nvPr/>
            </p:nvSpPr>
            <p:spPr>
              <a:xfrm>
                <a:off x="7735550" y="192177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Rectangle 1104">
                <a:extLst>
                  <a:ext uri="{FF2B5EF4-FFF2-40B4-BE49-F238E27FC236}">
                    <a16:creationId xmlns:a16="http://schemas.microsoft.com/office/drawing/2014/main" id="{87043D00-4CE8-40F4-AF5B-049BB7C46834}"/>
                  </a:ext>
                </a:extLst>
              </p:cNvPr>
              <p:cNvSpPr/>
              <p:nvPr/>
            </p:nvSpPr>
            <p:spPr>
              <a:xfrm>
                <a:off x="7735550" y="183684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Rectangle 1105">
                <a:extLst>
                  <a:ext uri="{FF2B5EF4-FFF2-40B4-BE49-F238E27FC236}">
                    <a16:creationId xmlns:a16="http://schemas.microsoft.com/office/drawing/2014/main" id="{EBF4CD99-C024-453B-B903-E495C03B668D}"/>
                  </a:ext>
                </a:extLst>
              </p:cNvPr>
              <p:cNvSpPr/>
              <p:nvPr/>
            </p:nvSpPr>
            <p:spPr>
              <a:xfrm>
                <a:off x="7735550" y="176064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Rectangle 1106">
                <a:extLst>
                  <a:ext uri="{FF2B5EF4-FFF2-40B4-BE49-F238E27FC236}">
                    <a16:creationId xmlns:a16="http://schemas.microsoft.com/office/drawing/2014/main" id="{61E01836-99FA-4863-B04A-CDE354F7368A}"/>
                  </a:ext>
                </a:extLst>
              </p:cNvPr>
              <p:cNvSpPr/>
              <p:nvPr/>
            </p:nvSpPr>
            <p:spPr>
              <a:xfrm>
                <a:off x="7735550" y="245120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Rectangle 1107">
                <a:extLst>
                  <a:ext uri="{FF2B5EF4-FFF2-40B4-BE49-F238E27FC236}">
                    <a16:creationId xmlns:a16="http://schemas.microsoft.com/office/drawing/2014/main" id="{F35E8E54-9E67-4671-9885-22D124938776}"/>
                  </a:ext>
                </a:extLst>
              </p:cNvPr>
              <p:cNvSpPr/>
              <p:nvPr/>
            </p:nvSpPr>
            <p:spPr>
              <a:xfrm>
                <a:off x="7735550" y="25334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9" name="Rectangle 1108">
                <a:extLst>
                  <a:ext uri="{FF2B5EF4-FFF2-40B4-BE49-F238E27FC236}">
                    <a16:creationId xmlns:a16="http://schemas.microsoft.com/office/drawing/2014/main" id="{69900E75-CA0C-400A-AC5C-B6252E246301}"/>
                  </a:ext>
                </a:extLst>
              </p:cNvPr>
              <p:cNvSpPr/>
              <p:nvPr/>
            </p:nvSpPr>
            <p:spPr>
              <a:xfrm>
                <a:off x="7735550" y="261313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0" name="Rectangle 1109">
                <a:extLst>
                  <a:ext uri="{FF2B5EF4-FFF2-40B4-BE49-F238E27FC236}">
                    <a16:creationId xmlns:a16="http://schemas.microsoft.com/office/drawing/2014/main" id="{E94B6167-D19A-4D82-9648-0A803B0DD1F4}"/>
                  </a:ext>
                </a:extLst>
              </p:cNvPr>
              <p:cNvSpPr/>
              <p:nvPr/>
            </p:nvSpPr>
            <p:spPr>
              <a:xfrm>
                <a:off x="7735550" y="269885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Rectangle 1110">
                <a:extLst>
                  <a:ext uri="{FF2B5EF4-FFF2-40B4-BE49-F238E27FC236}">
                    <a16:creationId xmlns:a16="http://schemas.microsoft.com/office/drawing/2014/main" id="{33E3B335-44C2-4EFD-9864-07D343AA9255}"/>
                  </a:ext>
                </a:extLst>
              </p:cNvPr>
              <p:cNvSpPr/>
              <p:nvPr/>
            </p:nvSpPr>
            <p:spPr>
              <a:xfrm>
                <a:off x="8681700" y="2158580"/>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112" name="Rectangle 1111">
                <a:extLst>
                  <a:ext uri="{FF2B5EF4-FFF2-40B4-BE49-F238E27FC236}">
                    <a16:creationId xmlns:a16="http://schemas.microsoft.com/office/drawing/2014/main" id="{0FF99823-F904-4561-BDF4-F955F82B4327}"/>
                  </a:ext>
                </a:extLst>
              </p:cNvPr>
              <p:cNvSpPr/>
              <p:nvPr/>
            </p:nvSpPr>
            <p:spPr>
              <a:xfrm flipV="1">
                <a:off x="8681700" y="237130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Rectangle 1112">
                <a:extLst>
                  <a:ext uri="{FF2B5EF4-FFF2-40B4-BE49-F238E27FC236}">
                    <a16:creationId xmlns:a16="http://schemas.microsoft.com/office/drawing/2014/main" id="{D2F8B11C-96B9-4134-AC2D-04F8F0539688}"/>
                  </a:ext>
                </a:extLst>
              </p:cNvPr>
              <p:cNvSpPr/>
              <p:nvPr/>
            </p:nvSpPr>
            <p:spPr>
              <a:xfrm flipV="1">
                <a:off x="8681700" y="208238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Rectangle 1113">
                <a:extLst>
                  <a:ext uri="{FF2B5EF4-FFF2-40B4-BE49-F238E27FC236}">
                    <a16:creationId xmlns:a16="http://schemas.microsoft.com/office/drawing/2014/main" id="{D82D5A72-D37B-4A31-9F41-9F7209999414}"/>
                  </a:ext>
                </a:extLst>
              </p:cNvPr>
              <p:cNvSpPr/>
              <p:nvPr/>
            </p:nvSpPr>
            <p:spPr>
              <a:xfrm flipV="1">
                <a:off x="8681700" y="245941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5" name="Rectangle 1114">
                <a:extLst>
                  <a:ext uri="{FF2B5EF4-FFF2-40B4-BE49-F238E27FC236}">
                    <a16:creationId xmlns:a16="http://schemas.microsoft.com/office/drawing/2014/main" id="{DF7265FD-BBCB-43B4-B588-5210EB729CCC}"/>
                  </a:ext>
                </a:extLst>
              </p:cNvPr>
              <p:cNvSpPr/>
              <p:nvPr/>
            </p:nvSpPr>
            <p:spPr>
              <a:xfrm flipV="1">
                <a:off x="8681700" y="254645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6" name="Rectangle 1115">
                <a:extLst>
                  <a:ext uri="{FF2B5EF4-FFF2-40B4-BE49-F238E27FC236}">
                    <a16:creationId xmlns:a16="http://schemas.microsoft.com/office/drawing/2014/main" id="{A11F930C-94C6-4738-8736-0A216CEB3C08}"/>
                  </a:ext>
                </a:extLst>
              </p:cNvPr>
              <p:cNvSpPr/>
              <p:nvPr/>
            </p:nvSpPr>
            <p:spPr>
              <a:xfrm flipV="1">
                <a:off x="8681700" y="262477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Rectangle 1116">
                <a:extLst>
                  <a:ext uri="{FF2B5EF4-FFF2-40B4-BE49-F238E27FC236}">
                    <a16:creationId xmlns:a16="http://schemas.microsoft.com/office/drawing/2014/main" id="{8AD68F42-3F19-4C62-893D-F4729345A83F}"/>
                  </a:ext>
                </a:extLst>
              </p:cNvPr>
              <p:cNvSpPr/>
              <p:nvPr/>
            </p:nvSpPr>
            <p:spPr>
              <a:xfrm flipV="1">
                <a:off x="8681700" y="269885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Rectangle 1117">
                <a:extLst>
                  <a:ext uri="{FF2B5EF4-FFF2-40B4-BE49-F238E27FC236}">
                    <a16:creationId xmlns:a16="http://schemas.microsoft.com/office/drawing/2014/main" id="{1CD4FFD5-93BB-43A8-B990-270A5FAF7548}"/>
                  </a:ext>
                </a:extLst>
              </p:cNvPr>
              <p:cNvSpPr/>
              <p:nvPr/>
            </p:nvSpPr>
            <p:spPr>
              <a:xfrm flipV="1">
                <a:off x="8681700" y="175853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Rectangle 1118">
                <a:extLst>
                  <a:ext uri="{FF2B5EF4-FFF2-40B4-BE49-F238E27FC236}">
                    <a16:creationId xmlns:a16="http://schemas.microsoft.com/office/drawing/2014/main" id="{382145FC-8F46-4E1D-AD32-8E356482C7AE}"/>
                  </a:ext>
                </a:extLst>
              </p:cNvPr>
              <p:cNvSpPr/>
              <p:nvPr/>
            </p:nvSpPr>
            <p:spPr>
              <a:xfrm flipV="1">
                <a:off x="8681700" y="183631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Rectangle 1119">
                <a:extLst>
                  <a:ext uri="{FF2B5EF4-FFF2-40B4-BE49-F238E27FC236}">
                    <a16:creationId xmlns:a16="http://schemas.microsoft.com/office/drawing/2014/main" id="{A000389F-6590-4A34-B68A-BBAEDAA1DDBC}"/>
                  </a:ext>
                </a:extLst>
              </p:cNvPr>
              <p:cNvSpPr/>
              <p:nvPr/>
            </p:nvSpPr>
            <p:spPr>
              <a:xfrm flipV="1">
                <a:off x="8681700" y="191331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Rectangle 1120">
                <a:extLst>
                  <a:ext uri="{FF2B5EF4-FFF2-40B4-BE49-F238E27FC236}">
                    <a16:creationId xmlns:a16="http://schemas.microsoft.com/office/drawing/2014/main" id="{EAF7AB28-07C6-42EB-B476-F8551ACAA652}"/>
                  </a:ext>
                </a:extLst>
              </p:cNvPr>
              <p:cNvSpPr/>
              <p:nvPr/>
            </p:nvSpPr>
            <p:spPr>
              <a:xfrm flipV="1">
                <a:off x="8681700" y="199824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Rectangle 1121">
                <a:extLst>
                  <a:ext uri="{FF2B5EF4-FFF2-40B4-BE49-F238E27FC236}">
                    <a16:creationId xmlns:a16="http://schemas.microsoft.com/office/drawing/2014/main" id="{6A57E63A-F226-4483-B7C2-2F4F3666EC68}"/>
                  </a:ext>
                </a:extLst>
              </p:cNvPr>
              <p:cNvSpPr/>
              <p:nvPr/>
            </p:nvSpPr>
            <p:spPr>
              <a:xfrm>
                <a:off x="8684868"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Rectangle 1122">
                <a:extLst>
                  <a:ext uri="{FF2B5EF4-FFF2-40B4-BE49-F238E27FC236}">
                    <a16:creationId xmlns:a16="http://schemas.microsoft.com/office/drawing/2014/main" id="{124DED6C-92A2-4915-8BE0-1962CAD5122E}"/>
                  </a:ext>
                </a:extLst>
              </p:cNvPr>
              <p:cNvSpPr/>
              <p:nvPr/>
            </p:nvSpPr>
            <p:spPr>
              <a:xfrm>
                <a:off x="7900645"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Rectangle 1123">
                <a:extLst>
                  <a:ext uri="{FF2B5EF4-FFF2-40B4-BE49-F238E27FC236}">
                    <a16:creationId xmlns:a16="http://schemas.microsoft.com/office/drawing/2014/main" id="{7670F0B8-7D41-48DF-99EC-C840BC96A519}"/>
                  </a:ext>
                </a:extLst>
              </p:cNvPr>
              <p:cNvSpPr/>
              <p:nvPr/>
            </p:nvSpPr>
            <p:spPr>
              <a:xfrm>
                <a:off x="7983192"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Rectangle 1124">
                <a:extLst>
                  <a:ext uri="{FF2B5EF4-FFF2-40B4-BE49-F238E27FC236}">
                    <a16:creationId xmlns:a16="http://schemas.microsoft.com/office/drawing/2014/main" id="{B26EB8BD-3BA7-44A3-BF62-7BA3DC5AE22B}"/>
                  </a:ext>
                </a:extLst>
              </p:cNvPr>
              <p:cNvSpPr/>
              <p:nvPr/>
            </p:nvSpPr>
            <p:spPr>
              <a:xfrm>
                <a:off x="8070484"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Rectangle 1125">
                <a:extLst>
                  <a:ext uri="{FF2B5EF4-FFF2-40B4-BE49-F238E27FC236}">
                    <a16:creationId xmlns:a16="http://schemas.microsoft.com/office/drawing/2014/main" id="{4612A5B6-B426-460E-B17A-53FC0F5D4A38}"/>
                  </a:ext>
                </a:extLst>
              </p:cNvPr>
              <p:cNvSpPr/>
              <p:nvPr/>
            </p:nvSpPr>
            <p:spPr>
              <a:xfrm>
                <a:off x="8157009"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 name="Rectangle 1126">
                <a:extLst>
                  <a:ext uri="{FF2B5EF4-FFF2-40B4-BE49-F238E27FC236}">
                    <a16:creationId xmlns:a16="http://schemas.microsoft.com/office/drawing/2014/main" id="{2A6E9DAB-977F-4538-9918-534762A4026C}"/>
                  </a:ext>
                </a:extLst>
              </p:cNvPr>
              <p:cNvSpPr/>
              <p:nvPr/>
            </p:nvSpPr>
            <p:spPr>
              <a:xfrm>
                <a:off x="8243534"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Rectangle 1127">
                <a:extLst>
                  <a:ext uri="{FF2B5EF4-FFF2-40B4-BE49-F238E27FC236}">
                    <a16:creationId xmlns:a16="http://schemas.microsoft.com/office/drawing/2014/main" id="{313F6D77-3E19-4647-AA8F-72D4DF3D997F}"/>
                  </a:ext>
                </a:extLst>
              </p:cNvPr>
              <p:cNvSpPr/>
              <p:nvPr/>
            </p:nvSpPr>
            <p:spPr>
              <a:xfrm>
                <a:off x="8332446"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Rectangle 1128">
                <a:extLst>
                  <a:ext uri="{FF2B5EF4-FFF2-40B4-BE49-F238E27FC236}">
                    <a16:creationId xmlns:a16="http://schemas.microsoft.com/office/drawing/2014/main" id="{616F7AEC-31AF-46A2-90EA-46B7787EE404}"/>
                  </a:ext>
                </a:extLst>
              </p:cNvPr>
              <p:cNvSpPr/>
              <p:nvPr/>
            </p:nvSpPr>
            <p:spPr>
              <a:xfrm>
                <a:off x="8422949"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Rectangle 1129">
                <a:extLst>
                  <a:ext uri="{FF2B5EF4-FFF2-40B4-BE49-F238E27FC236}">
                    <a16:creationId xmlns:a16="http://schemas.microsoft.com/office/drawing/2014/main" id="{6644660F-AA02-4E78-94FD-C3C8EE79990F}"/>
                  </a:ext>
                </a:extLst>
              </p:cNvPr>
              <p:cNvSpPr/>
              <p:nvPr/>
            </p:nvSpPr>
            <p:spPr>
              <a:xfrm>
                <a:off x="8513436"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Rectangle 1130">
                <a:extLst>
                  <a:ext uri="{FF2B5EF4-FFF2-40B4-BE49-F238E27FC236}">
                    <a16:creationId xmlns:a16="http://schemas.microsoft.com/office/drawing/2014/main" id="{0512DA84-B211-4E68-A624-8DF3999E16EE}"/>
                  </a:ext>
                </a:extLst>
              </p:cNvPr>
              <p:cNvSpPr/>
              <p:nvPr/>
            </p:nvSpPr>
            <p:spPr>
              <a:xfrm>
                <a:off x="8599153" y="277664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Rectangle 1131">
                <a:extLst>
                  <a:ext uri="{FF2B5EF4-FFF2-40B4-BE49-F238E27FC236}">
                    <a16:creationId xmlns:a16="http://schemas.microsoft.com/office/drawing/2014/main" id="{0DF40293-6596-45F5-933D-1D1571C5DCA5}"/>
                  </a:ext>
                </a:extLst>
              </p:cNvPr>
              <p:cNvSpPr/>
              <p:nvPr/>
            </p:nvSpPr>
            <p:spPr>
              <a:xfrm>
                <a:off x="8681700"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Rectangle 1132">
                <a:extLst>
                  <a:ext uri="{FF2B5EF4-FFF2-40B4-BE49-F238E27FC236}">
                    <a16:creationId xmlns:a16="http://schemas.microsoft.com/office/drawing/2014/main" id="{BCB3D40A-3E46-4526-9395-4D42BC23A61E}"/>
                  </a:ext>
                </a:extLst>
              </p:cNvPr>
              <p:cNvSpPr/>
              <p:nvPr/>
            </p:nvSpPr>
            <p:spPr>
              <a:xfrm>
                <a:off x="7897477"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Rectangle 1133">
                <a:extLst>
                  <a:ext uri="{FF2B5EF4-FFF2-40B4-BE49-F238E27FC236}">
                    <a16:creationId xmlns:a16="http://schemas.microsoft.com/office/drawing/2014/main" id="{C24CF3C4-3C76-4DB8-A7D1-6DFCF9C61F27}"/>
                  </a:ext>
                </a:extLst>
              </p:cNvPr>
              <p:cNvSpPr/>
              <p:nvPr/>
            </p:nvSpPr>
            <p:spPr>
              <a:xfrm>
                <a:off x="7980024"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Rectangle 1134">
                <a:extLst>
                  <a:ext uri="{FF2B5EF4-FFF2-40B4-BE49-F238E27FC236}">
                    <a16:creationId xmlns:a16="http://schemas.microsoft.com/office/drawing/2014/main" id="{698E3C6E-3E09-4619-B2E4-4236EAC91C58}"/>
                  </a:ext>
                </a:extLst>
              </p:cNvPr>
              <p:cNvSpPr/>
              <p:nvPr/>
            </p:nvSpPr>
            <p:spPr>
              <a:xfrm>
                <a:off x="8067316"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87096C08-BA2E-4E8F-8BE2-01DDDBB84AC4}"/>
                  </a:ext>
                </a:extLst>
              </p:cNvPr>
              <p:cNvSpPr/>
              <p:nvPr/>
            </p:nvSpPr>
            <p:spPr>
              <a:xfrm>
                <a:off x="8153841"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Rectangle 1136">
                <a:extLst>
                  <a:ext uri="{FF2B5EF4-FFF2-40B4-BE49-F238E27FC236}">
                    <a16:creationId xmlns:a16="http://schemas.microsoft.com/office/drawing/2014/main" id="{43B97A61-CCFB-44D4-87AE-8CB709991C84}"/>
                  </a:ext>
                </a:extLst>
              </p:cNvPr>
              <p:cNvSpPr/>
              <p:nvPr/>
            </p:nvSpPr>
            <p:spPr>
              <a:xfrm>
                <a:off x="8240366"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Rectangle 1137">
                <a:extLst>
                  <a:ext uri="{FF2B5EF4-FFF2-40B4-BE49-F238E27FC236}">
                    <a16:creationId xmlns:a16="http://schemas.microsoft.com/office/drawing/2014/main" id="{F961E56E-9D94-45FA-A66C-C73D7B3E85A7}"/>
                  </a:ext>
                </a:extLst>
              </p:cNvPr>
              <p:cNvSpPr/>
              <p:nvPr/>
            </p:nvSpPr>
            <p:spPr>
              <a:xfrm>
                <a:off x="8329278"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Rectangle 1138">
                <a:extLst>
                  <a:ext uri="{FF2B5EF4-FFF2-40B4-BE49-F238E27FC236}">
                    <a16:creationId xmlns:a16="http://schemas.microsoft.com/office/drawing/2014/main" id="{8BAFDF22-FC35-45C8-BF56-BDB436ED4F62}"/>
                  </a:ext>
                </a:extLst>
              </p:cNvPr>
              <p:cNvSpPr/>
              <p:nvPr/>
            </p:nvSpPr>
            <p:spPr>
              <a:xfrm>
                <a:off x="8419781"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Rectangle 1139">
                <a:extLst>
                  <a:ext uri="{FF2B5EF4-FFF2-40B4-BE49-F238E27FC236}">
                    <a16:creationId xmlns:a16="http://schemas.microsoft.com/office/drawing/2014/main" id="{9C488B8B-C1BF-4CDD-A918-D167A1C79162}"/>
                  </a:ext>
                </a:extLst>
              </p:cNvPr>
              <p:cNvSpPr/>
              <p:nvPr/>
            </p:nvSpPr>
            <p:spPr>
              <a:xfrm>
                <a:off x="8510268"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422059B1-222D-404C-9B14-1DBF092FCB5F}"/>
                  </a:ext>
                </a:extLst>
              </p:cNvPr>
              <p:cNvSpPr/>
              <p:nvPr/>
            </p:nvSpPr>
            <p:spPr>
              <a:xfrm>
                <a:off x="8595985" y="16807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Rectangle 1141">
                <a:extLst>
                  <a:ext uri="{FF2B5EF4-FFF2-40B4-BE49-F238E27FC236}">
                    <a16:creationId xmlns:a16="http://schemas.microsoft.com/office/drawing/2014/main" id="{2AA8170C-1713-4E06-9207-373294098F38}"/>
                  </a:ext>
                </a:extLst>
              </p:cNvPr>
              <p:cNvSpPr/>
              <p:nvPr/>
            </p:nvSpPr>
            <p:spPr>
              <a:xfrm>
                <a:off x="7735549" y="167968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Rectangle 1142">
                <a:extLst>
                  <a:ext uri="{FF2B5EF4-FFF2-40B4-BE49-F238E27FC236}">
                    <a16:creationId xmlns:a16="http://schemas.microsoft.com/office/drawing/2014/main" id="{E48A8DC1-0B7A-4DA5-A5B1-1E4BE5814409}"/>
                  </a:ext>
                </a:extLst>
              </p:cNvPr>
              <p:cNvSpPr/>
              <p:nvPr/>
            </p:nvSpPr>
            <p:spPr>
              <a:xfrm>
                <a:off x="7816513" y="167968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Rectangle 1143">
                <a:extLst>
                  <a:ext uri="{FF2B5EF4-FFF2-40B4-BE49-F238E27FC236}">
                    <a16:creationId xmlns:a16="http://schemas.microsoft.com/office/drawing/2014/main" id="{993E4B23-39F3-4947-9A98-A5A3DC208F1F}"/>
                  </a:ext>
                </a:extLst>
              </p:cNvPr>
              <p:cNvSpPr/>
              <p:nvPr/>
            </p:nvSpPr>
            <p:spPr>
              <a:xfrm>
                <a:off x="7735549" y="277664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Rectangle 1144">
                <a:extLst>
                  <a:ext uri="{FF2B5EF4-FFF2-40B4-BE49-F238E27FC236}">
                    <a16:creationId xmlns:a16="http://schemas.microsoft.com/office/drawing/2014/main" id="{29BE34AA-9EE8-46C9-80A0-96AD70ADA59F}"/>
                  </a:ext>
                </a:extLst>
              </p:cNvPr>
              <p:cNvSpPr/>
              <p:nvPr/>
            </p:nvSpPr>
            <p:spPr>
              <a:xfrm>
                <a:off x="7816513" y="277664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Rectangle 1145">
                <a:extLst>
                  <a:ext uri="{FF2B5EF4-FFF2-40B4-BE49-F238E27FC236}">
                    <a16:creationId xmlns:a16="http://schemas.microsoft.com/office/drawing/2014/main" id="{B2C85981-D957-4F81-9031-DDCC8F4142BD}"/>
                  </a:ext>
                </a:extLst>
              </p:cNvPr>
              <p:cNvSpPr/>
              <p:nvPr/>
            </p:nvSpPr>
            <p:spPr>
              <a:xfrm flipV="1">
                <a:off x="8681728" y="285893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Rectangle 1146">
                <a:extLst>
                  <a:ext uri="{FF2B5EF4-FFF2-40B4-BE49-F238E27FC236}">
                    <a16:creationId xmlns:a16="http://schemas.microsoft.com/office/drawing/2014/main" id="{7C51ABAA-5945-4165-BE42-D188B88039D3}"/>
                  </a:ext>
                </a:extLst>
              </p:cNvPr>
              <p:cNvSpPr/>
              <p:nvPr/>
            </p:nvSpPr>
            <p:spPr>
              <a:xfrm flipV="1">
                <a:off x="7980024" y="2859992"/>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Rectangle 1147">
                <a:extLst>
                  <a:ext uri="{FF2B5EF4-FFF2-40B4-BE49-F238E27FC236}">
                    <a16:creationId xmlns:a16="http://schemas.microsoft.com/office/drawing/2014/main" id="{974E8FCC-D27A-4A59-A747-31548693A817}"/>
                  </a:ext>
                </a:extLst>
              </p:cNvPr>
              <p:cNvSpPr/>
              <p:nvPr/>
            </p:nvSpPr>
            <p:spPr>
              <a:xfrm flipV="1">
                <a:off x="8068152" y="286264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9" name="Rectangle 1148">
                <a:extLst>
                  <a:ext uri="{FF2B5EF4-FFF2-40B4-BE49-F238E27FC236}">
                    <a16:creationId xmlns:a16="http://schemas.microsoft.com/office/drawing/2014/main" id="{0FF23BAA-9A39-452D-9CDD-C0F9753D37A5}"/>
                  </a:ext>
                </a:extLst>
              </p:cNvPr>
              <p:cNvSpPr/>
              <p:nvPr/>
            </p:nvSpPr>
            <p:spPr>
              <a:xfrm flipV="1">
                <a:off x="8154677" y="286264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0" name="Rectangle 1149">
                <a:extLst>
                  <a:ext uri="{FF2B5EF4-FFF2-40B4-BE49-F238E27FC236}">
                    <a16:creationId xmlns:a16="http://schemas.microsoft.com/office/drawing/2014/main" id="{727EFC69-B1B8-4E32-AFB2-F730D3C0D99F}"/>
                  </a:ext>
                </a:extLst>
              </p:cNvPr>
              <p:cNvSpPr/>
              <p:nvPr/>
            </p:nvSpPr>
            <p:spPr>
              <a:xfrm flipV="1">
                <a:off x="8240394" y="285893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1" name="Rectangle 1150">
                <a:extLst>
                  <a:ext uri="{FF2B5EF4-FFF2-40B4-BE49-F238E27FC236}">
                    <a16:creationId xmlns:a16="http://schemas.microsoft.com/office/drawing/2014/main" id="{BF1042E6-75D3-4A54-94C8-71B533DFA95A}"/>
                  </a:ext>
                </a:extLst>
              </p:cNvPr>
              <p:cNvSpPr/>
              <p:nvPr/>
            </p:nvSpPr>
            <p:spPr>
              <a:xfrm flipV="1">
                <a:off x="8329306" y="285893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2" name="Rectangle 1151">
                <a:extLst>
                  <a:ext uri="{FF2B5EF4-FFF2-40B4-BE49-F238E27FC236}">
                    <a16:creationId xmlns:a16="http://schemas.microsoft.com/office/drawing/2014/main" id="{3FCB94F6-F58C-4157-BE5B-84E246A14B11}"/>
                  </a:ext>
                </a:extLst>
              </p:cNvPr>
              <p:cNvSpPr/>
              <p:nvPr/>
            </p:nvSpPr>
            <p:spPr>
              <a:xfrm flipV="1">
                <a:off x="8419809" y="285893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3" name="Rectangle 1152">
                <a:extLst>
                  <a:ext uri="{FF2B5EF4-FFF2-40B4-BE49-F238E27FC236}">
                    <a16:creationId xmlns:a16="http://schemas.microsoft.com/office/drawing/2014/main" id="{E09A013B-69EA-4607-B2A9-2A63FAA53292}"/>
                  </a:ext>
                </a:extLst>
              </p:cNvPr>
              <p:cNvSpPr/>
              <p:nvPr/>
            </p:nvSpPr>
            <p:spPr>
              <a:xfrm flipV="1">
                <a:off x="8510296" y="285893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4" name="Rectangle 1153">
                <a:extLst>
                  <a:ext uri="{FF2B5EF4-FFF2-40B4-BE49-F238E27FC236}">
                    <a16:creationId xmlns:a16="http://schemas.microsoft.com/office/drawing/2014/main" id="{E1503C79-7C3C-4DDA-ADA5-7AC1BC4C43B0}"/>
                  </a:ext>
                </a:extLst>
              </p:cNvPr>
              <p:cNvSpPr/>
              <p:nvPr/>
            </p:nvSpPr>
            <p:spPr>
              <a:xfrm flipV="1">
                <a:off x="8596013" y="285893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Rectangle 1154">
                <a:extLst>
                  <a:ext uri="{FF2B5EF4-FFF2-40B4-BE49-F238E27FC236}">
                    <a16:creationId xmlns:a16="http://schemas.microsoft.com/office/drawing/2014/main" id="{F70F59A3-4F07-444E-9F93-BD0AC2ACA524}"/>
                  </a:ext>
                </a:extLst>
              </p:cNvPr>
              <p:cNvSpPr/>
              <p:nvPr/>
            </p:nvSpPr>
            <p:spPr>
              <a:xfrm flipV="1">
                <a:off x="8509387" y="293764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Rectangle 1155">
                <a:extLst>
                  <a:ext uri="{FF2B5EF4-FFF2-40B4-BE49-F238E27FC236}">
                    <a16:creationId xmlns:a16="http://schemas.microsoft.com/office/drawing/2014/main" id="{F7F41837-A537-4259-9210-230C483EDF3C}"/>
                  </a:ext>
                </a:extLst>
              </p:cNvPr>
              <p:cNvSpPr/>
              <p:nvPr/>
            </p:nvSpPr>
            <p:spPr>
              <a:xfrm flipV="1">
                <a:off x="8423672" y="293764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Rectangle 1156">
                <a:extLst>
                  <a:ext uri="{FF2B5EF4-FFF2-40B4-BE49-F238E27FC236}">
                    <a16:creationId xmlns:a16="http://schemas.microsoft.com/office/drawing/2014/main" id="{156C78AA-09E3-4C6C-A6A6-6095DDB2B925}"/>
                  </a:ext>
                </a:extLst>
              </p:cNvPr>
              <p:cNvSpPr/>
              <p:nvPr/>
            </p:nvSpPr>
            <p:spPr>
              <a:xfrm flipV="1">
                <a:off x="8509387" y="301887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Rectangle 1157">
                <a:extLst>
                  <a:ext uri="{FF2B5EF4-FFF2-40B4-BE49-F238E27FC236}">
                    <a16:creationId xmlns:a16="http://schemas.microsoft.com/office/drawing/2014/main" id="{8B234A0B-4C9F-4F7C-839B-499B075633E2}"/>
                  </a:ext>
                </a:extLst>
              </p:cNvPr>
              <p:cNvSpPr/>
              <p:nvPr/>
            </p:nvSpPr>
            <p:spPr>
              <a:xfrm flipV="1">
                <a:off x="8423672" y="301887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9" name="Rectangle 1158">
                <a:extLst>
                  <a:ext uri="{FF2B5EF4-FFF2-40B4-BE49-F238E27FC236}">
                    <a16:creationId xmlns:a16="http://schemas.microsoft.com/office/drawing/2014/main" id="{40F94E4E-088E-4CFB-8EE6-C1C55B6F6070}"/>
                  </a:ext>
                </a:extLst>
              </p:cNvPr>
              <p:cNvSpPr/>
              <p:nvPr/>
            </p:nvSpPr>
            <p:spPr>
              <a:xfrm flipV="1">
                <a:off x="8329278" y="293764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0" name="Rectangle 1159">
                <a:extLst>
                  <a:ext uri="{FF2B5EF4-FFF2-40B4-BE49-F238E27FC236}">
                    <a16:creationId xmlns:a16="http://schemas.microsoft.com/office/drawing/2014/main" id="{01006FFB-33FE-462B-9E95-42F36A104F9E}"/>
                  </a:ext>
                </a:extLst>
              </p:cNvPr>
              <p:cNvSpPr/>
              <p:nvPr/>
            </p:nvSpPr>
            <p:spPr>
              <a:xfrm flipV="1">
                <a:off x="8243563" y="293764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Rectangle 1160">
                <a:extLst>
                  <a:ext uri="{FF2B5EF4-FFF2-40B4-BE49-F238E27FC236}">
                    <a16:creationId xmlns:a16="http://schemas.microsoft.com/office/drawing/2014/main" id="{77D7A32A-ED6F-4669-A586-BAF215DB707C}"/>
                  </a:ext>
                </a:extLst>
              </p:cNvPr>
              <p:cNvSpPr/>
              <p:nvPr/>
            </p:nvSpPr>
            <p:spPr>
              <a:xfrm>
                <a:off x="7899103" y="286078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2" name="Rectangle 1161">
                <a:extLst>
                  <a:ext uri="{FF2B5EF4-FFF2-40B4-BE49-F238E27FC236}">
                    <a16:creationId xmlns:a16="http://schemas.microsoft.com/office/drawing/2014/main" id="{1D0D634D-079F-46FA-BB60-C10D2E51A750}"/>
                  </a:ext>
                </a:extLst>
              </p:cNvPr>
              <p:cNvSpPr/>
              <p:nvPr/>
            </p:nvSpPr>
            <p:spPr>
              <a:xfrm>
                <a:off x="7816513" y="285919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Rectangle 1162">
                <a:extLst>
                  <a:ext uri="{FF2B5EF4-FFF2-40B4-BE49-F238E27FC236}">
                    <a16:creationId xmlns:a16="http://schemas.microsoft.com/office/drawing/2014/main" id="{5B9B0F75-EA79-4306-9441-79D5E04B3018}"/>
                  </a:ext>
                </a:extLst>
              </p:cNvPr>
              <p:cNvSpPr/>
              <p:nvPr/>
            </p:nvSpPr>
            <p:spPr>
              <a:xfrm>
                <a:off x="7735966" y="285919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Rectangle 1163">
                <a:extLst>
                  <a:ext uri="{FF2B5EF4-FFF2-40B4-BE49-F238E27FC236}">
                    <a16:creationId xmlns:a16="http://schemas.microsoft.com/office/drawing/2014/main" id="{6F426D1D-9876-45C6-946A-798A790BBD4C}"/>
                  </a:ext>
                </a:extLst>
              </p:cNvPr>
              <p:cNvSpPr/>
              <p:nvPr/>
            </p:nvSpPr>
            <p:spPr>
              <a:xfrm>
                <a:off x="7816513" y="326534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Rectangle 1164">
                <a:extLst>
                  <a:ext uri="{FF2B5EF4-FFF2-40B4-BE49-F238E27FC236}">
                    <a16:creationId xmlns:a16="http://schemas.microsoft.com/office/drawing/2014/main" id="{19D59B50-B338-4CD1-A4BB-F44E92AB829B}"/>
                  </a:ext>
                </a:extLst>
              </p:cNvPr>
              <p:cNvSpPr/>
              <p:nvPr/>
            </p:nvSpPr>
            <p:spPr>
              <a:xfrm>
                <a:off x="7816513" y="377334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Rectangle 1165">
                <a:extLst>
                  <a:ext uri="{FF2B5EF4-FFF2-40B4-BE49-F238E27FC236}">
                    <a16:creationId xmlns:a16="http://schemas.microsoft.com/office/drawing/2014/main" id="{0CD0AB0A-32D1-4581-9E2B-A863D7DD8598}"/>
                  </a:ext>
                </a:extLst>
              </p:cNvPr>
              <p:cNvSpPr/>
              <p:nvPr/>
            </p:nvSpPr>
            <p:spPr>
              <a:xfrm>
                <a:off x="7733965" y="366697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7" name="Rectangle 1166">
                <a:extLst>
                  <a:ext uri="{FF2B5EF4-FFF2-40B4-BE49-F238E27FC236}">
                    <a16:creationId xmlns:a16="http://schemas.microsoft.com/office/drawing/2014/main" id="{D22733B5-B618-41D5-BE28-5561678C9EDA}"/>
                  </a:ext>
                </a:extLst>
              </p:cNvPr>
              <p:cNvSpPr/>
              <p:nvPr/>
            </p:nvSpPr>
            <p:spPr>
              <a:xfrm>
                <a:off x="8680115" y="3666977"/>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1168" name="Rectangle 1167">
                <a:extLst>
                  <a:ext uri="{FF2B5EF4-FFF2-40B4-BE49-F238E27FC236}">
                    <a16:creationId xmlns:a16="http://schemas.microsoft.com/office/drawing/2014/main" id="{3C00DDE4-39D4-4D32-9BF6-F20CF4D865DC}"/>
                  </a:ext>
                </a:extLst>
              </p:cNvPr>
              <p:cNvSpPr/>
              <p:nvPr/>
            </p:nvSpPr>
            <p:spPr>
              <a:xfrm>
                <a:off x="7733965" y="358284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9" name="Rectangle 1168">
                <a:extLst>
                  <a:ext uri="{FF2B5EF4-FFF2-40B4-BE49-F238E27FC236}">
                    <a16:creationId xmlns:a16="http://schemas.microsoft.com/office/drawing/2014/main" id="{93B39DB4-93CC-4501-A252-6E7BD452E9E1}"/>
                  </a:ext>
                </a:extLst>
              </p:cNvPr>
              <p:cNvSpPr/>
              <p:nvPr/>
            </p:nvSpPr>
            <p:spPr>
              <a:xfrm>
                <a:off x="7733965" y="38797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Rectangle 1169">
                <a:extLst>
                  <a:ext uri="{FF2B5EF4-FFF2-40B4-BE49-F238E27FC236}">
                    <a16:creationId xmlns:a16="http://schemas.microsoft.com/office/drawing/2014/main" id="{A9FE21BF-2AD9-4D52-B56B-1F81B8BD9F6B}"/>
                  </a:ext>
                </a:extLst>
              </p:cNvPr>
              <p:cNvSpPr/>
              <p:nvPr/>
            </p:nvSpPr>
            <p:spPr>
              <a:xfrm>
                <a:off x="8680115" y="359077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Rectangle 1170">
                <a:extLst>
                  <a:ext uri="{FF2B5EF4-FFF2-40B4-BE49-F238E27FC236}">
                    <a16:creationId xmlns:a16="http://schemas.microsoft.com/office/drawing/2014/main" id="{7BBAA26A-5153-4691-ADAB-147C5CA7AA27}"/>
                  </a:ext>
                </a:extLst>
              </p:cNvPr>
              <p:cNvSpPr/>
              <p:nvPr/>
            </p:nvSpPr>
            <p:spPr>
              <a:xfrm>
                <a:off x="8680115" y="38797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2" name="Rectangle 1171">
                <a:extLst>
                  <a:ext uri="{FF2B5EF4-FFF2-40B4-BE49-F238E27FC236}">
                    <a16:creationId xmlns:a16="http://schemas.microsoft.com/office/drawing/2014/main" id="{4C02C785-2D3E-4B8C-95CA-4936C2F3ADCA}"/>
                  </a:ext>
                </a:extLst>
              </p:cNvPr>
              <p:cNvSpPr/>
              <p:nvPr/>
            </p:nvSpPr>
            <p:spPr>
              <a:xfrm>
                <a:off x="7733965" y="350664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3" name="Rectangle 1172">
                <a:extLst>
                  <a:ext uri="{FF2B5EF4-FFF2-40B4-BE49-F238E27FC236}">
                    <a16:creationId xmlns:a16="http://schemas.microsoft.com/office/drawing/2014/main" id="{6E69EDFC-C9F5-4AC9-93FE-DC290F200159}"/>
                  </a:ext>
                </a:extLst>
              </p:cNvPr>
              <p:cNvSpPr/>
              <p:nvPr/>
            </p:nvSpPr>
            <p:spPr>
              <a:xfrm>
                <a:off x="7733965" y="342647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4" name="Rectangle 1173">
                <a:extLst>
                  <a:ext uri="{FF2B5EF4-FFF2-40B4-BE49-F238E27FC236}">
                    <a16:creationId xmlns:a16="http://schemas.microsoft.com/office/drawing/2014/main" id="{7C76C521-C801-4D1A-8BB6-67D119410AEB}"/>
                  </a:ext>
                </a:extLst>
              </p:cNvPr>
              <p:cNvSpPr/>
              <p:nvPr/>
            </p:nvSpPr>
            <p:spPr>
              <a:xfrm>
                <a:off x="7733965" y="334154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5" name="Rectangle 1174">
                <a:extLst>
                  <a:ext uri="{FF2B5EF4-FFF2-40B4-BE49-F238E27FC236}">
                    <a16:creationId xmlns:a16="http://schemas.microsoft.com/office/drawing/2014/main" id="{BF6B4DAD-D91B-4E06-8D94-2B9492647B12}"/>
                  </a:ext>
                </a:extLst>
              </p:cNvPr>
              <p:cNvSpPr/>
              <p:nvPr/>
            </p:nvSpPr>
            <p:spPr>
              <a:xfrm>
                <a:off x="7733965" y="326534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6" name="Rectangle 1175">
                <a:extLst>
                  <a:ext uri="{FF2B5EF4-FFF2-40B4-BE49-F238E27FC236}">
                    <a16:creationId xmlns:a16="http://schemas.microsoft.com/office/drawing/2014/main" id="{1A01F82C-64CB-414C-A139-AA73C2095EFB}"/>
                  </a:ext>
                </a:extLst>
              </p:cNvPr>
              <p:cNvSpPr/>
              <p:nvPr/>
            </p:nvSpPr>
            <p:spPr>
              <a:xfrm>
                <a:off x="8680115" y="350267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7" name="Rectangle 1176">
                <a:extLst>
                  <a:ext uri="{FF2B5EF4-FFF2-40B4-BE49-F238E27FC236}">
                    <a16:creationId xmlns:a16="http://schemas.microsoft.com/office/drawing/2014/main" id="{2B1EB1B3-C071-4C25-BE9F-8DC62F426F88}"/>
                  </a:ext>
                </a:extLst>
              </p:cNvPr>
              <p:cNvSpPr/>
              <p:nvPr/>
            </p:nvSpPr>
            <p:spPr>
              <a:xfrm>
                <a:off x="8680115" y="341562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 name="Rectangle 1177">
                <a:extLst>
                  <a:ext uri="{FF2B5EF4-FFF2-40B4-BE49-F238E27FC236}">
                    <a16:creationId xmlns:a16="http://schemas.microsoft.com/office/drawing/2014/main" id="{0B54ABC2-D1D7-4DDC-BCFB-8518F8E7FA6E}"/>
                  </a:ext>
                </a:extLst>
              </p:cNvPr>
              <p:cNvSpPr/>
              <p:nvPr/>
            </p:nvSpPr>
            <p:spPr>
              <a:xfrm>
                <a:off x="8680115" y="333730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9" name="Rectangle 1178">
                <a:extLst>
                  <a:ext uri="{FF2B5EF4-FFF2-40B4-BE49-F238E27FC236}">
                    <a16:creationId xmlns:a16="http://schemas.microsoft.com/office/drawing/2014/main" id="{DB6BB928-6F94-4698-B14F-03FEA847A308}"/>
                  </a:ext>
                </a:extLst>
              </p:cNvPr>
              <p:cNvSpPr/>
              <p:nvPr/>
            </p:nvSpPr>
            <p:spPr>
              <a:xfrm>
                <a:off x="8680115" y="326322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0" name="Rectangle 1179">
                <a:extLst>
                  <a:ext uri="{FF2B5EF4-FFF2-40B4-BE49-F238E27FC236}">
                    <a16:creationId xmlns:a16="http://schemas.microsoft.com/office/drawing/2014/main" id="{F9FABDFA-99CE-46E4-BB63-1041BF71CE2C}"/>
                  </a:ext>
                </a:extLst>
              </p:cNvPr>
              <p:cNvSpPr/>
              <p:nvPr/>
            </p:nvSpPr>
            <p:spPr>
              <a:xfrm>
                <a:off x="7733965" y="39559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1" name="Rectangle 1180">
                <a:extLst>
                  <a:ext uri="{FF2B5EF4-FFF2-40B4-BE49-F238E27FC236}">
                    <a16:creationId xmlns:a16="http://schemas.microsoft.com/office/drawing/2014/main" id="{9D7B4EAE-981D-45BF-820F-A1945D008864}"/>
                  </a:ext>
                </a:extLst>
              </p:cNvPr>
              <p:cNvSpPr/>
              <p:nvPr/>
            </p:nvSpPr>
            <p:spPr>
              <a:xfrm>
                <a:off x="7733965" y="403818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Rectangle 1181">
                <a:extLst>
                  <a:ext uri="{FF2B5EF4-FFF2-40B4-BE49-F238E27FC236}">
                    <a16:creationId xmlns:a16="http://schemas.microsoft.com/office/drawing/2014/main" id="{16D86D46-3C3B-41D8-8F1B-C5A010B60D03}"/>
                  </a:ext>
                </a:extLst>
              </p:cNvPr>
              <p:cNvSpPr/>
              <p:nvPr/>
            </p:nvSpPr>
            <p:spPr>
              <a:xfrm>
                <a:off x="7733965" y="411782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3" name="Rectangle 1182">
                <a:extLst>
                  <a:ext uri="{FF2B5EF4-FFF2-40B4-BE49-F238E27FC236}">
                    <a16:creationId xmlns:a16="http://schemas.microsoft.com/office/drawing/2014/main" id="{B6CDD7AA-0976-4FD9-B59C-62ACCE12B7AA}"/>
                  </a:ext>
                </a:extLst>
              </p:cNvPr>
              <p:cNvSpPr/>
              <p:nvPr/>
            </p:nvSpPr>
            <p:spPr>
              <a:xfrm>
                <a:off x="7733965" y="420355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4" name="Rectangle 1183">
                <a:extLst>
                  <a:ext uri="{FF2B5EF4-FFF2-40B4-BE49-F238E27FC236}">
                    <a16:creationId xmlns:a16="http://schemas.microsoft.com/office/drawing/2014/main" id="{F4F3F559-7596-4E60-AEED-35628089FDE7}"/>
                  </a:ext>
                </a:extLst>
              </p:cNvPr>
              <p:cNvSpPr/>
              <p:nvPr/>
            </p:nvSpPr>
            <p:spPr>
              <a:xfrm>
                <a:off x="8680115" y="420355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5" name="Rectangle 1184">
                <a:extLst>
                  <a:ext uri="{FF2B5EF4-FFF2-40B4-BE49-F238E27FC236}">
                    <a16:creationId xmlns:a16="http://schemas.microsoft.com/office/drawing/2014/main" id="{9594A4B4-4F48-40E6-BC12-45D1F2371151}"/>
                  </a:ext>
                </a:extLst>
              </p:cNvPr>
              <p:cNvSpPr/>
              <p:nvPr/>
            </p:nvSpPr>
            <p:spPr>
              <a:xfrm>
                <a:off x="8680115" y="4125764"/>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6" name="Rectangle 1185">
                <a:extLst>
                  <a:ext uri="{FF2B5EF4-FFF2-40B4-BE49-F238E27FC236}">
                    <a16:creationId xmlns:a16="http://schemas.microsoft.com/office/drawing/2014/main" id="{5CB8C49C-14D7-47FE-A1F1-5EA2BB526EBA}"/>
                  </a:ext>
                </a:extLst>
              </p:cNvPr>
              <p:cNvSpPr/>
              <p:nvPr/>
            </p:nvSpPr>
            <p:spPr>
              <a:xfrm>
                <a:off x="8680115" y="40487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22E5A480-FB56-44D7-A61D-375CF4647F9B}"/>
                  </a:ext>
                </a:extLst>
              </p:cNvPr>
              <p:cNvSpPr/>
              <p:nvPr/>
            </p:nvSpPr>
            <p:spPr>
              <a:xfrm>
                <a:off x="8680115" y="396384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8" name="Rectangle 1187">
                <a:extLst>
                  <a:ext uri="{FF2B5EF4-FFF2-40B4-BE49-F238E27FC236}">
                    <a16:creationId xmlns:a16="http://schemas.microsoft.com/office/drawing/2014/main" id="{9C866592-A758-4F54-922C-3274C783E490}"/>
                  </a:ext>
                </a:extLst>
              </p:cNvPr>
              <p:cNvSpPr/>
              <p:nvPr/>
            </p:nvSpPr>
            <p:spPr>
              <a:xfrm>
                <a:off x="8683283"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C2725D1A-E7B0-4E85-8EA3-C9A4381FC419}"/>
                  </a:ext>
                </a:extLst>
              </p:cNvPr>
              <p:cNvSpPr/>
              <p:nvPr/>
            </p:nvSpPr>
            <p:spPr>
              <a:xfrm>
                <a:off x="7899060"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Rectangle 1189">
                <a:extLst>
                  <a:ext uri="{FF2B5EF4-FFF2-40B4-BE49-F238E27FC236}">
                    <a16:creationId xmlns:a16="http://schemas.microsoft.com/office/drawing/2014/main" id="{26E8652A-E671-46A7-A778-51838DCFEAB4}"/>
                  </a:ext>
                </a:extLst>
              </p:cNvPr>
              <p:cNvSpPr/>
              <p:nvPr/>
            </p:nvSpPr>
            <p:spPr>
              <a:xfrm>
                <a:off x="7981607"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96972FB0-56D3-45DF-811B-317937F02F92}"/>
                  </a:ext>
                </a:extLst>
              </p:cNvPr>
              <p:cNvSpPr/>
              <p:nvPr/>
            </p:nvSpPr>
            <p:spPr>
              <a:xfrm>
                <a:off x="8068899"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2" name="Rectangle 1191">
                <a:extLst>
                  <a:ext uri="{FF2B5EF4-FFF2-40B4-BE49-F238E27FC236}">
                    <a16:creationId xmlns:a16="http://schemas.microsoft.com/office/drawing/2014/main" id="{1BDD516F-843B-49D8-A8C1-0CB7D96FFF46}"/>
                  </a:ext>
                </a:extLst>
              </p:cNvPr>
              <p:cNvSpPr/>
              <p:nvPr/>
            </p:nvSpPr>
            <p:spPr>
              <a:xfrm>
                <a:off x="8155424"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Rectangle 1192">
                <a:extLst>
                  <a:ext uri="{FF2B5EF4-FFF2-40B4-BE49-F238E27FC236}">
                    <a16:creationId xmlns:a16="http://schemas.microsoft.com/office/drawing/2014/main" id="{3656D37E-96BF-4C38-A45C-4EBEAF61D495}"/>
                  </a:ext>
                </a:extLst>
              </p:cNvPr>
              <p:cNvSpPr/>
              <p:nvPr/>
            </p:nvSpPr>
            <p:spPr>
              <a:xfrm>
                <a:off x="8241949"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4" name="Rectangle 1193">
                <a:extLst>
                  <a:ext uri="{FF2B5EF4-FFF2-40B4-BE49-F238E27FC236}">
                    <a16:creationId xmlns:a16="http://schemas.microsoft.com/office/drawing/2014/main" id="{42917900-F909-46AD-BA26-5EF7277F4E2D}"/>
                  </a:ext>
                </a:extLst>
              </p:cNvPr>
              <p:cNvSpPr/>
              <p:nvPr/>
            </p:nvSpPr>
            <p:spPr>
              <a:xfrm>
                <a:off x="8330861"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5" name="Rectangle 1194">
                <a:extLst>
                  <a:ext uri="{FF2B5EF4-FFF2-40B4-BE49-F238E27FC236}">
                    <a16:creationId xmlns:a16="http://schemas.microsoft.com/office/drawing/2014/main" id="{1E71FFE5-C5C1-46E3-A1DA-478436412F4D}"/>
                  </a:ext>
                </a:extLst>
              </p:cNvPr>
              <p:cNvSpPr/>
              <p:nvPr/>
            </p:nvSpPr>
            <p:spPr>
              <a:xfrm>
                <a:off x="8421364"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6" name="Rectangle 1195">
                <a:extLst>
                  <a:ext uri="{FF2B5EF4-FFF2-40B4-BE49-F238E27FC236}">
                    <a16:creationId xmlns:a16="http://schemas.microsoft.com/office/drawing/2014/main" id="{6ED6C4CB-78A9-49C6-8CE2-B7689B2826AB}"/>
                  </a:ext>
                </a:extLst>
              </p:cNvPr>
              <p:cNvSpPr/>
              <p:nvPr/>
            </p:nvSpPr>
            <p:spPr>
              <a:xfrm>
                <a:off x="8511851"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7" name="Rectangle 1196">
                <a:extLst>
                  <a:ext uri="{FF2B5EF4-FFF2-40B4-BE49-F238E27FC236}">
                    <a16:creationId xmlns:a16="http://schemas.microsoft.com/office/drawing/2014/main" id="{B0E0704C-2B78-4AE7-A3C2-1DF3D29AFD29}"/>
                  </a:ext>
                </a:extLst>
              </p:cNvPr>
              <p:cNvSpPr/>
              <p:nvPr/>
            </p:nvSpPr>
            <p:spPr>
              <a:xfrm>
                <a:off x="8597568" y="428134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Rectangle 1197">
                <a:extLst>
                  <a:ext uri="{FF2B5EF4-FFF2-40B4-BE49-F238E27FC236}">
                    <a16:creationId xmlns:a16="http://schemas.microsoft.com/office/drawing/2014/main" id="{A03F3697-9FBE-4FBB-9213-8CD457DDA9D6}"/>
                  </a:ext>
                </a:extLst>
              </p:cNvPr>
              <p:cNvSpPr/>
              <p:nvPr/>
            </p:nvSpPr>
            <p:spPr>
              <a:xfrm>
                <a:off x="8680115"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9" name="Rectangle 1198">
                <a:extLst>
                  <a:ext uri="{FF2B5EF4-FFF2-40B4-BE49-F238E27FC236}">
                    <a16:creationId xmlns:a16="http://schemas.microsoft.com/office/drawing/2014/main" id="{AEF86EC8-26F0-46F6-83AC-3429867B68EE}"/>
                  </a:ext>
                </a:extLst>
              </p:cNvPr>
              <p:cNvSpPr/>
              <p:nvPr/>
            </p:nvSpPr>
            <p:spPr>
              <a:xfrm>
                <a:off x="7895892"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0" name="Rectangle 1199">
                <a:extLst>
                  <a:ext uri="{FF2B5EF4-FFF2-40B4-BE49-F238E27FC236}">
                    <a16:creationId xmlns:a16="http://schemas.microsoft.com/office/drawing/2014/main" id="{26B15001-3DD8-40F9-A3A2-EF539D957507}"/>
                  </a:ext>
                </a:extLst>
              </p:cNvPr>
              <p:cNvSpPr/>
              <p:nvPr/>
            </p:nvSpPr>
            <p:spPr>
              <a:xfrm>
                <a:off x="7978439"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1" name="Rectangle 1200">
                <a:extLst>
                  <a:ext uri="{FF2B5EF4-FFF2-40B4-BE49-F238E27FC236}">
                    <a16:creationId xmlns:a16="http://schemas.microsoft.com/office/drawing/2014/main" id="{6FF1AB4C-86D6-4FFD-AD88-D0793415EB88}"/>
                  </a:ext>
                </a:extLst>
              </p:cNvPr>
              <p:cNvSpPr/>
              <p:nvPr/>
            </p:nvSpPr>
            <p:spPr>
              <a:xfrm>
                <a:off x="8065731"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Rectangle 1201">
                <a:extLst>
                  <a:ext uri="{FF2B5EF4-FFF2-40B4-BE49-F238E27FC236}">
                    <a16:creationId xmlns:a16="http://schemas.microsoft.com/office/drawing/2014/main" id="{5CFD22D2-5818-4CAE-B021-26E280DA0001}"/>
                  </a:ext>
                </a:extLst>
              </p:cNvPr>
              <p:cNvSpPr/>
              <p:nvPr/>
            </p:nvSpPr>
            <p:spPr>
              <a:xfrm>
                <a:off x="8152256"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3" name="Rectangle 1202">
                <a:extLst>
                  <a:ext uri="{FF2B5EF4-FFF2-40B4-BE49-F238E27FC236}">
                    <a16:creationId xmlns:a16="http://schemas.microsoft.com/office/drawing/2014/main" id="{3C237819-0576-43F8-ADD6-D5663999EF32}"/>
                  </a:ext>
                </a:extLst>
              </p:cNvPr>
              <p:cNvSpPr/>
              <p:nvPr/>
            </p:nvSpPr>
            <p:spPr>
              <a:xfrm>
                <a:off x="8238781"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4" name="Rectangle 1203">
                <a:extLst>
                  <a:ext uri="{FF2B5EF4-FFF2-40B4-BE49-F238E27FC236}">
                    <a16:creationId xmlns:a16="http://schemas.microsoft.com/office/drawing/2014/main" id="{F7C95A09-C469-4B54-9F6A-23290D7FD8F0}"/>
                  </a:ext>
                </a:extLst>
              </p:cNvPr>
              <p:cNvSpPr/>
              <p:nvPr/>
            </p:nvSpPr>
            <p:spPr>
              <a:xfrm>
                <a:off x="8327693"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5" name="Rectangle 1204">
                <a:extLst>
                  <a:ext uri="{FF2B5EF4-FFF2-40B4-BE49-F238E27FC236}">
                    <a16:creationId xmlns:a16="http://schemas.microsoft.com/office/drawing/2014/main" id="{A9DDFE19-90E5-4A44-B8C6-B364C82DA911}"/>
                  </a:ext>
                </a:extLst>
              </p:cNvPr>
              <p:cNvSpPr/>
              <p:nvPr/>
            </p:nvSpPr>
            <p:spPr>
              <a:xfrm>
                <a:off x="8418196"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6" name="Rectangle 1205">
                <a:extLst>
                  <a:ext uri="{FF2B5EF4-FFF2-40B4-BE49-F238E27FC236}">
                    <a16:creationId xmlns:a16="http://schemas.microsoft.com/office/drawing/2014/main" id="{B2F32126-6D6B-4769-AC63-E1C2253FFBED}"/>
                  </a:ext>
                </a:extLst>
              </p:cNvPr>
              <p:cNvSpPr/>
              <p:nvPr/>
            </p:nvSpPr>
            <p:spPr>
              <a:xfrm>
                <a:off x="8508683"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7" name="Rectangle 1206">
                <a:extLst>
                  <a:ext uri="{FF2B5EF4-FFF2-40B4-BE49-F238E27FC236}">
                    <a16:creationId xmlns:a16="http://schemas.microsoft.com/office/drawing/2014/main" id="{FF0232D8-650D-4DAD-90E3-AF6F55D38325}"/>
                  </a:ext>
                </a:extLst>
              </p:cNvPr>
              <p:cNvSpPr/>
              <p:nvPr/>
            </p:nvSpPr>
            <p:spPr>
              <a:xfrm>
                <a:off x="8594400" y="31854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8" name="Rectangle 1207">
                <a:extLst>
                  <a:ext uri="{FF2B5EF4-FFF2-40B4-BE49-F238E27FC236}">
                    <a16:creationId xmlns:a16="http://schemas.microsoft.com/office/drawing/2014/main" id="{3F91C0DF-5D37-4719-B619-B80EC1ECE187}"/>
                  </a:ext>
                </a:extLst>
              </p:cNvPr>
              <p:cNvSpPr/>
              <p:nvPr/>
            </p:nvSpPr>
            <p:spPr>
              <a:xfrm>
                <a:off x="7733964" y="318437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9" name="Rectangle 1208">
                <a:extLst>
                  <a:ext uri="{FF2B5EF4-FFF2-40B4-BE49-F238E27FC236}">
                    <a16:creationId xmlns:a16="http://schemas.microsoft.com/office/drawing/2014/main" id="{713F5D13-CAF6-4AE9-A575-B53F3B26AC0D}"/>
                  </a:ext>
                </a:extLst>
              </p:cNvPr>
              <p:cNvSpPr/>
              <p:nvPr/>
            </p:nvSpPr>
            <p:spPr>
              <a:xfrm>
                <a:off x="7814928" y="318437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0" name="Rectangle 1209">
                <a:extLst>
                  <a:ext uri="{FF2B5EF4-FFF2-40B4-BE49-F238E27FC236}">
                    <a16:creationId xmlns:a16="http://schemas.microsoft.com/office/drawing/2014/main" id="{2DABAC81-40CB-4939-9754-7B37D940461D}"/>
                  </a:ext>
                </a:extLst>
              </p:cNvPr>
              <p:cNvSpPr/>
              <p:nvPr/>
            </p:nvSpPr>
            <p:spPr>
              <a:xfrm>
                <a:off x="8680115" y="310421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1" name="Rectangle 1210">
                <a:extLst>
                  <a:ext uri="{FF2B5EF4-FFF2-40B4-BE49-F238E27FC236}">
                    <a16:creationId xmlns:a16="http://schemas.microsoft.com/office/drawing/2014/main" id="{0C8F2355-E16E-4C03-B426-33FCCA645A2F}"/>
                  </a:ext>
                </a:extLst>
              </p:cNvPr>
              <p:cNvSpPr/>
              <p:nvPr/>
            </p:nvSpPr>
            <p:spPr>
              <a:xfrm>
                <a:off x="7897462" y="310050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2" name="Rectangle 1211">
                <a:extLst>
                  <a:ext uri="{FF2B5EF4-FFF2-40B4-BE49-F238E27FC236}">
                    <a16:creationId xmlns:a16="http://schemas.microsoft.com/office/drawing/2014/main" id="{4FCE6BB7-D75E-4B3B-933B-01B997F2F30B}"/>
                  </a:ext>
                </a:extLst>
              </p:cNvPr>
              <p:cNvSpPr/>
              <p:nvPr/>
            </p:nvSpPr>
            <p:spPr>
              <a:xfrm>
                <a:off x="7978411" y="310315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3" name="Rectangle 1212">
                <a:extLst>
                  <a:ext uri="{FF2B5EF4-FFF2-40B4-BE49-F238E27FC236}">
                    <a16:creationId xmlns:a16="http://schemas.microsoft.com/office/drawing/2014/main" id="{FC172858-494F-4C79-AF6B-5BD9F046C903}"/>
                  </a:ext>
                </a:extLst>
              </p:cNvPr>
              <p:cNvSpPr/>
              <p:nvPr/>
            </p:nvSpPr>
            <p:spPr>
              <a:xfrm>
                <a:off x="8066539" y="310050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4" name="Rectangle 1213">
                <a:extLst>
                  <a:ext uri="{FF2B5EF4-FFF2-40B4-BE49-F238E27FC236}">
                    <a16:creationId xmlns:a16="http://schemas.microsoft.com/office/drawing/2014/main" id="{21B07FFA-25A9-42C9-BE16-15FCAEA07E46}"/>
                  </a:ext>
                </a:extLst>
              </p:cNvPr>
              <p:cNvSpPr/>
              <p:nvPr/>
            </p:nvSpPr>
            <p:spPr>
              <a:xfrm>
                <a:off x="8153064" y="310050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5" name="Rectangle 1214">
                <a:extLst>
                  <a:ext uri="{FF2B5EF4-FFF2-40B4-BE49-F238E27FC236}">
                    <a16:creationId xmlns:a16="http://schemas.microsoft.com/office/drawing/2014/main" id="{3C2C0325-01F1-40EA-BFEA-CE68A0E03664}"/>
                  </a:ext>
                </a:extLst>
              </p:cNvPr>
              <p:cNvSpPr/>
              <p:nvPr/>
            </p:nvSpPr>
            <p:spPr>
              <a:xfrm>
                <a:off x="8238781" y="310421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6" name="Rectangle 1215">
                <a:extLst>
                  <a:ext uri="{FF2B5EF4-FFF2-40B4-BE49-F238E27FC236}">
                    <a16:creationId xmlns:a16="http://schemas.microsoft.com/office/drawing/2014/main" id="{F038F2A9-0279-48AD-A507-D0F85C97AC8B}"/>
                  </a:ext>
                </a:extLst>
              </p:cNvPr>
              <p:cNvSpPr/>
              <p:nvPr/>
            </p:nvSpPr>
            <p:spPr>
              <a:xfrm>
                <a:off x="8327693" y="310421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7" name="Rectangle 1216">
                <a:extLst>
                  <a:ext uri="{FF2B5EF4-FFF2-40B4-BE49-F238E27FC236}">
                    <a16:creationId xmlns:a16="http://schemas.microsoft.com/office/drawing/2014/main" id="{8CAAD944-C5EC-414F-840E-7FCB4738F5D3}"/>
                  </a:ext>
                </a:extLst>
              </p:cNvPr>
              <p:cNvSpPr/>
              <p:nvPr/>
            </p:nvSpPr>
            <p:spPr>
              <a:xfrm>
                <a:off x="8418196" y="310421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 name="Rectangle 1217">
                <a:extLst>
                  <a:ext uri="{FF2B5EF4-FFF2-40B4-BE49-F238E27FC236}">
                    <a16:creationId xmlns:a16="http://schemas.microsoft.com/office/drawing/2014/main" id="{D2ABBC21-7556-4CAF-9617-EE342822A7A2}"/>
                  </a:ext>
                </a:extLst>
              </p:cNvPr>
              <p:cNvSpPr/>
              <p:nvPr/>
            </p:nvSpPr>
            <p:spPr>
              <a:xfrm>
                <a:off x="8508683" y="310421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9" name="Rectangle 1218">
                <a:extLst>
                  <a:ext uri="{FF2B5EF4-FFF2-40B4-BE49-F238E27FC236}">
                    <a16:creationId xmlns:a16="http://schemas.microsoft.com/office/drawing/2014/main" id="{F7C17433-B478-4233-9E4A-C43E456C7A21}"/>
                  </a:ext>
                </a:extLst>
              </p:cNvPr>
              <p:cNvSpPr/>
              <p:nvPr/>
            </p:nvSpPr>
            <p:spPr>
              <a:xfrm>
                <a:off x="8594400" y="310421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0" name="Rectangle 1219">
                <a:extLst>
                  <a:ext uri="{FF2B5EF4-FFF2-40B4-BE49-F238E27FC236}">
                    <a16:creationId xmlns:a16="http://schemas.microsoft.com/office/drawing/2014/main" id="{414BC617-7003-49EF-B815-DCDFE1503B66}"/>
                  </a:ext>
                </a:extLst>
              </p:cNvPr>
              <p:cNvSpPr/>
              <p:nvPr/>
            </p:nvSpPr>
            <p:spPr>
              <a:xfrm>
                <a:off x="7733964" y="310315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1" name="Rectangle 1220">
                <a:extLst>
                  <a:ext uri="{FF2B5EF4-FFF2-40B4-BE49-F238E27FC236}">
                    <a16:creationId xmlns:a16="http://schemas.microsoft.com/office/drawing/2014/main" id="{1676BCDC-AAA1-45A2-AC6F-522CF4301FE1}"/>
                  </a:ext>
                </a:extLst>
              </p:cNvPr>
              <p:cNvSpPr/>
              <p:nvPr/>
            </p:nvSpPr>
            <p:spPr>
              <a:xfrm>
                <a:off x="7814928" y="310315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2" name="Rectangle 1221">
                <a:extLst>
                  <a:ext uri="{FF2B5EF4-FFF2-40B4-BE49-F238E27FC236}">
                    <a16:creationId xmlns:a16="http://schemas.microsoft.com/office/drawing/2014/main" id="{448C335E-7331-485A-9415-B256FACED66C}"/>
                  </a:ext>
                </a:extLst>
              </p:cNvPr>
              <p:cNvSpPr/>
              <p:nvPr/>
            </p:nvSpPr>
            <p:spPr>
              <a:xfrm>
                <a:off x="8680115" y="30252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3" name="Rectangle 1222">
                <a:extLst>
                  <a:ext uri="{FF2B5EF4-FFF2-40B4-BE49-F238E27FC236}">
                    <a16:creationId xmlns:a16="http://schemas.microsoft.com/office/drawing/2014/main" id="{AEFB7A92-4175-48E1-9186-0C86E3B38D35}"/>
                  </a:ext>
                </a:extLst>
              </p:cNvPr>
              <p:cNvSpPr/>
              <p:nvPr/>
            </p:nvSpPr>
            <p:spPr>
              <a:xfrm>
                <a:off x="8594400" y="30252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4" name="Rectangle 1223">
                <a:extLst>
                  <a:ext uri="{FF2B5EF4-FFF2-40B4-BE49-F238E27FC236}">
                    <a16:creationId xmlns:a16="http://schemas.microsoft.com/office/drawing/2014/main" id="{59C4B81E-9ECA-44AC-BB88-A08BB8194064}"/>
                  </a:ext>
                </a:extLst>
              </p:cNvPr>
              <p:cNvSpPr/>
              <p:nvPr/>
            </p:nvSpPr>
            <p:spPr>
              <a:xfrm>
                <a:off x="8680115" y="2944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5" name="Rectangle 1224">
                <a:extLst>
                  <a:ext uri="{FF2B5EF4-FFF2-40B4-BE49-F238E27FC236}">
                    <a16:creationId xmlns:a16="http://schemas.microsoft.com/office/drawing/2014/main" id="{8A8114C1-104A-4A37-BD58-8EC10EFA0853}"/>
                  </a:ext>
                </a:extLst>
              </p:cNvPr>
              <p:cNvSpPr/>
              <p:nvPr/>
            </p:nvSpPr>
            <p:spPr>
              <a:xfrm>
                <a:off x="8594400" y="2944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6" name="Rectangle 1225">
                <a:extLst>
                  <a:ext uri="{FF2B5EF4-FFF2-40B4-BE49-F238E27FC236}">
                    <a16:creationId xmlns:a16="http://schemas.microsoft.com/office/drawing/2014/main" id="{8733825B-180A-48EE-94AB-5776F06F5AB1}"/>
                  </a:ext>
                </a:extLst>
              </p:cNvPr>
              <p:cNvSpPr/>
              <p:nvPr/>
            </p:nvSpPr>
            <p:spPr>
              <a:xfrm>
                <a:off x="8327665" y="302549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7" name="Rectangle 1226">
                <a:extLst>
                  <a:ext uri="{FF2B5EF4-FFF2-40B4-BE49-F238E27FC236}">
                    <a16:creationId xmlns:a16="http://schemas.microsoft.com/office/drawing/2014/main" id="{3EC9DAD7-8172-4EAA-853B-8F1906AB044E}"/>
                  </a:ext>
                </a:extLst>
              </p:cNvPr>
              <p:cNvSpPr/>
              <p:nvPr/>
            </p:nvSpPr>
            <p:spPr>
              <a:xfrm>
                <a:off x="8241950" y="302549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8" name="Rectangle 1227">
                <a:extLst>
                  <a:ext uri="{FF2B5EF4-FFF2-40B4-BE49-F238E27FC236}">
                    <a16:creationId xmlns:a16="http://schemas.microsoft.com/office/drawing/2014/main" id="{4C461136-FDEF-4434-BBBC-6FA7698390B6}"/>
                  </a:ext>
                </a:extLst>
              </p:cNvPr>
              <p:cNvSpPr/>
              <p:nvPr/>
            </p:nvSpPr>
            <p:spPr>
              <a:xfrm>
                <a:off x="7733964" y="428134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 name="Rectangle 1228">
                <a:extLst>
                  <a:ext uri="{FF2B5EF4-FFF2-40B4-BE49-F238E27FC236}">
                    <a16:creationId xmlns:a16="http://schemas.microsoft.com/office/drawing/2014/main" id="{C5210980-C9DF-49F0-8D42-91D04E796675}"/>
                  </a:ext>
                </a:extLst>
              </p:cNvPr>
              <p:cNvSpPr/>
              <p:nvPr/>
            </p:nvSpPr>
            <p:spPr>
              <a:xfrm>
                <a:off x="7814928" y="428134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 name="Rectangle 1229">
                <a:extLst>
                  <a:ext uri="{FF2B5EF4-FFF2-40B4-BE49-F238E27FC236}">
                    <a16:creationId xmlns:a16="http://schemas.microsoft.com/office/drawing/2014/main" id="{0FE4D4A5-6F69-41D0-9E45-886593D703D6}"/>
                  </a:ext>
                </a:extLst>
              </p:cNvPr>
              <p:cNvSpPr/>
              <p:nvPr/>
            </p:nvSpPr>
            <p:spPr>
              <a:xfrm flipV="1">
                <a:off x="7979047" y="2935996"/>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1" name="Rectangle 1230">
                <a:extLst>
                  <a:ext uri="{FF2B5EF4-FFF2-40B4-BE49-F238E27FC236}">
                    <a16:creationId xmlns:a16="http://schemas.microsoft.com/office/drawing/2014/main" id="{D3D58992-12FF-446A-9BAF-1574A058C49B}"/>
                  </a:ext>
                </a:extLst>
              </p:cNvPr>
              <p:cNvSpPr/>
              <p:nvPr/>
            </p:nvSpPr>
            <p:spPr>
              <a:xfrm flipV="1">
                <a:off x="8067175" y="293864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2" name="Rectangle 1231">
                <a:extLst>
                  <a:ext uri="{FF2B5EF4-FFF2-40B4-BE49-F238E27FC236}">
                    <a16:creationId xmlns:a16="http://schemas.microsoft.com/office/drawing/2014/main" id="{A9A36B8B-11EA-4C36-B41A-D7CCD071CBB6}"/>
                  </a:ext>
                </a:extLst>
              </p:cNvPr>
              <p:cNvSpPr/>
              <p:nvPr/>
            </p:nvSpPr>
            <p:spPr>
              <a:xfrm flipV="1">
                <a:off x="8153700" y="293864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3" name="Rectangle 1232">
                <a:extLst>
                  <a:ext uri="{FF2B5EF4-FFF2-40B4-BE49-F238E27FC236}">
                    <a16:creationId xmlns:a16="http://schemas.microsoft.com/office/drawing/2014/main" id="{1D04951D-976C-4A32-BD05-2CFF611C8281}"/>
                  </a:ext>
                </a:extLst>
              </p:cNvPr>
              <p:cNvSpPr/>
              <p:nvPr/>
            </p:nvSpPr>
            <p:spPr>
              <a:xfrm>
                <a:off x="7898126" y="293679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4" name="Rectangle 1233">
                <a:extLst>
                  <a:ext uri="{FF2B5EF4-FFF2-40B4-BE49-F238E27FC236}">
                    <a16:creationId xmlns:a16="http://schemas.microsoft.com/office/drawing/2014/main" id="{3C59A0D0-3B83-4A24-A3CD-FA703C0BA52C}"/>
                  </a:ext>
                </a:extLst>
              </p:cNvPr>
              <p:cNvSpPr/>
              <p:nvPr/>
            </p:nvSpPr>
            <p:spPr>
              <a:xfrm>
                <a:off x="7815536" y="293520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5" name="Rectangle 1234">
                <a:extLst>
                  <a:ext uri="{FF2B5EF4-FFF2-40B4-BE49-F238E27FC236}">
                    <a16:creationId xmlns:a16="http://schemas.microsoft.com/office/drawing/2014/main" id="{3D518162-562A-4356-91DB-75A508A3BB2E}"/>
                  </a:ext>
                </a:extLst>
              </p:cNvPr>
              <p:cNvSpPr/>
              <p:nvPr/>
            </p:nvSpPr>
            <p:spPr>
              <a:xfrm>
                <a:off x="7734989" y="293520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6" name="Rectangle 1235">
                <a:extLst>
                  <a:ext uri="{FF2B5EF4-FFF2-40B4-BE49-F238E27FC236}">
                    <a16:creationId xmlns:a16="http://schemas.microsoft.com/office/drawing/2014/main" id="{A0A122F9-8E4A-43F3-B4F1-EE10BC027F9C}"/>
                  </a:ext>
                </a:extLst>
              </p:cNvPr>
              <p:cNvSpPr/>
              <p:nvPr/>
            </p:nvSpPr>
            <p:spPr>
              <a:xfrm>
                <a:off x="7897462" y="301609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7" name="Rectangle 1236">
                <a:extLst>
                  <a:ext uri="{FF2B5EF4-FFF2-40B4-BE49-F238E27FC236}">
                    <a16:creationId xmlns:a16="http://schemas.microsoft.com/office/drawing/2014/main" id="{2E844185-5AA6-4E8D-A55D-F1FC10904CC4}"/>
                  </a:ext>
                </a:extLst>
              </p:cNvPr>
              <p:cNvSpPr/>
              <p:nvPr/>
            </p:nvSpPr>
            <p:spPr>
              <a:xfrm>
                <a:off x="7978411" y="3018742"/>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8" name="Rectangle 1237">
                <a:extLst>
                  <a:ext uri="{FF2B5EF4-FFF2-40B4-BE49-F238E27FC236}">
                    <a16:creationId xmlns:a16="http://schemas.microsoft.com/office/drawing/2014/main" id="{3C171218-D509-4E4B-9537-43501587076A}"/>
                  </a:ext>
                </a:extLst>
              </p:cNvPr>
              <p:cNvSpPr/>
              <p:nvPr/>
            </p:nvSpPr>
            <p:spPr>
              <a:xfrm>
                <a:off x="8066539" y="301609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9" name="Rectangle 1238">
                <a:extLst>
                  <a:ext uri="{FF2B5EF4-FFF2-40B4-BE49-F238E27FC236}">
                    <a16:creationId xmlns:a16="http://schemas.microsoft.com/office/drawing/2014/main" id="{52C1D841-82B8-4D35-B97F-E66C98722B5B}"/>
                  </a:ext>
                </a:extLst>
              </p:cNvPr>
              <p:cNvSpPr/>
              <p:nvPr/>
            </p:nvSpPr>
            <p:spPr>
              <a:xfrm>
                <a:off x="8153064" y="301609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0" name="Rectangle 1239">
                <a:extLst>
                  <a:ext uri="{FF2B5EF4-FFF2-40B4-BE49-F238E27FC236}">
                    <a16:creationId xmlns:a16="http://schemas.microsoft.com/office/drawing/2014/main" id="{04B1410F-080D-486E-B027-A3D978CD5E97}"/>
                  </a:ext>
                </a:extLst>
              </p:cNvPr>
              <p:cNvSpPr/>
              <p:nvPr/>
            </p:nvSpPr>
            <p:spPr>
              <a:xfrm>
                <a:off x="7733964" y="301874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1" name="Rectangle 1240">
                <a:extLst>
                  <a:ext uri="{FF2B5EF4-FFF2-40B4-BE49-F238E27FC236}">
                    <a16:creationId xmlns:a16="http://schemas.microsoft.com/office/drawing/2014/main" id="{7B892584-3189-44CB-B0A5-2468FE41A014}"/>
                  </a:ext>
                </a:extLst>
              </p:cNvPr>
              <p:cNvSpPr/>
              <p:nvPr/>
            </p:nvSpPr>
            <p:spPr>
              <a:xfrm>
                <a:off x="7814928" y="301874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2" name="Rectangle 1241">
                <a:extLst>
                  <a:ext uri="{FF2B5EF4-FFF2-40B4-BE49-F238E27FC236}">
                    <a16:creationId xmlns:a16="http://schemas.microsoft.com/office/drawing/2014/main" id="{4F532ACC-03AF-4501-9773-E1E81F96C56D}"/>
                  </a:ext>
                </a:extLst>
              </p:cNvPr>
              <p:cNvSpPr/>
              <p:nvPr/>
            </p:nvSpPr>
            <p:spPr>
              <a:xfrm>
                <a:off x="8765840" y="2919802"/>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243" name="Rectangle 1242">
                <a:extLst>
                  <a:ext uri="{FF2B5EF4-FFF2-40B4-BE49-F238E27FC236}">
                    <a16:creationId xmlns:a16="http://schemas.microsoft.com/office/drawing/2014/main" id="{99919FEB-574F-4A39-993A-F11026338D04}"/>
                  </a:ext>
                </a:extLst>
              </p:cNvPr>
              <p:cNvSpPr/>
              <p:nvPr/>
            </p:nvSpPr>
            <p:spPr>
              <a:xfrm>
                <a:off x="7653669" y="292522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4" name="Rectangle 1243">
                <a:extLst>
                  <a:ext uri="{FF2B5EF4-FFF2-40B4-BE49-F238E27FC236}">
                    <a16:creationId xmlns:a16="http://schemas.microsoft.com/office/drawing/2014/main" id="{0113663B-8D1F-48DF-9417-9D9CB2CABF03}"/>
                  </a:ext>
                </a:extLst>
              </p:cNvPr>
              <p:cNvSpPr/>
              <p:nvPr/>
            </p:nvSpPr>
            <p:spPr>
              <a:xfrm>
                <a:off x="8765468" y="343222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5" name="Rectangle 1244">
                <a:extLst>
                  <a:ext uri="{FF2B5EF4-FFF2-40B4-BE49-F238E27FC236}">
                    <a16:creationId xmlns:a16="http://schemas.microsoft.com/office/drawing/2014/main" id="{8DFF16E8-B459-4B6E-BF3F-1FD7C37C82E1}"/>
                  </a:ext>
                </a:extLst>
              </p:cNvPr>
              <p:cNvSpPr/>
              <p:nvPr/>
            </p:nvSpPr>
            <p:spPr>
              <a:xfrm>
                <a:off x="8765468" y="334544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6" name="Rectangle 1245">
                <a:extLst>
                  <a:ext uri="{FF2B5EF4-FFF2-40B4-BE49-F238E27FC236}">
                    <a16:creationId xmlns:a16="http://schemas.microsoft.com/office/drawing/2014/main" id="{DE84A072-E6E5-492C-9436-C83CDDB24437}"/>
                  </a:ext>
                </a:extLst>
              </p:cNvPr>
              <p:cNvSpPr/>
              <p:nvPr/>
            </p:nvSpPr>
            <p:spPr>
              <a:xfrm>
                <a:off x="8765468" y="325700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7" name="Rectangle 1246">
                <a:extLst>
                  <a:ext uri="{FF2B5EF4-FFF2-40B4-BE49-F238E27FC236}">
                    <a16:creationId xmlns:a16="http://schemas.microsoft.com/office/drawing/2014/main" id="{5DC0A36E-26FD-4CAE-AB5C-802BDEBC8DEA}"/>
                  </a:ext>
                </a:extLst>
              </p:cNvPr>
              <p:cNvSpPr/>
              <p:nvPr/>
            </p:nvSpPr>
            <p:spPr>
              <a:xfrm>
                <a:off x="8765468" y="317605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8" name="Rectangle 1247">
                <a:extLst>
                  <a:ext uri="{FF2B5EF4-FFF2-40B4-BE49-F238E27FC236}">
                    <a16:creationId xmlns:a16="http://schemas.microsoft.com/office/drawing/2014/main" id="{4A68F21C-9597-4C4A-9D3C-638AE8D7F221}"/>
                  </a:ext>
                </a:extLst>
              </p:cNvPr>
              <p:cNvSpPr/>
              <p:nvPr/>
            </p:nvSpPr>
            <p:spPr>
              <a:xfrm>
                <a:off x="8765851" y="309945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9" name="Rectangle 1248">
                <a:extLst>
                  <a:ext uri="{FF2B5EF4-FFF2-40B4-BE49-F238E27FC236}">
                    <a16:creationId xmlns:a16="http://schemas.microsoft.com/office/drawing/2014/main" id="{10DBA3C3-D2D1-42F2-823B-F4CA795134CE}"/>
                  </a:ext>
                </a:extLst>
              </p:cNvPr>
              <p:cNvSpPr/>
              <p:nvPr/>
            </p:nvSpPr>
            <p:spPr>
              <a:xfrm>
                <a:off x="8765468" y="385470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0" name="Rectangle 1249">
                <a:extLst>
                  <a:ext uri="{FF2B5EF4-FFF2-40B4-BE49-F238E27FC236}">
                    <a16:creationId xmlns:a16="http://schemas.microsoft.com/office/drawing/2014/main" id="{B2DE9630-3319-416A-8E78-1BB356682EDC}"/>
                  </a:ext>
                </a:extLst>
              </p:cNvPr>
              <p:cNvSpPr/>
              <p:nvPr/>
            </p:nvSpPr>
            <p:spPr>
              <a:xfrm>
                <a:off x="8765468" y="37736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1" name="Rectangle 1250">
                <a:extLst>
                  <a:ext uri="{FF2B5EF4-FFF2-40B4-BE49-F238E27FC236}">
                    <a16:creationId xmlns:a16="http://schemas.microsoft.com/office/drawing/2014/main" id="{9352A257-FA7D-458D-9D0A-3B6402ECE51F}"/>
                  </a:ext>
                </a:extLst>
              </p:cNvPr>
              <p:cNvSpPr/>
              <p:nvPr/>
            </p:nvSpPr>
            <p:spPr>
              <a:xfrm>
                <a:off x="8765468" y="368862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2" name="Rectangle 1251">
                <a:extLst>
                  <a:ext uri="{FF2B5EF4-FFF2-40B4-BE49-F238E27FC236}">
                    <a16:creationId xmlns:a16="http://schemas.microsoft.com/office/drawing/2014/main" id="{F50873E4-DB5E-49F7-B32B-05DBFF3745DA}"/>
                  </a:ext>
                </a:extLst>
              </p:cNvPr>
              <p:cNvSpPr/>
              <p:nvPr/>
            </p:nvSpPr>
            <p:spPr>
              <a:xfrm>
                <a:off x="8765468" y="360201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3" name="Rectangle 1252">
                <a:extLst>
                  <a:ext uri="{FF2B5EF4-FFF2-40B4-BE49-F238E27FC236}">
                    <a16:creationId xmlns:a16="http://schemas.microsoft.com/office/drawing/2014/main" id="{653F80A7-1913-4A79-B664-1BFB8F312A76}"/>
                  </a:ext>
                </a:extLst>
              </p:cNvPr>
              <p:cNvSpPr/>
              <p:nvPr/>
            </p:nvSpPr>
            <p:spPr>
              <a:xfrm>
                <a:off x="8765468" y="351642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4" name="Rectangle 1253">
                <a:extLst>
                  <a:ext uri="{FF2B5EF4-FFF2-40B4-BE49-F238E27FC236}">
                    <a16:creationId xmlns:a16="http://schemas.microsoft.com/office/drawing/2014/main" id="{B36D8798-9BEC-43CB-B5FB-277C0EAA2770}"/>
                  </a:ext>
                </a:extLst>
              </p:cNvPr>
              <p:cNvSpPr/>
              <p:nvPr/>
            </p:nvSpPr>
            <p:spPr>
              <a:xfrm>
                <a:off x="8765468" y="427868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5" name="Rectangle 1254">
                <a:extLst>
                  <a:ext uri="{FF2B5EF4-FFF2-40B4-BE49-F238E27FC236}">
                    <a16:creationId xmlns:a16="http://schemas.microsoft.com/office/drawing/2014/main" id="{CC64FD9B-4E07-45EF-9DE6-852BBBE140CD}"/>
                  </a:ext>
                </a:extLst>
              </p:cNvPr>
              <p:cNvSpPr/>
              <p:nvPr/>
            </p:nvSpPr>
            <p:spPr>
              <a:xfrm>
                <a:off x="8765468" y="419057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6" name="Rectangle 1255">
                <a:extLst>
                  <a:ext uri="{FF2B5EF4-FFF2-40B4-BE49-F238E27FC236}">
                    <a16:creationId xmlns:a16="http://schemas.microsoft.com/office/drawing/2014/main" id="{9FCA00F7-F92F-4729-AE50-87DEAA351DC1}"/>
                  </a:ext>
                </a:extLst>
              </p:cNvPr>
              <p:cNvSpPr/>
              <p:nvPr/>
            </p:nvSpPr>
            <p:spPr>
              <a:xfrm>
                <a:off x="8765468" y="410352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7" name="Rectangle 1256">
                <a:extLst>
                  <a:ext uri="{FF2B5EF4-FFF2-40B4-BE49-F238E27FC236}">
                    <a16:creationId xmlns:a16="http://schemas.microsoft.com/office/drawing/2014/main" id="{02D7BF1C-ECAA-400A-A6B5-154B8C96617E}"/>
                  </a:ext>
                </a:extLst>
              </p:cNvPr>
              <p:cNvSpPr/>
              <p:nvPr/>
            </p:nvSpPr>
            <p:spPr>
              <a:xfrm>
                <a:off x="8765468" y="401848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8" name="Rectangle 1257">
                <a:extLst>
                  <a:ext uri="{FF2B5EF4-FFF2-40B4-BE49-F238E27FC236}">
                    <a16:creationId xmlns:a16="http://schemas.microsoft.com/office/drawing/2014/main" id="{ADFC1060-12EF-4F69-BE25-1E021E6EE604}"/>
                  </a:ext>
                </a:extLst>
              </p:cNvPr>
              <p:cNvSpPr/>
              <p:nvPr/>
            </p:nvSpPr>
            <p:spPr>
              <a:xfrm>
                <a:off x="8765468" y="393744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9" name="Rectangle 1258">
                <a:extLst>
                  <a:ext uri="{FF2B5EF4-FFF2-40B4-BE49-F238E27FC236}">
                    <a16:creationId xmlns:a16="http://schemas.microsoft.com/office/drawing/2014/main" id="{74127324-7DAB-4F18-AF6A-28DF080EAD5A}"/>
                  </a:ext>
                </a:extLst>
              </p:cNvPr>
              <p:cNvSpPr/>
              <p:nvPr/>
            </p:nvSpPr>
            <p:spPr>
              <a:xfrm>
                <a:off x="8767623" y="201495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0" name="Rectangle 1259">
                <a:extLst>
                  <a:ext uri="{FF2B5EF4-FFF2-40B4-BE49-F238E27FC236}">
                    <a16:creationId xmlns:a16="http://schemas.microsoft.com/office/drawing/2014/main" id="{32E8030C-69EF-4B0E-A4EE-3A589EC55357}"/>
                  </a:ext>
                </a:extLst>
              </p:cNvPr>
              <p:cNvSpPr/>
              <p:nvPr/>
            </p:nvSpPr>
            <p:spPr>
              <a:xfrm>
                <a:off x="8767623" y="192817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1" name="Rectangle 1260">
                <a:extLst>
                  <a:ext uri="{FF2B5EF4-FFF2-40B4-BE49-F238E27FC236}">
                    <a16:creationId xmlns:a16="http://schemas.microsoft.com/office/drawing/2014/main" id="{F349C591-BE85-4F1D-BB43-83D942F17736}"/>
                  </a:ext>
                </a:extLst>
              </p:cNvPr>
              <p:cNvSpPr/>
              <p:nvPr/>
            </p:nvSpPr>
            <p:spPr>
              <a:xfrm>
                <a:off x="8767623" y="183973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2" name="Rectangle 1261">
                <a:extLst>
                  <a:ext uri="{FF2B5EF4-FFF2-40B4-BE49-F238E27FC236}">
                    <a16:creationId xmlns:a16="http://schemas.microsoft.com/office/drawing/2014/main" id="{3A24AFBE-824A-441E-89E2-3F98FDB15CD3}"/>
                  </a:ext>
                </a:extLst>
              </p:cNvPr>
              <p:cNvSpPr/>
              <p:nvPr/>
            </p:nvSpPr>
            <p:spPr>
              <a:xfrm>
                <a:off x="8767623" y="175878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3" name="Rectangle 1262">
                <a:extLst>
                  <a:ext uri="{FF2B5EF4-FFF2-40B4-BE49-F238E27FC236}">
                    <a16:creationId xmlns:a16="http://schemas.microsoft.com/office/drawing/2014/main" id="{55981560-499E-4271-8503-F3857B379CE8}"/>
                  </a:ext>
                </a:extLst>
              </p:cNvPr>
              <p:cNvSpPr/>
              <p:nvPr/>
            </p:nvSpPr>
            <p:spPr>
              <a:xfrm>
                <a:off x="8765831" y="168177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Rectangle 1263">
                <a:extLst>
                  <a:ext uri="{FF2B5EF4-FFF2-40B4-BE49-F238E27FC236}">
                    <a16:creationId xmlns:a16="http://schemas.microsoft.com/office/drawing/2014/main" id="{5D913712-3644-4B86-8B7B-B4D2A7C9A1BE}"/>
                  </a:ext>
                </a:extLst>
              </p:cNvPr>
              <p:cNvSpPr/>
              <p:nvPr/>
            </p:nvSpPr>
            <p:spPr>
              <a:xfrm>
                <a:off x="8767623" y="243743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5" name="Rectangle 1264">
                <a:extLst>
                  <a:ext uri="{FF2B5EF4-FFF2-40B4-BE49-F238E27FC236}">
                    <a16:creationId xmlns:a16="http://schemas.microsoft.com/office/drawing/2014/main" id="{04D33C44-D0E9-4498-B7A8-DBD627BE3B34}"/>
                  </a:ext>
                </a:extLst>
              </p:cNvPr>
              <p:cNvSpPr/>
              <p:nvPr/>
            </p:nvSpPr>
            <p:spPr>
              <a:xfrm>
                <a:off x="8767623" y="235639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6" name="Rectangle 1265">
                <a:extLst>
                  <a:ext uri="{FF2B5EF4-FFF2-40B4-BE49-F238E27FC236}">
                    <a16:creationId xmlns:a16="http://schemas.microsoft.com/office/drawing/2014/main" id="{CF507A91-E56D-405F-940A-AE585F26D074}"/>
                  </a:ext>
                </a:extLst>
              </p:cNvPr>
              <p:cNvSpPr/>
              <p:nvPr/>
            </p:nvSpPr>
            <p:spPr>
              <a:xfrm>
                <a:off x="8767623" y="227134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7" name="Rectangle 1266">
                <a:extLst>
                  <a:ext uri="{FF2B5EF4-FFF2-40B4-BE49-F238E27FC236}">
                    <a16:creationId xmlns:a16="http://schemas.microsoft.com/office/drawing/2014/main" id="{41313420-A591-4662-ACE6-4E4E20A8A2CC}"/>
                  </a:ext>
                </a:extLst>
              </p:cNvPr>
              <p:cNvSpPr/>
              <p:nvPr/>
            </p:nvSpPr>
            <p:spPr>
              <a:xfrm>
                <a:off x="8767623" y="218474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Rectangle 1267">
                <a:extLst>
                  <a:ext uri="{FF2B5EF4-FFF2-40B4-BE49-F238E27FC236}">
                    <a16:creationId xmlns:a16="http://schemas.microsoft.com/office/drawing/2014/main" id="{888AB0C0-DEFE-4380-BDF6-A5D9BCB12B25}"/>
                  </a:ext>
                </a:extLst>
              </p:cNvPr>
              <p:cNvSpPr/>
              <p:nvPr/>
            </p:nvSpPr>
            <p:spPr>
              <a:xfrm>
                <a:off x="8767623" y="2099148"/>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9" name="Rectangle 1268">
                <a:extLst>
                  <a:ext uri="{FF2B5EF4-FFF2-40B4-BE49-F238E27FC236}">
                    <a16:creationId xmlns:a16="http://schemas.microsoft.com/office/drawing/2014/main" id="{D340B37B-FD64-4EDE-9949-BA0AEA2530EB}"/>
                  </a:ext>
                </a:extLst>
              </p:cNvPr>
              <p:cNvSpPr/>
              <p:nvPr/>
            </p:nvSpPr>
            <p:spPr>
              <a:xfrm>
                <a:off x="8767623" y="286141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Rectangle 1269">
                <a:extLst>
                  <a:ext uri="{FF2B5EF4-FFF2-40B4-BE49-F238E27FC236}">
                    <a16:creationId xmlns:a16="http://schemas.microsoft.com/office/drawing/2014/main" id="{D66DF347-D39B-4160-A5C3-58C4ABDE6EE7}"/>
                  </a:ext>
                </a:extLst>
              </p:cNvPr>
              <p:cNvSpPr/>
              <p:nvPr/>
            </p:nvSpPr>
            <p:spPr>
              <a:xfrm>
                <a:off x="8767623" y="277330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Rectangle 1270">
                <a:extLst>
                  <a:ext uri="{FF2B5EF4-FFF2-40B4-BE49-F238E27FC236}">
                    <a16:creationId xmlns:a16="http://schemas.microsoft.com/office/drawing/2014/main" id="{40027244-2D25-4D65-B610-617F33F03B98}"/>
                  </a:ext>
                </a:extLst>
              </p:cNvPr>
              <p:cNvSpPr/>
              <p:nvPr/>
            </p:nvSpPr>
            <p:spPr>
              <a:xfrm>
                <a:off x="8767623" y="268625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Rectangle 1271">
                <a:extLst>
                  <a:ext uri="{FF2B5EF4-FFF2-40B4-BE49-F238E27FC236}">
                    <a16:creationId xmlns:a16="http://schemas.microsoft.com/office/drawing/2014/main" id="{0D2FD15B-CC7E-4BDA-9DE9-5E0BC643A34B}"/>
                  </a:ext>
                </a:extLst>
              </p:cNvPr>
              <p:cNvSpPr/>
              <p:nvPr/>
            </p:nvSpPr>
            <p:spPr>
              <a:xfrm>
                <a:off x="8767623" y="260121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3" name="Rectangle 1272">
                <a:extLst>
                  <a:ext uri="{FF2B5EF4-FFF2-40B4-BE49-F238E27FC236}">
                    <a16:creationId xmlns:a16="http://schemas.microsoft.com/office/drawing/2014/main" id="{0C8E5963-3063-4EDE-A0DD-7DFA5DA08758}"/>
                  </a:ext>
                </a:extLst>
              </p:cNvPr>
              <p:cNvSpPr/>
              <p:nvPr/>
            </p:nvSpPr>
            <p:spPr>
              <a:xfrm>
                <a:off x="8767623" y="25201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Rectangle 1273">
                <a:extLst>
                  <a:ext uri="{FF2B5EF4-FFF2-40B4-BE49-F238E27FC236}">
                    <a16:creationId xmlns:a16="http://schemas.microsoft.com/office/drawing/2014/main" id="{45F9DD29-D28E-48E3-886B-5535EEAFB0BC}"/>
                  </a:ext>
                </a:extLst>
              </p:cNvPr>
              <p:cNvSpPr/>
              <p:nvPr/>
            </p:nvSpPr>
            <p:spPr>
              <a:xfrm>
                <a:off x="7652822" y="201347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5" name="Rectangle 1274">
                <a:extLst>
                  <a:ext uri="{FF2B5EF4-FFF2-40B4-BE49-F238E27FC236}">
                    <a16:creationId xmlns:a16="http://schemas.microsoft.com/office/drawing/2014/main" id="{B6F37608-156A-4538-83B0-6AC988D3898E}"/>
                  </a:ext>
                </a:extLst>
              </p:cNvPr>
              <p:cNvSpPr/>
              <p:nvPr/>
            </p:nvSpPr>
            <p:spPr>
              <a:xfrm>
                <a:off x="7652822" y="192669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6" name="Rectangle 1275">
                <a:extLst>
                  <a:ext uri="{FF2B5EF4-FFF2-40B4-BE49-F238E27FC236}">
                    <a16:creationId xmlns:a16="http://schemas.microsoft.com/office/drawing/2014/main" id="{A57DDA0C-50BC-4A19-8441-A9CBBFC8CF62}"/>
                  </a:ext>
                </a:extLst>
              </p:cNvPr>
              <p:cNvSpPr/>
              <p:nvPr/>
            </p:nvSpPr>
            <p:spPr>
              <a:xfrm>
                <a:off x="7652822" y="183826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7" name="Rectangle 1276">
                <a:extLst>
                  <a:ext uri="{FF2B5EF4-FFF2-40B4-BE49-F238E27FC236}">
                    <a16:creationId xmlns:a16="http://schemas.microsoft.com/office/drawing/2014/main" id="{87F18277-DD2A-4815-A2CF-82FBFEA72BEE}"/>
                  </a:ext>
                </a:extLst>
              </p:cNvPr>
              <p:cNvSpPr/>
              <p:nvPr/>
            </p:nvSpPr>
            <p:spPr>
              <a:xfrm>
                <a:off x="7652822" y="175731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Rectangle 1277">
                <a:extLst>
                  <a:ext uri="{FF2B5EF4-FFF2-40B4-BE49-F238E27FC236}">
                    <a16:creationId xmlns:a16="http://schemas.microsoft.com/office/drawing/2014/main" id="{B13601F6-4173-4F55-BE85-B8C112E40FEB}"/>
                  </a:ext>
                </a:extLst>
              </p:cNvPr>
              <p:cNvSpPr/>
              <p:nvPr/>
            </p:nvSpPr>
            <p:spPr>
              <a:xfrm>
                <a:off x="7651030" y="168030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Rectangle 1278">
                <a:extLst>
                  <a:ext uri="{FF2B5EF4-FFF2-40B4-BE49-F238E27FC236}">
                    <a16:creationId xmlns:a16="http://schemas.microsoft.com/office/drawing/2014/main" id="{CA10A56F-B5BF-4168-AB70-9FEEE961D625}"/>
                  </a:ext>
                </a:extLst>
              </p:cNvPr>
              <p:cNvSpPr/>
              <p:nvPr/>
            </p:nvSpPr>
            <p:spPr>
              <a:xfrm>
                <a:off x="7652822" y="243595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0" name="Rectangle 1279">
                <a:extLst>
                  <a:ext uri="{FF2B5EF4-FFF2-40B4-BE49-F238E27FC236}">
                    <a16:creationId xmlns:a16="http://schemas.microsoft.com/office/drawing/2014/main" id="{DF2EE0E9-2995-46F9-B661-C5E5B0429890}"/>
                  </a:ext>
                </a:extLst>
              </p:cNvPr>
              <p:cNvSpPr/>
              <p:nvPr/>
            </p:nvSpPr>
            <p:spPr>
              <a:xfrm>
                <a:off x="7652822" y="235492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1" name="Rectangle 1280">
                <a:extLst>
                  <a:ext uri="{FF2B5EF4-FFF2-40B4-BE49-F238E27FC236}">
                    <a16:creationId xmlns:a16="http://schemas.microsoft.com/office/drawing/2014/main" id="{D465480B-2194-4A45-9715-6A69936BD718}"/>
                  </a:ext>
                </a:extLst>
              </p:cNvPr>
              <p:cNvSpPr/>
              <p:nvPr/>
            </p:nvSpPr>
            <p:spPr>
              <a:xfrm>
                <a:off x="7652822" y="22698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2" name="Rectangle 1281">
                <a:extLst>
                  <a:ext uri="{FF2B5EF4-FFF2-40B4-BE49-F238E27FC236}">
                    <a16:creationId xmlns:a16="http://schemas.microsoft.com/office/drawing/2014/main" id="{B857338D-B1D1-413A-A576-95A668A80658}"/>
                  </a:ext>
                </a:extLst>
              </p:cNvPr>
              <p:cNvSpPr/>
              <p:nvPr/>
            </p:nvSpPr>
            <p:spPr>
              <a:xfrm>
                <a:off x="7652822" y="218326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3" name="Rectangle 1282">
                <a:extLst>
                  <a:ext uri="{FF2B5EF4-FFF2-40B4-BE49-F238E27FC236}">
                    <a16:creationId xmlns:a16="http://schemas.microsoft.com/office/drawing/2014/main" id="{A70DBAC4-B3FB-489B-97CE-DE1324BBFA5A}"/>
                  </a:ext>
                </a:extLst>
              </p:cNvPr>
              <p:cNvSpPr/>
              <p:nvPr/>
            </p:nvSpPr>
            <p:spPr>
              <a:xfrm>
                <a:off x="7652822" y="20976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4" name="Rectangle 1283">
                <a:extLst>
                  <a:ext uri="{FF2B5EF4-FFF2-40B4-BE49-F238E27FC236}">
                    <a16:creationId xmlns:a16="http://schemas.microsoft.com/office/drawing/2014/main" id="{04CFE43D-6357-4A78-B569-38D5422137AC}"/>
                  </a:ext>
                </a:extLst>
              </p:cNvPr>
              <p:cNvSpPr/>
              <p:nvPr/>
            </p:nvSpPr>
            <p:spPr>
              <a:xfrm>
                <a:off x="7652822" y="28599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5" name="Rectangle 1284">
                <a:extLst>
                  <a:ext uri="{FF2B5EF4-FFF2-40B4-BE49-F238E27FC236}">
                    <a16:creationId xmlns:a16="http://schemas.microsoft.com/office/drawing/2014/main" id="{6698368F-3CEE-4B9D-810C-C31A4E86D59A}"/>
                  </a:ext>
                </a:extLst>
              </p:cNvPr>
              <p:cNvSpPr/>
              <p:nvPr/>
            </p:nvSpPr>
            <p:spPr>
              <a:xfrm>
                <a:off x="7652822" y="27718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6" name="Rectangle 1285">
                <a:extLst>
                  <a:ext uri="{FF2B5EF4-FFF2-40B4-BE49-F238E27FC236}">
                    <a16:creationId xmlns:a16="http://schemas.microsoft.com/office/drawing/2014/main" id="{66248536-05EB-4470-9773-821279223DD8}"/>
                  </a:ext>
                </a:extLst>
              </p:cNvPr>
              <p:cNvSpPr/>
              <p:nvPr/>
            </p:nvSpPr>
            <p:spPr>
              <a:xfrm>
                <a:off x="7652822" y="268478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7" name="Rectangle 1286">
                <a:extLst>
                  <a:ext uri="{FF2B5EF4-FFF2-40B4-BE49-F238E27FC236}">
                    <a16:creationId xmlns:a16="http://schemas.microsoft.com/office/drawing/2014/main" id="{BCC612E3-D1DF-43F3-962E-F5E87A180778}"/>
                  </a:ext>
                </a:extLst>
              </p:cNvPr>
              <p:cNvSpPr/>
              <p:nvPr/>
            </p:nvSpPr>
            <p:spPr>
              <a:xfrm>
                <a:off x="7652822" y="2599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8" name="Rectangle 1287">
                <a:extLst>
                  <a:ext uri="{FF2B5EF4-FFF2-40B4-BE49-F238E27FC236}">
                    <a16:creationId xmlns:a16="http://schemas.microsoft.com/office/drawing/2014/main" id="{A02A8940-A3F8-4A5D-A61A-2D0AC3E74ECA}"/>
                  </a:ext>
                </a:extLst>
              </p:cNvPr>
              <p:cNvSpPr/>
              <p:nvPr/>
            </p:nvSpPr>
            <p:spPr>
              <a:xfrm>
                <a:off x="7652822" y="251869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9" name="Rectangle 1288">
                <a:extLst>
                  <a:ext uri="{FF2B5EF4-FFF2-40B4-BE49-F238E27FC236}">
                    <a16:creationId xmlns:a16="http://schemas.microsoft.com/office/drawing/2014/main" id="{01F9111D-B462-43E0-A056-EFBA2F510DBA}"/>
                  </a:ext>
                </a:extLst>
              </p:cNvPr>
              <p:cNvSpPr/>
              <p:nvPr/>
            </p:nvSpPr>
            <p:spPr>
              <a:xfrm>
                <a:off x="7654710" y="343258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0" name="Rectangle 1289">
                <a:extLst>
                  <a:ext uri="{FF2B5EF4-FFF2-40B4-BE49-F238E27FC236}">
                    <a16:creationId xmlns:a16="http://schemas.microsoft.com/office/drawing/2014/main" id="{33DD81D7-3966-4F9F-8C71-6CB341170847}"/>
                  </a:ext>
                </a:extLst>
              </p:cNvPr>
              <p:cNvSpPr/>
              <p:nvPr/>
            </p:nvSpPr>
            <p:spPr>
              <a:xfrm>
                <a:off x="7654710" y="334580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1" name="Rectangle 1290">
                <a:extLst>
                  <a:ext uri="{FF2B5EF4-FFF2-40B4-BE49-F238E27FC236}">
                    <a16:creationId xmlns:a16="http://schemas.microsoft.com/office/drawing/2014/main" id="{A44C63BF-89AA-40BD-9E81-33698C1D84CD}"/>
                  </a:ext>
                </a:extLst>
              </p:cNvPr>
              <p:cNvSpPr/>
              <p:nvPr/>
            </p:nvSpPr>
            <p:spPr>
              <a:xfrm>
                <a:off x="7654710" y="325736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2" name="Rectangle 1291">
                <a:extLst>
                  <a:ext uri="{FF2B5EF4-FFF2-40B4-BE49-F238E27FC236}">
                    <a16:creationId xmlns:a16="http://schemas.microsoft.com/office/drawing/2014/main" id="{FCA0FDB2-7EBC-4E66-8D63-42CB1388E21B}"/>
                  </a:ext>
                </a:extLst>
              </p:cNvPr>
              <p:cNvSpPr/>
              <p:nvPr/>
            </p:nvSpPr>
            <p:spPr>
              <a:xfrm>
                <a:off x="7654710" y="317641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3" name="Rectangle 1292">
                <a:extLst>
                  <a:ext uri="{FF2B5EF4-FFF2-40B4-BE49-F238E27FC236}">
                    <a16:creationId xmlns:a16="http://schemas.microsoft.com/office/drawing/2014/main" id="{2F6F5BC4-A1D3-4A6F-A936-839F134C044E}"/>
                  </a:ext>
                </a:extLst>
              </p:cNvPr>
              <p:cNvSpPr/>
              <p:nvPr/>
            </p:nvSpPr>
            <p:spPr>
              <a:xfrm>
                <a:off x="7655093" y="309981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4" name="Rectangle 1293">
                <a:extLst>
                  <a:ext uri="{FF2B5EF4-FFF2-40B4-BE49-F238E27FC236}">
                    <a16:creationId xmlns:a16="http://schemas.microsoft.com/office/drawing/2014/main" id="{D5EB2164-E4B9-4823-91CF-ECF5636FC1F7}"/>
                  </a:ext>
                </a:extLst>
              </p:cNvPr>
              <p:cNvSpPr/>
              <p:nvPr/>
            </p:nvSpPr>
            <p:spPr>
              <a:xfrm>
                <a:off x="7654710" y="385506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5" name="Rectangle 1294">
                <a:extLst>
                  <a:ext uri="{FF2B5EF4-FFF2-40B4-BE49-F238E27FC236}">
                    <a16:creationId xmlns:a16="http://schemas.microsoft.com/office/drawing/2014/main" id="{F07D3ADE-1BAD-4B4B-A265-3A609D4ACB76}"/>
                  </a:ext>
                </a:extLst>
              </p:cNvPr>
              <p:cNvSpPr/>
              <p:nvPr/>
            </p:nvSpPr>
            <p:spPr>
              <a:xfrm>
                <a:off x="7654710" y="377402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6" name="Rectangle 1295">
                <a:extLst>
                  <a:ext uri="{FF2B5EF4-FFF2-40B4-BE49-F238E27FC236}">
                    <a16:creationId xmlns:a16="http://schemas.microsoft.com/office/drawing/2014/main" id="{146AA715-6222-42C9-969D-9963A3EBC42D}"/>
                  </a:ext>
                </a:extLst>
              </p:cNvPr>
              <p:cNvSpPr/>
              <p:nvPr/>
            </p:nvSpPr>
            <p:spPr>
              <a:xfrm>
                <a:off x="7654710" y="368897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7" name="Rectangle 1296">
                <a:extLst>
                  <a:ext uri="{FF2B5EF4-FFF2-40B4-BE49-F238E27FC236}">
                    <a16:creationId xmlns:a16="http://schemas.microsoft.com/office/drawing/2014/main" id="{82CD17D7-CF24-4DF3-8480-3CBB9197898F}"/>
                  </a:ext>
                </a:extLst>
              </p:cNvPr>
              <p:cNvSpPr/>
              <p:nvPr/>
            </p:nvSpPr>
            <p:spPr>
              <a:xfrm>
                <a:off x="7654710" y="360237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8" name="Rectangle 1297">
                <a:extLst>
                  <a:ext uri="{FF2B5EF4-FFF2-40B4-BE49-F238E27FC236}">
                    <a16:creationId xmlns:a16="http://schemas.microsoft.com/office/drawing/2014/main" id="{EFD478AA-54D1-4C72-A50A-81B44FBD5841}"/>
                  </a:ext>
                </a:extLst>
              </p:cNvPr>
              <p:cNvSpPr/>
              <p:nvPr/>
            </p:nvSpPr>
            <p:spPr>
              <a:xfrm>
                <a:off x="7654710" y="351677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9" name="Rectangle 1298">
                <a:extLst>
                  <a:ext uri="{FF2B5EF4-FFF2-40B4-BE49-F238E27FC236}">
                    <a16:creationId xmlns:a16="http://schemas.microsoft.com/office/drawing/2014/main" id="{BE9A10D9-71D0-4C2F-A7A9-C1B19E8EB7BD}"/>
                  </a:ext>
                </a:extLst>
              </p:cNvPr>
              <p:cNvSpPr/>
              <p:nvPr/>
            </p:nvSpPr>
            <p:spPr>
              <a:xfrm>
                <a:off x="7654710" y="427904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0" name="Rectangle 1299">
                <a:extLst>
                  <a:ext uri="{FF2B5EF4-FFF2-40B4-BE49-F238E27FC236}">
                    <a16:creationId xmlns:a16="http://schemas.microsoft.com/office/drawing/2014/main" id="{D4EA96B1-B370-464C-BBE7-3505C133A5F6}"/>
                  </a:ext>
                </a:extLst>
              </p:cNvPr>
              <p:cNvSpPr/>
              <p:nvPr/>
            </p:nvSpPr>
            <p:spPr>
              <a:xfrm>
                <a:off x="7654710" y="4190937"/>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1" name="Rectangle 1300">
                <a:extLst>
                  <a:ext uri="{FF2B5EF4-FFF2-40B4-BE49-F238E27FC236}">
                    <a16:creationId xmlns:a16="http://schemas.microsoft.com/office/drawing/2014/main" id="{01C11E50-0ED4-44CE-9EB2-4DF6CC530D3D}"/>
                  </a:ext>
                </a:extLst>
              </p:cNvPr>
              <p:cNvSpPr/>
              <p:nvPr/>
            </p:nvSpPr>
            <p:spPr>
              <a:xfrm>
                <a:off x="7654710" y="410388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2" name="Rectangle 1301">
                <a:extLst>
                  <a:ext uri="{FF2B5EF4-FFF2-40B4-BE49-F238E27FC236}">
                    <a16:creationId xmlns:a16="http://schemas.microsoft.com/office/drawing/2014/main" id="{B71126AB-6DBF-42B8-9519-624E0EC2FFA5}"/>
                  </a:ext>
                </a:extLst>
              </p:cNvPr>
              <p:cNvSpPr/>
              <p:nvPr/>
            </p:nvSpPr>
            <p:spPr>
              <a:xfrm>
                <a:off x="7654710" y="401884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3" name="Rectangle 1302">
                <a:extLst>
                  <a:ext uri="{FF2B5EF4-FFF2-40B4-BE49-F238E27FC236}">
                    <a16:creationId xmlns:a16="http://schemas.microsoft.com/office/drawing/2014/main" id="{AF4BD88D-C186-44D2-AE0F-16F3C6694BFE}"/>
                  </a:ext>
                </a:extLst>
              </p:cNvPr>
              <p:cNvSpPr/>
              <p:nvPr/>
            </p:nvSpPr>
            <p:spPr>
              <a:xfrm>
                <a:off x="7654710" y="393780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4" name="Rectangle 1303">
                <a:extLst>
                  <a:ext uri="{FF2B5EF4-FFF2-40B4-BE49-F238E27FC236}">
                    <a16:creationId xmlns:a16="http://schemas.microsoft.com/office/drawing/2014/main" id="{A95F4717-E7BC-46F3-8270-FDC914D960A2}"/>
                  </a:ext>
                </a:extLst>
              </p:cNvPr>
              <p:cNvSpPr/>
              <p:nvPr/>
            </p:nvSpPr>
            <p:spPr>
              <a:xfrm flipV="1">
                <a:off x="8769027" y="443362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5" name="Rectangle 1304">
                <a:extLst>
                  <a:ext uri="{FF2B5EF4-FFF2-40B4-BE49-F238E27FC236}">
                    <a16:creationId xmlns:a16="http://schemas.microsoft.com/office/drawing/2014/main" id="{54D853FA-B108-43EA-A5D3-333911F86893}"/>
                  </a:ext>
                </a:extLst>
              </p:cNvPr>
              <p:cNvSpPr/>
              <p:nvPr/>
            </p:nvSpPr>
            <p:spPr>
              <a:xfrm flipV="1">
                <a:off x="7988273" y="4433740"/>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6" name="Rectangle 1305">
                <a:extLst>
                  <a:ext uri="{FF2B5EF4-FFF2-40B4-BE49-F238E27FC236}">
                    <a16:creationId xmlns:a16="http://schemas.microsoft.com/office/drawing/2014/main" id="{5DC27E0F-CF80-4310-9367-A51A2A34D21B}"/>
                  </a:ext>
                </a:extLst>
              </p:cNvPr>
              <p:cNvSpPr/>
              <p:nvPr/>
            </p:nvSpPr>
            <p:spPr>
              <a:xfrm flipV="1">
                <a:off x="8155451" y="443732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7" name="Rectangle 1306">
                <a:extLst>
                  <a:ext uri="{FF2B5EF4-FFF2-40B4-BE49-F238E27FC236}">
                    <a16:creationId xmlns:a16="http://schemas.microsoft.com/office/drawing/2014/main" id="{51B4516F-BC31-4C04-9C29-51704F12FC65}"/>
                  </a:ext>
                </a:extLst>
              </p:cNvPr>
              <p:cNvSpPr/>
              <p:nvPr/>
            </p:nvSpPr>
            <p:spPr>
              <a:xfrm flipV="1">
                <a:off x="8241976" y="443732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8" name="Rectangle 1307">
                <a:extLst>
                  <a:ext uri="{FF2B5EF4-FFF2-40B4-BE49-F238E27FC236}">
                    <a16:creationId xmlns:a16="http://schemas.microsoft.com/office/drawing/2014/main" id="{7AEDEDF5-790A-4B2D-AB02-3B9567EB018D}"/>
                  </a:ext>
                </a:extLst>
              </p:cNvPr>
              <p:cNvSpPr/>
              <p:nvPr/>
            </p:nvSpPr>
            <p:spPr>
              <a:xfrm flipV="1">
                <a:off x="8327693" y="443362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9" name="Rectangle 1308">
                <a:extLst>
                  <a:ext uri="{FF2B5EF4-FFF2-40B4-BE49-F238E27FC236}">
                    <a16:creationId xmlns:a16="http://schemas.microsoft.com/office/drawing/2014/main" id="{4B458A17-E457-4831-A3E0-86D495B9BDA0}"/>
                  </a:ext>
                </a:extLst>
              </p:cNvPr>
              <p:cNvSpPr/>
              <p:nvPr/>
            </p:nvSpPr>
            <p:spPr>
              <a:xfrm flipV="1">
                <a:off x="8416605" y="443362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0" name="Rectangle 1309">
                <a:extLst>
                  <a:ext uri="{FF2B5EF4-FFF2-40B4-BE49-F238E27FC236}">
                    <a16:creationId xmlns:a16="http://schemas.microsoft.com/office/drawing/2014/main" id="{C00FAD5F-542B-4C62-B277-5660FBCCFF07}"/>
                  </a:ext>
                </a:extLst>
              </p:cNvPr>
              <p:cNvSpPr/>
              <p:nvPr/>
            </p:nvSpPr>
            <p:spPr>
              <a:xfrm flipV="1">
                <a:off x="8507108" y="443362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1" name="Rectangle 1310">
                <a:extLst>
                  <a:ext uri="{FF2B5EF4-FFF2-40B4-BE49-F238E27FC236}">
                    <a16:creationId xmlns:a16="http://schemas.microsoft.com/office/drawing/2014/main" id="{32E2D438-8FB0-4E8A-A610-D51AB06D0EB0}"/>
                  </a:ext>
                </a:extLst>
              </p:cNvPr>
              <p:cNvSpPr/>
              <p:nvPr/>
            </p:nvSpPr>
            <p:spPr>
              <a:xfrm flipV="1">
                <a:off x="8597595" y="443362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2" name="Rectangle 1311">
                <a:extLst>
                  <a:ext uri="{FF2B5EF4-FFF2-40B4-BE49-F238E27FC236}">
                    <a16:creationId xmlns:a16="http://schemas.microsoft.com/office/drawing/2014/main" id="{8E3A5CF6-D64E-4471-BC06-25D63B70E9F8}"/>
                  </a:ext>
                </a:extLst>
              </p:cNvPr>
              <p:cNvSpPr/>
              <p:nvPr/>
            </p:nvSpPr>
            <p:spPr>
              <a:xfrm flipV="1">
                <a:off x="8683312" y="443362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3" name="Rectangle 1312">
                <a:extLst>
                  <a:ext uri="{FF2B5EF4-FFF2-40B4-BE49-F238E27FC236}">
                    <a16:creationId xmlns:a16="http://schemas.microsoft.com/office/drawing/2014/main" id="{AA69951B-AFE4-45D0-8856-FD5AFBB67AC2}"/>
                  </a:ext>
                </a:extLst>
              </p:cNvPr>
              <p:cNvSpPr/>
              <p:nvPr/>
            </p:nvSpPr>
            <p:spPr>
              <a:xfrm flipV="1">
                <a:off x="8596686" y="4512334"/>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4" name="Rectangle 1313">
                <a:extLst>
                  <a:ext uri="{FF2B5EF4-FFF2-40B4-BE49-F238E27FC236}">
                    <a16:creationId xmlns:a16="http://schemas.microsoft.com/office/drawing/2014/main" id="{BA9A52EB-B3FB-4AE7-A870-D730749322BC}"/>
                  </a:ext>
                </a:extLst>
              </p:cNvPr>
              <p:cNvSpPr/>
              <p:nvPr/>
            </p:nvSpPr>
            <p:spPr>
              <a:xfrm flipV="1">
                <a:off x="8510971" y="4512334"/>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5" name="Rectangle 1314">
                <a:extLst>
                  <a:ext uri="{FF2B5EF4-FFF2-40B4-BE49-F238E27FC236}">
                    <a16:creationId xmlns:a16="http://schemas.microsoft.com/office/drawing/2014/main" id="{2C351361-46DC-49A8-8760-C3F17E247210}"/>
                  </a:ext>
                </a:extLst>
              </p:cNvPr>
              <p:cNvSpPr/>
              <p:nvPr/>
            </p:nvSpPr>
            <p:spPr>
              <a:xfrm flipV="1">
                <a:off x="8416577" y="4512334"/>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6" name="Rectangle 1315">
                <a:extLst>
                  <a:ext uri="{FF2B5EF4-FFF2-40B4-BE49-F238E27FC236}">
                    <a16:creationId xmlns:a16="http://schemas.microsoft.com/office/drawing/2014/main" id="{4DFCA3AE-6ED7-4606-9C81-D446AC897DE6}"/>
                  </a:ext>
                </a:extLst>
              </p:cNvPr>
              <p:cNvSpPr/>
              <p:nvPr/>
            </p:nvSpPr>
            <p:spPr>
              <a:xfrm flipV="1">
                <a:off x="8330862" y="4512334"/>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7" name="Rectangle 1316">
                <a:extLst>
                  <a:ext uri="{FF2B5EF4-FFF2-40B4-BE49-F238E27FC236}">
                    <a16:creationId xmlns:a16="http://schemas.microsoft.com/office/drawing/2014/main" id="{92ED98D5-AAE6-4438-9754-14AD3DEF919D}"/>
                  </a:ext>
                </a:extLst>
              </p:cNvPr>
              <p:cNvSpPr/>
              <p:nvPr/>
            </p:nvSpPr>
            <p:spPr>
              <a:xfrm>
                <a:off x="7903812" y="443388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8" name="Rectangle 1317">
                <a:extLst>
                  <a:ext uri="{FF2B5EF4-FFF2-40B4-BE49-F238E27FC236}">
                    <a16:creationId xmlns:a16="http://schemas.microsoft.com/office/drawing/2014/main" id="{F3FD3086-8122-4FDB-940E-AF0BC4AB0831}"/>
                  </a:ext>
                </a:extLst>
              </p:cNvPr>
              <p:cNvSpPr/>
              <p:nvPr/>
            </p:nvSpPr>
            <p:spPr>
              <a:xfrm>
                <a:off x="7823265" y="443388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9" name="Rectangle 1318">
                <a:extLst>
                  <a:ext uri="{FF2B5EF4-FFF2-40B4-BE49-F238E27FC236}">
                    <a16:creationId xmlns:a16="http://schemas.microsoft.com/office/drawing/2014/main" id="{6A0F574D-41C0-42F9-B87D-BD49C7CE3C9A}"/>
                  </a:ext>
                </a:extLst>
              </p:cNvPr>
              <p:cNvSpPr/>
              <p:nvPr/>
            </p:nvSpPr>
            <p:spPr>
              <a:xfrm flipV="1">
                <a:off x="7987296" y="450974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0" name="Rectangle 1319">
                <a:extLst>
                  <a:ext uri="{FF2B5EF4-FFF2-40B4-BE49-F238E27FC236}">
                    <a16:creationId xmlns:a16="http://schemas.microsoft.com/office/drawing/2014/main" id="{2A240AA0-9ED5-446C-8578-A7F28591C5B6}"/>
                  </a:ext>
                </a:extLst>
              </p:cNvPr>
              <p:cNvSpPr/>
              <p:nvPr/>
            </p:nvSpPr>
            <p:spPr>
              <a:xfrm flipV="1">
                <a:off x="8154474" y="45133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1" name="Rectangle 1320">
                <a:extLst>
                  <a:ext uri="{FF2B5EF4-FFF2-40B4-BE49-F238E27FC236}">
                    <a16:creationId xmlns:a16="http://schemas.microsoft.com/office/drawing/2014/main" id="{AEEB4728-9839-4123-AC80-94A399E28068}"/>
                  </a:ext>
                </a:extLst>
              </p:cNvPr>
              <p:cNvSpPr/>
              <p:nvPr/>
            </p:nvSpPr>
            <p:spPr>
              <a:xfrm flipV="1">
                <a:off x="8240999" y="45133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2" name="Rectangle 1321">
                <a:extLst>
                  <a:ext uri="{FF2B5EF4-FFF2-40B4-BE49-F238E27FC236}">
                    <a16:creationId xmlns:a16="http://schemas.microsoft.com/office/drawing/2014/main" id="{A18A9DB3-73D4-445C-957D-84C610D6B236}"/>
                  </a:ext>
                </a:extLst>
              </p:cNvPr>
              <p:cNvSpPr/>
              <p:nvPr/>
            </p:nvSpPr>
            <p:spPr>
              <a:xfrm>
                <a:off x="7902835" y="45098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3" name="Rectangle 1322">
                <a:extLst>
                  <a:ext uri="{FF2B5EF4-FFF2-40B4-BE49-F238E27FC236}">
                    <a16:creationId xmlns:a16="http://schemas.microsoft.com/office/drawing/2014/main" id="{BB061190-7D84-4AAA-ABC8-A143CB4E36EC}"/>
                  </a:ext>
                </a:extLst>
              </p:cNvPr>
              <p:cNvSpPr/>
              <p:nvPr/>
            </p:nvSpPr>
            <p:spPr>
              <a:xfrm>
                <a:off x="7822288" y="45098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4" name="Rectangle 1323">
                <a:extLst>
                  <a:ext uri="{FF2B5EF4-FFF2-40B4-BE49-F238E27FC236}">
                    <a16:creationId xmlns:a16="http://schemas.microsoft.com/office/drawing/2014/main" id="{15F3545C-76E7-42B5-8BEE-EA92A5ECCF1D}"/>
                  </a:ext>
                </a:extLst>
              </p:cNvPr>
              <p:cNvSpPr/>
              <p:nvPr/>
            </p:nvSpPr>
            <p:spPr>
              <a:xfrm>
                <a:off x="8686529"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5" name="Rectangle 1324">
                <a:extLst>
                  <a:ext uri="{FF2B5EF4-FFF2-40B4-BE49-F238E27FC236}">
                    <a16:creationId xmlns:a16="http://schemas.microsoft.com/office/drawing/2014/main" id="{5ABE1167-926A-4097-AEF7-7FB951CA43BC}"/>
                  </a:ext>
                </a:extLst>
              </p:cNvPr>
              <p:cNvSpPr/>
              <p:nvPr/>
            </p:nvSpPr>
            <p:spPr>
              <a:xfrm>
                <a:off x="7902306"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6" name="Rectangle 1325">
                <a:extLst>
                  <a:ext uri="{FF2B5EF4-FFF2-40B4-BE49-F238E27FC236}">
                    <a16:creationId xmlns:a16="http://schemas.microsoft.com/office/drawing/2014/main" id="{DF6590C6-13F1-4FED-8A60-99A0A132B5A9}"/>
                  </a:ext>
                </a:extLst>
              </p:cNvPr>
              <p:cNvSpPr/>
              <p:nvPr/>
            </p:nvSpPr>
            <p:spPr>
              <a:xfrm>
                <a:off x="7984853"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7" name="Rectangle 1326">
                <a:extLst>
                  <a:ext uri="{FF2B5EF4-FFF2-40B4-BE49-F238E27FC236}">
                    <a16:creationId xmlns:a16="http://schemas.microsoft.com/office/drawing/2014/main" id="{33021C1A-347C-48AE-908D-2E585FA4E3C2}"/>
                  </a:ext>
                </a:extLst>
              </p:cNvPr>
              <p:cNvSpPr/>
              <p:nvPr/>
            </p:nvSpPr>
            <p:spPr>
              <a:xfrm>
                <a:off x="8072145"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8" name="Rectangle 1327">
                <a:extLst>
                  <a:ext uri="{FF2B5EF4-FFF2-40B4-BE49-F238E27FC236}">
                    <a16:creationId xmlns:a16="http://schemas.microsoft.com/office/drawing/2014/main" id="{E77EEE5F-C7F3-4499-9744-2B3FB37C56C1}"/>
                  </a:ext>
                </a:extLst>
              </p:cNvPr>
              <p:cNvSpPr/>
              <p:nvPr/>
            </p:nvSpPr>
            <p:spPr>
              <a:xfrm>
                <a:off x="8158670"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9" name="Rectangle 1328">
                <a:extLst>
                  <a:ext uri="{FF2B5EF4-FFF2-40B4-BE49-F238E27FC236}">
                    <a16:creationId xmlns:a16="http://schemas.microsoft.com/office/drawing/2014/main" id="{492D02D2-190C-4D63-8093-8F0A125011F6}"/>
                  </a:ext>
                </a:extLst>
              </p:cNvPr>
              <p:cNvSpPr/>
              <p:nvPr/>
            </p:nvSpPr>
            <p:spPr>
              <a:xfrm>
                <a:off x="8245195"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0" name="Rectangle 1329">
                <a:extLst>
                  <a:ext uri="{FF2B5EF4-FFF2-40B4-BE49-F238E27FC236}">
                    <a16:creationId xmlns:a16="http://schemas.microsoft.com/office/drawing/2014/main" id="{C0C2532C-8677-4A80-ABAB-358A27234480}"/>
                  </a:ext>
                </a:extLst>
              </p:cNvPr>
              <p:cNvSpPr/>
              <p:nvPr/>
            </p:nvSpPr>
            <p:spPr>
              <a:xfrm>
                <a:off x="8334107"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 name="Rectangle 1330">
                <a:extLst>
                  <a:ext uri="{FF2B5EF4-FFF2-40B4-BE49-F238E27FC236}">
                    <a16:creationId xmlns:a16="http://schemas.microsoft.com/office/drawing/2014/main" id="{A6E22040-ECD3-4842-9296-4528944CE000}"/>
                  </a:ext>
                </a:extLst>
              </p:cNvPr>
              <p:cNvSpPr/>
              <p:nvPr/>
            </p:nvSpPr>
            <p:spPr>
              <a:xfrm>
                <a:off x="8424610"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 name="Rectangle 1331">
                <a:extLst>
                  <a:ext uri="{FF2B5EF4-FFF2-40B4-BE49-F238E27FC236}">
                    <a16:creationId xmlns:a16="http://schemas.microsoft.com/office/drawing/2014/main" id="{435CA0C0-430B-4163-93E2-A6ABFCD49893}"/>
                  </a:ext>
                </a:extLst>
              </p:cNvPr>
              <p:cNvSpPr/>
              <p:nvPr/>
            </p:nvSpPr>
            <p:spPr>
              <a:xfrm>
                <a:off x="8515097"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3" name="Rectangle 1332">
                <a:extLst>
                  <a:ext uri="{FF2B5EF4-FFF2-40B4-BE49-F238E27FC236}">
                    <a16:creationId xmlns:a16="http://schemas.microsoft.com/office/drawing/2014/main" id="{5C6BFFE5-D2DC-4C8D-BB8B-A5A47946A9AC}"/>
                  </a:ext>
                </a:extLst>
              </p:cNvPr>
              <p:cNvSpPr/>
              <p:nvPr/>
            </p:nvSpPr>
            <p:spPr>
              <a:xfrm>
                <a:off x="8600814" y="436018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 name="Rectangle 1333">
                <a:extLst>
                  <a:ext uri="{FF2B5EF4-FFF2-40B4-BE49-F238E27FC236}">
                    <a16:creationId xmlns:a16="http://schemas.microsoft.com/office/drawing/2014/main" id="{979E5FF7-F316-4822-954D-2676A55BDB7C}"/>
                  </a:ext>
                </a:extLst>
              </p:cNvPr>
              <p:cNvSpPr/>
              <p:nvPr/>
            </p:nvSpPr>
            <p:spPr>
              <a:xfrm>
                <a:off x="8768714" y="43575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5" name="Rectangle 1334">
                <a:extLst>
                  <a:ext uri="{FF2B5EF4-FFF2-40B4-BE49-F238E27FC236}">
                    <a16:creationId xmlns:a16="http://schemas.microsoft.com/office/drawing/2014/main" id="{BE1C94B5-359B-4DC6-A478-F5B01F6A6035}"/>
                  </a:ext>
                </a:extLst>
              </p:cNvPr>
              <p:cNvSpPr/>
              <p:nvPr/>
            </p:nvSpPr>
            <p:spPr>
              <a:xfrm>
                <a:off x="8680115"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6" name="Rectangle 1335">
                <a:extLst>
                  <a:ext uri="{FF2B5EF4-FFF2-40B4-BE49-F238E27FC236}">
                    <a16:creationId xmlns:a16="http://schemas.microsoft.com/office/drawing/2014/main" id="{96EABD08-557E-499A-BF4B-781E20BF5E0C}"/>
                  </a:ext>
                </a:extLst>
              </p:cNvPr>
              <p:cNvSpPr/>
              <p:nvPr/>
            </p:nvSpPr>
            <p:spPr>
              <a:xfrm>
                <a:off x="7895892"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7" name="Rectangle 1336">
                <a:extLst>
                  <a:ext uri="{FF2B5EF4-FFF2-40B4-BE49-F238E27FC236}">
                    <a16:creationId xmlns:a16="http://schemas.microsoft.com/office/drawing/2014/main" id="{2DF5577B-D9B4-46B0-AE80-BF46F06C36A9}"/>
                  </a:ext>
                </a:extLst>
              </p:cNvPr>
              <p:cNvSpPr/>
              <p:nvPr/>
            </p:nvSpPr>
            <p:spPr>
              <a:xfrm>
                <a:off x="7978439"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8" name="Rectangle 1337">
                <a:extLst>
                  <a:ext uri="{FF2B5EF4-FFF2-40B4-BE49-F238E27FC236}">
                    <a16:creationId xmlns:a16="http://schemas.microsoft.com/office/drawing/2014/main" id="{881429B9-4B9F-4A42-890D-B1879F1CA34D}"/>
                  </a:ext>
                </a:extLst>
              </p:cNvPr>
              <p:cNvSpPr/>
              <p:nvPr/>
            </p:nvSpPr>
            <p:spPr>
              <a:xfrm>
                <a:off x="8065731"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9" name="Rectangle 1338">
                <a:extLst>
                  <a:ext uri="{FF2B5EF4-FFF2-40B4-BE49-F238E27FC236}">
                    <a16:creationId xmlns:a16="http://schemas.microsoft.com/office/drawing/2014/main" id="{E6C08922-08BC-4DA5-853E-DCF4C1530F19}"/>
                  </a:ext>
                </a:extLst>
              </p:cNvPr>
              <p:cNvSpPr/>
              <p:nvPr/>
            </p:nvSpPr>
            <p:spPr>
              <a:xfrm>
                <a:off x="8152256"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0" name="Rectangle 1339">
                <a:extLst>
                  <a:ext uri="{FF2B5EF4-FFF2-40B4-BE49-F238E27FC236}">
                    <a16:creationId xmlns:a16="http://schemas.microsoft.com/office/drawing/2014/main" id="{23AA5E54-3BB1-4D60-96CC-5D9B37D6A32B}"/>
                  </a:ext>
                </a:extLst>
              </p:cNvPr>
              <p:cNvSpPr/>
              <p:nvPr/>
            </p:nvSpPr>
            <p:spPr>
              <a:xfrm>
                <a:off x="8238781"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1" name="Rectangle 1340">
                <a:extLst>
                  <a:ext uri="{FF2B5EF4-FFF2-40B4-BE49-F238E27FC236}">
                    <a16:creationId xmlns:a16="http://schemas.microsoft.com/office/drawing/2014/main" id="{C9DDFF49-9F8B-4FB5-B43F-587267B28BE8}"/>
                  </a:ext>
                </a:extLst>
              </p:cNvPr>
              <p:cNvSpPr/>
              <p:nvPr/>
            </p:nvSpPr>
            <p:spPr>
              <a:xfrm>
                <a:off x="8327693"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2" name="Rectangle 1341">
                <a:extLst>
                  <a:ext uri="{FF2B5EF4-FFF2-40B4-BE49-F238E27FC236}">
                    <a16:creationId xmlns:a16="http://schemas.microsoft.com/office/drawing/2014/main" id="{036EFD8F-5527-43DD-A085-983D198749E9}"/>
                  </a:ext>
                </a:extLst>
              </p:cNvPr>
              <p:cNvSpPr/>
              <p:nvPr/>
            </p:nvSpPr>
            <p:spPr>
              <a:xfrm>
                <a:off x="8418196"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3" name="Rectangle 1342">
                <a:extLst>
                  <a:ext uri="{FF2B5EF4-FFF2-40B4-BE49-F238E27FC236}">
                    <a16:creationId xmlns:a16="http://schemas.microsoft.com/office/drawing/2014/main" id="{B35FE924-A517-4CFA-922C-70FB4D67B27E}"/>
                  </a:ext>
                </a:extLst>
              </p:cNvPr>
              <p:cNvSpPr/>
              <p:nvPr/>
            </p:nvSpPr>
            <p:spPr>
              <a:xfrm>
                <a:off x="8508683"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4" name="Rectangle 1343">
                <a:extLst>
                  <a:ext uri="{FF2B5EF4-FFF2-40B4-BE49-F238E27FC236}">
                    <a16:creationId xmlns:a16="http://schemas.microsoft.com/office/drawing/2014/main" id="{379DBEE1-5E65-4DF4-9CCA-69BB2F8EF5EB}"/>
                  </a:ext>
                </a:extLst>
              </p:cNvPr>
              <p:cNvSpPr/>
              <p:nvPr/>
            </p:nvSpPr>
            <p:spPr>
              <a:xfrm>
                <a:off x="8594400"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5" name="Rectangle 1344">
                <a:extLst>
                  <a:ext uri="{FF2B5EF4-FFF2-40B4-BE49-F238E27FC236}">
                    <a16:creationId xmlns:a16="http://schemas.microsoft.com/office/drawing/2014/main" id="{3B645DA8-5BD9-44AB-8FC4-DECC648619B0}"/>
                  </a:ext>
                </a:extLst>
              </p:cNvPr>
              <p:cNvSpPr/>
              <p:nvPr/>
            </p:nvSpPr>
            <p:spPr>
              <a:xfrm>
                <a:off x="7730796"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6" name="Rectangle 1345">
                <a:extLst>
                  <a:ext uri="{FF2B5EF4-FFF2-40B4-BE49-F238E27FC236}">
                    <a16:creationId xmlns:a16="http://schemas.microsoft.com/office/drawing/2014/main" id="{EAC059CC-2A77-4FE4-A7F8-2D1084D2146F}"/>
                  </a:ext>
                </a:extLst>
              </p:cNvPr>
              <p:cNvSpPr/>
              <p:nvPr/>
            </p:nvSpPr>
            <p:spPr>
              <a:xfrm>
                <a:off x="7811760" y="160911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7" name="Rectangle 1346">
                <a:extLst>
                  <a:ext uri="{FF2B5EF4-FFF2-40B4-BE49-F238E27FC236}">
                    <a16:creationId xmlns:a16="http://schemas.microsoft.com/office/drawing/2014/main" id="{0D8FE0AC-D146-467E-82EF-9476172BFE97}"/>
                  </a:ext>
                </a:extLst>
              </p:cNvPr>
              <p:cNvSpPr/>
              <p:nvPr/>
            </p:nvSpPr>
            <p:spPr>
              <a:xfrm>
                <a:off x="8767623" y="160775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8" name="Rectangle 1347">
                <a:extLst>
                  <a:ext uri="{FF2B5EF4-FFF2-40B4-BE49-F238E27FC236}">
                    <a16:creationId xmlns:a16="http://schemas.microsoft.com/office/drawing/2014/main" id="{75F1B5B8-2B5D-42DA-88CB-70A5AA00286F}"/>
                  </a:ext>
                </a:extLst>
              </p:cNvPr>
              <p:cNvSpPr/>
              <p:nvPr/>
            </p:nvSpPr>
            <p:spPr>
              <a:xfrm>
                <a:off x="7651542" y="160681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9" name="Rectangle 1348">
                <a:extLst>
                  <a:ext uri="{FF2B5EF4-FFF2-40B4-BE49-F238E27FC236}">
                    <a16:creationId xmlns:a16="http://schemas.microsoft.com/office/drawing/2014/main" id="{57A6D307-E4D2-4216-B159-59A8688A8D0C}"/>
                  </a:ext>
                </a:extLst>
              </p:cNvPr>
              <p:cNvSpPr/>
              <p:nvPr/>
            </p:nvSpPr>
            <p:spPr>
              <a:xfrm flipV="1">
                <a:off x="8596686" y="4587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0" name="Rectangle 1349">
                <a:extLst>
                  <a:ext uri="{FF2B5EF4-FFF2-40B4-BE49-F238E27FC236}">
                    <a16:creationId xmlns:a16="http://schemas.microsoft.com/office/drawing/2014/main" id="{B2C82474-9F5E-4850-9452-C33DD43AA269}"/>
                  </a:ext>
                </a:extLst>
              </p:cNvPr>
              <p:cNvSpPr/>
              <p:nvPr/>
            </p:nvSpPr>
            <p:spPr>
              <a:xfrm flipV="1">
                <a:off x="8510971" y="4587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1" name="Rectangle 1350">
                <a:extLst>
                  <a:ext uri="{FF2B5EF4-FFF2-40B4-BE49-F238E27FC236}">
                    <a16:creationId xmlns:a16="http://schemas.microsoft.com/office/drawing/2014/main" id="{01ED1882-0D60-47B4-8268-07C72AB26FDE}"/>
                  </a:ext>
                </a:extLst>
              </p:cNvPr>
              <p:cNvSpPr/>
              <p:nvPr/>
            </p:nvSpPr>
            <p:spPr>
              <a:xfrm>
                <a:off x="7740494" y="443374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Rectangle 1351">
                <a:extLst>
                  <a:ext uri="{FF2B5EF4-FFF2-40B4-BE49-F238E27FC236}">
                    <a16:creationId xmlns:a16="http://schemas.microsoft.com/office/drawing/2014/main" id="{AC9418C2-4845-435F-B71D-C0B0EA836F22}"/>
                  </a:ext>
                </a:extLst>
              </p:cNvPr>
              <p:cNvSpPr/>
              <p:nvPr/>
            </p:nvSpPr>
            <p:spPr>
              <a:xfrm>
                <a:off x="7659947" y="443374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3" name="Rectangle 1352">
                <a:extLst>
                  <a:ext uri="{FF2B5EF4-FFF2-40B4-BE49-F238E27FC236}">
                    <a16:creationId xmlns:a16="http://schemas.microsoft.com/office/drawing/2014/main" id="{E1D2595A-6742-4677-AD28-977E71F191D5}"/>
                  </a:ext>
                </a:extLst>
              </p:cNvPr>
              <p:cNvSpPr/>
              <p:nvPr/>
            </p:nvSpPr>
            <p:spPr>
              <a:xfrm>
                <a:off x="7739517" y="450974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4" name="Rectangle 1353">
                <a:extLst>
                  <a:ext uri="{FF2B5EF4-FFF2-40B4-BE49-F238E27FC236}">
                    <a16:creationId xmlns:a16="http://schemas.microsoft.com/office/drawing/2014/main" id="{0246B892-2911-4E17-ACCA-B7B89DC244F0}"/>
                  </a:ext>
                </a:extLst>
              </p:cNvPr>
              <p:cNvSpPr/>
              <p:nvPr/>
            </p:nvSpPr>
            <p:spPr>
              <a:xfrm>
                <a:off x="7658970" y="450974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5" name="Rectangle 1354">
                <a:extLst>
                  <a:ext uri="{FF2B5EF4-FFF2-40B4-BE49-F238E27FC236}">
                    <a16:creationId xmlns:a16="http://schemas.microsoft.com/office/drawing/2014/main" id="{E207D2B3-C3E0-45A3-B9F4-C665F77DF83B}"/>
                  </a:ext>
                </a:extLst>
              </p:cNvPr>
              <p:cNvSpPr/>
              <p:nvPr/>
            </p:nvSpPr>
            <p:spPr>
              <a:xfrm>
                <a:off x="7739594" y="43608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6" name="Rectangle 1355">
                <a:extLst>
                  <a:ext uri="{FF2B5EF4-FFF2-40B4-BE49-F238E27FC236}">
                    <a16:creationId xmlns:a16="http://schemas.microsoft.com/office/drawing/2014/main" id="{53C332B1-89A2-4180-B2F5-788ABD642F05}"/>
                  </a:ext>
                </a:extLst>
              </p:cNvPr>
              <p:cNvSpPr/>
              <p:nvPr/>
            </p:nvSpPr>
            <p:spPr>
              <a:xfrm>
                <a:off x="7820558" y="43608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7" name="Rectangle 1356">
                <a:extLst>
                  <a:ext uri="{FF2B5EF4-FFF2-40B4-BE49-F238E27FC236}">
                    <a16:creationId xmlns:a16="http://schemas.microsoft.com/office/drawing/2014/main" id="{56F53F0C-E265-4AAA-AD70-36ECA937F6E5}"/>
                  </a:ext>
                </a:extLst>
              </p:cNvPr>
              <p:cNvSpPr/>
              <p:nvPr/>
            </p:nvSpPr>
            <p:spPr>
              <a:xfrm>
                <a:off x="7660340" y="435854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8" name="Rectangle 1357">
                <a:extLst>
                  <a:ext uri="{FF2B5EF4-FFF2-40B4-BE49-F238E27FC236}">
                    <a16:creationId xmlns:a16="http://schemas.microsoft.com/office/drawing/2014/main" id="{1CC7104D-B3D9-453C-842D-BA2186E5588B}"/>
                  </a:ext>
                </a:extLst>
              </p:cNvPr>
              <p:cNvSpPr/>
              <p:nvPr/>
            </p:nvSpPr>
            <p:spPr>
              <a:xfrm flipV="1">
                <a:off x="8071134" y="443732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9" name="Rectangle 1358">
                <a:extLst>
                  <a:ext uri="{FF2B5EF4-FFF2-40B4-BE49-F238E27FC236}">
                    <a16:creationId xmlns:a16="http://schemas.microsoft.com/office/drawing/2014/main" id="{1B246B4B-8BD0-4435-A0CC-1AF5C8346F9B}"/>
                  </a:ext>
                </a:extLst>
              </p:cNvPr>
              <p:cNvSpPr/>
              <p:nvPr/>
            </p:nvSpPr>
            <p:spPr>
              <a:xfrm flipV="1">
                <a:off x="8073841" y="4512588"/>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111A5464-508E-4F10-BDA6-43A268F9C6C5}"/>
                </a:ext>
              </a:extLst>
            </p:cNvPr>
            <p:cNvGrpSpPr/>
            <p:nvPr/>
          </p:nvGrpSpPr>
          <p:grpSpPr>
            <a:xfrm>
              <a:off x="8336662" y="3802916"/>
              <a:ext cx="1200545" cy="3055084"/>
              <a:chOff x="5762692" y="2855375"/>
              <a:chExt cx="1200545" cy="3055084"/>
            </a:xfrm>
          </p:grpSpPr>
          <p:sp>
            <p:nvSpPr>
              <p:cNvPr id="1360" name="Rectangle 1359">
                <a:extLst>
                  <a:ext uri="{FF2B5EF4-FFF2-40B4-BE49-F238E27FC236}">
                    <a16:creationId xmlns:a16="http://schemas.microsoft.com/office/drawing/2014/main" id="{B316B18B-990F-49D6-9862-C8D7A429FDB8}"/>
                  </a:ext>
                </a:extLst>
              </p:cNvPr>
              <p:cNvSpPr/>
              <p:nvPr/>
            </p:nvSpPr>
            <p:spPr>
              <a:xfrm flipV="1">
                <a:off x="5929760" y="524863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1" name="Rectangle 1360">
                <a:extLst>
                  <a:ext uri="{FF2B5EF4-FFF2-40B4-BE49-F238E27FC236}">
                    <a16:creationId xmlns:a16="http://schemas.microsoft.com/office/drawing/2014/main" id="{14FED714-0811-4D59-860C-37B524F99A33}"/>
                  </a:ext>
                </a:extLst>
              </p:cNvPr>
              <p:cNvSpPr/>
              <p:nvPr/>
            </p:nvSpPr>
            <p:spPr>
              <a:xfrm flipV="1">
                <a:off x="5929760" y="474063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2" name="Rectangle 1361">
                <a:extLst>
                  <a:ext uri="{FF2B5EF4-FFF2-40B4-BE49-F238E27FC236}">
                    <a16:creationId xmlns:a16="http://schemas.microsoft.com/office/drawing/2014/main" id="{7CEA6197-C963-4447-A798-3394E16EF07A}"/>
                  </a:ext>
                </a:extLst>
              </p:cNvPr>
              <p:cNvSpPr/>
              <p:nvPr/>
            </p:nvSpPr>
            <p:spPr>
              <a:xfrm flipV="1">
                <a:off x="5847212" y="51422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3" name="Rectangle 1362">
                <a:extLst>
                  <a:ext uri="{FF2B5EF4-FFF2-40B4-BE49-F238E27FC236}">
                    <a16:creationId xmlns:a16="http://schemas.microsoft.com/office/drawing/2014/main" id="{0F49D1C9-1D47-4401-A3AC-FD9ABBB96E38}"/>
                  </a:ext>
                </a:extLst>
              </p:cNvPr>
              <p:cNvSpPr/>
              <p:nvPr/>
            </p:nvSpPr>
            <p:spPr>
              <a:xfrm flipV="1">
                <a:off x="5847212" y="53629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4" name="Rectangle 1363">
                <a:extLst>
                  <a:ext uri="{FF2B5EF4-FFF2-40B4-BE49-F238E27FC236}">
                    <a16:creationId xmlns:a16="http://schemas.microsoft.com/office/drawing/2014/main" id="{F4487D6A-8664-4855-8E95-5A4BC18B9939}"/>
                  </a:ext>
                </a:extLst>
              </p:cNvPr>
              <p:cNvSpPr/>
              <p:nvPr/>
            </p:nvSpPr>
            <p:spPr>
              <a:xfrm flipV="1">
                <a:off x="5847212" y="5066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5" name="Rectangle 1364">
                <a:extLst>
                  <a:ext uri="{FF2B5EF4-FFF2-40B4-BE49-F238E27FC236}">
                    <a16:creationId xmlns:a16="http://schemas.microsoft.com/office/drawing/2014/main" id="{DA306C84-B6C9-4061-854B-4E54A80E2EDD}"/>
                  </a:ext>
                </a:extLst>
              </p:cNvPr>
              <p:cNvSpPr/>
              <p:nvPr/>
            </p:nvSpPr>
            <p:spPr>
              <a:xfrm flipV="1">
                <a:off x="5847212" y="54391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6" name="Rectangle 1365">
                <a:extLst>
                  <a:ext uri="{FF2B5EF4-FFF2-40B4-BE49-F238E27FC236}">
                    <a16:creationId xmlns:a16="http://schemas.microsoft.com/office/drawing/2014/main" id="{0BB50361-3756-4F99-B08C-A4A52968208B}"/>
                  </a:ext>
                </a:extLst>
              </p:cNvPr>
              <p:cNvSpPr/>
              <p:nvPr/>
            </p:nvSpPr>
            <p:spPr>
              <a:xfrm flipV="1">
                <a:off x="5847212" y="551929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7" name="Rectangle 1366">
                <a:extLst>
                  <a:ext uri="{FF2B5EF4-FFF2-40B4-BE49-F238E27FC236}">
                    <a16:creationId xmlns:a16="http://schemas.microsoft.com/office/drawing/2014/main" id="{E9ADCE83-F87C-4631-A8A5-DBC63352C665}"/>
                  </a:ext>
                </a:extLst>
              </p:cNvPr>
              <p:cNvSpPr/>
              <p:nvPr/>
            </p:nvSpPr>
            <p:spPr>
              <a:xfrm flipV="1">
                <a:off x="5847212" y="56042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8" name="Rectangle 1367">
                <a:extLst>
                  <a:ext uri="{FF2B5EF4-FFF2-40B4-BE49-F238E27FC236}">
                    <a16:creationId xmlns:a16="http://schemas.microsoft.com/office/drawing/2014/main" id="{65A15D70-170B-4552-84F2-2414D1FE25D7}"/>
                  </a:ext>
                </a:extLst>
              </p:cNvPr>
              <p:cNvSpPr/>
              <p:nvPr/>
            </p:nvSpPr>
            <p:spPr>
              <a:xfrm flipV="1">
                <a:off x="5847212" y="5680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9" name="Rectangle 1368">
                <a:extLst>
                  <a:ext uri="{FF2B5EF4-FFF2-40B4-BE49-F238E27FC236}">
                    <a16:creationId xmlns:a16="http://schemas.microsoft.com/office/drawing/2014/main" id="{E1A7DA11-CABB-499C-A42E-567119F55430}"/>
                  </a:ext>
                </a:extLst>
              </p:cNvPr>
              <p:cNvSpPr/>
              <p:nvPr/>
            </p:nvSpPr>
            <p:spPr>
              <a:xfrm flipV="1">
                <a:off x="5847212" y="49898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0" name="Rectangle 1369">
                <a:extLst>
                  <a:ext uri="{FF2B5EF4-FFF2-40B4-BE49-F238E27FC236}">
                    <a16:creationId xmlns:a16="http://schemas.microsoft.com/office/drawing/2014/main" id="{CED8D9A8-3AF6-48AF-A946-60F93A6E3C58}"/>
                  </a:ext>
                </a:extLst>
              </p:cNvPr>
              <p:cNvSpPr/>
              <p:nvPr/>
            </p:nvSpPr>
            <p:spPr>
              <a:xfrm flipV="1">
                <a:off x="5847212" y="490758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1" name="Rectangle 1370">
                <a:extLst>
                  <a:ext uri="{FF2B5EF4-FFF2-40B4-BE49-F238E27FC236}">
                    <a16:creationId xmlns:a16="http://schemas.microsoft.com/office/drawing/2014/main" id="{C8A68477-DB94-4796-8039-002D631566D7}"/>
                  </a:ext>
                </a:extLst>
              </p:cNvPr>
              <p:cNvSpPr/>
              <p:nvPr/>
            </p:nvSpPr>
            <p:spPr>
              <a:xfrm flipV="1">
                <a:off x="5847212" y="48279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2" name="Rectangle 1371">
                <a:extLst>
                  <a:ext uri="{FF2B5EF4-FFF2-40B4-BE49-F238E27FC236}">
                    <a16:creationId xmlns:a16="http://schemas.microsoft.com/office/drawing/2014/main" id="{8447A173-0DF3-4A99-AF0C-D5FCE71B6875}"/>
                  </a:ext>
                </a:extLst>
              </p:cNvPr>
              <p:cNvSpPr/>
              <p:nvPr/>
            </p:nvSpPr>
            <p:spPr>
              <a:xfrm flipV="1">
                <a:off x="5847212" y="474221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3" name="Rectangle 1372">
                <a:extLst>
                  <a:ext uri="{FF2B5EF4-FFF2-40B4-BE49-F238E27FC236}">
                    <a16:creationId xmlns:a16="http://schemas.microsoft.com/office/drawing/2014/main" id="{B1FA9992-89D5-40DC-B766-11D49C30F265}"/>
                  </a:ext>
                </a:extLst>
              </p:cNvPr>
              <p:cNvSpPr/>
              <p:nvPr/>
            </p:nvSpPr>
            <p:spPr>
              <a:xfrm>
                <a:off x="6793362" y="5145972"/>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374" name="Rectangle 1373">
                <a:extLst>
                  <a:ext uri="{FF2B5EF4-FFF2-40B4-BE49-F238E27FC236}">
                    <a16:creationId xmlns:a16="http://schemas.microsoft.com/office/drawing/2014/main" id="{9FB72383-87AD-4C1B-9D64-A6030BD433F1}"/>
                  </a:ext>
                </a:extLst>
              </p:cNvPr>
              <p:cNvSpPr/>
              <p:nvPr/>
            </p:nvSpPr>
            <p:spPr>
              <a:xfrm>
                <a:off x="6793362" y="506977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5" name="Rectangle 1374">
                <a:extLst>
                  <a:ext uri="{FF2B5EF4-FFF2-40B4-BE49-F238E27FC236}">
                    <a16:creationId xmlns:a16="http://schemas.microsoft.com/office/drawing/2014/main" id="{43EBB7AC-19F8-456B-92CE-A43B0D72C37F}"/>
                  </a:ext>
                </a:extLst>
              </p:cNvPr>
              <p:cNvSpPr/>
              <p:nvPr/>
            </p:nvSpPr>
            <p:spPr>
              <a:xfrm>
                <a:off x="6793362" y="535869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6" name="Rectangle 1375">
                <a:extLst>
                  <a:ext uri="{FF2B5EF4-FFF2-40B4-BE49-F238E27FC236}">
                    <a16:creationId xmlns:a16="http://schemas.microsoft.com/office/drawing/2014/main" id="{10186685-44F2-4916-ADDC-B820A4AF81B9}"/>
                  </a:ext>
                </a:extLst>
              </p:cNvPr>
              <p:cNvSpPr/>
              <p:nvPr/>
            </p:nvSpPr>
            <p:spPr>
              <a:xfrm>
                <a:off x="6793362" y="49816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7" name="Rectangle 1376">
                <a:extLst>
                  <a:ext uri="{FF2B5EF4-FFF2-40B4-BE49-F238E27FC236}">
                    <a16:creationId xmlns:a16="http://schemas.microsoft.com/office/drawing/2014/main" id="{D0B37836-4F0A-40FD-9993-EEA202820147}"/>
                  </a:ext>
                </a:extLst>
              </p:cNvPr>
              <p:cNvSpPr/>
              <p:nvPr/>
            </p:nvSpPr>
            <p:spPr>
              <a:xfrm>
                <a:off x="6793362" y="489461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8" name="Rectangle 1377">
                <a:extLst>
                  <a:ext uri="{FF2B5EF4-FFF2-40B4-BE49-F238E27FC236}">
                    <a16:creationId xmlns:a16="http://schemas.microsoft.com/office/drawing/2014/main" id="{3A119A6D-21DC-4E35-99BE-A73496B971DC}"/>
                  </a:ext>
                </a:extLst>
              </p:cNvPr>
              <p:cNvSpPr/>
              <p:nvPr/>
            </p:nvSpPr>
            <p:spPr>
              <a:xfrm>
                <a:off x="6793362" y="48163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9" name="Rectangle 1378">
                <a:extLst>
                  <a:ext uri="{FF2B5EF4-FFF2-40B4-BE49-F238E27FC236}">
                    <a16:creationId xmlns:a16="http://schemas.microsoft.com/office/drawing/2014/main" id="{1BF59834-938B-4DD5-A945-BBE06F476ECC}"/>
                  </a:ext>
                </a:extLst>
              </p:cNvPr>
              <p:cNvSpPr/>
              <p:nvPr/>
            </p:nvSpPr>
            <p:spPr>
              <a:xfrm>
                <a:off x="6793362" y="474221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0" name="Rectangle 1379">
                <a:extLst>
                  <a:ext uri="{FF2B5EF4-FFF2-40B4-BE49-F238E27FC236}">
                    <a16:creationId xmlns:a16="http://schemas.microsoft.com/office/drawing/2014/main" id="{211522F4-054D-44AF-996F-BBE4237D2A4A}"/>
                  </a:ext>
                </a:extLst>
              </p:cNvPr>
              <p:cNvSpPr/>
              <p:nvPr/>
            </p:nvSpPr>
            <p:spPr>
              <a:xfrm>
                <a:off x="6793362" y="568254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1" name="Rectangle 1380">
                <a:extLst>
                  <a:ext uri="{FF2B5EF4-FFF2-40B4-BE49-F238E27FC236}">
                    <a16:creationId xmlns:a16="http://schemas.microsoft.com/office/drawing/2014/main" id="{C90D5619-A1E8-4F0A-A567-E8CEA5170EF9}"/>
                  </a:ext>
                </a:extLst>
              </p:cNvPr>
              <p:cNvSpPr/>
              <p:nvPr/>
            </p:nvSpPr>
            <p:spPr>
              <a:xfrm>
                <a:off x="6793362" y="560475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2" name="Rectangle 1381">
                <a:extLst>
                  <a:ext uri="{FF2B5EF4-FFF2-40B4-BE49-F238E27FC236}">
                    <a16:creationId xmlns:a16="http://schemas.microsoft.com/office/drawing/2014/main" id="{30819E86-1727-4CC0-AAD3-1A60545D72B8}"/>
                  </a:ext>
                </a:extLst>
              </p:cNvPr>
              <p:cNvSpPr/>
              <p:nvPr/>
            </p:nvSpPr>
            <p:spPr>
              <a:xfrm>
                <a:off x="6793362" y="55277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3" name="Rectangle 1382">
                <a:extLst>
                  <a:ext uri="{FF2B5EF4-FFF2-40B4-BE49-F238E27FC236}">
                    <a16:creationId xmlns:a16="http://schemas.microsoft.com/office/drawing/2014/main" id="{B0FF3F9F-4C0D-48EF-8A9D-05AA78E24535}"/>
                  </a:ext>
                </a:extLst>
              </p:cNvPr>
              <p:cNvSpPr/>
              <p:nvPr/>
            </p:nvSpPr>
            <p:spPr>
              <a:xfrm>
                <a:off x="6793362" y="544283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4" name="Rectangle 1383">
                <a:extLst>
                  <a:ext uri="{FF2B5EF4-FFF2-40B4-BE49-F238E27FC236}">
                    <a16:creationId xmlns:a16="http://schemas.microsoft.com/office/drawing/2014/main" id="{D965F9E5-7928-4A64-9A65-F86FA2E35440}"/>
                  </a:ext>
                </a:extLst>
              </p:cNvPr>
              <p:cNvSpPr/>
              <p:nvPr/>
            </p:nvSpPr>
            <p:spPr>
              <a:xfrm flipV="1">
                <a:off x="6796530"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5" name="Rectangle 1384">
                <a:extLst>
                  <a:ext uri="{FF2B5EF4-FFF2-40B4-BE49-F238E27FC236}">
                    <a16:creationId xmlns:a16="http://schemas.microsoft.com/office/drawing/2014/main" id="{C47E9359-7CF9-41AD-8A12-0E5CA63F8874}"/>
                  </a:ext>
                </a:extLst>
              </p:cNvPr>
              <p:cNvSpPr/>
              <p:nvPr/>
            </p:nvSpPr>
            <p:spPr>
              <a:xfrm flipV="1">
                <a:off x="6012307"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6" name="Rectangle 1385">
                <a:extLst>
                  <a:ext uri="{FF2B5EF4-FFF2-40B4-BE49-F238E27FC236}">
                    <a16:creationId xmlns:a16="http://schemas.microsoft.com/office/drawing/2014/main" id="{612C32F4-5424-4EC2-A1D0-06D6BE2C1977}"/>
                  </a:ext>
                </a:extLst>
              </p:cNvPr>
              <p:cNvSpPr/>
              <p:nvPr/>
            </p:nvSpPr>
            <p:spPr>
              <a:xfrm flipV="1">
                <a:off x="6094854"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7" name="Rectangle 1386">
                <a:extLst>
                  <a:ext uri="{FF2B5EF4-FFF2-40B4-BE49-F238E27FC236}">
                    <a16:creationId xmlns:a16="http://schemas.microsoft.com/office/drawing/2014/main" id="{9F235688-DBA9-48FE-B3A2-C8DEE8919030}"/>
                  </a:ext>
                </a:extLst>
              </p:cNvPr>
              <p:cNvSpPr/>
              <p:nvPr/>
            </p:nvSpPr>
            <p:spPr>
              <a:xfrm flipV="1">
                <a:off x="6182146"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8" name="Rectangle 1387">
                <a:extLst>
                  <a:ext uri="{FF2B5EF4-FFF2-40B4-BE49-F238E27FC236}">
                    <a16:creationId xmlns:a16="http://schemas.microsoft.com/office/drawing/2014/main" id="{549BB7D9-E339-475C-9AE4-9DBF3CE6A053}"/>
                  </a:ext>
                </a:extLst>
              </p:cNvPr>
              <p:cNvSpPr/>
              <p:nvPr/>
            </p:nvSpPr>
            <p:spPr>
              <a:xfrm flipV="1">
                <a:off x="6268671"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9" name="Rectangle 1388">
                <a:extLst>
                  <a:ext uri="{FF2B5EF4-FFF2-40B4-BE49-F238E27FC236}">
                    <a16:creationId xmlns:a16="http://schemas.microsoft.com/office/drawing/2014/main" id="{5ADE0505-B0A1-42E7-98D2-C8150038EECE}"/>
                  </a:ext>
                </a:extLst>
              </p:cNvPr>
              <p:cNvSpPr/>
              <p:nvPr/>
            </p:nvSpPr>
            <p:spPr>
              <a:xfrm flipV="1">
                <a:off x="6355196"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0" name="Rectangle 1389">
                <a:extLst>
                  <a:ext uri="{FF2B5EF4-FFF2-40B4-BE49-F238E27FC236}">
                    <a16:creationId xmlns:a16="http://schemas.microsoft.com/office/drawing/2014/main" id="{A0D54C88-3EA6-4A3A-B725-FE978CD4ADB1}"/>
                  </a:ext>
                </a:extLst>
              </p:cNvPr>
              <p:cNvSpPr/>
              <p:nvPr/>
            </p:nvSpPr>
            <p:spPr>
              <a:xfrm flipV="1">
                <a:off x="6444108"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1" name="Rectangle 1390">
                <a:extLst>
                  <a:ext uri="{FF2B5EF4-FFF2-40B4-BE49-F238E27FC236}">
                    <a16:creationId xmlns:a16="http://schemas.microsoft.com/office/drawing/2014/main" id="{CD43CD57-73B0-4262-9C19-E90968FBC85C}"/>
                  </a:ext>
                </a:extLst>
              </p:cNvPr>
              <p:cNvSpPr/>
              <p:nvPr/>
            </p:nvSpPr>
            <p:spPr>
              <a:xfrm flipV="1">
                <a:off x="6534611"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2" name="Rectangle 1391">
                <a:extLst>
                  <a:ext uri="{FF2B5EF4-FFF2-40B4-BE49-F238E27FC236}">
                    <a16:creationId xmlns:a16="http://schemas.microsoft.com/office/drawing/2014/main" id="{0C538A14-7519-4982-BFC8-9A1688B54E8E}"/>
                  </a:ext>
                </a:extLst>
              </p:cNvPr>
              <p:cNvSpPr/>
              <p:nvPr/>
            </p:nvSpPr>
            <p:spPr>
              <a:xfrm flipV="1">
                <a:off x="6625098"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3" name="Rectangle 1392">
                <a:extLst>
                  <a:ext uri="{FF2B5EF4-FFF2-40B4-BE49-F238E27FC236}">
                    <a16:creationId xmlns:a16="http://schemas.microsoft.com/office/drawing/2014/main" id="{E3A50A8E-A835-4285-B992-BBAEAFC3FA64}"/>
                  </a:ext>
                </a:extLst>
              </p:cNvPr>
              <p:cNvSpPr/>
              <p:nvPr/>
            </p:nvSpPr>
            <p:spPr>
              <a:xfrm flipV="1">
                <a:off x="6710815"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4" name="Rectangle 1393">
                <a:extLst>
                  <a:ext uri="{FF2B5EF4-FFF2-40B4-BE49-F238E27FC236}">
                    <a16:creationId xmlns:a16="http://schemas.microsoft.com/office/drawing/2014/main" id="{EC2AD7A7-877A-4B55-85E3-018F830D5F56}"/>
                  </a:ext>
                </a:extLst>
              </p:cNvPr>
              <p:cNvSpPr/>
              <p:nvPr/>
            </p:nvSpPr>
            <p:spPr>
              <a:xfrm flipV="1">
                <a:off x="6793362"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5" name="Rectangle 1394">
                <a:extLst>
                  <a:ext uri="{FF2B5EF4-FFF2-40B4-BE49-F238E27FC236}">
                    <a16:creationId xmlns:a16="http://schemas.microsoft.com/office/drawing/2014/main" id="{54A29166-A1DA-4C77-8ED8-D7AADAADD17E}"/>
                  </a:ext>
                </a:extLst>
              </p:cNvPr>
              <p:cNvSpPr/>
              <p:nvPr/>
            </p:nvSpPr>
            <p:spPr>
              <a:xfrm flipV="1">
                <a:off x="6009139"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6" name="Rectangle 1395">
                <a:extLst>
                  <a:ext uri="{FF2B5EF4-FFF2-40B4-BE49-F238E27FC236}">
                    <a16:creationId xmlns:a16="http://schemas.microsoft.com/office/drawing/2014/main" id="{8EAD4E29-58DE-43BA-83E7-E6E0CD4C09DB}"/>
                  </a:ext>
                </a:extLst>
              </p:cNvPr>
              <p:cNvSpPr/>
              <p:nvPr/>
            </p:nvSpPr>
            <p:spPr>
              <a:xfrm flipV="1">
                <a:off x="6091686"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7" name="Rectangle 1396">
                <a:extLst>
                  <a:ext uri="{FF2B5EF4-FFF2-40B4-BE49-F238E27FC236}">
                    <a16:creationId xmlns:a16="http://schemas.microsoft.com/office/drawing/2014/main" id="{9650900D-9C97-4FD4-98AC-521704618E6D}"/>
                  </a:ext>
                </a:extLst>
              </p:cNvPr>
              <p:cNvSpPr/>
              <p:nvPr/>
            </p:nvSpPr>
            <p:spPr>
              <a:xfrm flipV="1">
                <a:off x="6178978"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8" name="Rectangle 1397">
                <a:extLst>
                  <a:ext uri="{FF2B5EF4-FFF2-40B4-BE49-F238E27FC236}">
                    <a16:creationId xmlns:a16="http://schemas.microsoft.com/office/drawing/2014/main" id="{E2256EF0-F1D9-4E81-B40C-1F7C50F38476}"/>
                  </a:ext>
                </a:extLst>
              </p:cNvPr>
              <p:cNvSpPr/>
              <p:nvPr/>
            </p:nvSpPr>
            <p:spPr>
              <a:xfrm flipV="1">
                <a:off x="6265503"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9" name="Rectangle 1398">
                <a:extLst>
                  <a:ext uri="{FF2B5EF4-FFF2-40B4-BE49-F238E27FC236}">
                    <a16:creationId xmlns:a16="http://schemas.microsoft.com/office/drawing/2014/main" id="{218B854C-F054-42F6-8BFB-4B877CAFD1AB}"/>
                  </a:ext>
                </a:extLst>
              </p:cNvPr>
              <p:cNvSpPr/>
              <p:nvPr/>
            </p:nvSpPr>
            <p:spPr>
              <a:xfrm flipV="1">
                <a:off x="6352028"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0" name="Rectangle 1399">
                <a:extLst>
                  <a:ext uri="{FF2B5EF4-FFF2-40B4-BE49-F238E27FC236}">
                    <a16:creationId xmlns:a16="http://schemas.microsoft.com/office/drawing/2014/main" id="{D96B7397-6A41-4A14-859A-75036F6D69E0}"/>
                  </a:ext>
                </a:extLst>
              </p:cNvPr>
              <p:cNvSpPr/>
              <p:nvPr/>
            </p:nvSpPr>
            <p:spPr>
              <a:xfrm flipV="1">
                <a:off x="6440940"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1" name="Rectangle 1400">
                <a:extLst>
                  <a:ext uri="{FF2B5EF4-FFF2-40B4-BE49-F238E27FC236}">
                    <a16:creationId xmlns:a16="http://schemas.microsoft.com/office/drawing/2014/main" id="{AA83C761-9303-4DDD-94A9-CDB817D29F6E}"/>
                  </a:ext>
                </a:extLst>
              </p:cNvPr>
              <p:cNvSpPr/>
              <p:nvPr/>
            </p:nvSpPr>
            <p:spPr>
              <a:xfrm flipV="1">
                <a:off x="6531443"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2" name="Rectangle 1401">
                <a:extLst>
                  <a:ext uri="{FF2B5EF4-FFF2-40B4-BE49-F238E27FC236}">
                    <a16:creationId xmlns:a16="http://schemas.microsoft.com/office/drawing/2014/main" id="{7B8CE635-A1CA-4D7E-97CE-D19200614B23}"/>
                  </a:ext>
                </a:extLst>
              </p:cNvPr>
              <p:cNvSpPr/>
              <p:nvPr/>
            </p:nvSpPr>
            <p:spPr>
              <a:xfrm flipV="1">
                <a:off x="6621930"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3" name="Rectangle 1402">
                <a:extLst>
                  <a:ext uri="{FF2B5EF4-FFF2-40B4-BE49-F238E27FC236}">
                    <a16:creationId xmlns:a16="http://schemas.microsoft.com/office/drawing/2014/main" id="{E2C220DB-9185-4928-BBE9-524789D82D0E}"/>
                  </a:ext>
                </a:extLst>
              </p:cNvPr>
              <p:cNvSpPr/>
              <p:nvPr/>
            </p:nvSpPr>
            <p:spPr>
              <a:xfrm flipV="1">
                <a:off x="6707647"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4" name="Rectangle 1403">
                <a:extLst>
                  <a:ext uri="{FF2B5EF4-FFF2-40B4-BE49-F238E27FC236}">
                    <a16:creationId xmlns:a16="http://schemas.microsoft.com/office/drawing/2014/main" id="{3382C371-28EF-448A-B4C7-FFD0B3F1F8A5}"/>
                  </a:ext>
                </a:extLst>
              </p:cNvPr>
              <p:cNvSpPr/>
              <p:nvPr/>
            </p:nvSpPr>
            <p:spPr>
              <a:xfrm flipV="1">
                <a:off x="5847211" y="576139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5" name="Rectangle 1404">
                <a:extLst>
                  <a:ext uri="{FF2B5EF4-FFF2-40B4-BE49-F238E27FC236}">
                    <a16:creationId xmlns:a16="http://schemas.microsoft.com/office/drawing/2014/main" id="{D110EDE9-BC3D-4FFA-A2D3-62E5EDB230A5}"/>
                  </a:ext>
                </a:extLst>
              </p:cNvPr>
              <p:cNvSpPr/>
              <p:nvPr/>
            </p:nvSpPr>
            <p:spPr>
              <a:xfrm flipV="1">
                <a:off x="5928175" y="576139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6" name="Rectangle 1405">
                <a:extLst>
                  <a:ext uri="{FF2B5EF4-FFF2-40B4-BE49-F238E27FC236}">
                    <a16:creationId xmlns:a16="http://schemas.microsoft.com/office/drawing/2014/main" id="{C2498905-2745-4027-A6C2-F8D739342410}"/>
                  </a:ext>
                </a:extLst>
              </p:cNvPr>
              <p:cNvSpPr/>
              <p:nvPr/>
            </p:nvSpPr>
            <p:spPr>
              <a:xfrm flipV="1">
                <a:off x="5847211" y="4664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7" name="Rectangle 1406">
                <a:extLst>
                  <a:ext uri="{FF2B5EF4-FFF2-40B4-BE49-F238E27FC236}">
                    <a16:creationId xmlns:a16="http://schemas.microsoft.com/office/drawing/2014/main" id="{5B691477-DDD1-4355-820F-593A56061DA5}"/>
                  </a:ext>
                </a:extLst>
              </p:cNvPr>
              <p:cNvSpPr/>
              <p:nvPr/>
            </p:nvSpPr>
            <p:spPr>
              <a:xfrm flipV="1">
                <a:off x="5928175" y="4664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8" name="Rectangle 1407">
                <a:extLst>
                  <a:ext uri="{FF2B5EF4-FFF2-40B4-BE49-F238E27FC236}">
                    <a16:creationId xmlns:a16="http://schemas.microsoft.com/office/drawing/2014/main" id="{B6C2C510-1C87-490F-A441-125E8630CBEE}"/>
                  </a:ext>
                </a:extLst>
              </p:cNvPr>
              <p:cNvSpPr/>
              <p:nvPr/>
            </p:nvSpPr>
            <p:spPr>
              <a:xfrm>
                <a:off x="6793390"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9" name="Rectangle 1408">
                <a:extLst>
                  <a:ext uri="{FF2B5EF4-FFF2-40B4-BE49-F238E27FC236}">
                    <a16:creationId xmlns:a16="http://schemas.microsoft.com/office/drawing/2014/main" id="{C9D86734-796A-4B59-A55C-EB18DB7F03CC}"/>
                  </a:ext>
                </a:extLst>
              </p:cNvPr>
              <p:cNvSpPr/>
              <p:nvPr/>
            </p:nvSpPr>
            <p:spPr>
              <a:xfrm>
                <a:off x="6091686" y="458108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0" name="Rectangle 1409">
                <a:extLst>
                  <a:ext uri="{FF2B5EF4-FFF2-40B4-BE49-F238E27FC236}">
                    <a16:creationId xmlns:a16="http://schemas.microsoft.com/office/drawing/2014/main" id="{6EEE84F1-5C5A-42B0-A2C7-772A9DFB0DCB}"/>
                  </a:ext>
                </a:extLst>
              </p:cNvPr>
              <p:cNvSpPr/>
              <p:nvPr/>
            </p:nvSpPr>
            <p:spPr>
              <a:xfrm>
                <a:off x="6179814" y="457843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1" name="Rectangle 1410">
                <a:extLst>
                  <a:ext uri="{FF2B5EF4-FFF2-40B4-BE49-F238E27FC236}">
                    <a16:creationId xmlns:a16="http://schemas.microsoft.com/office/drawing/2014/main" id="{E5EC8A3A-98E9-4A72-B7D9-732B0D218E59}"/>
                  </a:ext>
                </a:extLst>
              </p:cNvPr>
              <p:cNvSpPr/>
              <p:nvPr/>
            </p:nvSpPr>
            <p:spPr>
              <a:xfrm>
                <a:off x="6266339" y="457843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2" name="Rectangle 1411">
                <a:extLst>
                  <a:ext uri="{FF2B5EF4-FFF2-40B4-BE49-F238E27FC236}">
                    <a16:creationId xmlns:a16="http://schemas.microsoft.com/office/drawing/2014/main" id="{B9E3F341-1B0B-4F08-BCAB-62970D3DB16E}"/>
                  </a:ext>
                </a:extLst>
              </p:cNvPr>
              <p:cNvSpPr/>
              <p:nvPr/>
            </p:nvSpPr>
            <p:spPr>
              <a:xfrm>
                <a:off x="6352056"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3" name="Rectangle 1412">
                <a:extLst>
                  <a:ext uri="{FF2B5EF4-FFF2-40B4-BE49-F238E27FC236}">
                    <a16:creationId xmlns:a16="http://schemas.microsoft.com/office/drawing/2014/main" id="{2B347726-150C-4B64-A8F6-709B0A48EF75}"/>
                  </a:ext>
                </a:extLst>
              </p:cNvPr>
              <p:cNvSpPr/>
              <p:nvPr/>
            </p:nvSpPr>
            <p:spPr>
              <a:xfrm>
                <a:off x="6440968"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4" name="Rectangle 1413">
                <a:extLst>
                  <a:ext uri="{FF2B5EF4-FFF2-40B4-BE49-F238E27FC236}">
                    <a16:creationId xmlns:a16="http://schemas.microsoft.com/office/drawing/2014/main" id="{01C2B2A2-9CD5-4F66-8407-C44F6722CE7C}"/>
                  </a:ext>
                </a:extLst>
              </p:cNvPr>
              <p:cNvSpPr/>
              <p:nvPr/>
            </p:nvSpPr>
            <p:spPr>
              <a:xfrm>
                <a:off x="6531471"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Rectangle 1414">
                <a:extLst>
                  <a:ext uri="{FF2B5EF4-FFF2-40B4-BE49-F238E27FC236}">
                    <a16:creationId xmlns:a16="http://schemas.microsoft.com/office/drawing/2014/main" id="{4F288451-6D6F-459A-A271-6E0543D6BE62}"/>
                  </a:ext>
                </a:extLst>
              </p:cNvPr>
              <p:cNvSpPr/>
              <p:nvPr/>
            </p:nvSpPr>
            <p:spPr>
              <a:xfrm>
                <a:off x="6621958"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6" name="Rectangle 1415">
                <a:extLst>
                  <a:ext uri="{FF2B5EF4-FFF2-40B4-BE49-F238E27FC236}">
                    <a16:creationId xmlns:a16="http://schemas.microsoft.com/office/drawing/2014/main" id="{D8E2C4CD-F72C-4172-8398-3570B60988B2}"/>
                  </a:ext>
                </a:extLst>
              </p:cNvPr>
              <p:cNvSpPr/>
              <p:nvPr/>
            </p:nvSpPr>
            <p:spPr>
              <a:xfrm>
                <a:off x="6707675"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7" name="Rectangle 1416">
                <a:extLst>
                  <a:ext uri="{FF2B5EF4-FFF2-40B4-BE49-F238E27FC236}">
                    <a16:creationId xmlns:a16="http://schemas.microsoft.com/office/drawing/2014/main" id="{BA74A5B7-C3E1-4E85-B8B2-C9A16A19F370}"/>
                  </a:ext>
                </a:extLst>
              </p:cNvPr>
              <p:cNvSpPr/>
              <p:nvPr/>
            </p:nvSpPr>
            <p:spPr>
              <a:xfrm>
                <a:off x="6621049"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8" name="Rectangle 1417">
                <a:extLst>
                  <a:ext uri="{FF2B5EF4-FFF2-40B4-BE49-F238E27FC236}">
                    <a16:creationId xmlns:a16="http://schemas.microsoft.com/office/drawing/2014/main" id="{8AABBC5C-70DD-4ACF-AD14-CCB87AC6C83E}"/>
                  </a:ext>
                </a:extLst>
              </p:cNvPr>
              <p:cNvSpPr/>
              <p:nvPr/>
            </p:nvSpPr>
            <p:spPr>
              <a:xfrm>
                <a:off x="6535334"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9" name="Rectangle 1418">
                <a:extLst>
                  <a:ext uri="{FF2B5EF4-FFF2-40B4-BE49-F238E27FC236}">
                    <a16:creationId xmlns:a16="http://schemas.microsoft.com/office/drawing/2014/main" id="{2FFD6565-9939-4340-B126-E626D602CF2D}"/>
                  </a:ext>
                </a:extLst>
              </p:cNvPr>
              <p:cNvSpPr/>
              <p:nvPr/>
            </p:nvSpPr>
            <p:spPr>
              <a:xfrm>
                <a:off x="6621049" y="44222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Rectangle 1419">
                <a:extLst>
                  <a:ext uri="{FF2B5EF4-FFF2-40B4-BE49-F238E27FC236}">
                    <a16:creationId xmlns:a16="http://schemas.microsoft.com/office/drawing/2014/main" id="{E821D0AB-8475-4FD3-AEB9-389F02505E3D}"/>
                  </a:ext>
                </a:extLst>
              </p:cNvPr>
              <p:cNvSpPr/>
              <p:nvPr/>
            </p:nvSpPr>
            <p:spPr>
              <a:xfrm>
                <a:off x="6535334" y="44222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1" name="Rectangle 1420">
                <a:extLst>
                  <a:ext uri="{FF2B5EF4-FFF2-40B4-BE49-F238E27FC236}">
                    <a16:creationId xmlns:a16="http://schemas.microsoft.com/office/drawing/2014/main" id="{C42BE4B1-F41C-4AAA-9A0D-74EB862BAA4E}"/>
                  </a:ext>
                </a:extLst>
              </p:cNvPr>
              <p:cNvSpPr/>
              <p:nvPr/>
            </p:nvSpPr>
            <p:spPr>
              <a:xfrm>
                <a:off x="6440940"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Rectangle 1421">
                <a:extLst>
                  <a:ext uri="{FF2B5EF4-FFF2-40B4-BE49-F238E27FC236}">
                    <a16:creationId xmlns:a16="http://schemas.microsoft.com/office/drawing/2014/main" id="{1EB489EF-31A9-4473-9426-38C964E5F8DA}"/>
                  </a:ext>
                </a:extLst>
              </p:cNvPr>
              <p:cNvSpPr/>
              <p:nvPr/>
            </p:nvSpPr>
            <p:spPr>
              <a:xfrm>
                <a:off x="6355225"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3" name="Rectangle 1422">
                <a:extLst>
                  <a:ext uri="{FF2B5EF4-FFF2-40B4-BE49-F238E27FC236}">
                    <a16:creationId xmlns:a16="http://schemas.microsoft.com/office/drawing/2014/main" id="{8D55FBBE-F46A-4084-88D6-8322836610C9}"/>
                  </a:ext>
                </a:extLst>
              </p:cNvPr>
              <p:cNvSpPr/>
              <p:nvPr/>
            </p:nvSpPr>
            <p:spPr>
              <a:xfrm flipV="1">
                <a:off x="6010765" y="45802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Rectangle 1423">
                <a:extLst>
                  <a:ext uri="{FF2B5EF4-FFF2-40B4-BE49-F238E27FC236}">
                    <a16:creationId xmlns:a16="http://schemas.microsoft.com/office/drawing/2014/main" id="{58E09EED-5683-4748-AF40-679DA5F1492A}"/>
                  </a:ext>
                </a:extLst>
              </p:cNvPr>
              <p:cNvSpPr/>
              <p:nvPr/>
            </p:nvSpPr>
            <p:spPr>
              <a:xfrm flipV="1">
                <a:off x="5928175" y="45818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5" name="Rectangle 1424">
                <a:extLst>
                  <a:ext uri="{FF2B5EF4-FFF2-40B4-BE49-F238E27FC236}">
                    <a16:creationId xmlns:a16="http://schemas.microsoft.com/office/drawing/2014/main" id="{BE658EC1-D4E7-4E1F-BE08-3C7E47ABBABC}"/>
                  </a:ext>
                </a:extLst>
              </p:cNvPr>
              <p:cNvSpPr/>
              <p:nvPr/>
            </p:nvSpPr>
            <p:spPr>
              <a:xfrm flipV="1">
                <a:off x="5847628" y="45818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6" name="Rectangle 1425">
                <a:extLst>
                  <a:ext uri="{FF2B5EF4-FFF2-40B4-BE49-F238E27FC236}">
                    <a16:creationId xmlns:a16="http://schemas.microsoft.com/office/drawing/2014/main" id="{51230A0F-D831-4C99-B2CD-EAA23E773DA7}"/>
                  </a:ext>
                </a:extLst>
              </p:cNvPr>
              <p:cNvSpPr/>
              <p:nvPr/>
            </p:nvSpPr>
            <p:spPr>
              <a:xfrm flipV="1">
                <a:off x="5928175" y="3743937"/>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7" name="Rectangle 1426">
                <a:extLst>
                  <a:ext uri="{FF2B5EF4-FFF2-40B4-BE49-F238E27FC236}">
                    <a16:creationId xmlns:a16="http://schemas.microsoft.com/office/drawing/2014/main" id="{81B6D7FE-EC8B-452B-B271-5BC5696CD996}"/>
                  </a:ext>
                </a:extLst>
              </p:cNvPr>
              <p:cNvSpPr/>
              <p:nvPr/>
            </p:nvSpPr>
            <p:spPr>
              <a:xfrm flipV="1">
                <a:off x="5928175" y="3235937"/>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8" name="Rectangle 1427">
                <a:extLst>
                  <a:ext uri="{FF2B5EF4-FFF2-40B4-BE49-F238E27FC236}">
                    <a16:creationId xmlns:a16="http://schemas.microsoft.com/office/drawing/2014/main" id="{4D09978E-3EC8-4EC4-B1A4-D576D99643DE}"/>
                  </a:ext>
                </a:extLst>
              </p:cNvPr>
              <p:cNvSpPr/>
              <p:nvPr/>
            </p:nvSpPr>
            <p:spPr>
              <a:xfrm flipV="1">
                <a:off x="5845627" y="36375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9" name="Rectangle 1428">
                <a:extLst>
                  <a:ext uri="{FF2B5EF4-FFF2-40B4-BE49-F238E27FC236}">
                    <a16:creationId xmlns:a16="http://schemas.microsoft.com/office/drawing/2014/main" id="{064126CC-1C61-4145-B190-894493121007}"/>
                  </a:ext>
                </a:extLst>
              </p:cNvPr>
              <p:cNvSpPr/>
              <p:nvPr/>
            </p:nvSpPr>
            <p:spPr>
              <a:xfrm>
                <a:off x="6791777" y="36375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1430" name="Rectangle 1429">
                <a:extLst>
                  <a:ext uri="{FF2B5EF4-FFF2-40B4-BE49-F238E27FC236}">
                    <a16:creationId xmlns:a16="http://schemas.microsoft.com/office/drawing/2014/main" id="{A0956261-DA5D-461F-8FB9-D1C3407C48D9}"/>
                  </a:ext>
                </a:extLst>
              </p:cNvPr>
              <p:cNvSpPr/>
              <p:nvPr/>
            </p:nvSpPr>
            <p:spPr>
              <a:xfrm flipV="1">
                <a:off x="5845627" y="38582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1" name="Rectangle 1430">
                <a:extLst>
                  <a:ext uri="{FF2B5EF4-FFF2-40B4-BE49-F238E27FC236}">
                    <a16:creationId xmlns:a16="http://schemas.microsoft.com/office/drawing/2014/main" id="{9E4CD826-FCB6-44EF-A9B3-E58E50DE7FB5}"/>
                  </a:ext>
                </a:extLst>
              </p:cNvPr>
              <p:cNvSpPr/>
              <p:nvPr/>
            </p:nvSpPr>
            <p:spPr>
              <a:xfrm flipV="1">
                <a:off x="5845627" y="35613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2" name="Rectangle 1431">
                <a:extLst>
                  <a:ext uri="{FF2B5EF4-FFF2-40B4-BE49-F238E27FC236}">
                    <a16:creationId xmlns:a16="http://schemas.microsoft.com/office/drawing/2014/main" id="{ECEC3061-138A-41FC-B004-CF8889614D95}"/>
                  </a:ext>
                </a:extLst>
              </p:cNvPr>
              <p:cNvSpPr/>
              <p:nvPr/>
            </p:nvSpPr>
            <p:spPr>
              <a:xfrm flipV="1">
                <a:off x="6791777" y="385030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 name="Rectangle 1432">
                <a:extLst>
                  <a:ext uri="{FF2B5EF4-FFF2-40B4-BE49-F238E27FC236}">
                    <a16:creationId xmlns:a16="http://schemas.microsoft.com/office/drawing/2014/main" id="{653B5341-38E3-4EBC-A971-F9B00732E93C}"/>
                  </a:ext>
                </a:extLst>
              </p:cNvPr>
              <p:cNvSpPr/>
              <p:nvPr/>
            </p:nvSpPr>
            <p:spPr>
              <a:xfrm flipV="1">
                <a:off x="6791777" y="356137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 name="Rectangle 1433">
                <a:extLst>
                  <a:ext uri="{FF2B5EF4-FFF2-40B4-BE49-F238E27FC236}">
                    <a16:creationId xmlns:a16="http://schemas.microsoft.com/office/drawing/2014/main" id="{10C4EC97-A05A-439D-90A2-D95C17F509B0}"/>
                  </a:ext>
                </a:extLst>
              </p:cNvPr>
              <p:cNvSpPr/>
              <p:nvPr/>
            </p:nvSpPr>
            <p:spPr>
              <a:xfrm flipV="1">
                <a:off x="5845627" y="39344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 name="Rectangle 1434">
                <a:extLst>
                  <a:ext uri="{FF2B5EF4-FFF2-40B4-BE49-F238E27FC236}">
                    <a16:creationId xmlns:a16="http://schemas.microsoft.com/office/drawing/2014/main" id="{9C75E0BB-9462-4B90-A7B9-F9CC415F36E5}"/>
                  </a:ext>
                </a:extLst>
              </p:cNvPr>
              <p:cNvSpPr/>
              <p:nvPr/>
            </p:nvSpPr>
            <p:spPr>
              <a:xfrm flipV="1">
                <a:off x="5845627" y="401460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6" name="Rectangle 1435">
                <a:extLst>
                  <a:ext uri="{FF2B5EF4-FFF2-40B4-BE49-F238E27FC236}">
                    <a16:creationId xmlns:a16="http://schemas.microsoft.com/office/drawing/2014/main" id="{20BC47EA-226A-4D1F-851E-3252EFB05C2B}"/>
                  </a:ext>
                </a:extLst>
              </p:cNvPr>
              <p:cNvSpPr/>
              <p:nvPr/>
            </p:nvSpPr>
            <p:spPr>
              <a:xfrm flipV="1">
                <a:off x="5845627" y="40995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7" name="Rectangle 1436">
                <a:extLst>
                  <a:ext uri="{FF2B5EF4-FFF2-40B4-BE49-F238E27FC236}">
                    <a16:creationId xmlns:a16="http://schemas.microsoft.com/office/drawing/2014/main" id="{93DFAFFE-234F-418F-9B58-7A49D7BEE970}"/>
                  </a:ext>
                </a:extLst>
              </p:cNvPr>
              <p:cNvSpPr/>
              <p:nvPr/>
            </p:nvSpPr>
            <p:spPr>
              <a:xfrm flipV="1">
                <a:off x="5845627" y="4175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8" name="Rectangle 1437">
                <a:extLst>
                  <a:ext uri="{FF2B5EF4-FFF2-40B4-BE49-F238E27FC236}">
                    <a16:creationId xmlns:a16="http://schemas.microsoft.com/office/drawing/2014/main" id="{0F0C2CE3-40DB-4AFF-B586-57D4B47C3516}"/>
                  </a:ext>
                </a:extLst>
              </p:cNvPr>
              <p:cNvSpPr/>
              <p:nvPr/>
            </p:nvSpPr>
            <p:spPr>
              <a:xfrm flipV="1">
                <a:off x="6791777" y="393840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9" name="Rectangle 1438">
                <a:extLst>
                  <a:ext uri="{FF2B5EF4-FFF2-40B4-BE49-F238E27FC236}">
                    <a16:creationId xmlns:a16="http://schemas.microsoft.com/office/drawing/2014/main" id="{EF2DD2A8-5515-4691-927C-8F898D494737}"/>
                  </a:ext>
                </a:extLst>
              </p:cNvPr>
              <p:cNvSpPr/>
              <p:nvPr/>
            </p:nvSpPr>
            <p:spPr>
              <a:xfrm flipV="1">
                <a:off x="6791777" y="402545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0" name="Rectangle 1439">
                <a:extLst>
                  <a:ext uri="{FF2B5EF4-FFF2-40B4-BE49-F238E27FC236}">
                    <a16:creationId xmlns:a16="http://schemas.microsoft.com/office/drawing/2014/main" id="{FCEC5576-7947-48AA-8750-D258FCF57F4A}"/>
                  </a:ext>
                </a:extLst>
              </p:cNvPr>
              <p:cNvSpPr/>
              <p:nvPr/>
            </p:nvSpPr>
            <p:spPr>
              <a:xfrm flipV="1">
                <a:off x="6791777" y="410377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1" name="Rectangle 1440">
                <a:extLst>
                  <a:ext uri="{FF2B5EF4-FFF2-40B4-BE49-F238E27FC236}">
                    <a16:creationId xmlns:a16="http://schemas.microsoft.com/office/drawing/2014/main" id="{ABA75F41-6180-41EC-BA93-8FA1941797FE}"/>
                  </a:ext>
                </a:extLst>
              </p:cNvPr>
              <p:cNvSpPr/>
              <p:nvPr/>
            </p:nvSpPr>
            <p:spPr>
              <a:xfrm flipV="1">
                <a:off x="6791777" y="417785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2" name="Rectangle 1441">
                <a:extLst>
                  <a:ext uri="{FF2B5EF4-FFF2-40B4-BE49-F238E27FC236}">
                    <a16:creationId xmlns:a16="http://schemas.microsoft.com/office/drawing/2014/main" id="{82AF30B8-98CA-45EA-AC6B-110E634DBCEE}"/>
                  </a:ext>
                </a:extLst>
              </p:cNvPr>
              <p:cNvSpPr/>
              <p:nvPr/>
            </p:nvSpPr>
            <p:spPr>
              <a:xfrm flipV="1">
                <a:off x="5845627" y="34851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3" name="Rectangle 1442">
                <a:extLst>
                  <a:ext uri="{FF2B5EF4-FFF2-40B4-BE49-F238E27FC236}">
                    <a16:creationId xmlns:a16="http://schemas.microsoft.com/office/drawing/2014/main" id="{90F8A420-AA46-4471-8084-9A1FC5CA0CEB}"/>
                  </a:ext>
                </a:extLst>
              </p:cNvPr>
              <p:cNvSpPr/>
              <p:nvPr/>
            </p:nvSpPr>
            <p:spPr>
              <a:xfrm flipV="1">
                <a:off x="5845627" y="340289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4" name="Rectangle 1443">
                <a:extLst>
                  <a:ext uri="{FF2B5EF4-FFF2-40B4-BE49-F238E27FC236}">
                    <a16:creationId xmlns:a16="http://schemas.microsoft.com/office/drawing/2014/main" id="{25A27F7B-1BD7-45FE-BBFC-CAE5DFEE7C94}"/>
                  </a:ext>
                </a:extLst>
              </p:cNvPr>
              <p:cNvSpPr/>
              <p:nvPr/>
            </p:nvSpPr>
            <p:spPr>
              <a:xfrm flipV="1">
                <a:off x="5845627" y="332325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5" name="Rectangle 1444">
                <a:extLst>
                  <a:ext uri="{FF2B5EF4-FFF2-40B4-BE49-F238E27FC236}">
                    <a16:creationId xmlns:a16="http://schemas.microsoft.com/office/drawing/2014/main" id="{BC488BA1-3C9D-46FA-B722-1E9161C758CE}"/>
                  </a:ext>
                </a:extLst>
              </p:cNvPr>
              <p:cNvSpPr/>
              <p:nvPr/>
            </p:nvSpPr>
            <p:spPr>
              <a:xfrm flipV="1">
                <a:off x="5845627" y="323752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6" name="Rectangle 1445">
                <a:extLst>
                  <a:ext uri="{FF2B5EF4-FFF2-40B4-BE49-F238E27FC236}">
                    <a16:creationId xmlns:a16="http://schemas.microsoft.com/office/drawing/2014/main" id="{DC073F8E-FF47-4092-9ADE-BA2238F855D3}"/>
                  </a:ext>
                </a:extLst>
              </p:cNvPr>
              <p:cNvSpPr/>
              <p:nvPr/>
            </p:nvSpPr>
            <p:spPr>
              <a:xfrm flipV="1">
                <a:off x="6791777" y="323752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7" name="Rectangle 1446">
                <a:extLst>
                  <a:ext uri="{FF2B5EF4-FFF2-40B4-BE49-F238E27FC236}">
                    <a16:creationId xmlns:a16="http://schemas.microsoft.com/office/drawing/2014/main" id="{5F1F9326-4061-4FFB-8D5C-7A3611F893E5}"/>
                  </a:ext>
                </a:extLst>
              </p:cNvPr>
              <p:cNvSpPr/>
              <p:nvPr/>
            </p:nvSpPr>
            <p:spPr>
              <a:xfrm flipV="1">
                <a:off x="6791777" y="331531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8" name="Rectangle 1447">
                <a:extLst>
                  <a:ext uri="{FF2B5EF4-FFF2-40B4-BE49-F238E27FC236}">
                    <a16:creationId xmlns:a16="http://schemas.microsoft.com/office/drawing/2014/main" id="{A29F524F-62A2-40CE-9C26-DB99836D346A}"/>
                  </a:ext>
                </a:extLst>
              </p:cNvPr>
              <p:cNvSpPr/>
              <p:nvPr/>
            </p:nvSpPr>
            <p:spPr>
              <a:xfrm flipV="1">
                <a:off x="6791777" y="339230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9" name="Rectangle 1448">
                <a:extLst>
                  <a:ext uri="{FF2B5EF4-FFF2-40B4-BE49-F238E27FC236}">
                    <a16:creationId xmlns:a16="http://schemas.microsoft.com/office/drawing/2014/main" id="{DF19E878-A339-4448-A9DD-35393B181B8D}"/>
                  </a:ext>
                </a:extLst>
              </p:cNvPr>
              <p:cNvSpPr/>
              <p:nvPr/>
            </p:nvSpPr>
            <p:spPr>
              <a:xfrm flipV="1">
                <a:off x="6791777" y="347723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0" name="Rectangle 1449">
                <a:extLst>
                  <a:ext uri="{FF2B5EF4-FFF2-40B4-BE49-F238E27FC236}">
                    <a16:creationId xmlns:a16="http://schemas.microsoft.com/office/drawing/2014/main" id="{F8009B80-CACF-468A-9583-DB5DF1305F5C}"/>
                  </a:ext>
                </a:extLst>
              </p:cNvPr>
              <p:cNvSpPr/>
              <p:nvPr/>
            </p:nvSpPr>
            <p:spPr>
              <a:xfrm flipV="1">
                <a:off x="6794945"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1" name="Rectangle 1450">
                <a:extLst>
                  <a:ext uri="{FF2B5EF4-FFF2-40B4-BE49-F238E27FC236}">
                    <a16:creationId xmlns:a16="http://schemas.microsoft.com/office/drawing/2014/main" id="{747B103D-8266-4D38-BEC8-DB772FCBD948}"/>
                  </a:ext>
                </a:extLst>
              </p:cNvPr>
              <p:cNvSpPr/>
              <p:nvPr/>
            </p:nvSpPr>
            <p:spPr>
              <a:xfrm flipV="1">
                <a:off x="6010722"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2" name="Rectangle 1451">
                <a:extLst>
                  <a:ext uri="{FF2B5EF4-FFF2-40B4-BE49-F238E27FC236}">
                    <a16:creationId xmlns:a16="http://schemas.microsoft.com/office/drawing/2014/main" id="{EFB7A447-7112-4C90-AFC5-3D933C205884}"/>
                  </a:ext>
                </a:extLst>
              </p:cNvPr>
              <p:cNvSpPr/>
              <p:nvPr/>
            </p:nvSpPr>
            <p:spPr>
              <a:xfrm flipV="1">
                <a:off x="6093269"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3" name="Rectangle 1452">
                <a:extLst>
                  <a:ext uri="{FF2B5EF4-FFF2-40B4-BE49-F238E27FC236}">
                    <a16:creationId xmlns:a16="http://schemas.microsoft.com/office/drawing/2014/main" id="{3587B2B3-BBA1-4453-9346-A8532A596B14}"/>
                  </a:ext>
                </a:extLst>
              </p:cNvPr>
              <p:cNvSpPr/>
              <p:nvPr/>
            </p:nvSpPr>
            <p:spPr>
              <a:xfrm flipV="1">
                <a:off x="6180561"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4" name="Rectangle 1453">
                <a:extLst>
                  <a:ext uri="{FF2B5EF4-FFF2-40B4-BE49-F238E27FC236}">
                    <a16:creationId xmlns:a16="http://schemas.microsoft.com/office/drawing/2014/main" id="{81989311-8742-4099-BE23-A8C9B3DBD957}"/>
                  </a:ext>
                </a:extLst>
              </p:cNvPr>
              <p:cNvSpPr/>
              <p:nvPr/>
            </p:nvSpPr>
            <p:spPr>
              <a:xfrm flipV="1">
                <a:off x="6267086"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5" name="Rectangle 1454">
                <a:extLst>
                  <a:ext uri="{FF2B5EF4-FFF2-40B4-BE49-F238E27FC236}">
                    <a16:creationId xmlns:a16="http://schemas.microsoft.com/office/drawing/2014/main" id="{7E1BA7E4-9405-4CB5-B263-AEE83D382CDA}"/>
                  </a:ext>
                </a:extLst>
              </p:cNvPr>
              <p:cNvSpPr/>
              <p:nvPr/>
            </p:nvSpPr>
            <p:spPr>
              <a:xfrm flipV="1">
                <a:off x="6353611"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6" name="Rectangle 1455">
                <a:extLst>
                  <a:ext uri="{FF2B5EF4-FFF2-40B4-BE49-F238E27FC236}">
                    <a16:creationId xmlns:a16="http://schemas.microsoft.com/office/drawing/2014/main" id="{E3E67858-9ABE-42AA-B1E6-D8E560A403A4}"/>
                  </a:ext>
                </a:extLst>
              </p:cNvPr>
              <p:cNvSpPr/>
              <p:nvPr/>
            </p:nvSpPr>
            <p:spPr>
              <a:xfrm flipV="1">
                <a:off x="6442523"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7" name="Rectangle 1456">
                <a:extLst>
                  <a:ext uri="{FF2B5EF4-FFF2-40B4-BE49-F238E27FC236}">
                    <a16:creationId xmlns:a16="http://schemas.microsoft.com/office/drawing/2014/main" id="{6DB22904-DD95-42C1-9BAC-5CECCD60746C}"/>
                  </a:ext>
                </a:extLst>
              </p:cNvPr>
              <p:cNvSpPr/>
              <p:nvPr/>
            </p:nvSpPr>
            <p:spPr>
              <a:xfrm flipV="1">
                <a:off x="6533026"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8" name="Rectangle 1457">
                <a:extLst>
                  <a:ext uri="{FF2B5EF4-FFF2-40B4-BE49-F238E27FC236}">
                    <a16:creationId xmlns:a16="http://schemas.microsoft.com/office/drawing/2014/main" id="{9C1AE15B-5AD8-4ABA-A717-FB118BC754CB}"/>
                  </a:ext>
                </a:extLst>
              </p:cNvPr>
              <p:cNvSpPr/>
              <p:nvPr/>
            </p:nvSpPr>
            <p:spPr>
              <a:xfrm flipV="1">
                <a:off x="6623513"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9" name="Rectangle 1458">
                <a:extLst>
                  <a:ext uri="{FF2B5EF4-FFF2-40B4-BE49-F238E27FC236}">
                    <a16:creationId xmlns:a16="http://schemas.microsoft.com/office/drawing/2014/main" id="{B85430D9-E009-4BCE-B924-3AF27683B593}"/>
                  </a:ext>
                </a:extLst>
              </p:cNvPr>
              <p:cNvSpPr/>
              <p:nvPr/>
            </p:nvSpPr>
            <p:spPr>
              <a:xfrm flipV="1">
                <a:off x="6709230"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0" name="Rectangle 1459">
                <a:extLst>
                  <a:ext uri="{FF2B5EF4-FFF2-40B4-BE49-F238E27FC236}">
                    <a16:creationId xmlns:a16="http://schemas.microsoft.com/office/drawing/2014/main" id="{8C1B9792-8A5F-4FE0-AA8A-D04600265EFC}"/>
                  </a:ext>
                </a:extLst>
              </p:cNvPr>
              <p:cNvSpPr/>
              <p:nvPr/>
            </p:nvSpPr>
            <p:spPr>
              <a:xfrm flipV="1">
                <a:off x="6791777"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1" name="Rectangle 1460">
                <a:extLst>
                  <a:ext uri="{FF2B5EF4-FFF2-40B4-BE49-F238E27FC236}">
                    <a16:creationId xmlns:a16="http://schemas.microsoft.com/office/drawing/2014/main" id="{850378DA-60A0-4472-8440-17BA929A0F33}"/>
                  </a:ext>
                </a:extLst>
              </p:cNvPr>
              <p:cNvSpPr/>
              <p:nvPr/>
            </p:nvSpPr>
            <p:spPr>
              <a:xfrm flipV="1">
                <a:off x="6007554"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2" name="Rectangle 1461">
                <a:extLst>
                  <a:ext uri="{FF2B5EF4-FFF2-40B4-BE49-F238E27FC236}">
                    <a16:creationId xmlns:a16="http://schemas.microsoft.com/office/drawing/2014/main" id="{A2379D52-3441-4584-B637-E13B673FF985}"/>
                  </a:ext>
                </a:extLst>
              </p:cNvPr>
              <p:cNvSpPr/>
              <p:nvPr/>
            </p:nvSpPr>
            <p:spPr>
              <a:xfrm flipV="1">
                <a:off x="6090101"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3" name="Rectangle 1462">
                <a:extLst>
                  <a:ext uri="{FF2B5EF4-FFF2-40B4-BE49-F238E27FC236}">
                    <a16:creationId xmlns:a16="http://schemas.microsoft.com/office/drawing/2014/main" id="{F83968D7-A091-4F07-9B19-526FF0FFD23E}"/>
                  </a:ext>
                </a:extLst>
              </p:cNvPr>
              <p:cNvSpPr/>
              <p:nvPr/>
            </p:nvSpPr>
            <p:spPr>
              <a:xfrm flipV="1">
                <a:off x="6177393"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4" name="Rectangle 1463">
                <a:extLst>
                  <a:ext uri="{FF2B5EF4-FFF2-40B4-BE49-F238E27FC236}">
                    <a16:creationId xmlns:a16="http://schemas.microsoft.com/office/drawing/2014/main" id="{633EA642-AE06-46E1-8E3C-21442F31F8A0}"/>
                  </a:ext>
                </a:extLst>
              </p:cNvPr>
              <p:cNvSpPr/>
              <p:nvPr/>
            </p:nvSpPr>
            <p:spPr>
              <a:xfrm flipV="1">
                <a:off x="6263918"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5" name="Rectangle 1464">
                <a:extLst>
                  <a:ext uri="{FF2B5EF4-FFF2-40B4-BE49-F238E27FC236}">
                    <a16:creationId xmlns:a16="http://schemas.microsoft.com/office/drawing/2014/main" id="{0372C9B2-E0DC-43BE-B174-ED7F2EDDC9D8}"/>
                  </a:ext>
                </a:extLst>
              </p:cNvPr>
              <p:cNvSpPr/>
              <p:nvPr/>
            </p:nvSpPr>
            <p:spPr>
              <a:xfrm flipV="1">
                <a:off x="6350443"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6" name="Rectangle 1465">
                <a:extLst>
                  <a:ext uri="{FF2B5EF4-FFF2-40B4-BE49-F238E27FC236}">
                    <a16:creationId xmlns:a16="http://schemas.microsoft.com/office/drawing/2014/main" id="{C25373A7-65A7-40D1-92BD-54CF35AE70F4}"/>
                  </a:ext>
                </a:extLst>
              </p:cNvPr>
              <p:cNvSpPr/>
              <p:nvPr/>
            </p:nvSpPr>
            <p:spPr>
              <a:xfrm flipV="1">
                <a:off x="6439355"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7" name="Rectangle 1466">
                <a:extLst>
                  <a:ext uri="{FF2B5EF4-FFF2-40B4-BE49-F238E27FC236}">
                    <a16:creationId xmlns:a16="http://schemas.microsoft.com/office/drawing/2014/main" id="{7300CE6D-E346-4D7A-A2FB-E7367A8FBA6F}"/>
                  </a:ext>
                </a:extLst>
              </p:cNvPr>
              <p:cNvSpPr/>
              <p:nvPr/>
            </p:nvSpPr>
            <p:spPr>
              <a:xfrm flipV="1">
                <a:off x="6529858"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 name="Rectangle 1467">
                <a:extLst>
                  <a:ext uri="{FF2B5EF4-FFF2-40B4-BE49-F238E27FC236}">
                    <a16:creationId xmlns:a16="http://schemas.microsoft.com/office/drawing/2014/main" id="{E4983308-C4A9-4700-9F95-BB9049BC716B}"/>
                  </a:ext>
                </a:extLst>
              </p:cNvPr>
              <p:cNvSpPr/>
              <p:nvPr/>
            </p:nvSpPr>
            <p:spPr>
              <a:xfrm flipV="1">
                <a:off x="6620345"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9" name="Rectangle 1468">
                <a:extLst>
                  <a:ext uri="{FF2B5EF4-FFF2-40B4-BE49-F238E27FC236}">
                    <a16:creationId xmlns:a16="http://schemas.microsoft.com/office/drawing/2014/main" id="{A381F0D0-E8A9-4DAF-BEB0-DAE248AB2E82}"/>
                  </a:ext>
                </a:extLst>
              </p:cNvPr>
              <p:cNvSpPr/>
              <p:nvPr/>
            </p:nvSpPr>
            <p:spPr>
              <a:xfrm flipV="1">
                <a:off x="6706062"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0" name="Rectangle 1469">
                <a:extLst>
                  <a:ext uri="{FF2B5EF4-FFF2-40B4-BE49-F238E27FC236}">
                    <a16:creationId xmlns:a16="http://schemas.microsoft.com/office/drawing/2014/main" id="{530D3B79-A837-4F8A-8186-B4622C8011C5}"/>
                  </a:ext>
                </a:extLst>
              </p:cNvPr>
              <p:cNvSpPr/>
              <p:nvPr/>
            </p:nvSpPr>
            <p:spPr>
              <a:xfrm flipV="1">
                <a:off x="5845626" y="425669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1" name="Rectangle 1470">
                <a:extLst>
                  <a:ext uri="{FF2B5EF4-FFF2-40B4-BE49-F238E27FC236}">
                    <a16:creationId xmlns:a16="http://schemas.microsoft.com/office/drawing/2014/main" id="{C6D29628-69CF-430F-B24A-192852645EAF}"/>
                  </a:ext>
                </a:extLst>
              </p:cNvPr>
              <p:cNvSpPr/>
              <p:nvPr/>
            </p:nvSpPr>
            <p:spPr>
              <a:xfrm flipV="1">
                <a:off x="5926590" y="425669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2" name="Rectangle 1471">
                <a:extLst>
                  <a:ext uri="{FF2B5EF4-FFF2-40B4-BE49-F238E27FC236}">
                    <a16:creationId xmlns:a16="http://schemas.microsoft.com/office/drawing/2014/main" id="{FCCED926-0CAB-45F7-BF66-F6CEF39B4195}"/>
                  </a:ext>
                </a:extLst>
              </p:cNvPr>
              <p:cNvSpPr/>
              <p:nvPr/>
            </p:nvSpPr>
            <p:spPr>
              <a:xfrm flipV="1">
                <a:off x="6791777"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3" name="Rectangle 1472">
                <a:extLst>
                  <a:ext uri="{FF2B5EF4-FFF2-40B4-BE49-F238E27FC236}">
                    <a16:creationId xmlns:a16="http://schemas.microsoft.com/office/drawing/2014/main" id="{7BF02761-1460-4863-9624-D885CED35C84}"/>
                  </a:ext>
                </a:extLst>
              </p:cNvPr>
              <p:cNvSpPr/>
              <p:nvPr/>
            </p:nvSpPr>
            <p:spPr>
              <a:xfrm flipV="1">
                <a:off x="6009124" y="434057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4" name="Rectangle 1473">
                <a:extLst>
                  <a:ext uri="{FF2B5EF4-FFF2-40B4-BE49-F238E27FC236}">
                    <a16:creationId xmlns:a16="http://schemas.microsoft.com/office/drawing/2014/main" id="{FBEF2221-A193-4275-B3D0-C2ECBEE3FC2A}"/>
                  </a:ext>
                </a:extLst>
              </p:cNvPr>
              <p:cNvSpPr/>
              <p:nvPr/>
            </p:nvSpPr>
            <p:spPr>
              <a:xfrm flipV="1">
                <a:off x="6090073" y="433792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5" name="Rectangle 1474">
                <a:extLst>
                  <a:ext uri="{FF2B5EF4-FFF2-40B4-BE49-F238E27FC236}">
                    <a16:creationId xmlns:a16="http://schemas.microsoft.com/office/drawing/2014/main" id="{74583EF3-9206-4419-83E2-742AE4AD76A3}"/>
                  </a:ext>
                </a:extLst>
              </p:cNvPr>
              <p:cNvSpPr/>
              <p:nvPr/>
            </p:nvSpPr>
            <p:spPr>
              <a:xfrm flipV="1">
                <a:off x="6178201" y="434057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6" name="Rectangle 1475">
                <a:extLst>
                  <a:ext uri="{FF2B5EF4-FFF2-40B4-BE49-F238E27FC236}">
                    <a16:creationId xmlns:a16="http://schemas.microsoft.com/office/drawing/2014/main" id="{C813DE61-08AC-4CA1-BF23-EADC8359ED97}"/>
                  </a:ext>
                </a:extLst>
              </p:cNvPr>
              <p:cNvSpPr/>
              <p:nvPr/>
            </p:nvSpPr>
            <p:spPr>
              <a:xfrm flipV="1">
                <a:off x="6264726" y="434057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7" name="Rectangle 1476">
                <a:extLst>
                  <a:ext uri="{FF2B5EF4-FFF2-40B4-BE49-F238E27FC236}">
                    <a16:creationId xmlns:a16="http://schemas.microsoft.com/office/drawing/2014/main" id="{4054A737-6470-4AC5-A4C4-CE813AEABEA1}"/>
                  </a:ext>
                </a:extLst>
              </p:cNvPr>
              <p:cNvSpPr/>
              <p:nvPr/>
            </p:nvSpPr>
            <p:spPr>
              <a:xfrm flipV="1">
                <a:off x="6350443"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8" name="Rectangle 1477">
                <a:extLst>
                  <a:ext uri="{FF2B5EF4-FFF2-40B4-BE49-F238E27FC236}">
                    <a16:creationId xmlns:a16="http://schemas.microsoft.com/office/drawing/2014/main" id="{57514187-AB0A-438F-95AD-844763E6AE73}"/>
                  </a:ext>
                </a:extLst>
              </p:cNvPr>
              <p:cNvSpPr/>
              <p:nvPr/>
            </p:nvSpPr>
            <p:spPr>
              <a:xfrm flipV="1">
                <a:off x="6439355"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9" name="Rectangle 1478">
                <a:extLst>
                  <a:ext uri="{FF2B5EF4-FFF2-40B4-BE49-F238E27FC236}">
                    <a16:creationId xmlns:a16="http://schemas.microsoft.com/office/drawing/2014/main" id="{1448FD89-FCB0-4118-BD73-140D4B7227F5}"/>
                  </a:ext>
                </a:extLst>
              </p:cNvPr>
              <p:cNvSpPr/>
              <p:nvPr/>
            </p:nvSpPr>
            <p:spPr>
              <a:xfrm flipV="1">
                <a:off x="6529858"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0" name="Rectangle 1479">
                <a:extLst>
                  <a:ext uri="{FF2B5EF4-FFF2-40B4-BE49-F238E27FC236}">
                    <a16:creationId xmlns:a16="http://schemas.microsoft.com/office/drawing/2014/main" id="{2E9767C3-9D3C-41BE-A339-DCB9EEFFDFB0}"/>
                  </a:ext>
                </a:extLst>
              </p:cNvPr>
              <p:cNvSpPr/>
              <p:nvPr/>
            </p:nvSpPr>
            <p:spPr>
              <a:xfrm flipV="1">
                <a:off x="6620345"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1" name="Rectangle 1480">
                <a:extLst>
                  <a:ext uri="{FF2B5EF4-FFF2-40B4-BE49-F238E27FC236}">
                    <a16:creationId xmlns:a16="http://schemas.microsoft.com/office/drawing/2014/main" id="{7D942BFF-D04E-41E3-B5DD-95D4D858E250}"/>
                  </a:ext>
                </a:extLst>
              </p:cNvPr>
              <p:cNvSpPr/>
              <p:nvPr/>
            </p:nvSpPr>
            <p:spPr>
              <a:xfrm flipV="1">
                <a:off x="6706062"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2" name="Rectangle 1481">
                <a:extLst>
                  <a:ext uri="{FF2B5EF4-FFF2-40B4-BE49-F238E27FC236}">
                    <a16:creationId xmlns:a16="http://schemas.microsoft.com/office/drawing/2014/main" id="{F98D4A1A-F274-4701-80F7-08A8A113FA6B}"/>
                  </a:ext>
                </a:extLst>
              </p:cNvPr>
              <p:cNvSpPr/>
              <p:nvPr/>
            </p:nvSpPr>
            <p:spPr>
              <a:xfrm flipV="1">
                <a:off x="5845626" y="43379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3" name="Rectangle 1482">
                <a:extLst>
                  <a:ext uri="{FF2B5EF4-FFF2-40B4-BE49-F238E27FC236}">
                    <a16:creationId xmlns:a16="http://schemas.microsoft.com/office/drawing/2014/main" id="{E2ACE7B5-DF16-430E-90A5-5F9083470D7A}"/>
                  </a:ext>
                </a:extLst>
              </p:cNvPr>
              <p:cNvSpPr/>
              <p:nvPr/>
            </p:nvSpPr>
            <p:spPr>
              <a:xfrm flipV="1">
                <a:off x="5926590" y="43379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4" name="Rectangle 1483">
                <a:extLst>
                  <a:ext uri="{FF2B5EF4-FFF2-40B4-BE49-F238E27FC236}">
                    <a16:creationId xmlns:a16="http://schemas.microsoft.com/office/drawing/2014/main" id="{9CC8B100-B730-4157-A2C5-86C34FC9398A}"/>
                  </a:ext>
                </a:extLst>
              </p:cNvPr>
              <p:cNvSpPr/>
              <p:nvPr/>
            </p:nvSpPr>
            <p:spPr>
              <a:xfrm flipV="1">
                <a:off x="6791777" y="441585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5" name="Rectangle 1484">
                <a:extLst>
                  <a:ext uri="{FF2B5EF4-FFF2-40B4-BE49-F238E27FC236}">
                    <a16:creationId xmlns:a16="http://schemas.microsoft.com/office/drawing/2014/main" id="{B77181CC-DDE7-4E4E-9FEC-2F7897F22B7E}"/>
                  </a:ext>
                </a:extLst>
              </p:cNvPr>
              <p:cNvSpPr/>
              <p:nvPr/>
            </p:nvSpPr>
            <p:spPr>
              <a:xfrm flipV="1">
                <a:off x="6706062" y="441585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6" name="Rectangle 1485">
                <a:extLst>
                  <a:ext uri="{FF2B5EF4-FFF2-40B4-BE49-F238E27FC236}">
                    <a16:creationId xmlns:a16="http://schemas.microsoft.com/office/drawing/2014/main" id="{BDC35F8D-6588-477A-81E8-DA905D513345}"/>
                  </a:ext>
                </a:extLst>
              </p:cNvPr>
              <p:cNvSpPr/>
              <p:nvPr/>
            </p:nvSpPr>
            <p:spPr>
              <a:xfrm flipV="1">
                <a:off x="6791777" y="449707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7" name="Rectangle 1486">
                <a:extLst>
                  <a:ext uri="{FF2B5EF4-FFF2-40B4-BE49-F238E27FC236}">
                    <a16:creationId xmlns:a16="http://schemas.microsoft.com/office/drawing/2014/main" id="{E07C99AF-8577-4ACA-AB4D-2A3CDC5E683A}"/>
                  </a:ext>
                </a:extLst>
              </p:cNvPr>
              <p:cNvSpPr/>
              <p:nvPr/>
            </p:nvSpPr>
            <p:spPr>
              <a:xfrm flipV="1">
                <a:off x="6706062" y="449707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8" name="Rectangle 1487">
                <a:extLst>
                  <a:ext uri="{FF2B5EF4-FFF2-40B4-BE49-F238E27FC236}">
                    <a16:creationId xmlns:a16="http://schemas.microsoft.com/office/drawing/2014/main" id="{9F69F184-2E9E-4EE5-BE0C-3372C07317A0}"/>
                  </a:ext>
                </a:extLst>
              </p:cNvPr>
              <p:cNvSpPr/>
              <p:nvPr/>
            </p:nvSpPr>
            <p:spPr>
              <a:xfrm flipV="1">
                <a:off x="6439327" y="441557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9" name="Rectangle 1488">
                <a:extLst>
                  <a:ext uri="{FF2B5EF4-FFF2-40B4-BE49-F238E27FC236}">
                    <a16:creationId xmlns:a16="http://schemas.microsoft.com/office/drawing/2014/main" id="{FF19E876-D683-46E2-B19F-34139CAD7F19}"/>
                  </a:ext>
                </a:extLst>
              </p:cNvPr>
              <p:cNvSpPr/>
              <p:nvPr/>
            </p:nvSpPr>
            <p:spPr>
              <a:xfrm flipV="1">
                <a:off x="6353612" y="441557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0" name="Rectangle 1489">
                <a:extLst>
                  <a:ext uri="{FF2B5EF4-FFF2-40B4-BE49-F238E27FC236}">
                    <a16:creationId xmlns:a16="http://schemas.microsoft.com/office/drawing/2014/main" id="{B5B9E79D-2FD2-4643-BC73-52415A14D479}"/>
                  </a:ext>
                </a:extLst>
              </p:cNvPr>
              <p:cNvSpPr/>
              <p:nvPr/>
            </p:nvSpPr>
            <p:spPr>
              <a:xfrm flipV="1">
                <a:off x="5845626" y="3159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1" name="Rectangle 1490">
                <a:extLst>
                  <a:ext uri="{FF2B5EF4-FFF2-40B4-BE49-F238E27FC236}">
                    <a16:creationId xmlns:a16="http://schemas.microsoft.com/office/drawing/2014/main" id="{B194C791-A556-44D6-B35F-D6A64127D980}"/>
                  </a:ext>
                </a:extLst>
              </p:cNvPr>
              <p:cNvSpPr/>
              <p:nvPr/>
            </p:nvSpPr>
            <p:spPr>
              <a:xfrm flipV="1">
                <a:off x="5926590" y="3159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2" name="Rectangle 1491">
                <a:extLst>
                  <a:ext uri="{FF2B5EF4-FFF2-40B4-BE49-F238E27FC236}">
                    <a16:creationId xmlns:a16="http://schemas.microsoft.com/office/drawing/2014/main" id="{D3C961EF-2C10-4822-B0F0-198300B4B342}"/>
                  </a:ext>
                </a:extLst>
              </p:cNvPr>
              <p:cNvSpPr/>
              <p:nvPr/>
            </p:nvSpPr>
            <p:spPr>
              <a:xfrm>
                <a:off x="6090709" y="450508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3" name="Rectangle 1492">
                <a:extLst>
                  <a:ext uri="{FF2B5EF4-FFF2-40B4-BE49-F238E27FC236}">
                    <a16:creationId xmlns:a16="http://schemas.microsoft.com/office/drawing/2014/main" id="{5D9E504E-FF29-46E1-A790-566BBE8F953D}"/>
                  </a:ext>
                </a:extLst>
              </p:cNvPr>
              <p:cNvSpPr/>
              <p:nvPr/>
            </p:nvSpPr>
            <p:spPr>
              <a:xfrm>
                <a:off x="6178837" y="450243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4" name="Rectangle 1493">
                <a:extLst>
                  <a:ext uri="{FF2B5EF4-FFF2-40B4-BE49-F238E27FC236}">
                    <a16:creationId xmlns:a16="http://schemas.microsoft.com/office/drawing/2014/main" id="{9D52C2A8-7EA4-41E7-B433-A2D3A91E98E2}"/>
                  </a:ext>
                </a:extLst>
              </p:cNvPr>
              <p:cNvSpPr/>
              <p:nvPr/>
            </p:nvSpPr>
            <p:spPr>
              <a:xfrm>
                <a:off x="6265362" y="450243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5" name="Rectangle 1494">
                <a:extLst>
                  <a:ext uri="{FF2B5EF4-FFF2-40B4-BE49-F238E27FC236}">
                    <a16:creationId xmlns:a16="http://schemas.microsoft.com/office/drawing/2014/main" id="{7594A996-45DD-4A37-8C6F-97383FEFAB91}"/>
                  </a:ext>
                </a:extLst>
              </p:cNvPr>
              <p:cNvSpPr/>
              <p:nvPr/>
            </p:nvSpPr>
            <p:spPr>
              <a:xfrm flipV="1">
                <a:off x="6009788" y="450428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6" name="Rectangle 1495">
                <a:extLst>
                  <a:ext uri="{FF2B5EF4-FFF2-40B4-BE49-F238E27FC236}">
                    <a16:creationId xmlns:a16="http://schemas.microsoft.com/office/drawing/2014/main" id="{1B4EA258-E1CE-430F-B449-948389434E94}"/>
                  </a:ext>
                </a:extLst>
              </p:cNvPr>
              <p:cNvSpPr/>
              <p:nvPr/>
            </p:nvSpPr>
            <p:spPr>
              <a:xfrm flipV="1">
                <a:off x="5927198" y="45058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7" name="Rectangle 1496">
                <a:extLst>
                  <a:ext uri="{FF2B5EF4-FFF2-40B4-BE49-F238E27FC236}">
                    <a16:creationId xmlns:a16="http://schemas.microsoft.com/office/drawing/2014/main" id="{50F3FC6C-11AF-44D0-BDEF-B747ED32194C}"/>
                  </a:ext>
                </a:extLst>
              </p:cNvPr>
              <p:cNvSpPr/>
              <p:nvPr/>
            </p:nvSpPr>
            <p:spPr>
              <a:xfrm flipV="1">
                <a:off x="5846651" y="45058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8" name="Rectangle 1497">
                <a:extLst>
                  <a:ext uri="{FF2B5EF4-FFF2-40B4-BE49-F238E27FC236}">
                    <a16:creationId xmlns:a16="http://schemas.microsoft.com/office/drawing/2014/main" id="{A6EFE030-82CD-41A8-8A2D-D235AD207009}"/>
                  </a:ext>
                </a:extLst>
              </p:cNvPr>
              <p:cNvSpPr/>
              <p:nvPr/>
            </p:nvSpPr>
            <p:spPr>
              <a:xfrm flipV="1">
                <a:off x="6009124" y="442498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9" name="Rectangle 1498">
                <a:extLst>
                  <a:ext uri="{FF2B5EF4-FFF2-40B4-BE49-F238E27FC236}">
                    <a16:creationId xmlns:a16="http://schemas.microsoft.com/office/drawing/2014/main" id="{5FFBD1D9-7084-4F4D-B018-2133CF5D44B9}"/>
                  </a:ext>
                </a:extLst>
              </p:cNvPr>
              <p:cNvSpPr/>
              <p:nvPr/>
            </p:nvSpPr>
            <p:spPr>
              <a:xfrm flipV="1">
                <a:off x="6090073" y="442233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0" name="Rectangle 1499">
                <a:extLst>
                  <a:ext uri="{FF2B5EF4-FFF2-40B4-BE49-F238E27FC236}">
                    <a16:creationId xmlns:a16="http://schemas.microsoft.com/office/drawing/2014/main" id="{47315B45-BBDC-40A3-A670-7B09CD104E9B}"/>
                  </a:ext>
                </a:extLst>
              </p:cNvPr>
              <p:cNvSpPr/>
              <p:nvPr/>
            </p:nvSpPr>
            <p:spPr>
              <a:xfrm flipV="1">
                <a:off x="6178201" y="442498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1" name="Rectangle 1500">
                <a:extLst>
                  <a:ext uri="{FF2B5EF4-FFF2-40B4-BE49-F238E27FC236}">
                    <a16:creationId xmlns:a16="http://schemas.microsoft.com/office/drawing/2014/main" id="{7E3DDEC0-7A3D-4E9D-A403-425035EA7410}"/>
                  </a:ext>
                </a:extLst>
              </p:cNvPr>
              <p:cNvSpPr/>
              <p:nvPr/>
            </p:nvSpPr>
            <p:spPr>
              <a:xfrm flipV="1">
                <a:off x="6264726" y="442498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2" name="Rectangle 1501">
                <a:extLst>
                  <a:ext uri="{FF2B5EF4-FFF2-40B4-BE49-F238E27FC236}">
                    <a16:creationId xmlns:a16="http://schemas.microsoft.com/office/drawing/2014/main" id="{25BD090E-8BB4-4CCB-9352-4D7E674B5612}"/>
                  </a:ext>
                </a:extLst>
              </p:cNvPr>
              <p:cNvSpPr/>
              <p:nvPr/>
            </p:nvSpPr>
            <p:spPr>
              <a:xfrm flipV="1">
                <a:off x="5845626" y="44223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3" name="Rectangle 1502">
                <a:extLst>
                  <a:ext uri="{FF2B5EF4-FFF2-40B4-BE49-F238E27FC236}">
                    <a16:creationId xmlns:a16="http://schemas.microsoft.com/office/drawing/2014/main" id="{7F0EA3CA-9CC3-4976-B7B4-30BAB76245C7}"/>
                  </a:ext>
                </a:extLst>
              </p:cNvPr>
              <p:cNvSpPr/>
              <p:nvPr/>
            </p:nvSpPr>
            <p:spPr>
              <a:xfrm flipV="1">
                <a:off x="5926590" y="44223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4" name="Rectangle 1503">
                <a:extLst>
                  <a:ext uri="{FF2B5EF4-FFF2-40B4-BE49-F238E27FC236}">
                    <a16:creationId xmlns:a16="http://schemas.microsoft.com/office/drawing/2014/main" id="{A1391134-D990-4D38-B7FA-10930AC126C5}"/>
                  </a:ext>
                </a:extLst>
              </p:cNvPr>
              <p:cNvSpPr/>
              <p:nvPr/>
            </p:nvSpPr>
            <p:spPr>
              <a:xfrm>
                <a:off x="6877502" y="4384750"/>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505" name="Rectangle 1504">
                <a:extLst>
                  <a:ext uri="{FF2B5EF4-FFF2-40B4-BE49-F238E27FC236}">
                    <a16:creationId xmlns:a16="http://schemas.microsoft.com/office/drawing/2014/main" id="{32352766-68FA-457A-A203-EDE611214022}"/>
                  </a:ext>
                </a:extLst>
              </p:cNvPr>
              <p:cNvSpPr/>
              <p:nvPr/>
            </p:nvSpPr>
            <p:spPr>
              <a:xfrm flipV="1">
                <a:off x="5765331" y="437932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6" name="Rectangle 1505">
                <a:extLst>
                  <a:ext uri="{FF2B5EF4-FFF2-40B4-BE49-F238E27FC236}">
                    <a16:creationId xmlns:a16="http://schemas.microsoft.com/office/drawing/2014/main" id="{5DF59F10-D89F-49C1-97C3-EA2D4BFE0D5F}"/>
                  </a:ext>
                </a:extLst>
              </p:cNvPr>
              <p:cNvSpPr/>
              <p:nvPr/>
            </p:nvSpPr>
            <p:spPr>
              <a:xfrm flipV="1">
                <a:off x="6877130" y="400885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7" name="Rectangle 1506">
                <a:extLst>
                  <a:ext uri="{FF2B5EF4-FFF2-40B4-BE49-F238E27FC236}">
                    <a16:creationId xmlns:a16="http://schemas.microsoft.com/office/drawing/2014/main" id="{6EFE30B9-0147-4371-A1B7-ABC5A6DCC935}"/>
                  </a:ext>
                </a:extLst>
              </p:cNvPr>
              <p:cNvSpPr/>
              <p:nvPr/>
            </p:nvSpPr>
            <p:spPr>
              <a:xfrm flipV="1">
                <a:off x="6877130" y="409563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8" name="Rectangle 1507">
                <a:extLst>
                  <a:ext uri="{FF2B5EF4-FFF2-40B4-BE49-F238E27FC236}">
                    <a16:creationId xmlns:a16="http://schemas.microsoft.com/office/drawing/2014/main" id="{E1172E58-3184-4A7F-A879-1319236FD866}"/>
                  </a:ext>
                </a:extLst>
              </p:cNvPr>
              <p:cNvSpPr/>
              <p:nvPr/>
            </p:nvSpPr>
            <p:spPr>
              <a:xfrm flipV="1">
                <a:off x="6877130" y="418407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9" name="Rectangle 1508">
                <a:extLst>
                  <a:ext uri="{FF2B5EF4-FFF2-40B4-BE49-F238E27FC236}">
                    <a16:creationId xmlns:a16="http://schemas.microsoft.com/office/drawing/2014/main" id="{09F4A2B6-A0EC-42B9-9FDB-70C4CC8F2BC4}"/>
                  </a:ext>
                </a:extLst>
              </p:cNvPr>
              <p:cNvSpPr/>
              <p:nvPr/>
            </p:nvSpPr>
            <p:spPr>
              <a:xfrm flipV="1">
                <a:off x="6877130" y="426501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0" name="Rectangle 1509">
                <a:extLst>
                  <a:ext uri="{FF2B5EF4-FFF2-40B4-BE49-F238E27FC236}">
                    <a16:creationId xmlns:a16="http://schemas.microsoft.com/office/drawing/2014/main" id="{0805D249-86DC-4514-84AA-DCE9B601B381}"/>
                  </a:ext>
                </a:extLst>
              </p:cNvPr>
              <p:cNvSpPr/>
              <p:nvPr/>
            </p:nvSpPr>
            <p:spPr>
              <a:xfrm flipV="1">
                <a:off x="6877513" y="434162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1" name="Rectangle 1510">
                <a:extLst>
                  <a:ext uri="{FF2B5EF4-FFF2-40B4-BE49-F238E27FC236}">
                    <a16:creationId xmlns:a16="http://schemas.microsoft.com/office/drawing/2014/main" id="{7B943E68-366B-459D-A6A4-71BD0BDDE83B}"/>
                  </a:ext>
                </a:extLst>
              </p:cNvPr>
              <p:cNvSpPr/>
              <p:nvPr/>
            </p:nvSpPr>
            <p:spPr>
              <a:xfrm flipV="1">
                <a:off x="6877130" y="358637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2" name="Rectangle 1511">
                <a:extLst>
                  <a:ext uri="{FF2B5EF4-FFF2-40B4-BE49-F238E27FC236}">
                    <a16:creationId xmlns:a16="http://schemas.microsoft.com/office/drawing/2014/main" id="{6B4D5A9F-8AC8-4D9F-B674-294727D50651}"/>
                  </a:ext>
                </a:extLst>
              </p:cNvPr>
              <p:cNvSpPr/>
              <p:nvPr/>
            </p:nvSpPr>
            <p:spPr>
              <a:xfrm flipV="1">
                <a:off x="6877130" y="366741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3" name="Rectangle 1512">
                <a:extLst>
                  <a:ext uri="{FF2B5EF4-FFF2-40B4-BE49-F238E27FC236}">
                    <a16:creationId xmlns:a16="http://schemas.microsoft.com/office/drawing/2014/main" id="{AF561626-40F9-4203-BE3F-AFEFD7919F38}"/>
                  </a:ext>
                </a:extLst>
              </p:cNvPr>
              <p:cNvSpPr/>
              <p:nvPr/>
            </p:nvSpPr>
            <p:spPr>
              <a:xfrm flipV="1">
                <a:off x="6877130" y="375245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4" name="Rectangle 1513">
                <a:extLst>
                  <a:ext uri="{FF2B5EF4-FFF2-40B4-BE49-F238E27FC236}">
                    <a16:creationId xmlns:a16="http://schemas.microsoft.com/office/drawing/2014/main" id="{7316C75D-1DAC-41B1-A36E-610F286964D5}"/>
                  </a:ext>
                </a:extLst>
              </p:cNvPr>
              <p:cNvSpPr/>
              <p:nvPr/>
            </p:nvSpPr>
            <p:spPr>
              <a:xfrm flipV="1">
                <a:off x="6877130" y="383906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5" name="Rectangle 1514">
                <a:extLst>
                  <a:ext uri="{FF2B5EF4-FFF2-40B4-BE49-F238E27FC236}">
                    <a16:creationId xmlns:a16="http://schemas.microsoft.com/office/drawing/2014/main" id="{D311313C-3182-4074-A7E0-9859DE01760E}"/>
                  </a:ext>
                </a:extLst>
              </p:cNvPr>
              <p:cNvSpPr/>
              <p:nvPr/>
            </p:nvSpPr>
            <p:spPr>
              <a:xfrm flipV="1">
                <a:off x="6877130" y="392465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6" name="Rectangle 1515">
                <a:extLst>
                  <a:ext uri="{FF2B5EF4-FFF2-40B4-BE49-F238E27FC236}">
                    <a16:creationId xmlns:a16="http://schemas.microsoft.com/office/drawing/2014/main" id="{5E46FC89-1C26-4682-B0B4-E892F421FB56}"/>
                  </a:ext>
                </a:extLst>
              </p:cNvPr>
              <p:cNvSpPr/>
              <p:nvPr/>
            </p:nvSpPr>
            <p:spPr>
              <a:xfrm flipV="1">
                <a:off x="6877130" y="316239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7" name="Rectangle 1516">
                <a:extLst>
                  <a:ext uri="{FF2B5EF4-FFF2-40B4-BE49-F238E27FC236}">
                    <a16:creationId xmlns:a16="http://schemas.microsoft.com/office/drawing/2014/main" id="{08AFB064-E2DA-4015-B2E5-7D2E402CEDA9}"/>
                  </a:ext>
                </a:extLst>
              </p:cNvPr>
              <p:cNvSpPr/>
              <p:nvPr/>
            </p:nvSpPr>
            <p:spPr>
              <a:xfrm flipV="1">
                <a:off x="6877130" y="325049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8" name="Rectangle 1517">
                <a:extLst>
                  <a:ext uri="{FF2B5EF4-FFF2-40B4-BE49-F238E27FC236}">
                    <a16:creationId xmlns:a16="http://schemas.microsoft.com/office/drawing/2014/main" id="{F241542C-6586-41D4-90EF-1E270AA2BE98}"/>
                  </a:ext>
                </a:extLst>
              </p:cNvPr>
              <p:cNvSpPr/>
              <p:nvPr/>
            </p:nvSpPr>
            <p:spPr>
              <a:xfrm flipV="1">
                <a:off x="6877130" y="333754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9" name="Rectangle 1518">
                <a:extLst>
                  <a:ext uri="{FF2B5EF4-FFF2-40B4-BE49-F238E27FC236}">
                    <a16:creationId xmlns:a16="http://schemas.microsoft.com/office/drawing/2014/main" id="{9D478B1E-4789-4B97-ACD7-A534D35E4938}"/>
                  </a:ext>
                </a:extLst>
              </p:cNvPr>
              <p:cNvSpPr/>
              <p:nvPr/>
            </p:nvSpPr>
            <p:spPr>
              <a:xfrm flipV="1">
                <a:off x="6877130" y="342259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0" name="Rectangle 1519">
                <a:extLst>
                  <a:ext uri="{FF2B5EF4-FFF2-40B4-BE49-F238E27FC236}">
                    <a16:creationId xmlns:a16="http://schemas.microsoft.com/office/drawing/2014/main" id="{116CAC1A-3ACB-467E-B514-1ED619B29FEC}"/>
                  </a:ext>
                </a:extLst>
              </p:cNvPr>
              <p:cNvSpPr/>
              <p:nvPr/>
            </p:nvSpPr>
            <p:spPr>
              <a:xfrm flipV="1">
                <a:off x="6877130" y="350363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1" name="Rectangle 1520">
                <a:extLst>
                  <a:ext uri="{FF2B5EF4-FFF2-40B4-BE49-F238E27FC236}">
                    <a16:creationId xmlns:a16="http://schemas.microsoft.com/office/drawing/2014/main" id="{2A2028A8-D3FF-4B80-BEFD-AE3EFE750899}"/>
                  </a:ext>
                </a:extLst>
              </p:cNvPr>
              <p:cNvSpPr/>
              <p:nvPr/>
            </p:nvSpPr>
            <p:spPr>
              <a:xfrm flipV="1">
                <a:off x="6879285" y="542612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2" name="Rectangle 1521">
                <a:extLst>
                  <a:ext uri="{FF2B5EF4-FFF2-40B4-BE49-F238E27FC236}">
                    <a16:creationId xmlns:a16="http://schemas.microsoft.com/office/drawing/2014/main" id="{794E99AF-A1C0-4B61-A805-10F74E689C22}"/>
                  </a:ext>
                </a:extLst>
              </p:cNvPr>
              <p:cNvSpPr/>
              <p:nvPr/>
            </p:nvSpPr>
            <p:spPr>
              <a:xfrm flipV="1">
                <a:off x="6879285" y="551290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3" name="Rectangle 1522">
                <a:extLst>
                  <a:ext uri="{FF2B5EF4-FFF2-40B4-BE49-F238E27FC236}">
                    <a16:creationId xmlns:a16="http://schemas.microsoft.com/office/drawing/2014/main" id="{D15D3351-9FF9-405C-8281-9618839FD1C6}"/>
                  </a:ext>
                </a:extLst>
              </p:cNvPr>
              <p:cNvSpPr/>
              <p:nvPr/>
            </p:nvSpPr>
            <p:spPr>
              <a:xfrm flipV="1">
                <a:off x="6879285" y="560134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4" name="Rectangle 1523">
                <a:extLst>
                  <a:ext uri="{FF2B5EF4-FFF2-40B4-BE49-F238E27FC236}">
                    <a16:creationId xmlns:a16="http://schemas.microsoft.com/office/drawing/2014/main" id="{B049619A-7425-4562-92D7-3CF2F51039C4}"/>
                  </a:ext>
                </a:extLst>
              </p:cNvPr>
              <p:cNvSpPr/>
              <p:nvPr/>
            </p:nvSpPr>
            <p:spPr>
              <a:xfrm flipV="1">
                <a:off x="6879285" y="568229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5" name="Rectangle 1524">
                <a:extLst>
                  <a:ext uri="{FF2B5EF4-FFF2-40B4-BE49-F238E27FC236}">
                    <a16:creationId xmlns:a16="http://schemas.microsoft.com/office/drawing/2014/main" id="{1B10BF30-4C9D-4EFA-BEB2-4F73DECD27DB}"/>
                  </a:ext>
                </a:extLst>
              </p:cNvPr>
              <p:cNvSpPr/>
              <p:nvPr/>
            </p:nvSpPr>
            <p:spPr>
              <a:xfrm flipV="1">
                <a:off x="6877493" y="57593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6" name="Rectangle 1525">
                <a:extLst>
                  <a:ext uri="{FF2B5EF4-FFF2-40B4-BE49-F238E27FC236}">
                    <a16:creationId xmlns:a16="http://schemas.microsoft.com/office/drawing/2014/main" id="{9CC0DD58-57C3-4963-A574-E546215DCA4F}"/>
                  </a:ext>
                </a:extLst>
              </p:cNvPr>
              <p:cNvSpPr/>
              <p:nvPr/>
            </p:nvSpPr>
            <p:spPr>
              <a:xfrm flipV="1">
                <a:off x="6879285" y="500364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7" name="Rectangle 1526">
                <a:extLst>
                  <a:ext uri="{FF2B5EF4-FFF2-40B4-BE49-F238E27FC236}">
                    <a16:creationId xmlns:a16="http://schemas.microsoft.com/office/drawing/2014/main" id="{DCD3A01F-7D8A-4301-A1E7-BE8DB1467549}"/>
                  </a:ext>
                </a:extLst>
              </p:cNvPr>
              <p:cNvSpPr/>
              <p:nvPr/>
            </p:nvSpPr>
            <p:spPr>
              <a:xfrm flipV="1">
                <a:off x="6879285" y="508468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8" name="Rectangle 1527">
                <a:extLst>
                  <a:ext uri="{FF2B5EF4-FFF2-40B4-BE49-F238E27FC236}">
                    <a16:creationId xmlns:a16="http://schemas.microsoft.com/office/drawing/2014/main" id="{D8AA90E8-8A34-4C9D-B3C5-0DDCB11A524C}"/>
                  </a:ext>
                </a:extLst>
              </p:cNvPr>
              <p:cNvSpPr/>
              <p:nvPr/>
            </p:nvSpPr>
            <p:spPr>
              <a:xfrm flipV="1">
                <a:off x="6879285" y="516972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9" name="Rectangle 1528">
                <a:extLst>
                  <a:ext uri="{FF2B5EF4-FFF2-40B4-BE49-F238E27FC236}">
                    <a16:creationId xmlns:a16="http://schemas.microsoft.com/office/drawing/2014/main" id="{FB98AC5E-F1B0-47CE-8C4C-98F80D644203}"/>
                  </a:ext>
                </a:extLst>
              </p:cNvPr>
              <p:cNvSpPr/>
              <p:nvPr/>
            </p:nvSpPr>
            <p:spPr>
              <a:xfrm flipV="1">
                <a:off x="6879285" y="525633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0" name="Rectangle 1529">
                <a:extLst>
                  <a:ext uri="{FF2B5EF4-FFF2-40B4-BE49-F238E27FC236}">
                    <a16:creationId xmlns:a16="http://schemas.microsoft.com/office/drawing/2014/main" id="{8EB9DDB0-5C28-4857-B01B-3C928EBFBD1F}"/>
                  </a:ext>
                </a:extLst>
              </p:cNvPr>
              <p:cNvSpPr/>
              <p:nvPr/>
            </p:nvSpPr>
            <p:spPr>
              <a:xfrm flipV="1">
                <a:off x="6879285" y="534192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1" name="Rectangle 1530">
                <a:extLst>
                  <a:ext uri="{FF2B5EF4-FFF2-40B4-BE49-F238E27FC236}">
                    <a16:creationId xmlns:a16="http://schemas.microsoft.com/office/drawing/2014/main" id="{F306AA53-1B22-4727-8C6C-650811456E9B}"/>
                  </a:ext>
                </a:extLst>
              </p:cNvPr>
              <p:cNvSpPr/>
              <p:nvPr/>
            </p:nvSpPr>
            <p:spPr>
              <a:xfrm flipV="1">
                <a:off x="6879285" y="457966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2" name="Rectangle 1531">
                <a:extLst>
                  <a:ext uri="{FF2B5EF4-FFF2-40B4-BE49-F238E27FC236}">
                    <a16:creationId xmlns:a16="http://schemas.microsoft.com/office/drawing/2014/main" id="{333D8F9E-2A71-49B0-8D64-266C210E5153}"/>
                  </a:ext>
                </a:extLst>
              </p:cNvPr>
              <p:cNvSpPr/>
              <p:nvPr/>
            </p:nvSpPr>
            <p:spPr>
              <a:xfrm flipV="1">
                <a:off x="6879285" y="466777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3" name="Rectangle 1532">
                <a:extLst>
                  <a:ext uri="{FF2B5EF4-FFF2-40B4-BE49-F238E27FC236}">
                    <a16:creationId xmlns:a16="http://schemas.microsoft.com/office/drawing/2014/main" id="{71362219-09BD-4779-8AC2-D285D743207A}"/>
                  </a:ext>
                </a:extLst>
              </p:cNvPr>
              <p:cNvSpPr/>
              <p:nvPr/>
            </p:nvSpPr>
            <p:spPr>
              <a:xfrm flipV="1">
                <a:off x="6879285" y="475482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4" name="Rectangle 1533">
                <a:extLst>
                  <a:ext uri="{FF2B5EF4-FFF2-40B4-BE49-F238E27FC236}">
                    <a16:creationId xmlns:a16="http://schemas.microsoft.com/office/drawing/2014/main" id="{EBE9B69C-2D10-477A-A32F-D3F8CD62CEEF}"/>
                  </a:ext>
                </a:extLst>
              </p:cNvPr>
              <p:cNvSpPr/>
              <p:nvPr/>
            </p:nvSpPr>
            <p:spPr>
              <a:xfrm flipV="1">
                <a:off x="6879285" y="48398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5" name="Rectangle 1534">
                <a:extLst>
                  <a:ext uri="{FF2B5EF4-FFF2-40B4-BE49-F238E27FC236}">
                    <a16:creationId xmlns:a16="http://schemas.microsoft.com/office/drawing/2014/main" id="{CB03426D-CD40-4AE0-A1A2-F4A8C958EB76}"/>
                  </a:ext>
                </a:extLst>
              </p:cNvPr>
              <p:cNvSpPr/>
              <p:nvPr/>
            </p:nvSpPr>
            <p:spPr>
              <a:xfrm flipV="1">
                <a:off x="6879285" y="492090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 name="Rectangle 1535">
                <a:extLst>
                  <a:ext uri="{FF2B5EF4-FFF2-40B4-BE49-F238E27FC236}">
                    <a16:creationId xmlns:a16="http://schemas.microsoft.com/office/drawing/2014/main" id="{20DA67FA-0E2D-4D8D-805F-B9D49B324314}"/>
                  </a:ext>
                </a:extLst>
              </p:cNvPr>
              <p:cNvSpPr/>
              <p:nvPr/>
            </p:nvSpPr>
            <p:spPr>
              <a:xfrm flipV="1">
                <a:off x="5764484" y="542759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 name="Rectangle 1536">
                <a:extLst>
                  <a:ext uri="{FF2B5EF4-FFF2-40B4-BE49-F238E27FC236}">
                    <a16:creationId xmlns:a16="http://schemas.microsoft.com/office/drawing/2014/main" id="{572044A2-B051-4583-97A0-C5146D7D61B5}"/>
                  </a:ext>
                </a:extLst>
              </p:cNvPr>
              <p:cNvSpPr/>
              <p:nvPr/>
            </p:nvSpPr>
            <p:spPr>
              <a:xfrm flipV="1">
                <a:off x="5764484" y="551438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8" name="Rectangle 1537">
                <a:extLst>
                  <a:ext uri="{FF2B5EF4-FFF2-40B4-BE49-F238E27FC236}">
                    <a16:creationId xmlns:a16="http://schemas.microsoft.com/office/drawing/2014/main" id="{28999B8C-7808-495A-87BA-891F33A4DB81}"/>
                  </a:ext>
                </a:extLst>
              </p:cNvPr>
              <p:cNvSpPr/>
              <p:nvPr/>
            </p:nvSpPr>
            <p:spPr>
              <a:xfrm flipV="1">
                <a:off x="5764484" y="560281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9" name="Rectangle 1538">
                <a:extLst>
                  <a:ext uri="{FF2B5EF4-FFF2-40B4-BE49-F238E27FC236}">
                    <a16:creationId xmlns:a16="http://schemas.microsoft.com/office/drawing/2014/main" id="{257714CA-9660-4AF5-B1BD-E86C7181C680}"/>
                  </a:ext>
                </a:extLst>
              </p:cNvPr>
              <p:cNvSpPr/>
              <p:nvPr/>
            </p:nvSpPr>
            <p:spPr>
              <a:xfrm flipV="1">
                <a:off x="5764484" y="568376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0" name="Rectangle 1539">
                <a:extLst>
                  <a:ext uri="{FF2B5EF4-FFF2-40B4-BE49-F238E27FC236}">
                    <a16:creationId xmlns:a16="http://schemas.microsoft.com/office/drawing/2014/main" id="{FA1715D7-95B4-4C39-8057-A53CA8384488}"/>
                  </a:ext>
                </a:extLst>
              </p:cNvPr>
              <p:cNvSpPr/>
              <p:nvPr/>
            </p:nvSpPr>
            <p:spPr>
              <a:xfrm flipV="1">
                <a:off x="5762692" y="57607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1" name="Rectangle 1540">
                <a:extLst>
                  <a:ext uri="{FF2B5EF4-FFF2-40B4-BE49-F238E27FC236}">
                    <a16:creationId xmlns:a16="http://schemas.microsoft.com/office/drawing/2014/main" id="{30F11866-C01D-4008-82B9-574943C47F63}"/>
                  </a:ext>
                </a:extLst>
              </p:cNvPr>
              <p:cNvSpPr/>
              <p:nvPr/>
            </p:nvSpPr>
            <p:spPr>
              <a:xfrm flipV="1">
                <a:off x="5764484" y="500512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 name="Rectangle 1541">
                <a:extLst>
                  <a:ext uri="{FF2B5EF4-FFF2-40B4-BE49-F238E27FC236}">
                    <a16:creationId xmlns:a16="http://schemas.microsoft.com/office/drawing/2014/main" id="{BB69EC5A-B66E-4D39-B63E-F62A3D9CECDF}"/>
                  </a:ext>
                </a:extLst>
              </p:cNvPr>
              <p:cNvSpPr/>
              <p:nvPr/>
            </p:nvSpPr>
            <p:spPr>
              <a:xfrm flipV="1">
                <a:off x="5764484" y="508615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3" name="Rectangle 1542">
                <a:extLst>
                  <a:ext uri="{FF2B5EF4-FFF2-40B4-BE49-F238E27FC236}">
                    <a16:creationId xmlns:a16="http://schemas.microsoft.com/office/drawing/2014/main" id="{CC10D524-875D-42FD-8BA1-61CE7C5D007B}"/>
                  </a:ext>
                </a:extLst>
              </p:cNvPr>
              <p:cNvSpPr/>
              <p:nvPr/>
            </p:nvSpPr>
            <p:spPr>
              <a:xfrm flipV="1">
                <a:off x="5764484" y="51712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4" name="Rectangle 1543">
                <a:extLst>
                  <a:ext uri="{FF2B5EF4-FFF2-40B4-BE49-F238E27FC236}">
                    <a16:creationId xmlns:a16="http://schemas.microsoft.com/office/drawing/2014/main" id="{B77EB27A-A02A-4AF8-81E9-071CFF15E3E6}"/>
                  </a:ext>
                </a:extLst>
              </p:cNvPr>
              <p:cNvSpPr/>
              <p:nvPr/>
            </p:nvSpPr>
            <p:spPr>
              <a:xfrm flipV="1">
                <a:off x="5764484" y="525780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5" name="Rectangle 1544">
                <a:extLst>
                  <a:ext uri="{FF2B5EF4-FFF2-40B4-BE49-F238E27FC236}">
                    <a16:creationId xmlns:a16="http://schemas.microsoft.com/office/drawing/2014/main" id="{3D608CDA-0A3E-491B-B8C4-5548591A006D}"/>
                  </a:ext>
                </a:extLst>
              </p:cNvPr>
              <p:cNvSpPr/>
              <p:nvPr/>
            </p:nvSpPr>
            <p:spPr>
              <a:xfrm flipV="1">
                <a:off x="5764484" y="53434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6" name="Rectangle 1545">
                <a:extLst>
                  <a:ext uri="{FF2B5EF4-FFF2-40B4-BE49-F238E27FC236}">
                    <a16:creationId xmlns:a16="http://schemas.microsoft.com/office/drawing/2014/main" id="{71EDE48C-8A3C-403D-8840-BAB630C671E5}"/>
                  </a:ext>
                </a:extLst>
              </p:cNvPr>
              <p:cNvSpPr/>
              <p:nvPr/>
            </p:nvSpPr>
            <p:spPr>
              <a:xfrm flipV="1">
                <a:off x="5764484" y="458113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7" name="Rectangle 1546">
                <a:extLst>
                  <a:ext uri="{FF2B5EF4-FFF2-40B4-BE49-F238E27FC236}">
                    <a16:creationId xmlns:a16="http://schemas.microsoft.com/office/drawing/2014/main" id="{C745D10E-02A8-45EF-8063-28A484EED66D}"/>
                  </a:ext>
                </a:extLst>
              </p:cNvPr>
              <p:cNvSpPr/>
              <p:nvPr/>
            </p:nvSpPr>
            <p:spPr>
              <a:xfrm flipV="1">
                <a:off x="5764484" y="466924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8" name="Rectangle 1547">
                <a:extLst>
                  <a:ext uri="{FF2B5EF4-FFF2-40B4-BE49-F238E27FC236}">
                    <a16:creationId xmlns:a16="http://schemas.microsoft.com/office/drawing/2014/main" id="{53CD0BFA-2135-421F-B0EC-EE8AAD61B96D}"/>
                  </a:ext>
                </a:extLst>
              </p:cNvPr>
              <p:cNvSpPr/>
              <p:nvPr/>
            </p:nvSpPr>
            <p:spPr>
              <a:xfrm flipV="1">
                <a:off x="5764484" y="47562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9" name="Rectangle 1548">
                <a:extLst>
                  <a:ext uri="{FF2B5EF4-FFF2-40B4-BE49-F238E27FC236}">
                    <a16:creationId xmlns:a16="http://schemas.microsoft.com/office/drawing/2014/main" id="{8139998C-BDAB-4D9F-99E2-0E1D6A98E399}"/>
                  </a:ext>
                </a:extLst>
              </p:cNvPr>
              <p:cNvSpPr/>
              <p:nvPr/>
            </p:nvSpPr>
            <p:spPr>
              <a:xfrm flipV="1">
                <a:off x="5764484" y="484134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0" name="Rectangle 1549">
                <a:extLst>
                  <a:ext uri="{FF2B5EF4-FFF2-40B4-BE49-F238E27FC236}">
                    <a16:creationId xmlns:a16="http://schemas.microsoft.com/office/drawing/2014/main" id="{8B9A3AF4-57E7-4983-A4B6-DE9B65CFD2EA}"/>
                  </a:ext>
                </a:extLst>
              </p:cNvPr>
              <p:cNvSpPr/>
              <p:nvPr/>
            </p:nvSpPr>
            <p:spPr>
              <a:xfrm flipV="1">
                <a:off x="5764484" y="49223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1" name="Rectangle 1550">
                <a:extLst>
                  <a:ext uri="{FF2B5EF4-FFF2-40B4-BE49-F238E27FC236}">
                    <a16:creationId xmlns:a16="http://schemas.microsoft.com/office/drawing/2014/main" id="{879EEDA1-5C5F-4B4F-8317-5F160217D1AC}"/>
                  </a:ext>
                </a:extLst>
              </p:cNvPr>
              <p:cNvSpPr/>
              <p:nvPr/>
            </p:nvSpPr>
            <p:spPr>
              <a:xfrm flipV="1">
                <a:off x="5766372" y="400849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2" name="Rectangle 1551">
                <a:extLst>
                  <a:ext uri="{FF2B5EF4-FFF2-40B4-BE49-F238E27FC236}">
                    <a16:creationId xmlns:a16="http://schemas.microsoft.com/office/drawing/2014/main" id="{3B2BE5F7-E08B-4B0C-AFC9-7D9986270802}"/>
                  </a:ext>
                </a:extLst>
              </p:cNvPr>
              <p:cNvSpPr/>
              <p:nvPr/>
            </p:nvSpPr>
            <p:spPr>
              <a:xfrm flipV="1">
                <a:off x="5766372" y="40952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3" name="Rectangle 1552">
                <a:extLst>
                  <a:ext uri="{FF2B5EF4-FFF2-40B4-BE49-F238E27FC236}">
                    <a16:creationId xmlns:a16="http://schemas.microsoft.com/office/drawing/2014/main" id="{8092948D-6579-4EFB-AD20-4FF3C9452809}"/>
                  </a:ext>
                </a:extLst>
              </p:cNvPr>
              <p:cNvSpPr/>
              <p:nvPr/>
            </p:nvSpPr>
            <p:spPr>
              <a:xfrm flipV="1">
                <a:off x="5766372" y="418371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4" name="Rectangle 1553">
                <a:extLst>
                  <a:ext uri="{FF2B5EF4-FFF2-40B4-BE49-F238E27FC236}">
                    <a16:creationId xmlns:a16="http://schemas.microsoft.com/office/drawing/2014/main" id="{A04B634D-6C72-4326-86CF-E601F9182BFC}"/>
                  </a:ext>
                </a:extLst>
              </p:cNvPr>
              <p:cNvSpPr/>
              <p:nvPr/>
            </p:nvSpPr>
            <p:spPr>
              <a:xfrm flipV="1">
                <a:off x="5766372" y="426466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5" name="Rectangle 1554">
                <a:extLst>
                  <a:ext uri="{FF2B5EF4-FFF2-40B4-BE49-F238E27FC236}">
                    <a16:creationId xmlns:a16="http://schemas.microsoft.com/office/drawing/2014/main" id="{B342B347-635A-42D8-AA24-F54A91755F06}"/>
                  </a:ext>
                </a:extLst>
              </p:cNvPr>
              <p:cNvSpPr/>
              <p:nvPr/>
            </p:nvSpPr>
            <p:spPr>
              <a:xfrm flipV="1">
                <a:off x="5766755" y="43412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6" name="Rectangle 1555">
                <a:extLst>
                  <a:ext uri="{FF2B5EF4-FFF2-40B4-BE49-F238E27FC236}">
                    <a16:creationId xmlns:a16="http://schemas.microsoft.com/office/drawing/2014/main" id="{74E6CFA4-9798-4560-860E-4307CD6DF237}"/>
                  </a:ext>
                </a:extLst>
              </p:cNvPr>
              <p:cNvSpPr/>
              <p:nvPr/>
            </p:nvSpPr>
            <p:spPr>
              <a:xfrm flipV="1">
                <a:off x="5766372" y="358601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7" name="Rectangle 1556">
                <a:extLst>
                  <a:ext uri="{FF2B5EF4-FFF2-40B4-BE49-F238E27FC236}">
                    <a16:creationId xmlns:a16="http://schemas.microsoft.com/office/drawing/2014/main" id="{107E62A8-E853-4AAF-90FC-54DCE0C0067E}"/>
                  </a:ext>
                </a:extLst>
              </p:cNvPr>
              <p:cNvSpPr/>
              <p:nvPr/>
            </p:nvSpPr>
            <p:spPr>
              <a:xfrm flipV="1">
                <a:off x="5766372" y="366705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8" name="Rectangle 1557">
                <a:extLst>
                  <a:ext uri="{FF2B5EF4-FFF2-40B4-BE49-F238E27FC236}">
                    <a16:creationId xmlns:a16="http://schemas.microsoft.com/office/drawing/2014/main" id="{DCCA2B04-E65B-4774-B501-D696BE588BB2}"/>
                  </a:ext>
                </a:extLst>
              </p:cNvPr>
              <p:cNvSpPr/>
              <p:nvPr/>
            </p:nvSpPr>
            <p:spPr>
              <a:xfrm flipV="1">
                <a:off x="5766372" y="375209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9" name="Rectangle 1558">
                <a:extLst>
                  <a:ext uri="{FF2B5EF4-FFF2-40B4-BE49-F238E27FC236}">
                    <a16:creationId xmlns:a16="http://schemas.microsoft.com/office/drawing/2014/main" id="{0925D2E5-F0F9-44F9-9C17-8C56A156ECD0}"/>
                  </a:ext>
                </a:extLst>
              </p:cNvPr>
              <p:cNvSpPr/>
              <p:nvPr/>
            </p:nvSpPr>
            <p:spPr>
              <a:xfrm flipV="1">
                <a:off x="5766372" y="383870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0" name="Rectangle 1559">
                <a:extLst>
                  <a:ext uri="{FF2B5EF4-FFF2-40B4-BE49-F238E27FC236}">
                    <a16:creationId xmlns:a16="http://schemas.microsoft.com/office/drawing/2014/main" id="{92FE3221-F8D4-4B70-846C-A5C283BE8FC1}"/>
                  </a:ext>
                </a:extLst>
              </p:cNvPr>
              <p:cNvSpPr/>
              <p:nvPr/>
            </p:nvSpPr>
            <p:spPr>
              <a:xfrm flipV="1">
                <a:off x="5766372" y="392429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1" name="Rectangle 1560">
                <a:extLst>
                  <a:ext uri="{FF2B5EF4-FFF2-40B4-BE49-F238E27FC236}">
                    <a16:creationId xmlns:a16="http://schemas.microsoft.com/office/drawing/2014/main" id="{8D047405-E3BD-4756-9EB5-16DDCAFAFB6F}"/>
                  </a:ext>
                </a:extLst>
              </p:cNvPr>
              <p:cNvSpPr/>
              <p:nvPr/>
            </p:nvSpPr>
            <p:spPr>
              <a:xfrm flipV="1">
                <a:off x="5766372" y="31620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2" name="Rectangle 1561">
                <a:extLst>
                  <a:ext uri="{FF2B5EF4-FFF2-40B4-BE49-F238E27FC236}">
                    <a16:creationId xmlns:a16="http://schemas.microsoft.com/office/drawing/2014/main" id="{E56433E3-892F-4AC3-8CD1-C61A01EFDA63}"/>
                  </a:ext>
                </a:extLst>
              </p:cNvPr>
              <p:cNvSpPr/>
              <p:nvPr/>
            </p:nvSpPr>
            <p:spPr>
              <a:xfrm flipV="1">
                <a:off x="5766372" y="325014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3" name="Rectangle 1562">
                <a:extLst>
                  <a:ext uri="{FF2B5EF4-FFF2-40B4-BE49-F238E27FC236}">
                    <a16:creationId xmlns:a16="http://schemas.microsoft.com/office/drawing/2014/main" id="{94CDFD68-1D7F-4813-8EAB-2C802FCCE201}"/>
                  </a:ext>
                </a:extLst>
              </p:cNvPr>
              <p:cNvSpPr/>
              <p:nvPr/>
            </p:nvSpPr>
            <p:spPr>
              <a:xfrm flipV="1">
                <a:off x="5766372" y="333718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4" name="Rectangle 1563">
                <a:extLst>
                  <a:ext uri="{FF2B5EF4-FFF2-40B4-BE49-F238E27FC236}">
                    <a16:creationId xmlns:a16="http://schemas.microsoft.com/office/drawing/2014/main" id="{F3487B82-DE14-43A1-A0B3-4F3686DED4C1}"/>
                  </a:ext>
                </a:extLst>
              </p:cNvPr>
              <p:cNvSpPr/>
              <p:nvPr/>
            </p:nvSpPr>
            <p:spPr>
              <a:xfrm flipV="1">
                <a:off x="5766372" y="342223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5" name="Rectangle 1564">
                <a:extLst>
                  <a:ext uri="{FF2B5EF4-FFF2-40B4-BE49-F238E27FC236}">
                    <a16:creationId xmlns:a16="http://schemas.microsoft.com/office/drawing/2014/main" id="{D7076841-2924-40FC-97F8-365F6497F55F}"/>
                  </a:ext>
                </a:extLst>
              </p:cNvPr>
              <p:cNvSpPr/>
              <p:nvPr/>
            </p:nvSpPr>
            <p:spPr>
              <a:xfrm flipV="1">
                <a:off x="5766372" y="350327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6" name="Rectangle 1565">
                <a:extLst>
                  <a:ext uri="{FF2B5EF4-FFF2-40B4-BE49-F238E27FC236}">
                    <a16:creationId xmlns:a16="http://schemas.microsoft.com/office/drawing/2014/main" id="{20BD6CA5-6BCB-440C-8D10-6233C0350885}"/>
                  </a:ext>
                </a:extLst>
              </p:cNvPr>
              <p:cNvSpPr/>
              <p:nvPr/>
            </p:nvSpPr>
            <p:spPr>
              <a:xfrm>
                <a:off x="6880689"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7" name="Rectangle 1566">
                <a:extLst>
                  <a:ext uri="{FF2B5EF4-FFF2-40B4-BE49-F238E27FC236}">
                    <a16:creationId xmlns:a16="http://schemas.microsoft.com/office/drawing/2014/main" id="{40BA0597-0D7F-41AF-9DB2-7F1CFE2F8D48}"/>
                  </a:ext>
                </a:extLst>
              </p:cNvPr>
              <p:cNvSpPr/>
              <p:nvPr/>
            </p:nvSpPr>
            <p:spPr>
              <a:xfrm>
                <a:off x="6099935" y="3007337"/>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8" name="Rectangle 1567">
                <a:extLst>
                  <a:ext uri="{FF2B5EF4-FFF2-40B4-BE49-F238E27FC236}">
                    <a16:creationId xmlns:a16="http://schemas.microsoft.com/office/drawing/2014/main" id="{C5166175-7E6C-42AC-8796-2B8C93170A24}"/>
                  </a:ext>
                </a:extLst>
              </p:cNvPr>
              <p:cNvSpPr/>
              <p:nvPr/>
            </p:nvSpPr>
            <p:spPr>
              <a:xfrm>
                <a:off x="6267113"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Rectangle 1568">
                <a:extLst>
                  <a:ext uri="{FF2B5EF4-FFF2-40B4-BE49-F238E27FC236}">
                    <a16:creationId xmlns:a16="http://schemas.microsoft.com/office/drawing/2014/main" id="{213879AE-C962-41B3-B094-0934DFDFA669}"/>
                  </a:ext>
                </a:extLst>
              </p:cNvPr>
              <p:cNvSpPr/>
              <p:nvPr/>
            </p:nvSpPr>
            <p:spPr>
              <a:xfrm>
                <a:off x="6353638"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0" name="Rectangle 1569">
                <a:extLst>
                  <a:ext uri="{FF2B5EF4-FFF2-40B4-BE49-F238E27FC236}">
                    <a16:creationId xmlns:a16="http://schemas.microsoft.com/office/drawing/2014/main" id="{3015806C-2F13-4D53-9ED9-EA608BB0A48B}"/>
                  </a:ext>
                </a:extLst>
              </p:cNvPr>
              <p:cNvSpPr/>
              <p:nvPr/>
            </p:nvSpPr>
            <p:spPr>
              <a:xfrm>
                <a:off x="6439355"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1" name="Rectangle 1570">
                <a:extLst>
                  <a:ext uri="{FF2B5EF4-FFF2-40B4-BE49-F238E27FC236}">
                    <a16:creationId xmlns:a16="http://schemas.microsoft.com/office/drawing/2014/main" id="{BC28A968-0F3C-4738-A99F-863F2A4FB8FF}"/>
                  </a:ext>
                </a:extLst>
              </p:cNvPr>
              <p:cNvSpPr/>
              <p:nvPr/>
            </p:nvSpPr>
            <p:spPr>
              <a:xfrm>
                <a:off x="6528267"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2" name="Rectangle 1571">
                <a:extLst>
                  <a:ext uri="{FF2B5EF4-FFF2-40B4-BE49-F238E27FC236}">
                    <a16:creationId xmlns:a16="http://schemas.microsoft.com/office/drawing/2014/main" id="{3E74FAB0-9333-46B5-B935-E0360CDC6A9B}"/>
                  </a:ext>
                </a:extLst>
              </p:cNvPr>
              <p:cNvSpPr/>
              <p:nvPr/>
            </p:nvSpPr>
            <p:spPr>
              <a:xfrm>
                <a:off x="6618770"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3" name="Rectangle 1572">
                <a:extLst>
                  <a:ext uri="{FF2B5EF4-FFF2-40B4-BE49-F238E27FC236}">
                    <a16:creationId xmlns:a16="http://schemas.microsoft.com/office/drawing/2014/main" id="{05F6A4B6-A4D4-4F02-AD42-00C3043BEED9}"/>
                  </a:ext>
                </a:extLst>
              </p:cNvPr>
              <p:cNvSpPr/>
              <p:nvPr/>
            </p:nvSpPr>
            <p:spPr>
              <a:xfrm>
                <a:off x="6709257"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4" name="Rectangle 1573">
                <a:extLst>
                  <a:ext uri="{FF2B5EF4-FFF2-40B4-BE49-F238E27FC236}">
                    <a16:creationId xmlns:a16="http://schemas.microsoft.com/office/drawing/2014/main" id="{CF7E7930-A007-4B5C-B75A-1F8243F2F4C1}"/>
                  </a:ext>
                </a:extLst>
              </p:cNvPr>
              <p:cNvSpPr/>
              <p:nvPr/>
            </p:nvSpPr>
            <p:spPr>
              <a:xfrm>
                <a:off x="6794974"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5" name="Rectangle 1574">
                <a:extLst>
                  <a:ext uri="{FF2B5EF4-FFF2-40B4-BE49-F238E27FC236}">
                    <a16:creationId xmlns:a16="http://schemas.microsoft.com/office/drawing/2014/main" id="{2D367007-81B3-42DD-B793-4DE31FCE8124}"/>
                  </a:ext>
                </a:extLst>
              </p:cNvPr>
              <p:cNvSpPr/>
              <p:nvPr/>
            </p:nvSpPr>
            <p:spPr>
              <a:xfrm>
                <a:off x="6878182" y="293090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6" name="Rectangle 1575">
                <a:extLst>
                  <a:ext uri="{FF2B5EF4-FFF2-40B4-BE49-F238E27FC236}">
                    <a16:creationId xmlns:a16="http://schemas.microsoft.com/office/drawing/2014/main" id="{A3E4902F-C2D7-4963-9ECE-DD0F86C7A34F}"/>
                  </a:ext>
                </a:extLst>
              </p:cNvPr>
              <p:cNvSpPr/>
              <p:nvPr/>
            </p:nvSpPr>
            <p:spPr>
              <a:xfrm>
                <a:off x="6792467" y="293090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7" name="Rectangle 1576">
                <a:extLst>
                  <a:ext uri="{FF2B5EF4-FFF2-40B4-BE49-F238E27FC236}">
                    <a16:creationId xmlns:a16="http://schemas.microsoft.com/office/drawing/2014/main" id="{624235E8-96F0-4144-AA80-C573FF8B8F2E}"/>
                  </a:ext>
                </a:extLst>
              </p:cNvPr>
              <p:cNvSpPr/>
              <p:nvPr/>
            </p:nvSpPr>
            <p:spPr>
              <a:xfrm>
                <a:off x="6528239" y="292874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8" name="Rectangle 1577">
                <a:extLst>
                  <a:ext uri="{FF2B5EF4-FFF2-40B4-BE49-F238E27FC236}">
                    <a16:creationId xmlns:a16="http://schemas.microsoft.com/office/drawing/2014/main" id="{21714BAD-CBE5-4C12-B4BC-3F74C2F3CBA5}"/>
                  </a:ext>
                </a:extLst>
              </p:cNvPr>
              <p:cNvSpPr/>
              <p:nvPr/>
            </p:nvSpPr>
            <p:spPr>
              <a:xfrm>
                <a:off x="6442524" y="292874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9" name="Rectangle 1578">
                <a:extLst>
                  <a:ext uri="{FF2B5EF4-FFF2-40B4-BE49-F238E27FC236}">
                    <a16:creationId xmlns:a16="http://schemas.microsoft.com/office/drawing/2014/main" id="{AC0CE5F7-2C15-4584-A861-D6EB99177456}"/>
                  </a:ext>
                </a:extLst>
              </p:cNvPr>
              <p:cNvSpPr/>
              <p:nvPr/>
            </p:nvSpPr>
            <p:spPr>
              <a:xfrm flipV="1">
                <a:off x="6015474" y="300719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0" name="Rectangle 1579">
                <a:extLst>
                  <a:ext uri="{FF2B5EF4-FFF2-40B4-BE49-F238E27FC236}">
                    <a16:creationId xmlns:a16="http://schemas.microsoft.com/office/drawing/2014/main" id="{D94C7B05-CBEC-4C33-80FE-FE4E8F3B2BE7}"/>
                  </a:ext>
                </a:extLst>
              </p:cNvPr>
              <p:cNvSpPr/>
              <p:nvPr/>
            </p:nvSpPr>
            <p:spPr>
              <a:xfrm flipV="1">
                <a:off x="5934927" y="300719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1" name="Rectangle 1580">
                <a:extLst>
                  <a:ext uri="{FF2B5EF4-FFF2-40B4-BE49-F238E27FC236}">
                    <a16:creationId xmlns:a16="http://schemas.microsoft.com/office/drawing/2014/main" id="{82E8EB8B-0DB4-4045-8EA4-5E70028246CF}"/>
                  </a:ext>
                </a:extLst>
              </p:cNvPr>
              <p:cNvSpPr/>
              <p:nvPr/>
            </p:nvSpPr>
            <p:spPr>
              <a:xfrm>
                <a:off x="6098958" y="293133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2" name="Rectangle 1581">
                <a:extLst>
                  <a:ext uri="{FF2B5EF4-FFF2-40B4-BE49-F238E27FC236}">
                    <a16:creationId xmlns:a16="http://schemas.microsoft.com/office/drawing/2014/main" id="{75F0D832-A546-43B9-924D-281EE201B4B0}"/>
                  </a:ext>
                </a:extLst>
              </p:cNvPr>
              <p:cNvSpPr/>
              <p:nvPr/>
            </p:nvSpPr>
            <p:spPr>
              <a:xfrm>
                <a:off x="6266136" y="292774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3" name="Rectangle 1582">
                <a:extLst>
                  <a:ext uri="{FF2B5EF4-FFF2-40B4-BE49-F238E27FC236}">
                    <a16:creationId xmlns:a16="http://schemas.microsoft.com/office/drawing/2014/main" id="{42B76B9A-9445-44F4-A60F-68E9A56B7BF0}"/>
                  </a:ext>
                </a:extLst>
              </p:cNvPr>
              <p:cNvSpPr/>
              <p:nvPr/>
            </p:nvSpPr>
            <p:spPr>
              <a:xfrm>
                <a:off x="6352661" y="292774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4" name="Rectangle 1583">
                <a:extLst>
                  <a:ext uri="{FF2B5EF4-FFF2-40B4-BE49-F238E27FC236}">
                    <a16:creationId xmlns:a16="http://schemas.microsoft.com/office/drawing/2014/main" id="{EB3354E1-978C-4C10-82A7-9587E1F7C609}"/>
                  </a:ext>
                </a:extLst>
              </p:cNvPr>
              <p:cNvSpPr/>
              <p:nvPr/>
            </p:nvSpPr>
            <p:spPr>
              <a:xfrm flipV="1">
                <a:off x="6014497" y="293118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5" name="Rectangle 1584">
                <a:extLst>
                  <a:ext uri="{FF2B5EF4-FFF2-40B4-BE49-F238E27FC236}">
                    <a16:creationId xmlns:a16="http://schemas.microsoft.com/office/drawing/2014/main" id="{2FECAC92-EF30-4480-ACD4-1AE36D2F4FCE}"/>
                  </a:ext>
                </a:extLst>
              </p:cNvPr>
              <p:cNvSpPr/>
              <p:nvPr/>
            </p:nvSpPr>
            <p:spPr>
              <a:xfrm flipV="1">
                <a:off x="5933950" y="293118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6" name="Rectangle 1585">
                <a:extLst>
                  <a:ext uri="{FF2B5EF4-FFF2-40B4-BE49-F238E27FC236}">
                    <a16:creationId xmlns:a16="http://schemas.microsoft.com/office/drawing/2014/main" id="{615BDD4C-D92A-463A-9734-75B56C3A6C70}"/>
                  </a:ext>
                </a:extLst>
              </p:cNvPr>
              <p:cNvSpPr/>
              <p:nvPr/>
            </p:nvSpPr>
            <p:spPr>
              <a:xfrm flipV="1">
                <a:off x="6798191"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7" name="Rectangle 1586">
                <a:extLst>
                  <a:ext uri="{FF2B5EF4-FFF2-40B4-BE49-F238E27FC236}">
                    <a16:creationId xmlns:a16="http://schemas.microsoft.com/office/drawing/2014/main" id="{55345827-D21E-4FF4-930C-61AB8FAFA434}"/>
                  </a:ext>
                </a:extLst>
              </p:cNvPr>
              <p:cNvSpPr/>
              <p:nvPr/>
            </p:nvSpPr>
            <p:spPr>
              <a:xfrm flipV="1">
                <a:off x="6013968"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8" name="Rectangle 1587">
                <a:extLst>
                  <a:ext uri="{FF2B5EF4-FFF2-40B4-BE49-F238E27FC236}">
                    <a16:creationId xmlns:a16="http://schemas.microsoft.com/office/drawing/2014/main" id="{9E00B1C3-69FD-4253-8C57-21AA05643C9E}"/>
                  </a:ext>
                </a:extLst>
              </p:cNvPr>
              <p:cNvSpPr/>
              <p:nvPr/>
            </p:nvSpPr>
            <p:spPr>
              <a:xfrm flipV="1">
                <a:off x="6096515"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9" name="Rectangle 1588">
                <a:extLst>
                  <a:ext uri="{FF2B5EF4-FFF2-40B4-BE49-F238E27FC236}">
                    <a16:creationId xmlns:a16="http://schemas.microsoft.com/office/drawing/2014/main" id="{A4A25E7E-1577-42E3-A706-737B2A140F1D}"/>
                  </a:ext>
                </a:extLst>
              </p:cNvPr>
              <p:cNvSpPr/>
              <p:nvPr/>
            </p:nvSpPr>
            <p:spPr>
              <a:xfrm flipV="1">
                <a:off x="6183807"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0" name="Rectangle 1589">
                <a:extLst>
                  <a:ext uri="{FF2B5EF4-FFF2-40B4-BE49-F238E27FC236}">
                    <a16:creationId xmlns:a16="http://schemas.microsoft.com/office/drawing/2014/main" id="{D9AEE523-B833-4670-B239-578F49D84006}"/>
                  </a:ext>
                </a:extLst>
              </p:cNvPr>
              <p:cNvSpPr/>
              <p:nvPr/>
            </p:nvSpPr>
            <p:spPr>
              <a:xfrm flipV="1">
                <a:off x="6270332"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1" name="Rectangle 1590">
                <a:extLst>
                  <a:ext uri="{FF2B5EF4-FFF2-40B4-BE49-F238E27FC236}">
                    <a16:creationId xmlns:a16="http://schemas.microsoft.com/office/drawing/2014/main" id="{87D85AFF-3C73-4CA0-8216-471B86039130}"/>
                  </a:ext>
                </a:extLst>
              </p:cNvPr>
              <p:cNvSpPr/>
              <p:nvPr/>
            </p:nvSpPr>
            <p:spPr>
              <a:xfrm flipV="1">
                <a:off x="6356857"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2" name="Rectangle 1591">
                <a:extLst>
                  <a:ext uri="{FF2B5EF4-FFF2-40B4-BE49-F238E27FC236}">
                    <a16:creationId xmlns:a16="http://schemas.microsoft.com/office/drawing/2014/main" id="{638F4497-BE90-4AA1-8651-E7FF68FD024D}"/>
                  </a:ext>
                </a:extLst>
              </p:cNvPr>
              <p:cNvSpPr/>
              <p:nvPr/>
            </p:nvSpPr>
            <p:spPr>
              <a:xfrm flipV="1">
                <a:off x="6445769"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3" name="Rectangle 1592">
                <a:extLst>
                  <a:ext uri="{FF2B5EF4-FFF2-40B4-BE49-F238E27FC236}">
                    <a16:creationId xmlns:a16="http://schemas.microsoft.com/office/drawing/2014/main" id="{6F3A625D-9B58-4356-B0D5-1C102ED3F279}"/>
                  </a:ext>
                </a:extLst>
              </p:cNvPr>
              <p:cNvSpPr/>
              <p:nvPr/>
            </p:nvSpPr>
            <p:spPr>
              <a:xfrm flipV="1">
                <a:off x="6536272"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4" name="Rectangle 1593">
                <a:extLst>
                  <a:ext uri="{FF2B5EF4-FFF2-40B4-BE49-F238E27FC236}">
                    <a16:creationId xmlns:a16="http://schemas.microsoft.com/office/drawing/2014/main" id="{762E3585-F9DF-47D1-AF2C-D75168B45B0E}"/>
                  </a:ext>
                </a:extLst>
              </p:cNvPr>
              <p:cNvSpPr/>
              <p:nvPr/>
            </p:nvSpPr>
            <p:spPr>
              <a:xfrm flipV="1">
                <a:off x="6626759"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5" name="Rectangle 1594">
                <a:extLst>
                  <a:ext uri="{FF2B5EF4-FFF2-40B4-BE49-F238E27FC236}">
                    <a16:creationId xmlns:a16="http://schemas.microsoft.com/office/drawing/2014/main" id="{60F81681-3680-4325-B15A-304410F3EF70}"/>
                  </a:ext>
                </a:extLst>
              </p:cNvPr>
              <p:cNvSpPr/>
              <p:nvPr/>
            </p:nvSpPr>
            <p:spPr>
              <a:xfrm flipV="1">
                <a:off x="6712476"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6" name="Rectangle 1595">
                <a:extLst>
                  <a:ext uri="{FF2B5EF4-FFF2-40B4-BE49-F238E27FC236}">
                    <a16:creationId xmlns:a16="http://schemas.microsoft.com/office/drawing/2014/main" id="{93AD60E9-4843-4BF3-8AEA-CA7978092A78}"/>
                  </a:ext>
                </a:extLst>
              </p:cNvPr>
              <p:cNvSpPr/>
              <p:nvPr/>
            </p:nvSpPr>
            <p:spPr>
              <a:xfrm flipV="1">
                <a:off x="6880376" y="308354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7" name="Rectangle 1596">
                <a:extLst>
                  <a:ext uri="{FF2B5EF4-FFF2-40B4-BE49-F238E27FC236}">
                    <a16:creationId xmlns:a16="http://schemas.microsoft.com/office/drawing/2014/main" id="{CBB60D67-3894-454F-B0BC-DACDD98277DE}"/>
                  </a:ext>
                </a:extLst>
              </p:cNvPr>
              <p:cNvSpPr/>
              <p:nvPr/>
            </p:nvSpPr>
            <p:spPr>
              <a:xfrm flipV="1">
                <a:off x="6791777"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8" name="Rectangle 1597">
                <a:extLst>
                  <a:ext uri="{FF2B5EF4-FFF2-40B4-BE49-F238E27FC236}">
                    <a16:creationId xmlns:a16="http://schemas.microsoft.com/office/drawing/2014/main" id="{8D469B4C-D422-4FF1-BE5E-189176569CE8}"/>
                  </a:ext>
                </a:extLst>
              </p:cNvPr>
              <p:cNvSpPr/>
              <p:nvPr/>
            </p:nvSpPr>
            <p:spPr>
              <a:xfrm flipV="1">
                <a:off x="6007554"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9" name="Rectangle 1598">
                <a:extLst>
                  <a:ext uri="{FF2B5EF4-FFF2-40B4-BE49-F238E27FC236}">
                    <a16:creationId xmlns:a16="http://schemas.microsoft.com/office/drawing/2014/main" id="{FCB96017-283E-45C5-BB34-CE2CA5D92A23}"/>
                  </a:ext>
                </a:extLst>
              </p:cNvPr>
              <p:cNvSpPr/>
              <p:nvPr/>
            </p:nvSpPr>
            <p:spPr>
              <a:xfrm flipV="1">
                <a:off x="6090101"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0" name="Rectangle 1599">
                <a:extLst>
                  <a:ext uri="{FF2B5EF4-FFF2-40B4-BE49-F238E27FC236}">
                    <a16:creationId xmlns:a16="http://schemas.microsoft.com/office/drawing/2014/main" id="{44796FB8-FE2A-4229-B6F8-09B446ECFC16}"/>
                  </a:ext>
                </a:extLst>
              </p:cNvPr>
              <p:cNvSpPr/>
              <p:nvPr/>
            </p:nvSpPr>
            <p:spPr>
              <a:xfrm flipV="1">
                <a:off x="6177393"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1" name="Rectangle 1600">
                <a:extLst>
                  <a:ext uri="{FF2B5EF4-FFF2-40B4-BE49-F238E27FC236}">
                    <a16:creationId xmlns:a16="http://schemas.microsoft.com/office/drawing/2014/main" id="{1171F9FE-CE74-4736-ABCF-4FF2CEB99458}"/>
                  </a:ext>
                </a:extLst>
              </p:cNvPr>
              <p:cNvSpPr/>
              <p:nvPr/>
            </p:nvSpPr>
            <p:spPr>
              <a:xfrm flipV="1">
                <a:off x="6263918"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 name="Rectangle 1601">
                <a:extLst>
                  <a:ext uri="{FF2B5EF4-FFF2-40B4-BE49-F238E27FC236}">
                    <a16:creationId xmlns:a16="http://schemas.microsoft.com/office/drawing/2014/main" id="{A23B104F-69F1-4A11-8F5E-3D9A76D2ACE5}"/>
                  </a:ext>
                </a:extLst>
              </p:cNvPr>
              <p:cNvSpPr/>
              <p:nvPr/>
            </p:nvSpPr>
            <p:spPr>
              <a:xfrm flipV="1">
                <a:off x="6350443"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 name="Rectangle 1602">
                <a:extLst>
                  <a:ext uri="{FF2B5EF4-FFF2-40B4-BE49-F238E27FC236}">
                    <a16:creationId xmlns:a16="http://schemas.microsoft.com/office/drawing/2014/main" id="{11C53F64-1450-4A82-9927-256193AABD76}"/>
                  </a:ext>
                </a:extLst>
              </p:cNvPr>
              <p:cNvSpPr/>
              <p:nvPr/>
            </p:nvSpPr>
            <p:spPr>
              <a:xfrm flipV="1">
                <a:off x="6439355"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 name="Rectangle 1603">
                <a:extLst>
                  <a:ext uri="{FF2B5EF4-FFF2-40B4-BE49-F238E27FC236}">
                    <a16:creationId xmlns:a16="http://schemas.microsoft.com/office/drawing/2014/main" id="{3AEBCE2C-DB96-49FE-9B0E-E69322FAF773}"/>
                  </a:ext>
                </a:extLst>
              </p:cNvPr>
              <p:cNvSpPr/>
              <p:nvPr/>
            </p:nvSpPr>
            <p:spPr>
              <a:xfrm flipV="1">
                <a:off x="6529858"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5" name="Rectangle 1604">
                <a:extLst>
                  <a:ext uri="{FF2B5EF4-FFF2-40B4-BE49-F238E27FC236}">
                    <a16:creationId xmlns:a16="http://schemas.microsoft.com/office/drawing/2014/main" id="{C0654AB6-1EC1-49C8-99D7-342B41FDE381}"/>
                  </a:ext>
                </a:extLst>
              </p:cNvPr>
              <p:cNvSpPr/>
              <p:nvPr/>
            </p:nvSpPr>
            <p:spPr>
              <a:xfrm flipV="1">
                <a:off x="6620345"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6" name="Rectangle 1605">
                <a:extLst>
                  <a:ext uri="{FF2B5EF4-FFF2-40B4-BE49-F238E27FC236}">
                    <a16:creationId xmlns:a16="http://schemas.microsoft.com/office/drawing/2014/main" id="{BBF85EE3-AE10-4475-A763-679891404B2F}"/>
                  </a:ext>
                </a:extLst>
              </p:cNvPr>
              <p:cNvSpPr/>
              <p:nvPr/>
            </p:nvSpPr>
            <p:spPr>
              <a:xfrm flipV="1">
                <a:off x="6706062"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7" name="Rectangle 1606">
                <a:extLst>
                  <a:ext uri="{FF2B5EF4-FFF2-40B4-BE49-F238E27FC236}">
                    <a16:creationId xmlns:a16="http://schemas.microsoft.com/office/drawing/2014/main" id="{54E82475-0551-4E4B-9468-E0B2B7626D70}"/>
                  </a:ext>
                </a:extLst>
              </p:cNvPr>
              <p:cNvSpPr/>
              <p:nvPr/>
            </p:nvSpPr>
            <p:spPr>
              <a:xfrm flipV="1">
                <a:off x="5842458" y="583196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8" name="Rectangle 1607">
                <a:extLst>
                  <a:ext uri="{FF2B5EF4-FFF2-40B4-BE49-F238E27FC236}">
                    <a16:creationId xmlns:a16="http://schemas.microsoft.com/office/drawing/2014/main" id="{F477179D-124C-43C4-8CF9-88B0E0F5D1BD}"/>
                  </a:ext>
                </a:extLst>
              </p:cNvPr>
              <p:cNvSpPr/>
              <p:nvPr/>
            </p:nvSpPr>
            <p:spPr>
              <a:xfrm flipV="1">
                <a:off x="5923422" y="583196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9" name="Rectangle 1608">
                <a:extLst>
                  <a:ext uri="{FF2B5EF4-FFF2-40B4-BE49-F238E27FC236}">
                    <a16:creationId xmlns:a16="http://schemas.microsoft.com/office/drawing/2014/main" id="{EAC00610-6ECF-4583-B70E-0200D2445088}"/>
                  </a:ext>
                </a:extLst>
              </p:cNvPr>
              <p:cNvSpPr/>
              <p:nvPr/>
            </p:nvSpPr>
            <p:spPr>
              <a:xfrm flipV="1">
                <a:off x="6879285" y="583332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0" name="Rectangle 1609">
                <a:extLst>
                  <a:ext uri="{FF2B5EF4-FFF2-40B4-BE49-F238E27FC236}">
                    <a16:creationId xmlns:a16="http://schemas.microsoft.com/office/drawing/2014/main" id="{42C70EFA-0E85-4827-AF6E-4242A2FA6755}"/>
                  </a:ext>
                </a:extLst>
              </p:cNvPr>
              <p:cNvSpPr/>
              <p:nvPr/>
            </p:nvSpPr>
            <p:spPr>
              <a:xfrm flipV="1">
                <a:off x="5763204" y="583425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1" name="Rectangle 1610">
                <a:extLst>
                  <a:ext uri="{FF2B5EF4-FFF2-40B4-BE49-F238E27FC236}">
                    <a16:creationId xmlns:a16="http://schemas.microsoft.com/office/drawing/2014/main" id="{6B0F3486-39DE-4049-AB49-4D2C6730B442}"/>
                  </a:ext>
                </a:extLst>
              </p:cNvPr>
              <p:cNvSpPr/>
              <p:nvPr/>
            </p:nvSpPr>
            <p:spPr>
              <a:xfrm>
                <a:off x="6878182" y="285537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2" name="Rectangle 1611">
                <a:extLst>
                  <a:ext uri="{FF2B5EF4-FFF2-40B4-BE49-F238E27FC236}">
                    <a16:creationId xmlns:a16="http://schemas.microsoft.com/office/drawing/2014/main" id="{1C8A1795-F901-4AFC-A8C1-12998BDEE379}"/>
                  </a:ext>
                </a:extLst>
              </p:cNvPr>
              <p:cNvSpPr/>
              <p:nvPr/>
            </p:nvSpPr>
            <p:spPr>
              <a:xfrm>
                <a:off x="6792467" y="285537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3" name="Rectangle 1612">
                <a:extLst>
                  <a:ext uri="{FF2B5EF4-FFF2-40B4-BE49-F238E27FC236}">
                    <a16:creationId xmlns:a16="http://schemas.microsoft.com/office/drawing/2014/main" id="{39A1A763-C6FB-4B02-A959-3C7391783D22}"/>
                  </a:ext>
                </a:extLst>
              </p:cNvPr>
              <p:cNvSpPr/>
              <p:nvPr/>
            </p:nvSpPr>
            <p:spPr>
              <a:xfrm flipV="1">
                <a:off x="5852156" y="30073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4" name="Rectangle 1613">
                <a:extLst>
                  <a:ext uri="{FF2B5EF4-FFF2-40B4-BE49-F238E27FC236}">
                    <a16:creationId xmlns:a16="http://schemas.microsoft.com/office/drawing/2014/main" id="{DA877854-9A9E-439F-AABD-50AEA1CC688D}"/>
                  </a:ext>
                </a:extLst>
              </p:cNvPr>
              <p:cNvSpPr/>
              <p:nvPr/>
            </p:nvSpPr>
            <p:spPr>
              <a:xfrm flipV="1">
                <a:off x="5771609" y="30073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5" name="Rectangle 1614">
                <a:extLst>
                  <a:ext uri="{FF2B5EF4-FFF2-40B4-BE49-F238E27FC236}">
                    <a16:creationId xmlns:a16="http://schemas.microsoft.com/office/drawing/2014/main" id="{44A0B4DF-465D-4125-86AA-548E3F557BEC}"/>
                  </a:ext>
                </a:extLst>
              </p:cNvPr>
              <p:cNvSpPr/>
              <p:nvPr/>
            </p:nvSpPr>
            <p:spPr>
              <a:xfrm flipV="1">
                <a:off x="5851179" y="29313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6" name="Rectangle 1615">
                <a:extLst>
                  <a:ext uri="{FF2B5EF4-FFF2-40B4-BE49-F238E27FC236}">
                    <a16:creationId xmlns:a16="http://schemas.microsoft.com/office/drawing/2014/main" id="{E0B259BD-85C1-4BEA-8E32-F9E9891D85F8}"/>
                  </a:ext>
                </a:extLst>
              </p:cNvPr>
              <p:cNvSpPr/>
              <p:nvPr/>
            </p:nvSpPr>
            <p:spPr>
              <a:xfrm flipV="1">
                <a:off x="5770632" y="29313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 name="Rectangle 1616">
                <a:extLst>
                  <a:ext uri="{FF2B5EF4-FFF2-40B4-BE49-F238E27FC236}">
                    <a16:creationId xmlns:a16="http://schemas.microsoft.com/office/drawing/2014/main" id="{4E2480DD-C35A-4958-BA24-A263C6258D75}"/>
                  </a:ext>
                </a:extLst>
              </p:cNvPr>
              <p:cNvSpPr/>
              <p:nvPr/>
            </p:nvSpPr>
            <p:spPr>
              <a:xfrm flipV="1">
                <a:off x="5851256" y="308023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 name="Rectangle 1617">
                <a:extLst>
                  <a:ext uri="{FF2B5EF4-FFF2-40B4-BE49-F238E27FC236}">
                    <a16:creationId xmlns:a16="http://schemas.microsoft.com/office/drawing/2014/main" id="{3F7FD8E7-BB44-4B6B-B88E-EE255DEAC3E0}"/>
                  </a:ext>
                </a:extLst>
              </p:cNvPr>
              <p:cNvSpPr/>
              <p:nvPr/>
            </p:nvSpPr>
            <p:spPr>
              <a:xfrm flipV="1">
                <a:off x="5932220" y="308023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9" name="Rectangle 1618">
                <a:extLst>
                  <a:ext uri="{FF2B5EF4-FFF2-40B4-BE49-F238E27FC236}">
                    <a16:creationId xmlns:a16="http://schemas.microsoft.com/office/drawing/2014/main" id="{D5EA76BB-E3AC-4646-80DF-34216510A525}"/>
                  </a:ext>
                </a:extLst>
              </p:cNvPr>
              <p:cNvSpPr/>
              <p:nvPr/>
            </p:nvSpPr>
            <p:spPr>
              <a:xfrm flipV="1">
                <a:off x="5772002" y="30825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 name="Rectangle 1619">
                <a:extLst>
                  <a:ext uri="{FF2B5EF4-FFF2-40B4-BE49-F238E27FC236}">
                    <a16:creationId xmlns:a16="http://schemas.microsoft.com/office/drawing/2014/main" id="{4C0D2A4E-93E7-4F95-948F-597E7FF243E9}"/>
                  </a:ext>
                </a:extLst>
              </p:cNvPr>
              <p:cNvSpPr/>
              <p:nvPr/>
            </p:nvSpPr>
            <p:spPr>
              <a:xfrm>
                <a:off x="6182796"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1" name="Rectangle 1620">
                <a:extLst>
                  <a:ext uri="{FF2B5EF4-FFF2-40B4-BE49-F238E27FC236}">
                    <a16:creationId xmlns:a16="http://schemas.microsoft.com/office/drawing/2014/main" id="{6791EED7-269F-4F2A-A60F-14902A8BC57C}"/>
                  </a:ext>
                </a:extLst>
              </p:cNvPr>
              <p:cNvSpPr/>
              <p:nvPr/>
            </p:nvSpPr>
            <p:spPr>
              <a:xfrm>
                <a:off x="6185503" y="292848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83208008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530" name="Group 529">
            <a:extLst>
              <a:ext uri="{FF2B5EF4-FFF2-40B4-BE49-F238E27FC236}">
                <a16:creationId xmlns:a16="http://schemas.microsoft.com/office/drawing/2014/main" id="{ADE0A4EC-4651-44D1-919D-C915BC0C39D3}"/>
              </a:ext>
            </a:extLst>
          </p:cNvPr>
          <p:cNvGrpSpPr/>
          <p:nvPr/>
        </p:nvGrpSpPr>
        <p:grpSpPr>
          <a:xfrm>
            <a:off x="975584" y="4328175"/>
            <a:ext cx="1031867" cy="1173162"/>
            <a:chOff x="5690677" y="2694707"/>
            <a:chExt cx="1031867" cy="1173162"/>
          </a:xfrm>
        </p:grpSpPr>
        <p:sp>
          <p:nvSpPr>
            <p:cNvPr id="531" name="Rectangle 530">
              <a:extLst>
                <a:ext uri="{FF2B5EF4-FFF2-40B4-BE49-F238E27FC236}">
                  <a16:creationId xmlns:a16="http://schemas.microsoft.com/office/drawing/2014/main" id="{2E5DEBFA-F466-4D2D-833C-4A1AAE9F4320}"/>
                </a:ext>
              </a:extLst>
            </p:cNvPr>
            <p:cNvSpPr/>
            <p:nvPr/>
          </p:nvSpPr>
          <p:spPr>
            <a:xfrm>
              <a:off x="5773226" y="277566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204E0575-32AE-42ED-8A81-0A40B2B561B7}"/>
                </a:ext>
              </a:extLst>
            </p:cNvPr>
            <p:cNvSpPr/>
            <p:nvPr/>
          </p:nvSpPr>
          <p:spPr>
            <a:xfrm>
              <a:off x="5773226" y="328366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F9FE6CD8-F270-4F13-95C3-538964AE4117}"/>
                </a:ext>
              </a:extLst>
            </p:cNvPr>
            <p:cNvSpPr/>
            <p:nvPr/>
          </p:nvSpPr>
          <p:spPr>
            <a:xfrm>
              <a:off x="5690678" y="317730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9C282E5C-8E4F-4E44-B200-D5852D955422}"/>
                </a:ext>
              </a:extLst>
            </p:cNvPr>
            <p:cNvSpPr/>
            <p:nvPr/>
          </p:nvSpPr>
          <p:spPr>
            <a:xfrm>
              <a:off x="6636828" y="317730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u</a:t>
              </a:r>
            </a:p>
          </p:txBody>
        </p:sp>
        <p:sp>
          <p:nvSpPr>
            <p:cNvPr id="535" name="Rectangle 534">
              <a:extLst>
                <a:ext uri="{FF2B5EF4-FFF2-40B4-BE49-F238E27FC236}">
                  <a16:creationId xmlns:a16="http://schemas.microsoft.com/office/drawing/2014/main" id="{4F4C7F0B-E474-475E-90FB-6ACC85612894}"/>
                </a:ext>
              </a:extLst>
            </p:cNvPr>
            <p:cNvSpPr/>
            <p:nvPr/>
          </p:nvSpPr>
          <p:spPr>
            <a:xfrm>
              <a:off x="5690678" y="3093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EF7D9F9C-79FA-4946-B17D-D10FE7E064BA}"/>
                </a:ext>
              </a:extLst>
            </p:cNvPr>
            <p:cNvSpPr/>
            <p:nvPr/>
          </p:nvSpPr>
          <p:spPr>
            <a:xfrm>
              <a:off x="5690678" y="33900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2665082B-FC4C-492E-A97E-2A5B4D7A700E}"/>
                </a:ext>
              </a:extLst>
            </p:cNvPr>
            <p:cNvSpPr/>
            <p:nvPr/>
          </p:nvSpPr>
          <p:spPr>
            <a:xfrm>
              <a:off x="6636828" y="310110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8879B02E-9C34-4C60-94E5-C5BB75AEA4D5}"/>
                </a:ext>
              </a:extLst>
            </p:cNvPr>
            <p:cNvSpPr/>
            <p:nvPr/>
          </p:nvSpPr>
          <p:spPr>
            <a:xfrm>
              <a:off x="6636828" y="339003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EDC89813-87DD-4CE4-B88A-1F429759C13A}"/>
                </a:ext>
              </a:extLst>
            </p:cNvPr>
            <p:cNvSpPr/>
            <p:nvPr/>
          </p:nvSpPr>
          <p:spPr>
            <a:xfrm>
              <a:off x="5690678" y="30169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11A67A41-3936-49A6-94C8-39DF58CF319D}"/>
                </a:ext>
              </a:extLst>
            </p:cNvPr>
            <p:cNvSpPr/>
            <p:nvPr/>
          </p:nvSpPr>
          <p:spPr>
            <a:xfrm>
              <a:off x="5690678" y="293680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A15B8527-7B3B-41C1-95D5-0569EE8008B5}"/>
                </a:ext>
              </a:extLst>
            </p:cNvPr>
            <p:cNvSpPr/>
            <p:nvPr/>
          </p:nvSpPr>
          <p:spPr>
            <a:xfrm>
              <a:off x="5690678" y="28518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Rectangle 541">
              <a:extLst>
                <a:ext uri="{FF2B5EF4-FFF2-40B4-BE49-F238E27FC236}">
                  <a16:creationId xmlns:a16="http://schemas.microsoft.com/office/drawing/2014/main" id="{32BBC4F5-49F3-4D6C-8E28-00BE3F024ABE}"/>
                </a:ext>
              </a:extLst>
            </p:cNvPr>
            <p:cNvSpPr/>
            <p:nvPr/>
          </p:nvSpPr>
          <p:spPr>
            <a:xfrm>
              <a:off x="5690678" y="27756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14B1C918-6C61-48F0-9DCD-2E07DD3EBAFE}"/>
                </a:ext>
              </a:extLst>
            </p:cNvPr>
            <p:cNvSpPr/>
            <p:nvPr/>
          </p:nvSpPr>
          <p:spPr>
            <a:xfrm>
              <a:off x="6636828" y="30130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0B298EF2-5871-4D83-BC44-DE1D93B6C5B2}"/>
                </a:ext>
              </a:extLst>
            </p:cNvPr>
            <p:cNvSpPr/>
            <p:nvPr/>
          </p:nvSpPr>
          <p:spPr>
            <a:xfrm>
              <a:off x="6636828" y="292595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D536613D-0233-4108-A410-12A29FF19D81}"/>
                </a:ext>
              </a:extLst>
            </p:cNvPr>
            <p:cNvSpPr/>
            <p:nvPr/>
          </p:nvSpPr>
          <p:spPr>
            <a:xfrm>
              <a:off x="6636828" y="284763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A9EA7B47-8A06-42EB-BD65-30B37104221C}"/>
                </a:ext>
              </a:extLst>
            </p:cNvPr>
            <p:cNvSpPr/>
            <p:nvPr/>
          </p:nvSpPr>
          <p:spPr>
            <a:xfrm>
              <a:off x="6636828" y="277355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CBF4C21C-AA88-463B-AA2D-91328C9F7445}"/>
                </a:ext>
              </a:extLst>
            </p:cNvPr>
            <p:cNvSpPr/>
            <p:nvPr/>
          </p:nvSpPr>
          <p:spPr>
            <a:xfrm>
              <a:off x="5690678" y="34662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9AD75CB8-B04E-4858-AC0B-1A58C495260B}"/>
                </a:ext>
              </a:extLst>
            </p:cNvPr>
            <p:cNvSpPr/>
            <p:nvPr/>
          </p:nvSpPr>
          <p:spPr>
            <a:xfrm>
              <a:off x="5690678" y="354851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B01D1B35-2EF3-4ED1-BDC1-9EA647CC63CE}"/>
                </a:ext>
              </a:extLst>
            </p:cNvPr>
            <p:cNvSpPr/>
            <p:nvPr/>
          </p:nvSpPr>
          <p:spPr>
            <a:xfrm>
              <a:off x="5690678" y="362815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69A6950B-2865-4312-9FFD-92964415F971}"/>
                </a:ext>
              </a:extLst>
            </p:cNvPr>
            <p:cNvSpPr/>
            <p:nvPr/>
          </p:nvSpPr>
          <p:spPr>
            <a:xfrm>
              <a:off x="5690678" y="37138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95FFE72A-601F-4416-9B1E-F34124A23F85}"/>
                </a:ext>
              </a:extLst>
            </p:cNvPr>
            <p:cNvSpPr/>
            <p:nvPr/>
          </p:nvSpPr>
          <p:spPr>
            <a:xfrm>
              <a:off x="6636828" y="371388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75CD4376-B2C5-4366-9579-7BA7742D8553}"/>
                </a:ext>
              </a:extLst>
            </p:cNvPr>
            <p:cNvSpPr/>
            <p:nvPr/>
          </p:nvSpPr>
          <p:spPr>
            <a:xfrm>
              <a:off x="6636828" y="363609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B1D2BAD4-DE9E-47B5-9709-2CE461521DCD}"/>
                </a:ext>
              </a:extLst>
            </p:cNvPr>
            <p:cNvSpPr/>
            <p:nvPr/>
          </p:nvSpPr>
          <p:spPr>
            <a:xfrm>
              <a:off x="6636828" y="3559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78D7FF18-589B-49F9-838E-5872AE2FC58C}"/>
                </a:ext>
              </a:extLst>
            </p:cNvPr>
            <p:cNvSpPr/>
            <p:nvPr/>
          </p:nvSpPr>
          <p:spPr>
            <a:xfrm>
              <a:off x="6636828" y="347416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02F693D1-1023-41A7-950F-3AB307A8A822}"/>
                </a:ext>
              </a:extLst>
            </p:cNvPr>
            <p:cNvSpPr/>
            <p:nvPr/>
          </p:nvSpPr>
          <p:spPr>
            <a:xfrm>
              <a:off x="6639996"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F7B896FD-B156-4535-88CE-049DC607D2A1}"/>
                </a:ext>
              </a:extLst>
            </p:cNvPr>
            <p:cNvSpPr/>
            <p:nvPr/>
          </p:nvSpPr>
          <p:spPr>
            <a:xfrm>
              <a:off x="5855773"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9683EA7C-433B-4BCF-9D15-1C2C5B5229F8}"/>
                </a:ext>
              </a:extLst>
            </p:cNvPr>
            <p:cNvSpPr/>
            <p:nvPr/>
          </p:nvSpPr>
          <p:spPr>
            <a:xfrm>
              <a:off x="5938320"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15AA068A-EE5B-493E-8F55-7226B4EDEE81}"/>
                </a:ext>
              </a:extLst>
            </p:cNvPr>
            <p:cNvSpPr/>
            <p:nvPr/>
          </p:nvSpPr>
          <p:spPr>
            <a:xfrm>
              <a:off x="6025612"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D6151305-4B20-482C-9343-DC059CB8EFE4}"/>
                </a:ext>
              </a:extLst>
            </p:cNvPr>
            <p:cNvSpPr/>
            <p:nvPr/>
          </p:nvSpPr>
          <p:spPr>
            <a:xfrm>
              <a:off x="6112137"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429DC707-B01D-4CCF-8E4A-40FD49AA12D2}"/>
                </a:ext>
              </a:extLst>
            </p:cNvPr>
            <p:cNvSpPr/>
            <p:nvPr/>
          </p:nvSpPr>
          <p:spPr>
            <a:xfrm>
              <a:off x="6198662"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50A4D5AE-A243-4D56-A0A8-AE2E1CCA1631}"/>
                </a:ext>
              </a:extLst>
            </p:cNvPr>
            <p:cNvSpPr/>
            <p:nvPr/>
          </p:nvSpPr>
          <p:spPr>
            <a:xfrm>
              <a:off x="6287574"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38A30061-9D86-470E-9AE2-AC27D10CF29F}"/>
                </a:ext>
              </a:extLst>
            </p:cNvPr>
            <p:cNvSpPr/>
            <p:nvPr/>
          </p:nvSpPr>
          <p:spPr>
            <a:xfrm>
              <a:off x="6378077"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AE6B4FE2-4A70-4402-8004-5D55325D75D6}"/>
                </a:ext>
              </a:extLst>
            </p:cNvPr>
            <p:cNvSpPr/>
            <p:nvPr/>
          </p:nvSpPr>
          <p:spPr>
            <a:xfrm>
              <a:off x="6468564"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FA2B2883-B722-4F8E-BCF7-F8178170CF84}"/>
                </a:ext>
              </a:extLst>
            </p:cNvPr>
            <p:cNvSpPr/>
            <p:nvPr/>
          </p:nvSpPr>
          <p:spPr>
            <a:xfrm>
              <a:off x="6554281" y="379166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7E33B1C6-EED9-457D-9EA4-65AA1C600B60}"/>
                </a:ext>
              </a:extLst>
            </p:cNvPr>
            <p:cNvSpPr/>
            <p:nvPr/>
          </p:nvSpPr>
          <p:spPr>
            <a:xfrm>
              <a:off x="6636828"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DA5610BE-95CF-441E-B46C-A6AC3E464105}"/>
                </a:ext>
              </a:extLst>
            </p:cNvPr>
            <p:cNvSpPr/>
            <p:nvPr/>
          </p:nvSpPr>
          <p:spPr>
            <a:xfrm>
              <a:off x="5852605"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3330CD3F-BB25-4628-9C3B-E81476ABC199}"/>
                </a:ext>
              </a:extLst>
            </p:cNvPr>
            <p:cNvSpPr/>
            <p:nvPr/>
          </p:nvSpPr>
          <p:spPr>
            <a:xfrm>
              <a:off x="5935152"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BE93070E-6050-4E21-8EC5-AECC0A3AC507}"/>
                </a:ext>
              </a:extLst>
            </p:cNvPr>
            <p:cNvSpPr/>
            <p:nvPr/>
          </p:nvSpPr>
          <p:spPr>
            <a:xfrm>
              <a:off x="6022444"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42166C53-27E1-407A-80E3-E81C12D85942}"/>
                </a:ext>
              </a:extLst>
            </p:cNvPr>
            <p:cNvSpPr/>
            <p:nvPr/>
          </p:nvSpPr>
          <p:spPr>
            <a:xfrm>
              <a:off x="6108969"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Rectangle 569">
              <a:extLst>
                <a:ext uri="{FF2B5EF4-FFF2-40B4-BE49-F238E27FC236}">
                  <a16:creationId xmlns:a16="http://schemas.microsoft.com/office/drawing/2014/main" id="{4F3915DA-8412-4D71-903E-E9F9A4ABC1CF}"/>
                </a:ext>
              </a:extLst>
            </p:cNvPr>
            <p:cNvSpPr/>
            <p:nvPr/>
          </p:nvSpPr>
          <p:spPr>
            <a:xfrm>
              <a:off x="6195494"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Rectangle 570">
              <a:extLst>
                <a:ext uri="{FF2B5EF4-FFF2-40B4-BE49-F238E27FC236}">
                  <a16:creationId xmlns:a16="http://schemas.microsoft.com/office/drawing/2014/main" id="{C8071475-EF03-4ADE-A510-7894CB59796B}"/>
                </a:ext>
              </a:extLst>
            </p:cNvPr>
            <p:cNvSpPr/>
            <p:nvPr/>
          </p:nvSpPr>
          <p:spPr>
            <a:xfrm>
              <a:off x="6284406"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50994F11-BB45-4110-9AF0-DB692C869B62}"/>
                </a:ext>
              </a:extLst>
            </p:cNvPr>
            <p:cNvSpPr/>
            <p:nvPr/>
          </p:nvSpPr>
          <p:spPr>
            <a:xfrm>
              <a:off x="6374909"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Rectangle 572">
              <a:extLst>
                <a:ext uri="{FF2B5EF4-FFF2-40B4-BE49-F238E27FC236}">
                  <a16:creationId xmlns:a16="http://schemas.microsoft.com/office/drawing/2014/main" id="{F7223050-D428-4BD5-BF36-29BB6FF57727}"/>
                </a:ext>
              </a:extLst>
            </p:cNvPr>
            <p:cNvSpPr/>
            <p:nvPr/>
          </p:nvSpPr>
          <p:spPr>
            <a:xfrm>
              <a:off x="6465396"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Rectangle 573">
              <a:extLst>
                <a:ext uri="{FF2B5EF4-FFF2-40B4-BE49-F238E27FC236}">
                  <a16:creationId xmlns:a16="http://schemas.microsoft.com/office/drawing/2014/main" id="{33B5381A-B3CB-4A84-A1A2-C2868A432E14}"/>
                </a:ext>
              </a:extLst>
            </p:cNvPr>
            <p:cNvSpPr/>
            <p:nvPr/>
          </p:nvSpPr>
          <p:spPr>
            <a:xfrm>
              <a:off x="6551113" y="269576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Rectangle 574">
              <a:extLst>
                <a:ext uri="{FF2B5EF4-FFF2-40B4-BE49-F238E27FC236}">
                  <a16:creationId xmlns:a16="http://schemas.microsoft.com/office/drawing/2014/main" id="{E4710335-3112-4963-AE08-C2F82975C99A}"/>
                </a:ext>
              </a:extLst>
            </p:cNvPr>
            <p:cNvSpPr/>
            <p:nvPr/>
          </p:nvSpPr>
          <p:spPr>
            <a:xfrm>
              <a:off x="5690677" y="269470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a:extLst>
                <a:ext uri="{FF2B5EF4-FFF2-40B4-BE49-F238E27FC236}">
                  <a16:creationId xmlns:a16="http://schemas.microsoft.com/office/drawing/2014/main" id="{C82B7920-E7B9-4A55-B40C-37F202B2BBFC}"/>
                </a:ext>
              </a:extLst>
            </p:cNvPr>
            <p:cNvSpPr/>
            <p:nvPr/>
          </p:nvSpPr>
          <p:spPr>
            <a:xfrm>
              <a:off x="5771641" y="269470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a:extLst>
                <a:ext uri="{FF2B5EF4-FFF2-40B4-BE49-F238E27FC236}">
                  <a16:creationId xmlns:a16="http://schemas.microsoft.com/office/drawing/2014/main" id="{0992DF80-9516-4FC5-A7E5-B156A14B2246}"/>
                </a:ext>
              </a:extLst>
            </p:cNvPr>
            <p:cNvSpPr/>
            <p:nvPr/>
          </p:nvSpPr>
          <p:spPr>
            <a:xfrm>
              <a:off x="5690677" y="379166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Rectangle 577">
              <a:extLst>
                <a:ext uri="{FF2B5EF4-FFF2-40B4-BE49-F238E27FC236}">
                  <a16:creationId xmlns:a16="http://schemas.microsoft.com/office/drawing/2014/main" id="{9BE558C0-30C0-410F-B9F7-F2C302F280D7}"/>
                </a:ext>
              </a:extLst>
            </p:cNvPr>
            <p:cNvSpPr/>
            <p:nvPr/>
          </p:nvSpPr>
          <p:spPr>
            <a:xfrm>
              <a:off x="5771641" y="379166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9" name="Group 578">
            <a:extLst>
              <a:ext uri="{FF2B5EF4-FFF2-40B4-BE49-F238E27FC236}">
                <a16:creationId xmlns:a16="http://schemas.microsoft.com/office/drawing/2014/main" id="{422AF461-6871-4E53-83CF-700EFE20835A}"/>
              </a:ext>
            </a:extLst>
          </p:cNvPr>
          <p:cNvGrpSpPr/>
          <p:nvPr/>
        </p:nvGrpSpPr>
        <p:grpSpPr>
          <a:xfrm>
            <a:off x="5493029" y="3183041"/>
            <a:ext cx="788352" cy="2385054"/>
            <a:chOff x="2709495" y="1607476"/>
            <a:chExt cx="1033452" cy="2677855"/>
          </a:xfrm>
        </p:grpSpPr>
        <p:sp>
          <p:nvSpPr>
            <p:cNvPr id="580" name="Rectangle 579">
              <a:extLst>
                <a:ext uri="{FF2B5EF4-FFF2-40B4-BE49-F238E27FC236}">
                  <a16:creationId xmlns:a16="http://schemas.microsoft.com/office/drawing/2014/main" id="{B2095CB7-1490-4B1F-A1D2-E242ACF43398}"/>
                </a:ext>
              </a:extLst>
            </p:cNvPr>
            <p:cNvSpPr/>
            <p:nvPr/>
          </p:nvSpPr>
          <p:spPr>
            <a:xfrm>
              <a:off x="2793629" y="1688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Rectangle 580">
              <a:extLst>
                <a:ext uri="{FF2B5EF4-FFF2-40B4-BE49-F238E27FC236}">
                  <a16:creationId xmlns:a16="http://schemas.microsoft.com/office/drawing/2014/main" id="{646468BC-4CD4-4E67-9A81-258D7B8734FD}"/>
                </a:ext>
              </a:extLst>
            </p:cNvPr>
            <p:cNvSpPr/>
            <p:nvPr/>
          </p:nvSpPr>
          <p:spPr>
            <a:xfrm>
              <a:off x="2793629" y="2196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Rectangle 581">
              <a:extLst>
                <a:ext uri="{FF2B5EF4-FFF2-40B4-BE49-F238E27FC236}">
                  <a16:creationId xmlns:a16="http://schemas.microsoft.com/office/drawing/2014/main" id="{96547A29-E9C3-41D9-A83E-8FE3308AD909}"/>
                </a:ext>
              </a:extLst>
            </p:cNvPr>
            <p:cNvSpPr/>
            <p:nvPr/>
          </p:nvSpPr>
          <p:spPr>
            <a:xfrm>
              <a:off x="2711081" y="20900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582">
              <a:extLst>
                <a:ext uri="{FF2B5EF4-FFF2-40B4-BE49-F238E27FC236}">
                  <a16:creationId xmlns:a16="http://schemas.microsoft.com/office/drawing/2014/main" id="{7BA70045-D1B9-4B0D-A091-5A8F846B7A55}"/>
                </a:ext>
              </a:extLst>
            </p:cNvPr>
            <p:cNvSpPr/>
            <p:nvPr/>
          </p:nvSpPr>
          <p:spPr>
            <a:xfrm>
              <a:off x="2711081" y="20059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583">
              <a:extLst>
                <a:ext uri="{FF2B5EF4-FFF2-40B4-BE49-F238E27FC236}">
                  <a16:creationId xmlns:a16="http://schemas.microsoft.com/office/drawing/2014/main" id="{37360E9D-3EEF-4A21-B4C8-0D0990FDD641}"/>
                </a:ext>
              </a:extLst>
            </p:cNvPr>
            <p:cNvSpPr/>
            <p:nvPr/>
          </p:nvSpPr>
          <p:spPr>
            <a:xfrm>
              <a:off x="2711081" y="23028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a16="http://schemas.microsoft.com/office/drawing/2014/main" id="{B96D929D-F124-4F7F-8A46-A6AAFAF8C01B}"/>
                </a:ext>
              </a:extLst>
            </p:cNvPr>
            <p:cNvSpPr/>
            <p:nvPr/>
          </p:nvSpPr>
          <p:spPr>
            <a:xfrm>
              <a:off x="2711081" y="19297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C4B0F1C0-2BF5-48D0-8D90-823964AB567D}"/>
                </a:ext>
              </a:extLst>
            </p:cNvPr>
            <p:cNvSpPr/>
            <p:nvPr/>
          </p:nvSpPr>
          <p:spPr>
            <a:xfrm>
              <a:off x="2711081" y="18495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AF9B634E-B067-4DAE-A376-41AEDAAAF0B9}"/>
                </a:ext>
              </a:extLst>
            </p:cNvPr>
            <p:cNvSpPr/>
            <p:nvPr/>
          </p:nvSpPr>
          <p:spPr>
            <a:xfrm>
              <a:off x="2711081" y="17646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4C9F26AF-C580-44C8-95BD-B024005CDCE2}"/>
                </a:ext>
              </a:extLst>
            </p:cNvPr>
            <p:cNvSpPr/>
            <p:nvPr/>
          </p:nvSpPr>
          <p:spPr>
            <a:xfrm>
              <a:off x="2711081" y="16884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CC980BE0-C066-40F9-9ED3-825D54DA452D}"/>
                </a:ext>
              </a:extLst>
            </p:cNvPr>
            <p:cNvSpPr/>
            <p:nvPr/>
          </p:nvSpPr>
          <p:spPr>
            <a:xfrm>
              <a:off x="2711081" y="23790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7E512150-4DA2-4BAA-927C-6FFEC02A0856}"/>
                </a:ext>
              </a:extLst>
            </p:cNvPr>
            <p:cNvSpPr/>
            <p:nvPr/>
          </p:nvSpPr>
          <p:spPr>
            <a:xfrm>
              <a:off x="2711081" y="246128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Rectangle 590">
              <a:extLst>
                <a:ext uri="{FF2B5EF4-FFF2-40B4-BE49-F238E27FC236}">
                  <a16:creationId xmlns:a16="http://schemas.microsoft.com/office/drawing/2014/main" id="{84CBF4D3-773C-43D3-AE0F-3553F8DCA9D2}"/>
                </a:ext>
              </a:extLst>
            </p:cNvPr>
            <p:cNvSpPr/>
            <p:nvPr/>
          </p:nvSpPr>
          <p:spPr>
            <a:xfrm>
              <a:off x="2711081" y="254092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Rectangle 591">
              <a:extLst>
                <a:ext uri="{FF2B5EF4-FFF2-40B4-BE49-F238E27FC236}">
                  <a16:creationId xmlns:a16="http://schemas.microsoft.com/office/drawing/2014/main" id="{6ADC2A20-360C-4B06-A76F-D20481518BFF}"/>
                </a:ext>
              </a:extLst>
            </p:cNvPr>
            <p:cNvSpPr/>
            <p:nvPr/>
          </p:nvSpPr>
          <p:spPr>
            <a:xfrm>
              <a:off x="2711081" y="26266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Rectangle 592">
              <a:extLst>
                <a:ext uri="{FF2B5EF4-FFF2-40B4-BE49-F238E27FC236}">
                  <a16:creationId xmlns:a16="http://schemas.microsoft.com/office/drawing/2014/main" id="{8EA5787F-2B51-4BF9-B10D-DC7B0CAD7707}"/>
                </a:ext>
              </a:extLst>
            </p:cNvPr>
            <p:cNvSpPr/>
            <p:nvPr/>
          </p:nvSpPr>
          <p:spPr>
            <a:xfrm>
              <a:off x="3657231" y="2086371"/>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594" name="Rectangle 593">
              <a:extLst>
                <a:ext uri="{FF2B5EF4-FFF2-40B4-BE49-F238E27FC236}">
                  <a16:creationId xmlns:a16="http://schemas.microsoft.com/office/drawing/2014/main" id="{D5139801-00BF-4278-AC07-04C0CB01BF0A}"/>
                </a:ext>
              </a:extLst>
            </p:cNvPr>
            <p:cNvSpPr/>
            <p:nvPr/>
          </p:nvSpPr>
          <p:spPr>
            <a:xfrm flipV="1">
              <a:off x="3657231" y="229909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Rectangle 594">
              <a:extLst>
                <a:ext uri="{FF2B5EF4-FFF2-40B4-BE49-F238E27FC236}">
                  <a16:creationId xmlns:a16="http://schemas.microsoft.com/office/drawing/2014/main" id="{18A1639E-4161-415C-8691-F827AE4DEA58}"/>
                </a:ext>
              </a:extLst>
            </p:cNvPr>
            <p:cNvSpPr/>
            <p:nvPr/>
          </p:nvSpPr>
          <p:spPr>
            <a:xfrm flipV="1">
              <a:off x="3657231" y="20101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Rectangle 595">
              <a:extLst>
                <a:ext uri="{FF2B5EF4-FFF2-40B4-BE49-F238E27FC236}">
                  <a16:creationId xmlns:a16="http://schemas.microsoft.com/office/drawing/2014/main" id="{EAD6DD87-3EA6-49D2-9881-59CCE96CD041}"/>
                </a:ext>
              </a:extLst>
            </p:cNvPr>
            <p:cNvSpPr/>
            <p:nvPr/>
          </p:nvSpPr>
          <p:spPr>
            <a:xfrm flipV="1">
              <a:off x="3657231" y="23872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Rectangle 596">
              <a:extLst>
                <a:ext uri="{FF2B5EF4-FFF2-40B4-BE49-F238E27FC236}">
                  <a16:creationId xmlns:a16="http://schemas.microsoft.com/office/drawing/2014/main" id="{1BB9EF95-BBE2-42EC-89A2-28FD5A71AD69}"/>
                </a:ext>
              </a:extLst>
            </p:cNvPr>
            <p:cNvSpPr/>
            <p:nvPr/>
          </p:nvSpPr>
          <p:spPr>
            <a:xfrm flipV="1">
              <a:off x="3657231" y="24742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5B615E92-495F-49B1-9B85-E59F9D35C78D}"/>
                </a:ext>
              </a:extLst>
            </p:cNvPr>
            <p:cNvSpPr/>
            <p:nvPr/>
          </p:nvSpPr>
          <p:spPr>
            <a:xfrm flipV="1">
              <a:off x="3657231" y="25525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Rectangle 598">
              <a:extLst>
                <a:ext uri="{FF2B5EF4-FFF2-40B4-BE49-F238E27FC236}">
                  <a16:creationId xmlns:a16="http://schemas.microsoft.com/office/drawing/2014/main" id="{1E88C60F-4434-42F5-A52F-F3D33CCE7F90}"/>
                </a:ext>
              </a:extLst>
            </p:cNvPr>
            <p:cNvSpPr/>
            <p:nvPr/>
          </p:nvSpPr>
          <p:spPr>
            <a:xfrm flipV="1">
              <a:off x="3657231" y="26266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Rectangle 599">
              <a:extLst>
                <a:ext uri="{FF2B5EF4-FFF2-40B4-BE49-F238E27FC236}">
                  <a16:creationId xmlns:a16="http://schemas.microsoft.com/office/drawing/2014/main" id="{D0C85D9B-A517-4BFA-A82B-F40F46D8D2C0}"/>
                </a:ext>
              </a:extLst>
            </p:cNvPr>
            <p:cNvSpPr/>
            <p:nvPr/>
          </p:nvSpPr>
          <p:spPr>
            <a:xfrm flipV="1">
              <a:off x="3657231" y="16863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Rectangle 600">
              <a:extLst>
                <a:ext uri="{FF2B5EF4-FFF2-40B4-BE49-F238E27FC236}">
                  <a16:creationId xmlns:a16="http://schemas.microsoft.com/office/drawing/2014/main" id="{F8180D96-48D4-464F-AA00-992752F3E3D2}"/>
                </a:ext>
              </a:extLst>
            </p:cNvPr>
            <p:cNvSpPr/>
            <p:nvPr/>
          </p:nvSpPr>
          <p:spPr>
            <a:xfrm flipV="1">
              <a:off x="3657231" y="176410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Rectangle 601">
              <a:extLst>
                <a:ext uri="{FF2B5EF4-FFF2-40B4-BE49-F238E27FC236}">
                  <a16:creationId xmlns:a16="http://schemas.microsoft.com/office/drawing/2014/main" id="{8C72F9C5-56F4-497A-B3D9-39CF2EF72859}"/>
                </a:ext>
              </a:extLst>
            </p:cNvPr>
            <p:cNvSpPr/>
            <p:nvPr/>
          </p:nvSpPr>
          <p:spPr>
            <a:xfrm flipV="1">
              <a:off x="3657231" y="1841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Rectangle 602">
              <a:extLst>
                <a:ext uri="{FF2B5EF4-FFF2-40B4-BE49-F238E27FC236}">
                  <a16:creationId xmlns:a16="http://schemas.microsoft.com/office/drawing/2014/main" id="{31E6834A-0F8D-46B9-86FE-7DDB1C6A0C5D}"/>
                </a:ext>
              </a:extLst>
            </p:cNvPr>
            <p:cNvSpPr/>
            <p:nvPr/>
          </p:nvSpPr>
          <p:spPr>
            <a:xfrm flipV="1">
              <a:off x="3657231" y="192603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Rectangle 603">
              <a:extLst>
                <a:ext uri="{FF2B5EF4-FFF2-40B4-BE49-F238E27FC236}">
                  <a16:creationId xmlns:a16="http://schemas.microsoft.com/office/drawing/2014/main" id="{40459601-CC29-43AD-B52B-3DB002921F9E}"/>
                </a:ext>
              </a:extLst>
            </p:cNvPr>
            <p:cNvSpPr/>
            <p:nvPr/>
          </p:nvSpPr>
          <p:spPr>
            <a:xfrm>
              <a:off x="3660399"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Rectangle 604">
              <a:extLst>
                <a:ext uri="{FF2B5EF4-FFF2-40B4-BE49-F238E27FC236}">
                  <a16:creationId xmlns:a16="http://schemas.microsoft.com/office/drawing/2014/main" id="{65217B76-BA22-4DC1-AD5A-6F08CD3E308F}"/>
                </a:ext>
              </a:extLst>
            </p:cNvPr>
            <p:cNvSpPr/>
            <p:nvPr/>
          </p:nvSpPr>
          <p:spPr>
            <a:xfrm>
              <a:off x="2876176"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Rectangle 605">
              <a:extLst>
                <a:ext uri="{FF2B5EF4-FFF2-40B4-BE49-F238E27FC236}">
                  <a16:creationId xmlns:a16="http://schemas.microsoft.com/office/drawing/2014/main" id="{F70CD1E3-E9A8-46CF-A937-B01B8FAB89FC}"/>
                </a:ext>
              </a:extLst>
            </p:cNvPr>
            <p:cNvSpPr/>
            <p:nvPr/>
          </p:nvSpPr>
          <p:spPr>
            <a:xfrm>
              <a:off x="2958723"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Rectangle 606">
              <a:extLst>
                <a:ext uri="{FF2B5EF4-FFF2-40B4-BE49-F238E27FC236}">
                  <a16:creationId xmlns:a16="http://schemas.microsoft.com/office/drawing/2014/main" id="{4E61670E-B090-46A9-9F95-C5B5041F77E0}"/>
                </a:ext>
              </a:extLst>
            </p:cNvPr>
            <p:cNvSpPr/>
            <p:nvPr/>
          </p:nvSpPr>
          <p:spPr>
            <a:xfrm>
              <a:off x="304601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Rectangle 607">
              <a:extLst>
                <a:ext uri="{FF2B5EF4-FFF2-40B4-BE49-F238E27FC236}">
                  <a16:creationId xmlns:a16="http://schemas.microsoft.com/office/drawing/2014/main" id="{9E2BE8DF-0340-4FCB-A6BB-1D96E9840999}"/>
                </a:ext>
              </a:extLst>
            </p:cNvPr>
            <p:cNvSpPr/>
            <p:nvPr/>
          </p:nvSpPr>
          <p:spPr>
            <a:xfrm>
              <a:off x="313254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Rectangle 608">
              <a:extLst>
                <a:ext uri="{FF2B5EF4-FFF2-40B4-BE49-F238E27FC236}">
                  <a16:creationId xmlns:a16="http://schemas.microsoft.com/office/drawing/2014/main" id="{E2DB05F0-E000-4833-8E85-02667EC507F3}"/>
                </a:ext>
              </a:extLst>
            </p:cNvPr>
            <p:cNvSpPr/>
            <p:nvPr/>
          </p:nvSpPr>
          <p:spPr>
            <a:xfrm>
              <a:off x="321906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Rectangle 609">
              <a:extLst>
                <a:ext uri="{FF2B5EF4-FFF2-40B4-BE49-F238E27FC236}">
                  <a16:creationId xmlns:a16="http://schemas.microsoft.com/office/drawing/2014/main" id="{9064996E-A621-4F19-B51E-2C1006703A04}"/>
                </a:ext>
              </a:extLst>
            </p:cNvPr>
            <p:cNvSpPr/>
            <p:nvPr/>
          </p:nvSpPr>
          <p:spPr>
            <a:xfrm>
              <a:off x="330797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Rectangle 610">
              <a:extLst>
                <a:ext uri="{FF2B5EF4-FFF2-40B4-BE49-F238E27FC236}">
                  <a16:creationId xmlns:a16="http://schemas.microsoft.com/office/drawing/2014/main" id="{B89E905C-C41C-4BE5-97D5-04FC8FF7A160}"/>
                </a:ext>
              </a:extLst>
            </p:cNvPr>
            <p:cNvSpPr/>
            <p:nvPr/>
          </p:nvSpPr>
          <p:spPr>
            <a:xfrm>
              <a:off x="339848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Rectangle 611">
              <a:extLst>
                <a:ext uri="{FF2B5EF4-FFF2-40B4-BE49-F238E27FC236}">
                  <a16:creationId xmlns:a16="http://schemas.microsoft.com/office/drawing/2014/main" id="{2CE1DC55-F748-46E3-85C5-172719D8248D}"/>
                </a:ext>
              </a:extLst>
            </p:cNvPr>
            <p:cNvSpPr/>
            <p:nvPr/>
          </p:nvSpPr>
          <p:spPr>
            <a:xfrm>
              <a:off x="348896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Rectangle 612">
              <a:extLst>
                <a:ext uri="{FF2B5EF4-FFF2-40B4-BE49-F238E27FC236}">
                  <a16:creationId xmlns:a16="http://schemas.microsoft.com/office/drawing/2014/main" id="{0889B4D2-15C7-48D7-B502-CD0905A0F885}"/>
                </a:ext>
              </a:extLst>
            </p:cNvPr>
            <p:cNvSpPr/>
            <p:nvPr/>
          </p:nvSpPr>
          <p:spPr>
            <a:xfrm>
              <a:off x="3574684"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Rectangle 613">
              <a:extLst>
                <a:ext uri="{FF2B5EF4-FFF2-40B4-BE49-F238E27FC236}">
                  <a16:creationId xmlns:a16="http://schemas.microsoft.com/office/drawing/2014/main" id="{73515A01-807B-4F9A-ACC4-DD273D6A323E}"/>
                </a:ext>
              </a:extLst>
            </p:cNvPr>
            <p:cNvSpPr/>
            <p:nvPr/>
          </p:nvSpPr>
          <p:spPr>
            <a:xfrm>
              <a:off x="3657231"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00415123-9566-4239-BEB3-5F2D367A88AA}"/>
                </a:ext>
              </a:extLst>
            </p:cNvPr>
            <p:cNvSpPr/>
            <p:nvPr/>
          </p:nvSpPr>
          <p:spPr>
            <a:xfrm>
              <a:off x="2873008"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Rectangle 615">
              <a:extLst>
                <a:ext uri="{FF2B5EF4-FFF2-40B4-BE49-F238E27FC236}">
                  <a16:creationId xmlns:a16="http://schemas.microsoft.com/office/drawing/2014/main" id="{7BEBF34E-F867-4328-9158-D39FC5864467}"/>
                </a:ext>
              </a:extLst>
            </p:cNvPr>
            <p:cNvSpPr/>
            <p:nvPr/>
          </p:nvSpPr>
          <p:spPr>
            <a:xfrm>
              <a:off x="2955555"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064E55F6-4937-42EB-93A7-635E735FC1C4}"/>
                </a:ext>
              </a:extLst>
            </p:cNvPr>
            <p:cNvSpPr/>
            <p:nvPr/>
          </p:nvSpPr>
          <p:spPr>
            <a:xfrm>
              <a:off x="304284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Rectangle 617">
              <a:extLst>
                <a:ext uri="{FF2B5EF4-FFF2-40B4-BE49-F238E27FC236}">
                  <a16:creationId xmlns:a16="http://schemas.microsoft.com/office/drawing/2014/main" id="{6381F393-A5B3-4D36-9DE5-E4BA128AEE1E}"/>
                </a:ext>
              </a:extLst>
            </p:cNvPr>
            <p:cNvSpPr/>
            <p:nvPr/>
          </p:nvSpPr>
          <p:spPr>
            <a:xfrm>
              <a:off x="312937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Rectangle 618">
              <a:extLst>
                <a:ext uri="{FF2B5EF4-FFF2-40B4-BE49-F238E27FC236}">
                  <a16:creationId xmlns:a16="http://schemas.microsoft.com/office/drawing/2014/main" id="{717D91D1-7C68-4D16-9D53-CBFC508C8744}"/>
                </a:ext>
              </a:extLst>
            </p:cNvPr>
            <p:cNvSpPr/>
            <p:nvPr/>
          </p:nvSpPr>
          <p:spPr>
            <a:xfrm>
              <a:off x="321589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Rectangle 619">
              <a:extLst>
                <a:ext uri="{FF2B5EF4-FFF2-40B4-BE49-F238E27FC236}">
                  <a16:creationId xmlns:a16="http://schemas.microsoft.com/office/drawing/2014/main" id="{42044134-4343-4168-8BEC-F452E3EC3133}"/>
                </a:ext>
              </a:extLst>
            </p:cNvPr>
            <p:cNvSpPr/>
            <p:nvPr/>
          </p:nvSpPr>
          <p:spPr>
            <a:xfrm>
              <a:off x="330480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Rectangle 620">
              <a:extLst>
                <a:ext uri="{FF2B5EF4-FFF2-40B4-BE49-F238E27FC236}">
                  <a16:creationId xmlns:a16="http://schemas.microsoft.com/office/drawing/2014/main" id="{450380FF-731B-4540-8F14-8124E48D32B6}"/>
                </a:ext>
              </a:extLst>
            </p:cNvPr>
            <p:cNvSpPr/>
            <p:nvPr/>
          </p:nvSpPr>
          <p:spPr>
            <a:xfrm>
              <a:off x="339531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a16="http://schemas.microsoft.com/office/drawing/2014/main" id="{E5020A16-DAE5-417C-AF59-D8532E5142A5}"/>
                </a:ext>
              </a:extLst>
            </p:cNvPr>
            <p:cNvSpPr/>
            <p:nvPr/>
          </p:nvSpPr>
          <p:spPr>
            <a:xfrm>
              <a:off x="348579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Rectangle 622">
              <a:extLst>
                <a:ext uri="{FF2B5EF4-FFF2-40B4-BE49-F238E27FC236}">
                  <a16:creationId xmlns:a16="http://schemas.microsoft.com/office/drawing/2014/main" id="{08732BBF-CB14-45E8-9C2A-263D9026B3E2}"/>
                </a:ext>
              </a:extLst>
            </p:cNvPr>
            <p:cNvSpPr/>
            <p:nvPr/>
          </p:nvSpPr>
          <p:spPr>
            <a:xfrm>
              <a:off x="3571516"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Rectangle 623">
              <a:extLst>
                <a:ext uri="{FF2B5EF4-FFF2-40B4-BE49-F238E27FC236}">
                  <a16:creationId xmlns:a16="http://schemas.microsoft.com/office/drawing/2014/main" id="{350DCCB1-FB09-482B-9193-8CBD31AB47B7}"/>
                </a:ext>
              </a:extLst>
            </p:cNvPr>
            <p:cNvSpPr/>
            <p:nvPr/>
          </p:nvSpPr>
          <p:spPr>
            <a:xfrm>
              <a:off x="2711080"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Rectangle 624">
              <a:extLst>
                <a:ext uri="{FF2B5EF4-FFF2-40B4-BE49-F238E27FC236}">
                  <a16:creationId xmlns:a16="http://schemas.microsoft.com/office/drawing/2014/main" id="{767536F2-CA75-47EF-8F7F-A3D78C424206}"/>
                </a:ext>
              </a:extLst>
            </p:cNvPr>
            <p:cNvSpPr/>
            <p:nvPr/>
          </p:nvSpPr>
          <p:spPr>
            <a:xfrm>
              <a:off x="2792044"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3F52E387-FF45-4E05-97AB-B4770864940F}"/>
                </a:ext>
              </a:extLst>
            </p:cNvPr>
            <p:cNvSpPr/>
            <p:nvPr/>
          </p:nvSpPr>
          <p:spPr>
            <a:xfrm>
              <a:off x="2711080"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Rectangle 626">
              <a:extLst>
                <a:ext uri="{FF2B5EF4-FFF2-40B4-BE49-F238E27FC236}">
                  <a16:creationId xmlns:a16="http://schemas.microsoft.com/office/drawing/2014/main" id="{A5BD8595-5725-4479-AAC9-A66380B8B834}"/>
                </a:ext>
              </a:extLst>
            </p:cNvPr>
            <p:cNvSpPr/>
            <p:nvPr/>
          </p:nvSpPr>
          <p:spPr>
            <a:xfrm>
              <a:off x="2792044"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Rectangle 627">
              <a:extLst>
                <a:ext uri="{FF2B5EF4-FFF2-40B4-BE49-F238E27FC236}">
                  <a16:creationId xmlns:a16="http://schemas.microsoft.com/office/drawing/2014/main" id="{45E72B88-E582-4AF4-9D87-6624D08EAC7C}"/>
                </a:ext>
              </a:extLst>
            </p:cNvPr>
            <p:cNvSpPr/>
            <p:nvPr/>
          </p:nvSpPr>
          <p:spPr>
            <a:xfrm flipV="1">
              <a:off x="3657259"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Rectangle 628">
              <a:extLst>
                <a:ext uri="{FF2B5EF4-FFF2-40B4-BE49-F238E27FC236}">
                  <a16:creationId xmlns:a16="http://schemas.microsoft.com/office/drawing/2014/main" id="{551B66D3-6B75-4F95-A413-9E41BCF3B318}"/>
                </a:ext>
              </a:extLst>
            </p:cNvPr>
            <p:cNvSpPr/>
            <p:nvPr/>
          </p:nvSpPr>
          <p:spPr>
            <a:xfrm flipV="1">
              <a:off x="2955555" y="278778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Rectangle 629">
              <a:extLst>
                <a:ext uri="{FF2B5EF4-FFF2-40B4-BE49-F238E27FC236}">
                  <a16:creationId xmlns:a16="http://schemas.microsoft.com/office/drawing/2014/main" id="{8FA2052B-ABCC-4BDD-9351-223CF9E8CCB1}"/>
                </a:ext>
              </a:extLst>
            </p:cNvPr>
            <p:cNvSpPr/>
            <p:nvPr/>
          </p:nvSpPr>
          <p:spPr>
            <a:xfrm flipV="1">
              <a:off x="3043683"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Rectangle 630">
              <a:extLst>
                <a:ext uri="{FF2B5EF4-FFF2-40B4-BE49-F238E27FC236}">
                  <a16:creationId xmlns:a16="http://schemas.microsoft.com/office/drawing/2014/main" id="{0C517403-46A7-4CC5-A255-4CA6A703179B}"/>
                </a:ext>
              </a:extLst>
            </p:cNvPr>
            <p:cNvSpPr/>
            <p:nvPr/>
          </p:nvSpPr>
          <p:spPr>
            <a:xfrm flipV="1">
              <a:off x="3130208"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Rectangle 631">
              <a:extLst>
                <a:ext uri="{FF2B5EF4-FFF2-40B4-BE49-F238E27FC236}">
                  <a16:creationId xmlns:a16="http://schemas.microsoft.com/office/drawing/2014/main" id="{4BBBE08F-C9D3-44D2-BD19-7141F2427B4D}"/>
                </a:ext>
              </a:extLst>
            </p:cNvPr>
            <p:cNvSpPr/>
            <p:nvPr/>
          </p:nvSpPr>
          <p:spPr>
            <a:xfrm flipV="1">
              <a:off x="3215925"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Rectangle 632">
              <a:extLst>
                <a:ext uri="{FF2B5EF4-FFF2-40B4-BE49-F238E27FC236}">
                  <a16:creationId xmlns:a16="http://schemas.microsoft.com/office/drawing/2014/main" id="{11AB4B9D-A3CB-48F3-A3AB-52FF8B13C16C}"/>
                </a:ext>
              </a:extLst>
            </p:cNvPr>
            <p:cNvSpPr/>
            <p:nvPr/>
          </p:nvSpPr>
          <p:spPr>
            <a:xfrm flipV="1">
              <a:off x="330483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Rectangle 633">
              <a:extLst>
                <a:ext uri="{FF2B5EF4-FFF2-40B4-BE49-F238E27FC236}">
                  <a16:creationId xmlns:a16="http://schemas.microsoft.com/office/drawing/2014/main" id="{0EB7501D-AFE8-4E3F-AE89-031C019E6BFA}"/>
                </a:ext>
              </a:extLst>
            </p:cNvPr>
            <p:cNvSpPr/>
            <p:nvPr/>
          </p:nvSpPr>
          <p:spPr>
            <a:xfrm flipV="1">
              <a:off x="3395340"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Rectangle 634">
              <a:extLst>
                <a:ext uri="{FF2B5EF4-FFF2-40B4-BE49-F238E27FC236}">
                  <a16:creationId xmlns:a16="http://schemas.microsoft.com/office/drawing/2014/main" id="{E96AB218-0E8B-4C13-A7CD-560FAFB0F3EF}"/>
                </a:ext>
              </a:extLst>
            </p:cNvPr>
            <p:cNvSpPr/>
            <p:nvPr/>
          </p:nvSpPr>
          <p:spPr>
            <a:xfrm flipV="1">
              <a:off x="348582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Rectangle 635">
              <a:extLst>
                <a:ext uri="{FF2B5EF4-FFF2-40B4-BE49-F238E27FC236}">
                  <a16:creationId xmlns:a16="http://schemas.microsoft.com/office/drawing/2014/main" id="{2CF34C70-5F2C-493A-95E4-7B9FD5199215}"/>
                </a:ext>
              </a:extLst>
            </p:cNvPr>
            <p:cNvSpPr/>
            <p:nvPr/>
          </p:nvSpPr>
          <p:spPr>
            <a:xfrm flipV="1">
              <a:off x="3571544"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Rectangle 636">
              <a:extLst>
                <a:ext uri="{FF2B5EF4-FFF2-40B4-BE49-F238E27FC236}">
                  <a16:creationId xmlns:a16="http://schemas.microsoft.com/office/drawing/2014/main" id="{5827A0A5-D513-4046-9FF9-D441C4A3C4F9}"/>
                </a:ext>
              </a:extLst>
            </p:cNvPr>
            <p:cNvSpPr/>
            <p:nvPr/>
          </p:nvSpPr>
          <p:spPr>
            <a:xfrm flipV="1">
              <a:off x="3484918"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Rectangle 637">
              <a:extLst>
                <a:ext uri="{FF2B5EF4-FFF2-40B4-BE49-F238E27FC236}">
                  <a16:creationId xmlns:a16="http://schemas.microsoft.com/office/drawing/2014/main" id="{56B3EFDB-DA86-4855-8FC5-F3D71700EC1A}"/>
                </a:ext>
              </a:extLst>
            </p:cNvPr>
            <p:cNvSpPr/>
            <p:nvPr/>
          </p:nvSpPr>
          <p:spPr>
            <a:xfrm flipV="1">
              <a:off x="3399203"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Rectangle 638">
              <a:extLst>
                <a:ext uri="{FF2B5EF4-FFF2-40B4-BE49-F238E27FC236}">
                  <a16:creationId xmlns:a16="http://schemas.microsoft.com/office/drawing/2014/main" id="{486B22CD-D8DA-4B3E-8558-B971A3EFA9D9}"/>
                </a:ext>
              </a:extLst>
            </p:cNvPr>
            <p:cNvSpPr/>
            <p:nvPr/>
          </p:nvSpPr>
          <p:spPr>
            <a:xfrm flipV="1">
              <a:off x="3484918"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Rectangle 639">
              <a:extLst>
                <a:ext uri="{FF2B5EF4-FFF2-40B4-BE49-F238E27FC236}">
                  <a16:creationId xmlns:a16="http://schemas.microsoft.com/office/drawing/2014/main" id="{87A94625-86E1-4E9F-9D62-3D7B7CB8A276}"/>
                </a:ext>
              </a:extLst>
            </p:cNvPr>
            <p:cNvSpPr/>
            <p:nvPr/>
          </p:nvSpPr>
          <p:spPr>
            <a:xfrm flipV="1">
              <a:off x="3399203"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Rectangle 640">
              <a:extLst>
                <a:ext uri="{FF2B5EF4-FFF2-40B4-BE49-F238E27FC236}">
                  <a16:creationId xmlns:a16="http://schemas.microsoft.com/office/drawing/2014/main" id="{AF432E7A-66F7-4318-8BEF-41FBAA6F4AC4}"/>
                </a:ext>
              </a:extLst>
            </p:cNvPr>
            <p:cNvSpPr/>
            <p:nvPr/>
          </p:nvSpPr>
          <p:spPr>
            <a:xfrm flipV="1">
              <a:off x="3304809"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Rectangle 641">
              <a:extLst>
                <a:ext uri="{FF2B5EF4-FFF2-40B4-BE49-F238E27FC236}">
                  <a16:creationId xmlns:a16="http://schemas.microsoft.com/office/drawing/2014/main" id="{F3E89559-1013-4124-A919-DE600F1779CE}"/>
                </a:ext>
              </a:extLst>
            </p:cNvPr>
            <p:cNvSpPr/>
            <p:nvPr/>
          </p:nvSpPr>
          <p:spPr>
            <a:xfrm flipV="1">
              <a:off x="3219094"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Rectangle 642">
              <a:extLst>
                <a:ext uri="{FF2B5EF4-FFF2-40B4-BE49-F238E27FC236}">
                  <a16:creationId xmlns:a16="http://schemas.microsoft.com/office/drawing/2014/main" id="{C7B4DDA4-4ED0-415B-BA3C-936A8FBB4F0A}"/>
                </a:ext>
              </a:extLst>
            </p:cNvPr>
            <p:cNvSpPr/>
            <p:nvPr/>
          </p:nvSpPr>
          <p:spPr>
            <a:xfrm>
              <a:off x="2874634" y="27885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Rectangle 643">
              <a:extLst>
                <a:ext uri="{FF2B5EF4-FFF2-40B4-BE49-F238E27FC236}">
                  <a16:creationId xmlns:a16="http://schemas.microsoft.com/office/drawing/2014/main" id="{2FA3600A-6A08-4E77-9D4D-C2662BF51749}"/>
                </a:ext>
              </a:extLst>
            </p:cNvPr>
            <p:cNvSpPr/>
            <p:nvPr/>
          </p:nvSpPr>
          <p:spPr>
            <a:xfrm>
              <a:off x="2792044"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Rectangle 644">
              <a:extLst>
                <a:ext uri="{FF2B5EF4-FFF2-40B4-BE49-F238E27FC236}">
                  <a16:creationId xmlns:a16="http://schemas.microsoft.com/office/drawing/2014/main" id="{CB8F2FED-783D-4074-BBC1-88CFE0D48787}"/>
                </a:ext>
              </a:extLst>
            </p:cNvPr>
            <p:cNvSpPr/>
            <p:nvPr/>
          </p:nvSpPr>
          <p:spPr>
            <a:xfrm>
              <a:off x="2711497"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Rectangle 645">
              <a:extLst>
                <a:ext uri="{FF2B5EF4-FFF2-40B4-BE49-F238E27FC236}">
                  <a16:creationId xmlns:a16="http://schemas.microsoft.com/office/drawing/2014/main" id="{7A802970-7065-438E-9DF9-F1082E4933F3}"/>
                </a:ext>
              </a:extLst>
            </p:cNvPr>
            <p:cNvSpPr/>
            <p:nvPr/>
          </p:nvSpPr>
          <p:spPr>
            <a:xfrm>
              <a:off x="2792044" y="319313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Rectangle 646">
              <a:extLst>
                <a:ext uri="{FF2B5EF4-FFF2-40B4-BE49-F238E27FC236}">
                  <a16:creationId xmlns:a16="http://schemas.microsoft.com/office/drawing/2014/main" id="{6E78B6D0-0700-4E3F-B98A-D3D93E805FDA}"/>
                </a:ext>
              </a:extLst>
            </p:cNvPr>
            <p:cNvSpPr/>
            <p:nvPr/>
          </p:nvSpPr>
          <p:spPr>
            <a:xfrm>
              <a:off x="2792044" y="3701131"/>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Rectangle 647">
              <a:extLst>
                <a:ext uri="{FF2B5EF4-FFF2-40B4-BE49-F238E27FC236}">
                  <a16:creationId xmlns:a16="http://schemas.microsoft.com/office/drawing/2014/main" id="{2A260FD1-7A22-4668-90B9-C39E0377138D}"/>
                </a:ext>
              </a:extLst>
            </p:cNvPr>
            <p:cNvSpPr/>
            <p:nvPr/>
          </p:nvSpPr>
          <p:spPr>
            <a:xfrm>
              <a:off x="2709496" y="35947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Rectangle 648">
              <a:extLst>
                <a:ext uri="{FF2B5EF4-FFF2-40B4-BE49-F238E27FC236}">
                  <a16:creationId xmlns:a16="http://schemas.microsoft.com/office/drawing/2014/main" id="{A1DF7881-1947-49A6-B93D-839CD4BD96DF}"/>
                </a:ext>
              </a:extLst>
            </p:cNvPr>
            <p:cNvSpPr/>
            <p:nvPr/>
          </p:nvSpPr>
          <p:spPr>
            <a:xfrm>
              <a:off x="3655646" y="35947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650" name="Rectangle 649">
              <a:extLst>
                <a:ext uri="{FF2B5EF4-FFF2-40B4-BE49-F238E27FC236}">
                  <a16:creationId xmlns:a16="http://schemas.microsoft.com/office/drawing/2014/main" id="{F583B809-AB9A-4181-9297-AE20DD3AA279}"/>
                </a:ext>
              </a:extLst>
            </p:cNvPr>
            <p:cNvSpPr/>
            <p:nvPr/>
          </p:nvSpPr>
          <p:spPr>
            <a:xfrm>
              <a:off x="2709496" y="35106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Rectangle 650">
              <a:extLst>
                <a:ext uri="{FF2B5EF4-FFF2-40B4-BE49-F238E27FC236}">
                  <a16:creationId xmlns:a16="http://schemas.microsoft.com/office/drawing/2014/main" id="{2915237B-2528-413E-A5BB-89C217E31F8D}"/>
                </a:ext>
              </a:extLst>
            </p:cNvPr>
            <p:cNvSpPr/>
            <p:nvPr/>
          </p:nvSpPr>
          <p:spPr>
            <a:xfrm>
              <a:off x="2709496" y="38074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Rectangle 651">
              <a:extLst>
                <a:ext uri="{FF2B5EF4-FFF2-40B4-BE49-F238E27FC236}">
                  <a16:creationId xmlns:a16="http://schemas.microsoft.com/office/drawing/2014/main" id="{83A7AA72-ED14-4524-A526-834BC5777465}"/>
                </a:ext>
              </a:extLst>
            </p:cNvPr>
            <p:cNvSpPr/>
            <p:nvPr/>
          </p:nvSpPr>
          <p:spPr>
            <a:xfrm>
              <a:off x="3655646" y="351856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Rectangle 652">
              <a:extLst>
                <a:ext uri="{FF2B5EF4-FFF2-40B4-BE49-F238E27FC236}">
                  <a16:creationId xmlns:a16="http://schemas.microsoft.com/office/drawing/2014/main" id="{592D4581-C43A-4F8E-B507-8A6ED6019F35}"/>
                </a:ext>
              </a:extLst>
            </p:cNvPr>
            <p:cNvSpPr/>
            <p:nvPr/>
          </p:nvSpPr>
          <p:spPr>
            <a:xfrm>
              <a:off x="3655646" y="380749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Rectangle 653">
              <a:extLst>
                <a:ext uri="{FF2B5EF4-FFF2-40B4-BE49-F238E27FC236}">
                  <a16:creationId xmlns:a16="http://schemas.microsoft.com/office/drawing/2014/main" id="{F9416D34-EDBC-4B07-B2DD-8E70014E646F}"/>
                </a:ext>
              </a:extLst>
            </p:cNvPr>
            <p:cNvSpPr/>
            <p:nvPr/>
          </p:nvSpPr>
          <p:spPr>
            <a:xfrm>
              <a:off x="2709496" y="34344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Rectangle 654">
              <a:extLst>
                <a:ext uri="{FF2B5EF4-FFF2-40B4-BE49-F238E27FC236}">
                  <a16:creationId xmlns:a16="http://schemas.microsoft.com/office/drawing/2014/main" id="{C5DB7946-F4A1-4C8D-9F03-F5D1E5ED5065}"/>
                </a:ext>
              </a:extLst>
            </p:cNvPr>
            <p:cNvSpPr/>
            <p:nvPr/>
          </p:nvSpPr>
          <p:spPr>
            <a:xfrm>
              <a:off x="2709496" y="335426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Rectangle 655">
              <a:extLst>
                <a:ext uri="{FF2B5EF4-FFF2-40B4-BE49-F238E27FC236}">
                  <a16:creationId xmlns:a16="http://schemas.microsoft.com/office/drawing/2014/main" id="{3CF08DA5-88C7-4990-BE7F-5515F0CBC085}"/>
                </a:ext>
              </a:extLst>
            </p:cNvPr>
            <p:cNvSpPr/>
            <p:nvPr/>
          </p:nvSpPr>
          <p:spPr>
            <a:xfrm>
              <a:off x="2709496" y="32693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Rectangle 656">
              <a:extLst>
                <a:ext uri="{FF2B5EF4-FFF2-40B4-BE49-F238E27FC236}">
                  <a16:creationId xmlns:a16="http://schemas.microsoft.com/office/drawing/2014/main" id="{CF0554F2-E667-4112-BA3F-CBC0FAD1388A}"/>
                </a:ext>
              </a:extLst>
            </p:cNvPr>
            <p:cNvSpPr/>
            <p:nvPr/>
          </p:nvSpPr>
          <p:spPr>
            <a:xfrm>
              <a:off x="2709496" y="319313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Rectangle 657">
              <a:extLst>
                <a:ext uri="{FF2B5EF4-FFF2-40B4-BE49-F238E27FC236}">
                  <a16:creationId xmlns:a16="http://schemas.microsoft.com/office/drawing/2014/main" id="{59C76CF3-2E8E-4CB2-B110-34EAF99E71D0}"/>
                </a:ext>
              </a:extLst>
            </p:cNvPr>
            <p:cNvSpPr/>
            <p:nvPr/>
          </p:nvSpPr>
          <p:spPr>
            <a:xfrm>
              <a:off x="3655646" y="343046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a16="http://schemas.microsoft.com/office/drawing/2014/main" id="{F9686A11-C273-437E-ADE2-6EBD5A297743}"/>
                </a:ext>
              </a:extLst>
            </p:cNvPr>
            <p:cNvSpPr/>
            <p:nvPr/>
          </p:nvSpPr>
          <p:spPr>
            <a:xfrm>
              <a:off x="3655646" y="334341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a16="http://schemas.microsoft.com/office/drawing/2014/main" id="{EBFAC1CE-3847-4EED-8B95-DF79AD616204}"/>
                </a:ext>
              </a:extLst>
            </p:cNvPr>
            <p:cNvSpPr/>
            <p:nvPr/>
          </p:nvSpPr>
          <p:spPr>
            <a:xfrm>
              <a:off x="3655646" y="326509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a:extLst>
                <a:ext uri="{FF2B5EF4-FFF2-40B4-BE49-F238E27FC236}">
                  <a16:creationId xmlns:a16="http://schemas.microsoft.com/office/drawing/2014/main" id="{34E1A665-6F03-4BD4-BB5A-B857B3A082D7}"/>
                </a:ext>
              </a:extLst>
            </p:cNvPr>
            <p:cNvSpPr/>
            <p:nvPr/>
          </p:nvSpPr>
          <p:spPr>
            <a:xfrm>
              <a:off x="3655646" y="319101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a16="http://schemas.microsoft.com/office/drawing/2014/main" id="{771FEF47-6320-4591-8E9D-DCB3CFF4D24B}"/>
                </a:ext>
              </a:extLst>
            </p:cNvPr>
            <p:cNvSpPr/>
            <p:nvPr/>
          </p:nvSpPr>
          <p:spPr>
            <a:xfrm>
              <a:off x="2709496" y="38836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Rectangle 662">
              <a:extLst>
                <a:ext uri="{FF2B5EF4-FFF2-40B4-BE49-F238E27FC236}">
                  <a16:creationId xmlns:a16="http://schemas.microsoft.com/office/drawing/2014/main" id="{345DFD63-A59B-46A5-8074-DA134335B208}"/>
                </a:ext>
              </a:extLst>
            </p:cNvPr>
            <p:cNvSpPr/>
            <p:nvPr/>
          </p:nvSpPr>
          <p:spPr>
            <a:xfrm>
              <a:off x="2709496" y="39659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Rectangle 663">
              <a:extLst>
                <a:ext uri="{FF2B5EF4-FFF2-40B4-BE49-F238E27FC236}">
                  <a16:creationId xmlns:a16="http://schemas.microsoft.com/office/drawing/2014/main" id="{42EAB847-B942-469C-AB56-0C2A1CC5AF5D}"/>
                </a:ext>
              </a:extLst>
            </p:cNvPr>
            <p:cNvSpPr/>
            <p:nvPr/>
          </p:nvSpPr>
          <p:spPr>
            <a:xfrm>
              <a:off x="2709496" y="404561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Rectangle 664">
              <a:extLst>
                <a:ext uri="{FF2B5EF4-FFF2-40B4-BE49-F238E27FC236}">
                  <a16:creationId xmlns:a16="http://schemas.microsoft.com/office/drawing/2014/main" id="{96020A58-EAEA-483E-844B-308CE10D0265}"/>
                </a:ext>
              </a:extLst>
            </p:cNvPr>
            <p:cNvSpPr/>
            <p:nvPr/>
          </p:nvSpPr>
          <p:spPr>
            <a:xfrm>
              <a:off x="2709496" y="41313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a16="http://schemas.microsoft.com/office/drawing/2014/main" id="{20FE1F6E-B9CC-4762-964F-C7C09D48CAD4}"/>
                </a:ext>
              </a:extLst>
            </p:cNvPr>
            <p:cNvSpPr/>
            <p:nvPr/>
          </p:nvSpPr>
          <p:spPr>
            <a:xfrm>
              <a:off x="3655646" y="41313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a16="http://schemas.microsoft.com/office/drawing/2014/main" id="{A55A8635-FA1F-483D-9727-01FD8380B43D}"/>
                </a:ext>
              </a:extLst>
            </p:cNvPr>
            <p:cNvSpPr/>
            <p:nvPr/>
          </p:nvSpPr>
          <p:spPr>
            <a:xfrm>
              <a:off x="3655646" y="405355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AA668B8A-04A8-4FE9-8999-6609F6D9CB07}"/>
                </a:ext>
              </a:extLst>
            </p:cNvPr>
            <p:cNvSpPr/>
            <p:nvPr/>
          </p:nvSpPr>
          <p:spPr>
            <a:xfrm>
              <a:off x="3655646" y="397656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a16="http://schemas.microsoft.com/office/drawing/2014/main" id="{74DAD7D1-DFC0-44C5-B549-E2AE721BD02E}"/>
                </a:ext>
              </a:extLst>
            </p:cNvPr>
            <p:cNvSpPr/>
            <p:nvPr/>
          </p:nvSpPr>
          <p:spPr>
            <a:xfrm>
              <a:off x="3655646" y="389163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Rectangle 669">
              <a:extLst>
                <a:ext uri="{FF2B5EF4-FFF2-40B4-BE49-F238E27FC236}">
                  <a16:creationId xmlns:a16="http://schemas.microsoft.com/office/drawing/2014/main" id="{3BE08BB0-BF6B-41F7-AC4C-F81132947FCF}"/>
                </a:ext>
              </a:extLst>
            </p:cNvPr>
            <p:cNvSpPr/>
            <p:nvPr/>
          </p:nvSpPr>
          <p:spPr>
            <a:xfrm>
              <a:off x="3658814"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2F3919F2-1550-49E6-BC6C-CFE69664D7CF}"/>
                </a:ext>
              </a:extLst>
            </p:cNvPr>
            <p:cNvSpPr/>
            <p:nvPr/>
          </p:nvSpPr>
          <p:spPr>
            <a:xfrm>
              <a:off x="2874591"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Rectangle 671">
              <a:extLst>
                <a:ext uri="{FF2B5EF4-FFF2-40B4-BE49-F238E27FC236}">
                  <a16:creationId xmlns:a16="http://schemas.microsoft.com/office/drawing/2014/main" id="{4DA82216-9570-40A4-8D60-9BD10082198E}"/>
                </a:ext>
              </a:extLst>
            </p:cNvPr>
            <p:cNvSpPr/>
            <p:nvPr/>
          </p:nvSpPr>
          <p:spPr>
            <a:xfrm>
              <a:off x="2957138"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Rectangle 672">
              <a:extLst>
                <a:ext uri="{FF2B5EF4-FFF2-40B4-BE49-F238E27FC236}">
                  <a16:creationId xmlns:a16="http://schemas.microsoft.com/office/drawing/2014/main" id="{56E33832-4C61-4A9E-B5F5-B2238B0EF9B2}"/>
                </a:ext>
              </a:extLst>
            </p:cNvPr>
            <p:cNvSpPr/>
            <p:nvPr/>
          </p:nvSpPr>
          <p:spPr>
            <a:xfrm>
              <a:off x="3044430"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Rectangle 673">
              <a:extLst>
                <a:ext uri="{FF2B5EF4-FFF2-40B4-BE49-F238E27FC236}">
                  <a16:creationId xmlns:a16="http://schemas.microsoft.com/office/drawing/2014/main" id="{836868A7-4871-4DE3-AF0E-91BF84405261}"/>
                </a:ext>
              </a:extLst>
            </p:cNvPr>
            <p:cNvSpPr/>
            <p:nvPr/>
          </p:nvSpPr>
          <p:spPr>
            <a:xfrm>
              <a:off x="3130955"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Rectangle 674">
              <a:extLst>
                <a:ext uri="{FF2B5EF4-FFF2-40B4-BE49-F238E27FC236}">
                  <a16:creationId xmlns:a16="http://schemas.microsoft.com/office/drawing/2014/main" id="{BCD540E7-9EFA-453F-8F08-91C91D5366F4}"/>
                </a:ext>
              </a:extLst>
            </p:cNvPr>
            <p:cNvSpPr/>
            <p:nvPr/>
          </p:nvSpPr>
          <p:spPr>
            <a:xfrm>
              <a:off x="3217480"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Rectangle 675">
              <a:extLst>
                <a:ext uri="{FF2B5EF4-FFF2-40B4-BE49-F238E27FC236}">
                  <a16:creationId xmlns:a16="http://schemas.microsoft.com/office/drawing/2014/main" id="{CD80C57E-6326-49EA-8C79-7CAB07043B7F}"/>
                </a:ext>
              </a:extLst>
            </p:cNvPr>
            <p:cNvSpPr/>
            <p:nvPr/>
          </p:nvSpPr>
          <p:spPr>
            <a:xfrm>
              <a:off x="3306392"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Rectangle 676">
              <a:extLst>
                <a:ext uri="{FF2B5EF4-FFF2-40B4-BE49-F238E27FC236}">
                  <a16:creationId xmlns:a16="http://schemas.microsoft.com/office/drawing/2014/main" id="{72E3FAF6-BEE0-4B9D-BB79-33BA67C2E25A}"/>
                </a:ext>
              </a:extLst>
            </p:cNvPr>
            <p:cNvSpPr/>
            <p:nvPr/>
          </p:nvSpPr>
          <p:spPr>
            <a:xfrm>
              <a:off x="3396895"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2B27765D-71DB-4A99-BD41-8FDAECB02B22}"/>
                </a:ext>
              </a:extLst>
            </p:cNvPr>
            <p:cNvSpPr/>
            <p:nvPr/>
          </p:nvSpPr>
          <p:spPr>
            <a:xfrm>
              <a:off x="3487382"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7F10EA07-BFD0-4DF6-B12B-977288E78F42}"/>
                </a:ext>
              </a:extLst>
            </p:cNvPr>
            <p:cNvSpPr/>
            <p:nvPr/>
          </p:nvSpPr>
          <p:spPr>
            <a:xfrm>
              <a:off x="3573099" y="420913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0AD75C77-9ADB-415A-9BBD-C78CFF6036DC}"/>
                </a:ext>
              </a:extLst>
            </p:cNvPr>
            <p:cNvSpPr/>
            <p:nvPr/>
          </p:nvSpPr>
          <p:spPr>
            <a:xfrm>
              <a:off x="3655646"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DFC6AECC-1414-41E2-906C-B4C80AE853AC}"/>
                </a:ext>
              </a:extLst>
            </p:cNvPr>
            <p:cNvSpPr/>
            <p:nvPr/>
          </p:nvSpPr>
          <p:spPr>
            <a:xfrm>
              <a:off x="2871423"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0BAFC47F-4DE7-46AB-9116-9C447F9719E5}"/>
                </a:ext>
              </a:extLst>
            </p:cNvPr>
            <p:cNvSpPr/>
            <p:nvPr/>
          </p:nvSpPr>
          <p:spPr>
            <a:xfrm>
              <a:off x="2953970"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7F5051BF-4FF1-4183-95A4-29D8A983E2E0}"/>
                </a:ext>
              </a:extLst>
            </p:cNvPr>
            <p:cNvSpPr/>
            <p:nvPr/>
          </p:nvSpPr>
          <p:spPr>
            <a:xfrm>
              <a:off x="3041262"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40A4E340-1446-4584-90E6-30AC7024BEC8}"/>
                </a:ext>
              </a:extLst>
            </p:cNvPr>
            <p:cNvSpPr/>
            <p:nvPr/>
          </p:nvSpPr>
          <p:spPr>
            <a:xfrm>
              <a:off x="3127787"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Rectangle 684">
              <a:extLst>
                <a:ext uri="{FF2B5EF4-FFF2-40B4-BE49-F238E27FC236}">
                  <a16:creationId xmlns:a16="http://schemas.microsoft.com/office/drawing/2014/main" id="{EE1F46EC-C0F0-4D5F-A50F-0802FEF86504}"/>
                </a:ext>
              </a:extLst>
            </p:cNvPr>
            <p:cNvSpPr/>
            <p:nvPr/>
          </p:nvSpPr>
          <p:spPr>
            <a:xfrm>
              <a:off x="3214312"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Rectangle 685">
              <a:extLst>
                <a:ext uri="{FF2B5EF4-FFF2-40B4-BE49-F238E27FC236}">
                  <a16:creationId xmlns:a16="http://schemas.microsoft.com/office/drawing/2014/main" id="{F1DAEFC4-25D5-429C-963D-F2DBE0D0FA8E}"/>
                </a:ext>
              </a:extLst>
            </p:cNvPr>
            <p:cNvSpPr/>
            <p:nvPr/>
          </p:nvSpPr>
          <p:spPr>
            <a:xfrm>
              <a:off x="3303224"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77828668-5338-41BE-9A98-DB1AFCC81C90}"/>
                </a:ext>
              </a:extLst>
            </p:cNvPr>
            <p:cNvSpPr/>
            <p:nvPr/>
          </p:nvSpPr>
          <p:spPr>
            <a:xfrm>
              <a:off x="3393727"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29001311-A8A4-4D97-955C-952B1B3445DF}"/>
                </a:ext>
              </a:extLst>
            </p:cNvPr>
            <p:cNvSpPr/>
            <p:nvPr/>
          </p:nvSpPr>
          <p:spPr>
            <a:xfrm>
              <a:off x="3484214"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B79918A0-5E39-4C5D-8B2A-306251500BEA}"/>
                </a:ext>
              </a:extLst>
            </p:cNvPr>
            <p:cNvSpPr/>
            <p:nvPr/>
          </p:nvSpPr>
          <p:spPr>
            <a:xfrm>
              <a:off x="3569931" y="311322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Rectangle 689">
              <a:extLst>
                <a:ext uri="{FF2B5EF4-FFF2-40B4-BE49-F238E27FC236}">
                  <a16:creationId xmlns:a16="http://schemas.microsoft.com/office/drawing/2014/main" id="{B2C85B48-9E3A-4CF3-8CBB-707E94E29469}"/>
                </a:ext>
              </a:extLst>
            </p:cNvPr>
            <p:cNvSpPr/>
            <p:nvPr/>
          </p:nvSpPr>
          <p:spPr>
            <a:xfrm>
              <a:off x="2709495" y="3112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28661728-B858-4E46-A840-4981C730F7F7}"/>
                </a:ext>
              </a:extLst>
            </p:cNvPr>
            <p:cNvSpPr/>
            <p:nvPr/>
          </p:nvSpPr>
          <p:spPr>
            <a:xfrm>
              <a:off x="2790459" y="311216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4300A462-DF9B-4539-B625-A077A473B24B}"/>
                </a:ext>
              </a:extLst>
            </p:cNvPr>
            <p:cNvSpPr/>
            <p:nvPr/>
          </p:nvSpPr>
          <p:spPr>
            <a:xfrm>
              <a:off x="3655646"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27927011-E2DE-4858-9FEB-4B8FEC996F2F}"/>
                </a:ext>
              </a:extLst>
            </p:cNvPr>
            <p:cNvSpPr/>
            <p:nvPr/>
          </p:nvSpPr>
          <p:spPr>
            <a:xfrm>
              <a:off x="2872993" y="302829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a16="http://schemas.microsoft.com/office/drawing/2014/main" id="{D231756E-B958-48C4-A34B-92B58F4FAC64}"/>
                </a:ext>
              </a:extLst>
            </p:cNvPr>
            <p:cNvSpPr/>
            <p:nvPr/>
          </p:nvSpPr>
          <p:spPr>
            <a:xfrm>
              <a:off x="2953942" y="303094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Rectangle 694">
              <a:extLst>
                <a:ext uri="{FF2B5EF4-FFF2-40B4-BE49-F238E27FC236}">
                  <a16:creationId xmlns:a16="http://schemas.microsoft.com/office/drawing/2014/main" id="{74C92837-5566-451B-81A2-44544FA5A8C7}"/>
                </a:ext>
              </a:extLst>
            </p:cNvPr>
            <p:cNvSpPr/>
            <p:nvPr/>
          </p:nvSpPr>
          <p:spPr>
            <a:xfrm>
              <a:off x="3042070" y="302829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955CFED8-D3B7-4C39-8F35-14F7FE81205A}"/>
                </a:ext>
              </a:extLst>
            </p:cNvPr>
            <p:cNvSpPr/>
            <p:nvPr/>
          </p:nvSpPr>
          <p:spPr>
            <a:xfrm>
              <a:off x="3128595" y="302829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D6667C0A-B714-4B14-8328-CFF41ABF8B0E}"/>
                </a:ext>
              </a:extLst>
            </p:cNvPr>
            <p:cNvSpPr/>
            <p:nvPr/>
          </p:nvSpPr>
          <p:spPr>
            <a:xfrm>
              <a:off x="3214312"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6241D16B-2BFD-4821-B125-CCFAAE806270}"/>
                </a:ext>
              </a:extLst>
            </p:cNvPr>
            <p:cNvSpPr/>
            <p:nvPr/>
          </p:nvSpPr>
          <p:spPr>
            <a:xfrm>
              <a:off x="3303224"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Rectangle 698">
              <a:extLst>
                <a:ext uri="{FF2B5EF4-FFF2-40B4-BE49-F238E27FC236}">
                  <a16:creationId xmlns:a16="http://schemas.microsoft.com/office/drawing/2014/main" id="{A1B42CF5-E801-49DA-868D-FF5B0C810BE5}"/>
                </a:ext>
              </a:extLst>
            </p:cNvPr>
            <p:cNvSpPr/>
            <p:nvPr/>
          </p:nvSpPr>
          <p:spPr>
            <a:xfrm>
              <a:off x="3393727"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016E07EF-DC8C-4A07-BB2A-79BA9FD81FB8}"/>
                </a:ext>
              </a:extLst>
            </p:cNvPr>
            <p:cNvSpPr/>
            <p:nvPr/>
          </p:nvSpPr>
          <p:spPr>
            <a:xfrm>
              <a:off x="3484214"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215D2A98-2BEA-42E3-A5BB-07C0BA2A9B7F}"/>
                </a:ext>
              </a:extLst>
            </p:cNvPr>
            <p:cNvSpPr/>
            <p:nvPr/>
          </p:nvSpPr>
          <p:spPr>
            <a:xfrm>
              <a:off x="3569931" y="303200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DB60953E-7DC7-42A7-854F-B033F3E9B4D2}"/>
                </a:ext>
              </a:extLst>
            </p:cNvPr>
            <p:cNvSpPr/>
            <p:nvPr/>
          </p:nvSpPr>
          <p:spPr>
            <a:xfrm>
              <a:off x="2709495" y="303094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3" name="Rectangle 702">
              <a:extLst>
                <a:ext uri="{FF2B5EF4-FFF2-40B4-BE49-F238E27FC236}">
                  <a16:creationId xmlns:a16="http://schemas.microsoft.com/office/drawing/2014/main" id="{0E480DF6-2FEA-4D0A-BFD0-20490ADD9A26}"/>
                </a:ext>
              </a:extLst>
            </p:cNvPr>
            <p:cNvSpPr/>
            <p:nvPr/>
          </p:nvSpPr>
          <p:spPr>
            <a:xfrm>
              <a:off x="2790459" y="303094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Rectangle 703">
              <a:extLst>
                <a:ext uri="{FF2B5EF4-FFF2-40B4-BE49-F238E27FC236}">
                  <a16:creationId xmlns:a16="http://schemas.microsoft.com/office/drawing/2014/main" id="{B33A07D2-723E-48BD-ABF8-A15FDA4079D6}"/>
                </a:ext>
              </a:extLst>
            </p:cNvPr>
            <p:cNvSpPr/>
            <p:nvPr/>
          </p:nvSpPr>
          <p:spPr>
            <a:xfrm>
              <a:off x="3655646" y="295301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D0726DFB-6553-46C3-8FF8-E06BF2C0D00E}"/>
                </a:ext>
              </a:extLst>
            </p:cNvPr>
            <p:cNvSpPr/>
            <p:nvPr/>
          </p:nvSpPr>
          <p:spPr>
            <a:xfrm>
              <a:off x="3569931" y="295301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AA4F018C-E3AF-40A9-AEE1-5D9366521997}"/>
                </a:ext>
              </a:extLst>
            </p:cNvPr>
            <p:cNvSpPr/>
            <p:nvPr/>
          </p:nvSpPr>
          <p:spPr>
            <a:xfrm>
              <a:off x="3655646" y="287179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8283EE7D-B183-4CEE-8B93-7D1D85C553E1}"/>
                </a:ext>
              </a:extLst>
            </p:cNvPr>
            <p:cNvSpPr/>
            <p:nvPr/>
          </p:nvSpPr>
          <p:spPr>
            <a:xfrm>
              <a:off x="3569931" y="287179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DF2D06E6-61CB-47C3-9287-436EDE24D6C8}"/>
                </a:ext>
              </a:extLst>
            </p:cNvPr>
            <p:cNvSpPr/>
            <p:nvPr/>
          </p:nvSpPr>
          <p:spPr>
            <a:xfrm>
              <a:off x="3303196" y="2953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A4BD0ABF-1427-4855-8ACE-05E1640BED71}"/>
                </a:ext>
              </a:extLst>
            </p:cNvPr>
            <p:cNvSpPr/>
            <p:nvPr/>
          </p:nvSpPr>
          <p:spPr>
            <a:xfrm>
              <a:off x="3217481" y="2953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369A229A-1EC4-4D8C-B27B-81E783B25D3D}"/>
                </a:ext>
              </a:extLst>
            </p:cNvPr>
            <p:cNvSpPr/>
            <p:nvPr/>
          </p:nvSpPr>
          <p:spPr>
            <a:xfrm>
              <a:off x="2709495" y="420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4C4A35C7-BA6E-4A49-834C-B635A0653026}"/>
                </a:ext>
              </a:extLst>
            </p:cNvPr>
            <p:cNvSpPr/>
            <p:nvPr/>
          </p:nvSpPr>
          <p:spPr>
            <a:xfrm>
              <a:off x="2790459" y="42091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a16="http://schemas.microsoft.com/office/drawing/2014/main" id="{861B0606-FBDD-44F9-BB42-28D5893D27E9}"/>
                </a:ext>
              </a:extLst>
            </p:cNvPr>
            <p:cNvSpPr/>
            <p:nvPr/>
          </p:nvSpPr>
          <p:spPr>
            <a:xfrm flipV="1">
              <a:off x="2954578" y="2863787"/>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Rectangle 712">
              <a:extLst>
                <a:ext uri="{FF2B5EF4-FFF2-40B4-BE49-F238E27FC236}">
                  <a16:creationId xmlns:a16="http://schemas.microsoft.com/office/drawing/2014/main" id="{03B4CAC2-3E5D-47CC-B807-786CBC0E4C36}"/>
                </a:ext>
              </a:extLst>
            </p:cNvPr>
            <p:cNvSpPr/>
            <p:nvPr/>
          </p:nvSpPr>
          <p:spPr>
            <a:xfrm flipV="1">
              <a:off x="3042706" y="286643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Rectangle 713">
              <a:extLst>
                <a:ext uri="{FF2B5EF4-FFF2-40B4-BE49-F238E27FC236}">
                  <a16:creationId xmlns:a16="http://schemas.microsoft.com/office/drawing/2014/main" id="{3451EE61-14CC-4F3C-820F-B55E5E45A856}"/>
                </a:ext>
              </a:extLst>
            </p:cNvPr>
            <p:cNvSpPr/>
            <p:nvPr/>
          </p:nvSpPr>
          <p:spPr>
            <a:xfrm flipV="1">
              <a:off x="3129231" y="286643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a16="http://schemas.microsoft.com/office/drawing/2014/main" id="{08E8DEC7-81CE-44B2-90F0-3AEF1AB1BA0F}"/>
                </a:ext>
              </a:extLst>
            </p:cNvPr>
            <p:cNvSpPr/>
            <p:nvPr/>
          </p:nvSpPr>
          <p:spPr>
            <a:xfrm>
              <a:off x="2873657" y="286458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4814E315-4B74-45A3-A3E9-09DD548E4DED}"/>
                </a:ext>
              </a:extLst>
            </p:cNvPr>
            <p:cNvSpPr/>
            <p:nvPr/>
          </p:nvSpPr>
          <p:spPr>
            <a:xfrm>
              <a:off x="2791067" y="28629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EFC9F77B-97B4-477A-955A-E68B7EEC60EE}"/>
                </a:ext>
              </a:extLst>
            </p:cNvPr>
            <p:cNvSpPr/>
            <p:nvPr/>
          </p:nvSpPr>
          <p:spPr>
            <a:xfrm>
              <a:off x="2710520" y="286299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28CF737D-53C3-4179-B671-224ACB570406}"/>
                </a:ext>
              </a:extLst>
            </p:cNvPr>
            <p:cNvSpPr/>
            <p:nvPr/>
          </p:nvSpPr>
          <p:spPr>
            <a:xfrm>
              <a:off x="2872993" y="294388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200872D7-533C-4EC1-84CE-888FEFAA63C0}"/>
                </a:ext>
              </a:extLst>
            </p:cNvPr>
            <p:cNvSpPr/>
            <p:nvPr/>
          </p:nvSpPr>
          <p:spPr>
            <a:xfrm>
              <a:off x="2953942" y="294653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4187D494-E1B6-4EA9-AE22-4C482EF99B12}"/>
                </a:ext>
              </a:extLst>
            </p:cNvPr>
            <p:cNvSpPr/>
            <p:nvPr/>
          </p:nvSpPr>
          <p:spPr>
            <a:xfrm>
              <a:off x="3042070" y="294388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FEA932C9-50CF-4907-A6C9-399F4C84423D}"/>
                </a:ext>
              </a:extLst>
            </p:cNvPr>
            <p:cNvSpPr/>
            <p:nvPr/>
          </p:nvSpPr>
          <p:spPr>
            <a:xfrm>
              <a:off x="3128595" y="2943885"/>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3C0E431C-2934-42BD-8DAB-9B3D31E93CE6}"/>
                </a:ext>
              </a:extLst>
            </p:cNvPr>
            <p:cNvSpPr/>
            <p:nvPr/>
          </p:nvSpPr>
          <p:spPr>
            <a:xfrm>
              <a:off x="2709495" y="29465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Rectangle 722">
              <a:extLst>
                <a:ext uri="{FF2B5EF4-FFF2-40B4-BE49-F238E27FC236}">
                  <a16:creationId xmlns:a16="http://schemas.microsoft.com/office/drawing/2014/main" id="{ED7695A0-075A-4395-8B42-8F529A764D0E}"/>
                </a:ext>
              </a:extLst>
            </p:cNvPr>
            <p:cNvSpPr/>
            <p:nvPr/>
          </p:nvSpPr>
          <p:spPr>
            <a:xfrm>
              <a:off x="2790459" y="29465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9" name="Rectangle 988">
            <a:extLst>
              <a:ext uri="{FF2B5EF4-FFF2-40B4-BE49-F238E27FC236}">
                <a16:creationId xmlns:a16="http://schemas.microsoft.com/office/drawing/2014/main" id="{A4806691-5E31-4582-A6D4-74371DD1C2E2}"/>
              </a:ext>
            </a:extLst>
          </p:cNvPr>
          <p:cNvSpPr/>
          <p:nvPr/>
        </p:nvSpPr>
        <p:spPr>
          <a:xfrm>
            <a:off x="10288438" y="1140275"/>
            <a:ext cx="652879" cy="396112"/>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0" name="Rectangle 989">
            <a:extLst>
              <a:ext uri="{FF2B5EF4-FFF2-40B4-BE49-F238E27FC236}">
                <a16:creationId xmlns:a16="http://schemas.microsoft.com/office/drawing/2014/main" id="{CF166545-991A-4FC5-90C7-DE4252D87517}"/>
              </a:ext>
            </a:extLst>
          </p:cNvPr>
          <p:cNvSpPr/>
          <p:nvPr/>
        </p:nvSpPr>
        <p:spPr>
          <a:xfrm>
            <a:off x="10288438" y="1536387"/>
            <a:ext cx="652879" cy="396112"/>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1" name="Rectangle 990">
            <a:extLst>
              <a:ext uri="{FF2B5EF4-FFF2-40B4-BE49-F238E27FC236}">
                <a16:creationId xmlns:a16="http://schemas.microsoft.com/office/drawing/2014/main" id="{CDAD6844-B7DD-4426-9481-52C530C19B30}"/>
              </a:ext>
            </a:extLst>
          </p:cNvPr>
          <p:cNvSpPr/>
          <p:nvPr/>
        </p:nvSpPr>
        <p:spPr>
          <a:xfrm>
            <a:off x="10226032" y="1453451"/>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2" name="Rectangle 991">
            <a:extLst>
              <a:ext uri="{FF2B5EF4-FFF2-40B4-BE49-F238E27FC236}">
                <a16:creationId xmlns:a16="http://schemas.microsoft.com/office/drawing/2014/main" id="{3AFFF9A0-1F78-4A89-ABD1-07563BD6F4B5}"/>
              </a:ext>
            </a:extLst>
          </p:cNvPr>
          <p:cNvSpPr/>
          <p:nvPr/>
        </p:nvSpPr>
        <p:spPr>
          <a:xfrm>
            <a:off x="10226032" y="138784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3" name="Rectangle 992">
            <a:extLst>
              <a:ext uri="{FF2B5EF4-FFF2-40B4-BE49-F238E27FC236}">
                <a16:creationId xmlns:a16="http://schemas.microsoft.com/office/drawing/2014/main" id="{D25071AE-EE61-44A0-9B9A-EDC4A15F6BDC}"/>
              </a:ext>
            </a:extLst>
          </p:cNvPr>
          <p:cNvSpPr/>
          <p:nvPr/>
        </p:nvSpPr>
        <p:spPr>
          <a:xfrm>
            <a:off x="10226032" y="161932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4" name="Rectangle 993">
            <a:extLst>
              <a:ext uri="{FF2B5EF4-FFF2-40B4-BE49-F238E27FC236}">
                <a16:creationId xmlns:a16="http://schemas.microsoft.com/office/drawing/2014/main" id="{140366A3-9AF1-4483-9D57-E7C045F7E643}"/>
              </a:ext>
            </a:extLst>
          </p:cNvPr>
          <p:cNvSpPr/>
          <p:nvPr/>
        </p:nvSpPr>
        <p:spPr>
          <a:xfrm>
            <a:off x="10226032" y="1328428"/>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5" name="Rectangle 994">
            <a:extLst>
              <a:ext uri="{FF2B5EF4-FFF2-40B4-BE49-F238E27FC236}">
                <a16:creationId xmlns:a16="http://schemas.microsoft.com/office/drawing/2014/main" id="{5DA63BD7-A172-4597-96D8-DBBBFEABC02D}"/>
              </a:ext>
            </a:extLst>
          </p:cNvPr>
          <p:cNvSpPr/>
          <p:nvPr/>
        </p:nvSpPr>
        <p:spPr>
          <a:xfrm>
            <a:off x="10226032" y="126591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6" name="Rectangle 995">
            <a:extLst>
              <a:ext uri="{FF2B5EF4-FFF2-40B4-BE49-F238E27FC236}">
                <a16:creationId xmlns:a16="http://schemas.microsoft.com/office/drawing/2014/main" id="{681BCA2B-70D5-4B32-B5B9-026A150157D1}"/>
              </a:ext>
            </a:extLst>
          </p:cNvPr>
          <p:cNvSpPr/>
          <p:nvPr/>
        </p:nvSpPr>
        <p:spPr>
          <a:xfrm>
            <a:off x="10226032" y="119969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7" name="Rectangle 996">
            <a:extLst>
              <a:ext uri="{FF2B5EF4-FFF2-40B4-BE49-F238E27FC236}">
                <a16:creationId xmlns:a16="http://schemas.microsoft.com/office/drawing/2014/main" id="{39C615DA-87F4-48E7-B821-79C799C8D4E0}"/>
              </a:ext>
            </a:extLst>
          </p:cNvPr>
          <p:cNvSpPr/>
          <p:nvPr/>
        </p:nvSpPr>
        <p:spPr>
          <a:xfrm>
            <a:off x="10226032" y="114027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8" name="Rectangle 997">
            <a:extLst>
              <a:ext uri="{FF2B5EF4-FFF2-40B4-BE49-F238E27FC236}">
                <a16:creationId xmlns:a16="http://schemas.microsoft.com/office/drawing/2014/main" id="{D6526311-7BAE-40EE-BDB3-108B1FE3265D}"/>
              </a:ext>
            </a:extLst>
          </p:cNvPr>
          <p:cNvSpPr/>
          <p:nvPr/>
        </p:nvSpPr>
        <p:spPr>
          <a:xfrm>
            <a:off x="10226032" y="1678740"/>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9" name="Rectangle 998">
            <a:extLst>
              <a:ext uri="{FF2B5EF4-FFF2-40B4-BE49-F238E27FC236}">
                <a16:creationId xmlns:a16="http://schemas.microsoft.com/office/drawing/2014/main" id="{4080011D-953E-44C4-A2AC-A690099047E3}"/>
              </a:ext>
            </a:extLst>
          </p:cNvPr>
          <p:cNvSpPr/>
          <p:nvPr/>
        </p:nvSpPr>
        <p:spPr>
          <a:xfrm>
            <a:off x="10226032" y="1742901"/>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0" name="Rectangle 999">
            <a:extLst>
              <a:ext uri="{FF2B5EF4-FFF2-40B4-BE49-F238E27FC236}">
                <a16:creationId xmlns:a16="http://schemas.microsoft.com/office/drawing/2014/main" id="{5A9A4303-E70C-4760-904A-DEBBBA891704}"/>
              </a:ext>
            </a:extLst>
          </p:cNvPr>
          <p:cNvSpPr/>
          <p:nvPr/>
        </p:nvSpPr>
        <p:spPr>
          <a:xfrm>
            <a:off x="10226032" y="1805000"/>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1" name="Rectangle 1000">
            <a:extLst>
              <a:ext uri="{FF2B5EF4-FFF2-40B4-BE49-F238E27FC236}">
                <a16:creationId xmlns:a16="http://schemas.microsoft.com/office/drawing/2014/main" id="{F165349D-B1CE-40FF-A48C-230B26448C6E}"/>
              </a:ext>
            </a:extLst>
          </p:cNvPr>
          <p:cNvSpPr/>
          <p:nvPr/>
        </p:nvSpPr>
        <p:spPr>
          <a:xfrm>
            <a:off x="10226032" y="1871844"/>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Rectangle 1001">
            <a:extLst>
              <a:ext uri="{FF2B5EF4-FFF2-40B4-BE49-F238E27FC236}">
                <a16:creationId xmlns:a16="http://schemas.microsoft.com/office/drawing/2014/main" id="{30B6AF35-BDB4-448C-A393-0EEFCD076C14}"/>
              </a:ext>
            </a:extLst>
          </p:cNvPr>
          <p:cNvSpPr/>
          <p:nvPr/>
        </p:nvSpPr>
        <p:spPr>
          <a:xfrm>
            <a:off x="10941316" y="1450563"/>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003" name="Rectangle 1002">
            <a:extLst>
              <a:ext uri="{FF2B5EF4-FFF2-40B4-BE49-F238E27FC236}">
                <a16:creationId xmlns:a16="http://schemas.microsoft.com/office/drawing/2014/main" id="{3D53D7F4-AA68-4F8B-9F59-29E1C8D9D077}"/>
              </a:ext>
            </a:extLst>
          </p:cNvPr>
          <p:cNvSpPr/>
          <p:nvPr/>
        </p:nvSpPr>
        <p:spPr>
          <a:xfrm flipV="1">
            <a:off x="10941316" y="1616435"/>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4" name="Rectangle 1003">
            <a:extLst>
              <a:ext uri="{FF2B5EF4-FFF2-40B4-BE49-F238E27FC236}">
                <a16:creationId xmlns:a16="http://schemas.microsoft.com/office/drawing/2014/main" id="{4472788F-3CC2-4BAC-8A4E-CB962CAA8D4C}"/>
              </a:ext>
            </a:extLst>
          </p:cNvPr>
          <p:cNvSpPr/>
          <p:nvPr/>
        </p:nvSpPr>
        <p:spPr>
          <a:xfrm flipV="1">
            <a:off x="10941316" y="1391146"/>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5" name="Rectangle 1004">
            <a:extLst>
              <a:ext uri="{FF2B5EF4-FFF2-40B4-BE49-F238E27FC236}">
                <a16:creationId xmlns:a16="http://schemas.microsoft.com/office/drawing/2014/main" id="{3E9172CE-6D4D-4EE5-9D7C-42DC1E092F64}"/>
              </a:ext>
            </a:extLst>
          </p:cNvPr>
          <p:cNvSpPr/>
          <p:nvPr/>
        </p:nvSpPr>
        <p:spPr>
          <a:xfrm flipV="1">
            <a:off x="10941316" y="168513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6" name="Rectangle 1005">
            <a:extLst>
              <a:ext uri="{FF2B5EF4-FFF2-40B4-BE49-F238E27FC236}">
                <a16:creationId xmlns:a16="http://schemas.microsoft.com/office/drawing/2014/main" id="{47519E38-0333-4149-861E-82E972844E52}"/>
              </a:ext>
            </a:extLst>
          </p:cNvPr>
          <p:cNvSpPr/>
          <p:nvPr/>
        </p:nvSpPr>
        <p:spPr>
          <a:xfrm flipV="1">
            <a:off x="10941316" y="1753011"/>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7" name="Rectangle 1006">
            <a:extLst>
              <a:ext uri="{FF2B5EF4-FFF2-40B4-BE49-F238E27FC236}">
                <a16:creationId xmlns:a16="http://schemas.microsoft.com/office/drawing/2014/main" id="{57010D84-68D9-4C1C-B6F2-EE2509EAA379}"/>
              </a:ext>
            </a:extLst>
          </p:cNvPr>
          <p:cNvSpPr/>
          <p:nvPr/>
        </p:nvSpPr>
        <p:spPr>
          <a:xfrm flipV="1">
            <a:off x="10941316" y="1814078"/>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8" name="Rectangle 1007">
            <a:extLst>
              <a:ext uri="{FF2B5EF4-FFF2-40B4-BE49-F238E27FC236}">
                <a16:creationId xmlns:a16="http://schemas.microsoft.com/office/drawing/2014/main" id="{D735AF26-9783-4B95-9241-577158152E6E}"/>
              </a:ext>
            </a:extLst>
          </p:cNvPr>
          <p:cNvSpPr/>
          <p:nvPr/>
        </p:nvSpPr>
        <p:spPr>
          <a:xfrm flipV="1">
            <a:off x="10941316" y="187184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D71345BE-4225-455C-8653-7ECE8D343FD2}"/>
              </a:ext>
            </a:extLst>
          </p:cNvPr>
          <p:cNvSpPr/>
          <p:nvPr/>
        </p:nvSpPr>
        <p:spPr>
          <a:xfrm flipV="1">
            <a:off x="10941316" y="113862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0" name="Rectangle 1009">
            <a:extLst>
              <a:ext uri="{FF2B5EF4-FFF2-40B4-BE49-F238E27FC236}">
                <a16:creationId xmlns:a16="http://schemas.microsoft.com/office/drawing/2014/main" id="{7987924A-3C5B-48E2-865B-72BF0DC40DA3}"/>
              </a:ext>
            </a:extLst>
          </p:cNvPr>
          <p:cNvSpPr/>
          <p:nvPr/>
        </p:nvSpPr>
        <p:spPr>
          <a:xfrm flipV="1">
            <a:off x="10941316" y="1199279"/>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 name="Rectangle 1010">
            <a:extLst>
              <a:ext uri="{FF2B5EF4-FFF2-40B4-BE49-F238E27FC236}">
                <a16:creationId xmlns:a16="http://schemas.microsoft.com/office/drawing/2014/main" id="{6E7FD399-CA97-4C9A-969B-0407C8126B70}"/>
              </a:ext>
            </a:extLst>
          </p:cNvPr>
          <p:cNvSpPr/>
          <p:nvPr/>
        </p:nvSpPr>
        <p:spPr>
          <a:xfrm flipV="1">
            <a:off x="10941316" y="125931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Rectangle 1011">
            <a:extLst>
              <a:ext uri="{FF2B5EF4-FFF2-40B4-BE49-F238E27FC236}">
                <a16:creationId xmlns:a16="http://schemas.microsoft.com/office/drawing/2014/main" id="{1148F3F8-73F0-4C76-8E11-D756EEDDF330}"/>
              </a:ext>
            </a:extLst>
          </p:cNvPr>
          <p:cNvSpPr/>
          <p:nvPr/>
        </p:nvSpPr>
        <p:spPr>
          <a:xfrm flipV="1">
            <a:off x="10941316" y="1325539"/>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Rectangle 1012">
            <a:extLst>
              <a:ext uri="{FF2B5EF4-FFF2-40B4-BE49-F238E27FC236}">
                <a16:creationId xmlns:a16="http://schemas.microsoft.com/office/drawing/2014/main" id="{022D048C-6D7D-4553-9869-0823BF265480}"/>
              </a:ext>
            </a:extLst>
          </p:cNvPr>
          <p:cNvSpPr/>
          <p:nvPr/>
        </p:nvSpPr>
        <p:spPr>
          <a:xfrm>
            <a:off x="10943711"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Rectangle 1013">
            <a:extLst>
              <a:ext uri="{FF2B5EF4-FFF2-40B4-BE49-F238E27FC236}">
                <a16:creationId xmlns:a16="http://schemas.microsoft.com/office/drawing/2014/main" id="{F79C99B7-ADA8-464B-ADF7-1FA7C6EE83F5}"/>
              </a:ext>
            </a:extLst>
          </p:cNvPr>
          <p:cNvSpPr/>
          <p:nvPr/>
        </p:nvSpPr>
        <p:spPr>
          <a:xfrm>
            <a:off x="10350843"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Rectangle 1014">
            <a:extLst>
              <a:ext uri="{FF2B5EF4-FFF2-40B4-BE49-F238E27FC236}">
                <a16:creationId xmlns:a16="http://schemas.microsoft.com/office/drawing/2014/main" id="{80D2BAD3-A6BD-434A-B90E-D4097F42249C}"/>
              </a:ext>
            </a:extLst>
          </p:cNvPr>
          <p:cNvSpPr/>
          <p:nvPr/>
        </p:nvSpPr>
        <p:spPr>
          <a:xfrm>
            <a:off x="10413248"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Rectangle 1015">
            <a:extLst>
              <a:ext uri="{FF2B5EF4-FFF2-40B4-BE49-F238E27FC236}">
                <a16:creationId xmlns:a16="http://schemas.microsoft.com/office/drawing/2014/main" id="{5C9B5066-63BE-4FF8-8795-D761C2DB0031}"/>
              </a:ext>
            </a:extLst>
          </p:cNvPr>
          <p:cNvSpPr/>
          <p:nvPr/>
        </p:nvSpPr>
        <p:spPr>
          <a:xfrm>
            <a:off x="10479240"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a16="http://schemas.microsoft.com/office/drawing/2014/main" id="{9B449B23-1E29-4677-9AF3-B047C21DF752}"/>
              </a:ext>
            </a:extLst>
          </p:cNvPr>
          <p:cNvSpPr/>
          <p:nvPr/>
        </p:nvSpPr>
        <p:spPr>
          <a:xfrm>
            <a:off x="10544653"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a16="http://schemas.microsoft.com/office/drawing/2014/main" id="{D4BC446C-D7AC-499A-9AE6-017C967D8403}"/>
              </a:ext>
            </a:extLst>
          </p:cNvPr>
          <p:cNvSpPr/>
          <p:nvPr/>
        </p:nvSpPr>
        <p:spPr>
          <a:xfrm>
            <a:off x="10610065"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Rectangle 1018">
            <a:extLst>
              <a:ext uri="{FF2B5EF4-FFF2-40B4-BE49-F238E27FC236}">
                <a16:creationId xmlns:a16="http://schemas.microsoft.com/office/drawing/2014/main" id="{1F99B0D4-B8B0-4DF8-95D4-D4DFADA01043}"/>
              </a:ext>
            </a:extLst>
          </p:cNvPr>
          <p:cNvSpPr/>
          <p:nvPr/>
        </p:nvSpPr>
        <p:spPr>
          <a:xfrm>
            <a:off x="10677282"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Rectangle 1019">
            <a:extLst>
              <a:ext uri="{FF2B5EF4-FFF2-40B4-BE49-F238E27FC236}">
                <a16:creationId xmlns:a16="http://schemas.microsoft.com/office/drawing/2014/main" id="{85E25C30-7961-4804-AE52-B58D4E9C24E2}"/>
              </a:ext>
            </a:extLst>
          </p:cNvPr>
          <p:cNvSpPr/>
          <p:nvPr/>
        </p:nvSpPr>
        <p:spPr>
          <a:xfrm>
            <a:off x="10745702"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Rectangle 1020">
            <a:extLst>
              <a:ext uri="{FF2B5EF4-FFF2-40B4-BE49-F238E27FC236}">
                <a16:creationId xmlns:a16="http://schemas.microsoft.com/office/drawing/2014/main" id="{E2016F17-31A4-4683-B624-00309AD5BD63}"/>
              </a:ext>
            </a:extLst>
          </p:cNvPr>
          <p:cNvSpPr/>
          <p:nvPr/>
        </p:nvSpPr>
        <p:spPr>
          <a:xfrm>
            <a:off x="10814110"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Rectangle 1021">
            <a:extLst>
              <a:ext uri="{FF2B5EF4-FFF2-40B4-BE49-F238E27FC236}">
                <a16:creationId xmlns:a16="http://schemas.microsoft.com/office/drawing/2014/main" id="{554C96F5-5D69-44C5-A037-A3A33073DED8}"/>
              </a:ext>
            </a:extLst>
          </p:cNvPr>
          <p:cNvSpPr/>
          <p:nvPr/>
        </p:nvSpPr>
        <p:spPr>
          <a:xfrm>
            <a:off x="10878911" y="193249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a16="http://schemas.microsoft.com/office/drawing/2014/main" id="{2E36C19D-E1B4-460B-BA50-2A7E53DFF7C1}"/>
              </a:ext>
            </a:extLst>
          </p:cNvPr>
          <p:cNvSpPr/>
          <p:nvPr/>
        </p:nvSpPr>
        <p:spPr>
          <a:xfrm>
            <a:off x="10941316"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ectangle 1023">
            <a:extLst>
              <a:ext uri="{FF2B5EF4-FFF2-40B4-BE49-F238E27FC236}">
                <a16:creationId xmlns:a16="http://schemas.microsoft.com/office/drawing/2014/main" id="{C301D347-91CE-474A-B184-6830B6397C30}"/>
              </a:ext>
            </a:extLst>
          </p:cNvPr>
          <p:cNvSpPr/>
          <p:nvPr/>
        </p:nvSpPr>
        <p:spPr>
          <a:xfrm>
            <a:off x="10348448"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Rectangle 1024">
            <a:extLst>
              <a:ext uri="{FF2B5EF4-FFF2-40B4-BE49-F238E27FC236}">
                <a16:creationId xmlns:a16="http://schemas.microsoft.com/office/drawing/2014/main" id="{1FB84F6D-E826-43DA-9F90-B9426CCC2D19}"/>
              </a:ext>
            </a:extLst>
          </p:cNvPr>
          <p:cNvSpPr/>
          <p:nvPr/>
        </p:nvSpPr>
        <p:spPr>
          <a:xfrm>
            <a:off x="10410853"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Rectangle 1025">
            <a:extLst>
              <a:ext uri="{FF2B5EF4-FFF2-40B4-BE49-F238E27FC236}">
                <a16:creationId xmlns:a16="http://schemas.microsoft.com/office/drawing/2014/main" id="{38B9AD4A-9C96-475C-BCB2-BA7082D39635}"/>
              </a:ext>
            </a:extLst>
          </p:cNvPr>
          <p:cNvSpPr/>
          <p:nvPr/>
        </p:nvSpPr>
        <p:spPr>
          <a:xfrm>
            <a:off x="10476845"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Rectangle 1026">
            <a:extLst>
              <a:ext uri="{FF2B5EF4-FFF2-40B4-BE49-F238E27FC236}">
                <a16:creationId xmlns:a16="http://schemas.microsoft.com/office/drawing/2014/main" id="{E9094E38-7F5E-4BA6-A28A-BB4DEC3351C9}"/>
              </a:ext>
            </a:extLst>
          </p:cNvPr>
          <p:cNvSpPr/>
          <p:nvPr/>
        </p:nvSpPr>
        <p:spPr>
          <a:xfrm>
            <a:off x="10542258"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Rectangle 1027">
            <a:extLst>
              <a:ext uri="{FF2B5EF4-FFF2-40B4-BE49-F238E27FC236}">
                <a16:creationId xmlns:a16="http://schemas.microsoft.com/office/drawing/2014/main" id="{E7DB0BCE-4652-4F55-8404-AE2AB15AD96A}"/>
              </a:ext>
            </a:extLst>
          </p:cNvPr>
          <p:cNvSpPr/>
          <p:nvPr/>
        </p:nvSpPr>
        <p:spPr>
          <a:xfrm>
            <a:off x="10607670"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9337A873-AE61-46B2-B849-FE9B4631F5F9}"/>
              </a:ext>
            </a:extLst>
          </p:cNvPr>
          <p:cNvSpPr/>
          <p:nvPr/>
        </p:nvSpPr>
        <p:spPr>
          <a:xfrm>
            <a:off x="10674887"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1029">
            <a:extLst>
              <a:ext uri="{FF2B5EF4-FFF2-40B4-BE49-F238E27FC236}">
                <a16:creationId xmlns:a16="http://schemas.microsoft.com/office/drawing/2014/main" id="{32E5759D-DA10-4433-AFE6-F23AF0B2A5E3}"/>
              </a:ext>
            </a:extLst>
          </p:cNvPr>
          <p:cNvSpPr/>
          <p:nvPr/>
        </p:nvSpPr>
        <p:spPr>
          <a:xfrm>
            <a:off x="10743307"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Rectangle 1030">
            <a:extLst>
              <a:ext uri="{FF2B5EF4-FFF2-40B4-BE49-F238E27FC236}">
                <a16:creationId xmlns:a16="http://schemas.microsoft.com/office/drawing/2014/main" id="{0F4DEA53-67CF-4899-AA7C-E4C149829508}"/>
              </a:ext>
            </a:extLst>
          </p:cNvPr>
          <p:cNvSpPr/>
          <p:nvPr/>
        </p:nvSpPr>
        <p:spPr>
          <a:xfrm>
            <a:off x="10811715"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82834D10-0A95-4673-8798-170E9CB7F886}"/>
              </a:ext>
            </a:extLst>
          </p:cNvPr>
          <p:cNvSpPr/>
          <p:nvPr/>
        </p:nvSpPr>
        <p:spPr>
          <a:xfrm>
            <a:off x="10876516" y="10779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16FBE378-5472-4780-9481-BEC21631F963}"/>
              </a:ext>
            </a:extLst>
          </p:cNvPr>
          <p:cNvSpPr/>
          <p:nvPr/>
        </p:nvSpPr>
        <p:spPr>
          <a:xfrm>
            <a:off x="10226031" y="107714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888B842D-5262-48C3-822E-E276D99EDC73}"/>
              </a:ext>
            </a:extLst>
          </p:cNvPr>
          <p:cNvSpPr/>
          <p:nvPr/>
        </p:nvSpPr>
        <p:spPr>
          <a:xfrm>
            <a:off x="10287239" y="107714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992F0A3B-D5B8-4EA4-8F21-C7E17B099040}"/>
              </a:ext>
            </a:extLst>
          </p:cNvPr>
          <p:cNvSpPr/>
          <p:nvPr/>
        </p:nvSpPr>
        <p:spPr>
          <a:xfrm>
            <a:off x="10226031" y="193249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Rectangle 1035">
            <a:extLst>
              <a:ext uri="{FF2B5EF4-FFF2-40B4-BE49-F238E27FC236}">
                <a16:creationId xmlns:a16="http://schemas.microsoft.com/office/drawing/2014/main" id="{A6BAC5A7-5EC2-4B5B-B223-584779C6F7EB}"/>
              </a:ext>
            </a:extLst>
          </p:cNvPr>
          <p:cNvSpPr/>
          <p:nvPr/>
        </p:nvSpPr>
        <p:spPr>
          <a:xfrm>
            <a:off x="10287239" y="193249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C5F58414-F26A-4C91-BABF-329B20248E1A}"/>
              </a:ext>
            </a:extLst>
          </p:cNvPr>
          <p:cNvSpPr/>
          <p:nvPr/>
        </p:nvSpPr>
        <p:spPr>
          <a:xfrm flipV="1">
            <a:off x="10941338" y="199666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417FAB9E-37EE-4171-942E-F24633F102D7}"/>
              </a:ext>
            </a:extLst>
          </p:cNvPr>
          <p:cNvSpPr/>
          <p:nvPr/>
        </p:nvSpPr>
        <p:spPr>
          <a:xfrm flipV="1">
            <a:off x="10410853" y="1997487"/>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C597775F-C284-4FBB-960F-F8B141017DE6}"/>
              </a:ext>
            </a:extLst>
          </p:cNvPr>
          <p:cNvSpPr/>
          <p:nvPr/>
        </p:nvSpPr>
        <p:spPr>
          <a:xfrm flipV="1">
            <a:off x="10477477" y="199955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40A85A17-330B-4A61-AE1F-8A1B2A6D73D8}"/>
              </a:ext>
            </a:extLst>
          </p:cNvPr>
          <p:cNvSpPr/>
          <p:nvPr/>
        </p:nvSpPr>
        <p:spPr>
          <a:xfrm flipV="1">
            <a:off x="10542890" y="199955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FE20DF7A-6B48-4399-BED3-4550A6F52A7C}"/>
              </a:ext>
            </a:extLst>
          </p:cNvPr>
          <p:cNvSpPr/>
          <p:nvPr/>
        </p:nvSpPr>
        <p:spPr>
          <a:xfrm flipV="1">
            <a:off x="10607691" y="199666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F3B21658-A8AF-4685-810E-CFB0D961378C}"/>
              </a:ext>
            </a:extLst>
          </p:cNvPr>
          <p:cNvSpPr/>
          <p:nvPr/>
        </p:nvSpPr>
        <p:spPr>
          <a:xfrm flipV="1">
            <a:off x="10674908" y="199666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8BDE8589-410B-4173-BD60-C255AC81E3BF}"/>
              </a:ext>
            </a:extLst>
          </p:cNvPr>
          <p:cNvSpPr/>
          <p:nvPr/>
        </p:nvSpPr>
        <p:spPr>
          <a:xfrm flipV="1">
            <a:off x="10743328" y="199666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F7851067-03C2-42BA-B104-324463E09884}"/>
              </a:ext>
            </a:extLst>
          </p:cNvPr>
          <p:cNvSpPr/>
          <p:nvPr/>
        </p:nvSpPr>
        <p:spPr>
          <a:xfrm flipV="1">
            <a:off x="10811736" y="199666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F1B300FD-4EEC-4CFE-98EC-E81CF3DB6082}"/>
              </a:ext>
            </a:extLst>
          </p:cNvPr>
          <p:cNvSpPr/>
          <p:nvPr/>
        </p:nvSpPr>
        <p:spPr>
          <a:xfrm flipV="1">
            <a:off x="10876537" y="199666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A2FF6990-4CFF-49CA-841B-043CB46BE0C6}"/>
              </a:ext>
            </a:extLst>
          </p:cNvPr>
          <p:cNvSpPr/>
          <p:nvPr/>
        </p:nvSpPr>
        <p:spPr>
          <a:xfrm flipV="1">
            <a:off x="10811049" y="2058039"/>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B74D2671-B711-4108-B28F-D5322EB2954C}"/>
              </a:ext>
            </a:extLst>
          </p:cNvPr>
          <p:cNvSpPr/>
          <p:nvPr/>
        </p:nvSpPr>
        <p:spPr>
          <a:xfrm flipV="1">
            <a:off x="10746248" y="2058039"/>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AE89B1D3-B0DC-4EDE-ACF1-CC74BAE513D5}"/>
              </a:ext>
            </a:extLst>
          </p:cNvPr>
          <p:cNvSpPr/>
          <p:nvPr/>
        </p:nvSpPr>
        <p:spPr>
          <a:xfrm flipV="1">
            <a:off x="10811049" y="2121374"/>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B1495A26-07B4-4402-951E-66C63FBD38D8}"/>
              </a:ext>
            </a:extLst>
          </p:cNvPr>
          <p:cNvSpPr/>
          <p:nvPr/>
        </p:nvSpPr>
        <p:spPr>
          <a:xfrm flipV="1">
            <a:off x="10746248" y="2121374"/>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0E16BD88-C9E1-495A-95DE-DB700960D68D}"/>
              </a:ext>
            </a:extLst>
          </p:cNvPr>
          <p:cNvSpPr/>
          <p:nvPr/>
        </p:nvSpPr>
        <p:spPr>
          <a:xfrm flipV="1">
            <a:off x="10674887" y="2058039"/>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75493A35-BD46-4897-BBC7-B926D5ED6DCA}"/>
              </a:ext>
            </a:extLst>
          </p:cNvPr>
          <p:cNvSpPr/>
          <p:nvPr/>
        </p:nvSpPr>
        <p:spPr>
          <a:xfrm flipV="1">
            <a:off x="10610087" y="2058039"/>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A2843BF5-7966-465D-A893-05F18DA54712}"/>
              </a:ext>
            </a:extLst>
          </p:cNvPr>
          <p:cNvSpPr/>
          <p:nvPr/>
        </p:nvSpPr>
        <p:spPr>
          <a:xfrm>
            <a:off x="10349677" y="1998107"/>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1E856601-4C88-44C0-A16F-CAFE7BE0C9DF}"/>
              </a:ext>
            </a:extLst>
          </p:cNvPr>
          <p:cNvSpPr/>
          <p:nvPr/>
        </p:nvSpPr>
        <p:spPr>
          <a:xfrm>
            <a:off x="10287239" y="199686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42EB6877-FAF5-4D0E-9F86-06DA73264C76}"/>
              </a:ext>
            </a:extLst>
          </p:cNvPr>
          <p:cNvSpPr/>
          <p:nvPr/>
        </p:nvSpPr>
        <p:spPr>
          <a:xfrm>
            <a:off x="10226346" y="199686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9028A3BE-18D4-489B-AF36-FB9CC390A7C5}"/>
              </a:ext>
            </a:extLst>
          </p:cNvPr>
          <p:cNvSpPr/>
          <p:nvPr/>
        </p:nvSpPr>
        <p:spPr>
          <a:xfrm>
            <a:off x="10287239" y="2313557"/>
            <a:ext cx="652879" cy="396112"/>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8020B38C-8B92-4CEB-A258-6C51BA0EF62D}"/>
              </a:ext>
            </a:extLst>
          </p:cNvPr>
          <p:cNvSpPr/>
          <p:nvPr/>
        </p:nvSpPr>
        <p:spPr>
          <a:xfrm>
            <a:off x="10287239" y="2709669"/>
            <a:ext cx="652879" cy="396112"/>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4850EEDB-C442-4DEB-A067-7366370182DC}"/>
              </a:ext>
            </a:extLst>
          </p:cNvPr>
          <p:cNvSpPr/>
          <p:nvPr/>
        </p:nvSpPr>
        <p:spPr>
          <a:xfrm>
            <a:off x="10224833" y="2626733"/>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CA3E7E27-BD97-40BF-82F5-A6BD1BFFADFE}"/>
              </a:ext>
            </a:extLst>
          </p:cNvPr>
          <p:cNvSpPr/>
          <p:nvPr/>
        </p:nvSpPr>
        <p:spPr>
          <a:xfrm>
            <a:off x="10940118" y="2626733"/>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1059" name="Rectangle 1058">
            <a:extLst>
              <a:ext uri="{FF2B5EF4-FFF2-40B4-BE49-F238E27FC236}">
                <a16:creationId xmlns:a16="http://schemas.microsoft.com/office/drawing/2014/main" id="{2ADB6397-E59B-4299-A4A8-C414BA95C274}"/>
              </a:ext>
            </a:extLst>
          </p:cNvPr>
          <p:cNvSpPr/>
          <p:nvPr/>
        </p:nvSpPr>
        <p:spPr>
          <a:xfrm>
            <a:off x="10224833" y="256112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95E89162-6C7A-47BB-83B1-D10499D56DF9}"/>
              </a:ext>
            </a:extLst>
          </p:cNvPr>
          <p:cNvSpPr/>
          <p:nvPr/>
        </p:nvSpPr>
        <p:spPr>
          <a:xfrm>
            <a:off x="10224833" y="279260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Rectangle 1060">
            <a:extLst>
              <a:ext uri="{FF2B5EF4-FFF2-40B4-BE49-F238E27FC236}">
                <a16:creationId xmlns:a16="http://schemas.microsoft.com/office/drawing/2014/main" id="{6D30D26D-05FE-4FE9-8806-FB7E72133D2E}"/>
              </a:ext>
            </a:extLst>
          </p:cNvPr>
          <p:cNvSpPr/>
          <p:nvPr/>
        </p:nvSpPr>
        <p:spPr>
          <a:xfrm>
            <a:off x="10940118" y="256731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Rectangle 1061">
            <a:extLst>
              <a:ext uri="{FF2B5EF4-FFF2-40B4-BE49-F238E27FC236}">
                <a16:creationId xmlns:a16="http://schemas.microsoft.com/office/drawing/2014/main" id="{C4841DB7-4EA0-4EFE-81CF-A27D43C22A63}"/>
              </a:ext>
            </a:extLst>
          </p:cNvPr>
          <p:cNvSpPr/>
          <p:nvPr/>
        </p:nvSpPr>
        <p:spPr>
          <a:xfrm>
            <a:off x="10940118" y="279260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Rectangle 1062">
            <a:extLst>
              <a:ext uri="{FF2B5EF4-FFF2-40B4-BE49-F238E27FC236}">
                <a16:creationId xmlns:a16="http://schemas.microsoft.com/office/drawing/2014/main" id="{3CBD853B-672A-4BFF-B100-E01CA0C277D6}"/>
              </a:ext>
            </a:extLst>
          </p:cNvPr>
          <p:cNvSpPr/>
          <p:nvPr/>
        </p:nvSpPr>
        <p:spPr>
          <a:xfrm>
            <a:off x="10224833" y="2501710"/>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Rectangle 1063">
            <a:extLst>
              <a:ext uri="{FF2B5EF4-FFF2-40B4-BE49-F238E27FC236}">
                <a16:creationId xmlns:a16="http://schemas.microsoft.com/office/drawing/2014/main" id="{460BDD79-D53F-4816-83C3-DFAD9E4FC1B6}"/>
              </a:ext>
            </a:extLst>
          </p:cNvPr>
          <p:cNvSpPr/>
          <p:nvPr/>
        </p:nvSpPr>
        <p:spPr>
          <a:xfrm>
            <a:off x="10224833" y="243919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5001CC11-F267-4461-9895-513EAE39B451}"/>
              </a:ext>
            </a:extLst>
          </p:cNvPr>
          <p:cNvSpPr/>
          <p:nvPr/>
        </p:nvSpPr>
        <p:spPr>
          <a:xfrm>
            <a:off x="10224833" y="2372974"/>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1065">
            <a:extLst>
              <a:ext uri="{FF2B5EF4-FFF2-40B4-BE49-F238E27FC236}">
                <a16:creationId xmlns:a16="http://schemas.microsoft.com/office/drawing/2014/main" id="{56465F69-FF43-4CC8-8345-24C06CE6BF0C}"/>
              </a:ext>
            </a:extLst>
          </p:cNvPr>
          <p:cNvSpPr/>
          <p:nvPr/>
        </p:nvSpPr>
        <p:spPr>
          <a:xfrm>
            <a:off x="10224833" y="231355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Rectangle 1066">
            <a:extLst>
              <a:ext uri="{FF2B5EF4-FFF2-40B4-BE49-F238E27FC236}">
                <a16:creationId xmlns:a16="http://schemas.microsoft.com/office/drawing/2014/main" id="{851CEA2B-C096-4697-9095-A653403C4CB8}"/>
              </a:ext>
            </a:extLst>
          </p:cNvPr>
          <p:cNvSpPr/>
          <p:nvPr/>
        </p:nvSpPr>
        <p:spPr>
          <a:xfrm>
            <a:off x="10940118" y="249861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7">
            <a:extLst>
              <a:ext uri="{FF2B5EF4-FFF2-40B4-BE49-F238E27FC236}">
                <a16:creationId xmlns:a16="http://schemas.microsoft.com/office/drawing/2014/main" id="{A004C47C-5701-46F1-8E5D-0C97BDD20564}"/>
              </a:ext>
            </a:extLst>
          </p:cNvPr>
          <p:cNvSpPr/>
          <p:nvPr/>
        </p:nvSpPr>
        <p:spPr>
          <a:xfrm>
            <a:off x="10940118" y="2430740"/>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1068">
            <a:extLst>
              <a:ext uri="{FF2B5EF4-FFF2-40B4-BE49-F238E27FC236}">
                <a16:creationId xmlns:a16="http://schemas.microsoft.com/office/drawing/2014/main" id="{886DD4EF-ACD6-436D-9934-A9D6553125C5}"/>
              </a:ext>
            </a:extLst>
          </p:cNvPr>
          <p:cNvSpPr/>
          <p:nvPr/>
        </p:nvSpPr>
        <p:spPr>
          <a:xfrm>
            <a:off x="10940118" y="2369672"/>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6B5EEE0F-EEA0-4C97-8D84-A4FE17A42DB7}"/>
              </a:ext>
            </a:extLst>
          </p:cNvPr>
          <p:cNvSpPr/>
          <p:nvPr/>
        </p:nvSpPr>
        <p:spPr>
          <a:xfrm>
            <a:off x="10940118" y="231190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Rectangle 1070">
            <a:extLst>
              <a:ext uri="{FF2B5EF4-FFF2-40B4-BE49-F238E27FC236}">
                <a16:creationId xmlns:a16="http://schemas.microsoft.com/office/drawing/2014/main" id="{C3538AA3-448B-4ED4-8651-D580E0DA38F3}"/>
              </a:ext>
            </a:extLst>
          </p:cNvPr>
          <p:cNvSpPr/>
          <p:nvPr/>
        </p:nvSpPr>
        <p:spPr>
          <a:xfrm>
            <a:off x="10224833" y="2852021"/>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Rectangle 1071">
            <a:extLst>
              <a:ext uri="{FF2B5EF4-FFF2-40B4-BE49-F238E27FC236}">
                <a16:creationId xmlns:a16="http://schemas.microsoft.com/office/drawing/2014/main" id="{CD2489A2-12B8-4622-B658-578306A7EE19}"/>
              </a:ext>
            </a:extLst>
          </p:cNvPr>
          <p:cNvSpPr/>
          <p:nvPr/>
        </p:nvSpPr>
        <p:spPr>
          <a:xfrm>
            <a:off x="10224833" y="291618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Rectangle 1072">
            <a:extLst>
              <a:ext uri="{FF2B5EF4-FFF2-40B4-BE49-F238E27FC236}">
                <a16:creationId xmlns:a16="http://schemas.microsoft.com/office/drawing/2014/main" id="{5E49E8C8-C54B-4531-BB09-64813B66D1FE}"/>
              </a:ext>
            </a:extLst>
          </p:cNvPr>
          <p:cNvSpPr/>
          <p:nvPr/>
        </p:nvSpPr>
        <p:spPr>
          <a:xfrm>
            <a:off x="10224833" y="2978282"/>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Rectangle 1073">
            <a:extLst>
              <a:ext uri="{FF2B5EF4-FFF2-40B4-BE49-F238E27FC236}">
                <a16:creationId xmlns:a16="http://schemas.microsoft.com/office/drawing/2014/main" id="{27CEE144-B415-45C7-8151-45632A5B9E59}"/>
              </a:ext>
            </a:extLst>
          </p:cNvPr>
          <p:cNvSpPr/>
          <p:nvPr/>
        </p:nvSpPr>
        <p:spPr>
          <a:xfrm>
            <a:off x="10224833" y="3045126"/>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a:extLst>
              <a:ext uri="{FF2B5EF4-FFF2-40B4-BE49-F238E27FC236}">
                <a16:creationId xmlns:a16="http://schemas.microsoft.com/office/drawing/2014/main" id="{04DFF114-417A-48B5-8FB6-71009877D537}"/>
              </a:ext>
            </a:extLst>
          </p:cNvPr>
          <p:cNvSpPr/>
          <p:nvPr/>
        </p:nvSpPr>
        <p:spPr>
          <a:xfrm>
            <a:off x="10940118" y="3045126"/>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Rectangle 1075">
            <a:extLst>
              <a:ext uri="{FF2B5EF4-FFF2-40B4-BE49-F238E27FC236}">
                <a16:creationId xmlns:a16="http://schemas.microsoft.com/office/drawing/2014/main" id="{F03754F3-F062-40F2-BA1F-414FC9353F01}"/>
              </a:ext>
            </a:extLst>
          </p:cNvPr>
          <p:cNvSpPr/>
          <p:nvPr/>
        </p:nvSpPr>
        <p:spPr>
          <a:xfrm>
            <a:off x="10940118" y="2984471"/>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 name="Rectangle 1076">
            <a:extLst>
              <a:ext uri="{FF2B5EF4-FFF2-40B4-BE49-F238E27FC236}">
                <a16:creationId xmlns:a16="http://schemas.microsoft.com/office/drawing/2014/main" id="{95A59C2D-0654-48FE-B046-1169340E6CB2}"/>
              </a:ext>
            </a:extLst>
          </p:cNvPr>
          <p:cNvSpPr/>
          <p:nvPr/>
        </p:nvSpPr>
        <p:spPr>
          <a:xfrm>
            <a:off x="10940118" y="2924437"/>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a:extLst>
              <a:ext uri="{FF2B5EF4-FFF2-40B4-BE49-F238E27FC236}">
                <a16:creationId xmlns:a16="http://schemas.microsoft.com/office/drawing/2014/main" id="{BF2168F6-7244-47E9-B270-6C4C7E37DCEB}"/>
              </a:ext>
            </a:extLst>
          </p:cNvPr>
          <p:cNvSpPr/>
          <p:nvPr/>
        </p:nvSpPr>
        <p:spPr>
          <a:xfrm>
            <a:off x="10940118" y="2858211"/>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Rectangle 1078">
            <a:extLst>
              <a:ext uri="{FF2B5EF4-FFF2-40B4-BE49-F238E27FC236}">
                <a16:creationId xmlns:a16="http://schemas.microsoft.com/office/drawing/2014/main" id="{2A079446-BEC8-4D9A-9D7B-B3FCE2A56684}"/>
              </a:ext>
            </a:extLst>
          </p:cNvPr>
          <p:cNvSpPr/>
          <p:nvPr/>
        </p:nvSpPr>
        <p:spPr>
          <a:xfrm>
            <a:off x="10942513"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Rectangle 1079">
            <a:extLst>
              <a:ext uri="{FF2B5EF4-FFF2-40B4-BE49-F238E27FC236}">
                <a16:creationId xmlns:a16="http://schemas.microsoft.com/office/drawing/2014/main" id="{F9532B13-543E-4C70-B374-5C957D7456D8}"/>
              </a:ext>
            </a:extLst>
          </p:cNvPr>
          <p:cNvSpPr/>
          <p:nvPr/>
        </p:nvSpPr>
        <p:spPr>
          <a:xfrm>
            <a:off x="10349644"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Rectangle 1080">
            <a:extLst>
              <a:ext uri="{FF2B5EF4-FFF2-40B4-BE49-F238E27FC236}">
                <a16:creationId xmlns:a16="http://schemas.microsoft.com/office/drawing/2014/main" id="{C4E56F42-207F-4254-98DC-27A2D280F991}"/>
              </a:ext>
            </a:extLst>
          </p:cNvPr>
          <p:cNvSpPr/>
          <p:nvPr/>
        </p:nvSpPr>
        <p:spPr>
          <a:xfrm>
            <a:off x="10412050"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Rectangle 1081">
            <a:extLst>
              <a:ext uri="{FF2B5EF4-FFF2-40B4-BE49-F238E27FC236}">
                <a16:creationId xmlns:a16="http://schemas.microsoft.com/office/drawing/2014/main" id="{43E11EE4-4994-40CE-BDE5-142A01507408}"/>
              </a:ext>
            </a:extLst>
          </p:cNvPr>
          <p:cNvSpPr/>
          <p:nvPr/>
        </p:nvSpPr>
        <p:spPr>
          <a:xfrm>
            <a:off x="10478042"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C72D2057-67FE-40C7-BAFD-C6C366BF5351}"/>
              </a:ext>
            </a:extLst>
          </p:cNvPr>
          <p:cNvSpPr/>
          <p:nvPr/>
        </p:nvSpPr>
        <p:spPr>
          <a:xfrm>
            <a:off x="10543454"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D5D06698-0188-428E-8712-CA79E4F11BE3}"/>
              </a:ext>
            </a:extLst>
          </p:cNvPr>
          <p:cNvSpPr/>
          <p:nvPr/>
        </p:nvSpPr>
        <p:spPr>
          <a:xfrm>
            <a:off x="10608867"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354FA9D2-70DD-4634-A4E1-BB723AE333C6}"/>
              </a:ext>
            </a:extLst>
          </p:cNvPr>
          <p:cNvSpPr/>
          <p:nvPr/>
        </p:nvSpPr>
        <p:spPr>
          <a:xfrm>
            <a:off x="10676084"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0221F9C5-D3FD-49FB-A63C-DEAA613CF5A0}"/>
              </a:ext>
            </a:extLst>
          </p:cNvPr>
          <p:cNvSpPr/>
          <p:nvPr/>
        </p:nvSpPr>
        <p:spPr>
          <a:xfrm>
            <a:off x="10744504"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10789806-B67D-47DF-97BC-B0A74C65B5B1}"/>
              </a:ext>
            </a:extLst>
          </p:cNvPr>
          <p:cNvSpPr/>
          <p:nvPr/>
        </p:nvSpPr>
        <p:spPr>
          <a:xfrm>
            <a:off x="10812911"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1087">
            <a:extLst>
              <a:ext uri="{FF2B5EF4-FFF2-40B4-BE49-F238E27FC236}">
                <a16:creationId xmlns:a16="http://schemas.microsoft.com/office/drawing/2014/main" id="{388763B6-363F-4DBE-A2A6-C46C664573A5}"/>
              </a:ext>
            </a:extLst>
          </p:cNvPr>
          <p:cNvSpPr/>
          <p:nvPr/>
        </p:nvSpPr>
        <p:spPr>
          <a:xfrm>
            <a:off x="10877713" y="310578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88">
            <a:extLst>
              <a:ext uri="{FF2B5EF4-FFF2-40B4-BE49-F238E27FC236}">
                <a16:creationId xmlns:a16="http://schemas.microsoft.com/office/drawing/2014/main" id="{00B3C54D-3312-436C-849C-635DD89F281A}"/>
              </a:ext>
            </a:extLst>
          </p:cNvPr>
          <p:cNvSpPr/>
          <p:nvPr/>
        </p:nvSpPr>
        <p:spPr>
          <a:xfrm>
            <a:off x="10940118"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Rectangle 1089">
            <a:extLst>
              <a:ext uri="{FF2B5EF4-FFF2-40B4-BE49-F238E27FC236}">
                <a16:creationId xmlns:a16="http://schemas.microsoft.com/office/drawing/2014/main" id="{CD3EBD83-7747-4B24-88D2-36CB600DC348}"/>
              </a:ext>
            </a:extLst>
          </p:cNvPr>
          <p:cNvSpPr/>
          <p:nvPr/>
        </p:nvSpPr>
        <p:spPr>
          <a:xfrm>
            <a:off x="10347249"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2471AFDA-D348-495B-B158-BF5CCE3B8A4D}"/>
              </a:ext>
            </a:extLst>
          </p:cNvPr>
          <p:cNvSpPr/>
          <p:nvPr/>
        </p:nvSpPr>
        <p:spPr>
          <a:xfrm>
            <a:off x="10409655"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1091">
            <a:extLst>
              <a:ext uri="{FF2B5EF4-FFF2-40B4-BE49-F238E27FC236}">
                <a16:creationId xmlns:a16="http://schemas.microsoft.com/office/drawing/2014/main" id="{31352064-DF6F-4195-A739-A1CE9A4E2E99}"/>
              </a:ext>
            </a:extLst>
          </p:cNvPr>
          <p:cNvSpPr/>
          <p:nvPr/>
        </p:nvSpPr>
        <p:spPr>
          <a:xfrm>
            <a:off x="10475647"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1092">
            <a:extLst>
              <a:ext uri="{FF2B5EF4-FFF2-40B4-BE49-F238E27FC236}">
                <a16:creationId xmlns:a16="http://schemas.microsoft.com/office/drawing/2014/main" id="{88BE7120-D3C7-466F-9591-29B6E39483B7}"/>
              </a:ext>
            </a:extLst>
          </p:cNvPr>
          <p:cNvSpPr/>
          <p:nvPr/>
        </p:nvSpPr>
        <p:spPr>
          <a:xfrm>
            <a:off x="10541059"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1093">
            <a:extLst>
              <a:ext uri="{FF2B5EF4-FFF2-40B4-BE49-F238E27FC236}">
                <a16:creationId xmlns:a16="http://schemas.microsoft.com/office/drawing/2014/main" id="{16CE0A1C-7393-4FBD-9D77-C4F19FDF6EB8}"/>
              </a:ext>
            </a:extLst>
          </p:cNvPr>
          <p:cNvSpPr/>
          <p:nvPr/>
        </p:nvSpPr>
        <p:spPr>
          <a:xfrm>
            <a:off x="10606472"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424B466A-F002-47C5-9270-12322484EDE3}"/>
              </a:ext>
            </a:extLst>
          </p:cNvPr>
          <p:cNvSpPr/>
          <p:nvPr/>
        </p:nvSpPr>
        <p:spPr>
          <a:xfrm>
            <a:off x="10673689"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1095">
            <a:extLst>
              <a:ext uri="{FF2B5EF4-FFF2-40B4-BE49-F238E27FC236}">
                <a16:creationId xmlns:a16="http://schemas.microsoft.com/office/drawing/2014/main" id="{10B7C126-FE01-42FD-9D49-ED6891653FB9}"/>
              </a:ext>
            </a:extLst>
          </p:cNvPr>
          <p:cNvSpPr/>
          <p:nvPr/>
        </p:nvSpPr>
        <p:spPr>
          <a:xfrm>
            <a:off x="10742109"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Rectangle 1096">
            <a:extLst>
              <a:ext uri="{FF2B5EF4-FFF2-40B4-BE49-F238E27FC236}">
                <a16:creationId xmlns:a16="http://schemas.microsoft.com/office/drawing/2014/main" id="{CDA49773-A91B-4932-80BF-7BD8C9DA1689}"/>
              </a:ext>
            </a:extLst>
          </p:cNvPr>
          <p:cNvSpPr/>
          <p:nvPr/>
        </p:nvSpPr>
        <p:spPr>
          <a:xfrm>
            <a:off x="10810516"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2" name="Rectangle 1621">
            <a:extLst>
              <a:ext uri="{FF2B5EF4-FFF2-40B4-BE49-F238E27FC236}">
                <a16:creationId xmlns:a16="http://schemas.microsoft.com/office/drawing/2014/main" id="{C31931DA-526B-4B6B-99CE-6A9D3B4DA39B}"/>
              </a:ext>
            </a:extLst>
          </p:cNvPr>
          <p:cNvSpPr/>
          <p:nvPr/>
        </p:nvSpPr>
        <p:spPr>
          <a:xfrm>
            <a:off x="10875318" y="22512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3" name="Rectangle 1622">
            <a:extLst>
              <a:ext uri="{FF2B5EF4-FFF2-40B4-BE49-F238E27FC236}">
                <a16:creationId xmlns:a16="http://schemas.microsoft.com/office/drawing/2014/main" id="{8B7C6408-9182-4117-A8B7-DBDBE68ACC6D}"/>
              </a:ext>
            </a:extLst>
          </p:cNvPr>
          <p:cNvSpPr/>
          <p:nvPr/>
        </p:nvSpPr>
        <p:spPr>
          <a:xfrm>
            <a:off x="10224833" y="225042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4" name="Rectangle 1623">
            <a:extLst>
              <a:ext uri="{FF2B5EF4-FFF2-40B4-BE49-F238E27FC236}">
                <a16:creationId xmlns:a16="http://schemas.microsoft.com/office/drawing/2014/main" id="{99740E43-2388-4CD9-A6AA-A281F7544F33}"/>
              </a:ext>
            </a:extLst>
          </p:cNvPr>
          <p:cNvSpPr/>
          <p:nvPr/>
        </p:nvSpPr>
        <p:spPr>
          <a:xfrm>
            <a:off x="10286041" y="225042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 name="Rectangle 1624">
            <a:extLst>
              <a:ext uri="{FF2B5EF4-FFF2-40B4-BE49-F238E27FC236}">
                <a16:creationId xmlns:a16="http://schemas.microsoft.com/office/drawing/2014/main" id="{B90CE4D1-97C2-45B4-8C66-7882D519C18D}"/>
              </a:ext>
            </a:extLst>
          </p:cNvPr>
          <p:cNvSpPr/>
          <p:nvPr/>
        </p:nvSpPr>
        <p:spPr>
          <a:xfrm>
            <a:off x="10940118" y="218791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 name="Rectangle 1625">
            <a:extLst>
              <a:ext uri="{FF2B5EF4-FFF2-40B4-BE49-F238E27FC236}">
                <a16:creationId xmlns:a16="http://schemas.microsoft.com/office/drawing/2014/main" id="{EDA19FAE-4AC0-408E-9440-B50598B28D55}"/>
              </a:ext>
            </a:extLst>
          </p:cNvPr>
          <p:cNvSpPr/>
          <p:nvPr/>
        </p:nvSpPr>
        <p:spPr>
          <a:xfrm>
            <a:off x="10348436" y="218502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7" name="Rectangle 1626">
            <a:extLst>
              <a:ext uri="{FF2B5EF4-FFF2-40B4-BE49-F238E27FC236}">
                <a16:creationId xmlns:a16="http://schemas.microsoft.com/office/drawing/2014/main" id="{2BE680C0-601A-4BA5-AE22-75E626C01E7C}"/>
              </a:ext>
            </a:extLst>
          </p:cNvPr>
          <p:cNvSpPr/>
          <p:nvPr/>
        </p:nvSpPr>
        <p:spPr>
          <a:xfrm>
            <a:off x="10409633" y="2187092"/>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8" name="Rectangle 1627">
            <a:extLst>
              <a:ext uri="{FF2B5EF4-FFF2-40B4-BE49-F238E27FC236}">
                <a16:creationId xmlns:a16="http://schemas.microsoft.com/office/drawing/2014/main" id="{4CD12438-CBD1-4531-AD01-7F76E087FE44}"/>
              </a:ext>
            </a:extLst>
          </p:cNvPr>
          <p:cNvSpPr/>
          <p:nvPr/>
        </p:nvSpPr>
        <p:spPr>
          <a:xfrm>
            <a:off x="10476258" y="2185027"/>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9" name="Rectangle 1628">
            <a:extLst>
              <a:ext uri="{FF2B5EF4-FFF2-40B4-BE49-F238E27FC236}">
                <a16:creationId xmlns:a16="http://schemas.microsoft.com/office/drawing/2014/main" id="{83D087DB-5753-42CE-9679-C3191C250C21}"/>
              </a:ext>
            </a:extLst>
          </p:cNvPr>
          <p:cNvSpPr/>
          <p:nvPr/>
        </p:nvSpPr>
        <p:spPr>
          <a:xfrm>
            <a:off x="10541670" y="2185027"/>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0" name="Rectangle 1629">
            <a:extLst>
              <a:ext uri="{FF2B5EF4-FFF2-40B4-BE49-F238E27FC236}">
                <a16:creationId xmlns:a16="http://schemas.microsoft.com/office/drawing/2014/main" id="{7B6491DA-FBBC-4392-98AA-1305B1AA1530}"/>
              </a:ext>
            </a:extLst>
          </p:cNvPr>
          <p:cNvSpPr/>
          <p:nvPr/>
        </p:nvSpPr>
        <p:spPr>
          <a:xfrm>
            <a:off x="10606472" y="218791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1" name="Rectangle 1630">
            <a:extLst>
              <a:ext uri="{FF2B5EF4-FFF2-40B4-BE49-F238E27FC236}">
                <a16:creationId xmlns:a16="http://schemas.microsoft.com/office/drawing/2014/main" id="{6CB09F75-CB38-4493-AE25-2443A667CA0F}"/>
              </a:ext>
            </a:extLst>
          </p:cNvPr>
          <p:cNvSpPr/>
          <p:nvPr/>
        </p:nvSpPr>
        <p:spPr>
          <a:xfrm>
            <a:off x="10673689" y="218791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2" name="Rectangle 1631">
            <a:extLst>
              <a:ext uri="{FF2B5EF4-FFF2-40B4-BE49-F238E27FC236}">
                <a16:creationId xmlns:a16="http://schemas.microsoft.com/office/drawing/2014/main" id="{0FCB864F-5943-4265-937D-1AD661FDC6DA}"/>
              </a:ext>
            </a:extLst>
          </p:cNvPr>
          <p:cNvSpPr/>
          <p:nvPr/>
        </p:nvSpPr>
        <p:spPr>
          <a:xfrm>
            <a:off x="10742109" y="218791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3" name="Rectangle 1632">
            <a:extLst>
              <a:ext uri="{FF2B5EF4-FFF2-40B4-BE49-F238E27FC236}">
                <a16:creationId xmlns:a16="http://schemas.microsoft.com/office/drawing/2014/main" id="{5285573C-8E43-433B-A625-CC8ACC2B5FF2}"/>
              </a:ext>
            </a:extLst>
          </p:cNvPr>
          <p:cNvSpPr/>
          <p:nvPr/>
        </p:nvSpPr>
        <p:spPr>
          <a:xfrm>
            <a:off x="10810516" y="218791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4" name="Rectangle 1633">
            <a:extLst>
              <a:ext uri="{FF2B5EF4-FFF2-40B4-BE49-F238E27FC236}">
                <a16:creationId xmlns:a16="http://schemas.microsoft.com/office/drawing/2014/main" id="{335FA85E-7D82-4107-9190-E3AA2C9F6F14}"/>
              </a:ext>
            </a:extLst>
          </p:cNvPr>
          <p:cNvSpPr/>
          <p:nvPr/>
        </p:nvSpPr>
        <p:spPr>
          <a:xfrm>
            <a:off x="10875318" y="218791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5" name="Rectangle 1634">
            <a:extLst>
              <a:ext uri="{FF2B5EF4-FFF2-40B4-BE49-F238E27FC236}">
                <a16:creationId xmlns:a16="http://schemas.microsoft.com/office/drawing/2014/main" id="{630D0F8A-F36D-4124-8149-650B55D63595}"/>
              </a:ext>
            </a:extLst>
          </p:cNvPr>
          <p:cNvSpPr/>
          <p:nvPr/>
        </p:nvSpPr>
        <p:spPr>
          <a:xfrm>
            <a:off x="10224833" y="218709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6" name="Rectangle 1635">
            <a:extLst>
              <a:ext uri="{FF2B5EF4-FFF2-40B4-BE49-F238E27FC236}">
                <a16:creationId xmlns:a16="http://schemas.microsoft.com/office/drawing/2014/main" id="{4915C71C-7206-45F0-9F1B-924090FB51D9}"/>
              </a:ext>
            </a:extLst>
          </p:cNvPr>
          <p:cNvSpPr/>
          <p:nvPr/>
        </p:nvSpPr>
        <p:spPr>
          <a:xfrm>
            <a:off x="10286041" y="218709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7" name="Rectangle 1636">
            <a:extLst>
              <a:ext uri="{FF2B5EF4-FFF2-40B4-BE49-F238E27FC236}">
                <a16:creationId xmlns:a16="http://schemas.microsoft.com/office/drawing/2014/main" id="{A16D7877-ABD8-4B3C-940C-D1A03DE5B87B}"/>
              </a:ext>
            </a:extLst>
          </p:cNvPr>
          <p:cNvSpPr/>
          <p:nvPr/>
        </p:nvSpPr>
        <p:spPr>
          <a:xfrm>
            <a:off x="10940118" y="212632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 name="Rectangle 1637">
            <a:extLst>
              <a:ext uri="{FF2B5EF4-FFF2-40B4-BE49-F238E27FC236}">
                <a16:creationId xmlns:a16="http://schemas.microsoft.com/office/drawing/2014/main" id="{FDBC1AF0-C8F0-4CB0-A960-1BB0B3DCE2F1}"/>
              </a:ext>
            </a:extLst>
          </p:cNvPr>
          <p:cNvSpPr/>
          <p:nvPr/>
        </p:nvSpPr>
        <p:spPr>
          <a:xfrm>
            <a:off x="10875318" y="212632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 name="Rectangle 1638">
            <a:extLst>
              <a:ext uri="{FF2B5EF4-FFF2-40B4-BE49-F238E27FC236}">
                <a16:creationId xmlns:a16="http://schemas.microsoft.com/office/drawing/2014/main" id="{7C737559-9C83-47C4-B86A-86D09A3F3260}"/>
              </a:ext>
            </a:extLst>
          </p:cNvPr>
          <p:cNvSpPr/>
          <p:nvPr/>
        </p:nvSpPr>
        <p:spPr>
          <a:xfrm>
            <a:off x="10940118" y="206299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 name="Rectangle 1639">
            <a:extLst>
              <a:ext uri="{FF2B5EF4-FFF2-40B4-BE49-F238E27FC236}">
                <a16:creationId xmlns:a16="http://schemas.microsoft.com/office/drawing/2014/main" id="{1421FC7A-DBF2-4A62-8787-15C986EA6614}"/>
              </a:ext>
            </a:extLst>
          </p:cNvPr>
          <p:cNvSpPr/>
          <p:nvPr/>
        </p:nvSpPr>
        <p:spPr>
          <a:xfrm>
            <a:off x="10875318" y="206299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1" name="Rectangle 1640">
            <a:extLst>
              <a:ext uri="{FF2B5EF4-FFF2-40B4-BE49-F238E27FC236}">
                <a16:creationId xmlns:a16="http://schemas.microsoft.com/office/drawing/2014/main" id="{B60800CF-2D9E-40BB-AA5D-1F2E40615D5E}"/>
              </a:ext>
            </a:extLst>
          </p:cNvPr>
          <p:cNvSpPr/>
          <p:nvPr/>
        </p:nvSpPr>
        <p:spPr>
          <a:xfrm>
            <a:off x="10673668" y="2126540"/>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2" name="Rectangle 1641">
            <a:extLst>
              <a:ext uri="{FF2B5EF4-FFF2-40B4-BE49-F238E27FC236}">
                <a16:creationId xmlns:a16="http://schemas.microsoft.com/office/drawing/2014/main" id="{DC3B1AD4-03EC-4E7E-93AF-4EA0012241B3}"/>
              </a:ext>
            </a:extLst>
          </p:cNvPr>
          <p:cNvSpPr/>
          <p:nvPr/>
        </p:nvSpPr>
        <p:spPr>
          <a:xfrm>
            <a:off x="10608868" y="2126540"/>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3" name="Rectangle 1642">
            <a:extLst>
              <a:ext uri="{FF2B5EF4-FFF2-40B4-BE49-F238E27FC236}">
                <a16:creationId xmlns:a16="http://schemas.microsoft.com/office/drawing/2014/main" id="{316CCC49-B27B-4D76-A8EF-A7E1DDA4C617}"/>
              </a:ext>
            </a:extLst>
          </p:cNvPr>
          <p:cNvSpPr/>
          <p:nvPr/>
        </p:nvSpPr>
        <p:spPr>
          <a:xfrm>
            <a:off x="10224833" y="3105781"/>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4" name="Rectangle 1643">
            <a:extLst>
              <a:ext uri="{FF2B5EF4-FFF2-40B4-BE49-F238E27FC236}">
                <a16:creationId xmlns:a16="http://schemas.microsoft.com/office/drawing/2014/main" id="{0647825F-4D1F-4276-8A06-48C4E5E6E7B9}"/>
              </a:ext>
            </a:extLst>
          </p:cNvPr>
          <p:cNvSpPr/>
          <p:nvPr/>
        </p:nvSpPr>
        <p:spPr>
          <a:xfrm>
            <a:off x="10286041" y="3105781"/>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5" name="Rectangle 1644">
            <a:extLst>
              <a:ext uri="{FF2B5EF4-FFF2-40B4-BE49-F238E27FC236}">
                <a16:creationId xmlns:a16="http://schemas.microsoft.com/office/drawing/2014/main" id="{D2C6A034-7B37-467B-863A-E3038323CA79}"/>
              </a:ext>
            </a:extLst>
          </p:cNvPr>
          <p:cNvSpPr/>
          <p:nvPr/>
        </p:nvSpPr>
        <p:spPr>
          <a:xfrm flipV="1">
            <a:off x="10410114" y="2056751"/>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6" name="Rectangle 1645">
            <a:extLst>
              <a:ext uri="{FF2B5EF4-FFF2-40B4-BE49-F238E27FC236}">
                <a16:creationId xmlns:a16="http://schemas.microsoft.com/office/drawing/2014/main" id="{7E11DACE-AA1D-494C-8553-2899084699DA}"/>
              </a:ext>
            </a:extLst>
          </p:cNvPr>
          <p:cNvSpPr/>
          <p:nvPr/>
        </p:nvSpPr>
        <p:spPr>
          <a:xfrm flipV="1">
            <a:off x="10476739" y="205881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7" name="Rectangle 1646">
            <a:extLst>
              <a:ext uri="{FF2B5EF4-FFF2-40B4-BE49-F238E27FC236}">
                <a16:creationId xmlns:a16="http://schemas.microsoft.com/office/drawing/2014/main" id="{EE8AFABC-05E7-4956-8BA4-D1D7B227AFEE}"/>
              </a:ext>
            </a:extLst>
          </p:cNvPr>
          <p:cNvSpPr/>
          <p:nvPr/>
        </p:nvSpPr>
        <p:spPr>
          <a:xfrm flipV="1">
            <a:off x="10542151" y="205881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8" name="Rectangle 1647">
            <a:extLst>
              <a:ext uri="{FF2B5EF4-FFF2-40B4-BE49-F238E27FC236}">
                <a16:creationId xmlns:a16="http://schemas.microsoft.com/office/drawing/2014/main" id="{98B37F8A-9124-4888-813B-FEDC95810639}"/>
              </a:ext>
            </a:extLst>
          </p:cNvPr>
          <p:cNvSpPr/>
          <p:nvPr/>
        </p:nvSpPr>
        <p:spPr>
          <a:xfrm>
            <a:off x="10348938" y="2057371"/>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9" name="Rectangle 1648">
            <a:extLst>
              <a:ext uri="{FF2B5EF4-FFF2-40B4-BE49-F238E27FC236}">
                <a16:creationId xmlns:a16="http://schemas.microsoft.com/office/drawing/2014/main" id="{8FCC6CD5-E7DF-4AF8-AF4A-952E43DCB68C}"/>
              </a:ext>
            </a:extLst>
          </p:cNvPr>
          <p:cNvSpPr/>
          <p:nvPr/>
        </p:nvSpPr>
        <p:spPr>
          <a:xfrm>
            <a:off x="10286501" y="205613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0" name="Rectangle 1649">
            <a:extLst>
              <a:ext uri="{FF2B5EF4-FFF2-40B4-BE49-F238E27FC236}">
                <a16:creationId xmlns:a16="http://schemas.microsoft.com/office/drawing/2014/main" id="{0AA85F49-9537-4DFB-AA60-055470D5AE1C}"/>
              </a:ext>
            </a:extLst>
          </p:cNvPr>
          <p:cNvSpPr/>
          <p:nvPr/>
        </p:nvSpPr>
        <p:spPr>
          <a:xfrm>
            <a:off x="10225608" y="205613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1" name="Rectangle 1650">
            <a:extLst>
              <a:ext uri="{FF2B5EF4-FFF2-40B4-BE49-F238E27FC236}">
                <a16:creationId xmlns:a16="http://schemas.microsoft.com/office/drawing/2014/main" id="{0B66EC0D-0A54-4664-A92D-CED2AD71FED6}"/>
              </a:ext>
            </a:extLst>
          </p:cNvPr>
          <p:cNvSpPr/>
          <p:nvPr/>
        </p:nvSpPr>
        <p:spPr>
          <a:xfrm>
            <a:off x="10348436" y="2119208"/>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2" name="Rectangle 1651">
            <a:extLst>
              <a:ext uri="{FF2B5EF4-FFF2-40B4-BE49-F238E27FC236}">
                <a16:creationId xmlns:a16="http://schemas.microsoft.com/office/drawing/2014/main" id="{C575BA81-D05E-40B3-AC9C-3829786A210C}"/>
              </a:ext>
            </a:extLst>
          </p:cNvPr>
          <p:cNvSpPr/>
          <p:nvPr/>
        </p:nvSpPr>
        <p:spPr>
          <a:xfrm>
            <a:off x="10409633" y="2121272"/>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3" name="Rectangle 1652">
            <a:extLst>
              <a:ext uri="{FF2B5EF4-FFF2-40B4-BE49-F238E27FC236}">
                <a16:creationId xmlns:a16="http://schemas.microsoft.com/office/drawing/2014/main" id="{6E351589-5572-4D21-B693-1D016C63B469}"/>
              </a:ext>
            </a:extLst>
          </p:cNvPr>
          <p:cNvSpPr/>
          <p:nvPr/>
        </p:nvSpPr>
        <p:spPr>
          <a:xfrm>
            <a:off x="10476258" y="2119208"/>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4" name="Rectangle 1653">
            <a:extLst>
              <a:ext uri="{FF2B5EF4-FFF2-40B4-BE49-F238E27FC236}">
                <a16:creationId xmlns:a16="http://schemas.microsoft.com/office/drawing/2014/main" id="{FF9898C2-FB54-45AD-8B1E-2DA926ED7BB3}"/>
              </a:ext>
            </a:extLst>
          </p:cNvPr>
          <p:cNvSpPr/>
          <p:nvPr/>
        </p:nvSpPr>
        <p:spPr>
          <a:xfrm>
            <a:off x="10541670" y="2119208"/>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5" name="Rectangle 1654">
            <a:extLst>
              <a:ext uri="{FF2B5EF4-FFF2-40B4-BE49-F238E27FC236}">
                <a16:creationId xmlns:a16="http://schemas.microsoft.com/office/drawing/2014/main" id="{0EB46A6F-19DE-4CB5-BBFC-DF2FB2E90EEE}"/>
              </a:ext>
            </a:extLst>
          </p:cNvPr>
          <p:cNvSpPr/>
          <p:nvPr/>
        </p:nvSpPr>
        <p:spPr>
          <a:xfrm>
            <a:off x="10224833" y="212127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6" name="Rectangle 1655">
            <a:extLst>
              <a:ext uri="{FF2B5EF4-FFF2-40B4-BE49-F238E27FC236}">
                <a16:creationId xmlns:a16="http://schemas.microsoft.com/office/drawing/2014/main" id="{6E57D47A-F7E2-4A60-B996-7C6FB68DED8C}"/>
              </a:ext>
            </a:extLst>
          </p:cNvPr>
          <p:cNvSpPr/>
          <p:nvPr/>
        </p:nvSpPr>
        <p:spPr>
          <a:xfrm>
            <a:off x="10286041" y="212127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7" name="Rectangle 1656">
            <a:extLst>
              <a:ext uri="{FF2B5EF4-FFF2-40B4-BE49-F238E27FC236}">
                <a16:creationId xmlns:a16="http://schemas.microsoft.com/office/drawing/2014/main" id="{6429AC8B-944C-4A3C-A488-61854B056278}"/>
              </a:ext>
            </a:extLst>
          </p:cNvPr>
          <p:cNvSpPr/>
          <p:nvPr/>
        </p:nvSpPr>
        <p:spPr>
          <a:xfrm>
            <a:off x="11004926" y="2044124"/>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658" name="Rectangle 1657">
            <a:extLst>
              <a:ext uri="{FF2B5EF4-FFF2-40B4-BE49-F238E27FC236}">
                <a16:creationId xmlns:a16="http://schemas.microsoft.com/office/drawing/2014/main" id="{DFA5C440-18A9-4906-AEF3-4D74A518EABB}"/>
              </a:ext>
            </a:extLst>
          </p:cNvPr>
          <p:cNvSpPr/>
          <p:nvPr/>
        </p:nvSpPr>
        <p:spPr>
          <a:xfrm>
            <a:off x="10164130" y="2048354"/>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9" name="Rectangle 1658">
            <a:extLst>
              <a:ext uri="{FF2B5EF4-FFF2-40B4-BE49-F238E27FC236}">
                <a16:creationId xmlns:a16="http://schemas.microsoft.com/office/drawing/2014/main" id="{C5488342-43E9-416B-B6E7-11A06EA137FA}"/>
              </a:ext>
            </a:extLst>
          </p:cNvPr>
          <p:cNvSpPr/>
          <p:nvPr/>
        </p:nvSpPr>
        <p:spPr>
          <a:xfrm>
            <a:off x="11004645" y="244368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0" name="Rectangle 1659">
            <a:extLst>
              <a:ext uri="{FF2B5EF4-FFF2-40B4-BE49-F238E27FC236}">
                <a16:creationId xmlns:a16="http://schemas.microsoft.com/office/drawing/2014/main" id="{01578940-3832-468D-B355-31F39ACE3DD2}"/>
              </a:ext>
            </a:extLst>
          </p:cNvPr>
          <p:cNvSpPr/>
          <p:nvPr/>
        </p:nvSpPr>
        <p:spPr>
          <a:xfrm>
            <a:off x="11004645" y="237601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1" name="Rectangle 1660">
            <a:extLst>
              <a:ext uri="{FF2B5EF4-FFF2-40B4-BE49-F238E27FC236}">
                <a16:creationId xmlns:a16="http://schemas.microsoft.com/office/drawing/2014/main" id="{1A0054E1-B827-4832-A292-49D961589233}"/>
              </a:ext>
            </a:extLst>
          </p:cNvPr>
          <p:cNvSpPr/>
          <p:nvPr/>
        </p:nvSpPr>
        <p:spPr>
          <a:xfrm>
            <a:off x="11004645" y="230705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2" name="Rectangle 1661">
            <a:extLst>
              <a:ext uri="{FF2B5EF4-FFF2-40B4-BE49-F238E27FC236}">
                <a16:creationId xmlns:a16="http://schemas.microsoft.com/office/drawing/2014/main" id="{A401936D-F952-40BC-8070-C07E19DDA052}"/>
              </a:ext>
            </a:extLst>
          </p:cNvPr>
          <p:cNvSpPr/>
          <p:nvPr/>
        </p:nvSpPr>
        <p:spPr>
          <a:xfrm>
            <a:off x="11004645" y="224393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3" name="Rectangle 1662">
            <a:extLst>
              <a:ext uri="{FF2B5EF4-FFF2-40B4-BE49-F238E27FC236}">
                <a16:creationId xmlns:a16="http://schemas.microsoft.com/office/drawing/2014/main" id="{C29BBA32-9BA7-48B6-B46E-48BF18D51B43}"/>
              </a:ext>
            </a:extLst>
          </p:cNvPr>
          <p:cNvSpPr/>
          <p:nvPr/>
        </p:nvSpPr>
        <p:spPr>
          <a:xfrm>
            <a:off x="11004934" y="218420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4" name="Rectangle 1663">
            <a:extLst>
              <a:ext uri="{FF2B5EF4-FFF2-40B4-BE49-F238E27FC236}">
                <a16:creationId xmlns:a16="http://schemas.microsoft.com/office/drawing/2014/main" id="{B942CD86-82FE-4B9B-B740-0C11D343A1A1}"/>
              </a:ext>
            </a:extLst>
          </p:cNvPr>
          <p:cNvSpPr/>
          <p:nvPr/>
        </p:nvSpPr>
        <p:spPr>
          <a:xfrm>
            <a:off x="11004645" y="2773111"/>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5" name="Rectangle 1664">
            <a:extLst>
              <a:ext uri="{FF2B5EF4-FFF2-40B4-BE49-F238E27FC236}">
                <a16:creationId xmlns:a16="http://schemas.microsoft.com/office/drawing/2014/main" id="{78A4633F-27AF-46B3-B896-E0009DA24B96}"/>
              </a:ext>
            </a:extLst>
          </p:cNvPr>
          <p:cNvSpPr/>
          <p:nvPr/>
        </p:nvSpPr>
        <p:spPr>
          <a:xfrm>
            <a:off x="11004645" y="270992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6" name="Rectangle 1665">
            <a:extLst>
              <a:ext uri="{FF2B5EF4-FFF2-40B4-BE49-F238E27FC236}">
                <a16:creationId xmlns:a16="http://schemas.microsoft.com/office/drawing/2014/main" id="{9A69C461-5655-478B-9692-36E9FD403EB2}"/>
              </a:ext>
            </a:extLst>
          </p:cNvPr>
          <p:cNvSpPr/>
          <p:nvPr/>
        </p:nvSpPr>
        <p:spPr>
          <a:xfrm>
            <a:off x="11004645" y="264360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7" name="Rectangle 1666">
            <a:extLst>
              <a:ext uri="{FF2B5EF4-FFF2-40B4-BE49-F238E27FC236}">
                <a16:creationId xmlns:a16="http://schemas.microsoft.com/office/drawing/2014/main" id="{0D609552-9ED3-447B-B0BC-B58DDD64B73A}"/>
              </a:ext>
            </a:extLst>
          </p:cNvPr>
          <p:cNvSpPr/>
          <p:nvPr/>
        </p:nvSpPr>
        <p:spPr>
          <a:xfrm>
            <a:off x="11004645" y="2576077"/>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8" name="Rectangle 1667">
            <a:extLst>
              <a:ext uri="{FF2B5EF4-FFF2-40B4-BE49-F238E27FC236}">
                <a16:creationId xmlns:a16="http://schemas.microsoft.com/office/drawing/2014/main" id="{D5DF383A-30C3-4ED0-9BC8-F207A5160F42}"/>
              </a:ext>
            </a:extLst>
          </p:cNvPr>
          <p:cNvSpPr/>
          <p:nvPr/>
        </p:nvSpPr>
        <p:spPr>
          <a:xfrm>
            <a:off x="11004645" y="250933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9" name="Rectangle 1668">
            <a:extLst>
              <a:ext uri="{FF2B5EF4-FFF2-40B4-BE49-F238E27FC236}">
                <a16:creationId xmlns:a16="http://schemas.microsoft.com/office/drawing/2014/main" id="{7752EA3D-9B2F-4F42-82EA-E5B2FA06102F}"/>
              </a:ext>
            </a:extLst>
          </p:cNvPr>
          <p:cNvSpPr/>
          <p:nvPr/>
        </p:nvSpPr>
        <p:spPr>
          <a:xfrm>
            <a:off x="11004645" y="310370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0" name="Rectangle 1669">
            <a:extLst>
              <a:ext uri="{FF2B5EF4-FFF2-40B4-BE49-F238E27FC236}">
                <a16:creationId xmlns:a16="http://schemas.microsoft.com/office/drawing/2014/main" id="{ACE404B7-9CCC-4FA5-9EB7-1AE15BA3FC65}"/>
              </a:ext>
            </a:extLst>
          </p:cNvPr>
          <p:cNvSpPr/>
          <p:nvPr/>
        </p:nvSpPr>
        <p:spPr>
          <a:xfrm>
            <a:off x="11004645" y="3035010"/>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1" name="Rectangle 1670">
            <a:extLst>
              <a:ext uri="{FF2B5EF4-FFF2-40B4-BE49-F238E27FC236}">
                <a16:creationId xmlns:a16="http://schemas.microsoft.com/office/drawing/2014/main" id="{1C20A211-ED40-4CFF-87B0-6EDBF5EE5465}"/>
              </a:ext>
            </a:extLst>
          </p:cNvPr>
          <p:cNvSpPr/>
          <p:nvPr/>
        </p:nvSpPr>
        <p:spPr>
          <a:xfrm>
            <a:off x="11004645" y="2967133"/>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2" name="Rectangle 1671">
            <a:extLst>
              <a:ext uri="{FF2B5EF4-FFF2-40B4-BE49-F238E27FC236}">
                <a16:creationId xmlns:a16="http://schemas.microsoft.com/office/drawing/2014/main" id="{60748B05-DC02-4367-BB02-9DA1DB5A775C}"/>
              </a:ext>
            </a:extLst>
          </p:cNvPr>
          <p:cNvSpPr/>
          <p:nvPr/>
        </p:nvSpPr>
        <p:spPr>
          <a:xfrm>
            <a:off x="11004645" y="2900818"/>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3" name="Rectangle 1672">
            <a:extLst>
              <a:ext uri="{FF2B5EF4-FFF2-40B4-BE49-F238E27FC236}">
                <a16:creationId xmlns:a16="http://schemas.microsoft.com/office/drawing/2014/main" id="{170E4555-F42C-482F-B6A4-1BDBDC9B015F}"/>
              </a:ext>
            </a:extLst>
          </p:cNvPr>
          <p:cNvSpPr/>
          <p:nvPr/>
        </p:nvSpPr>
        <p:spPr>
          <a:xfrm>
            <a:off x="11004645" y="283762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4" name="Rectangle 1673">
            <a:extLst>
              <a:ext uri="{FF2B5EF4-FFF2-40B4-BE49-F238E27FC236}">
                <a16:creationId xmlns:a16="http://schemas.microsoft.com/office/drawing/2014/main" id="{42952D08-470C-461D-ADF6-F83504B6B938}"/>
              </a:ext>
            </a:extLst>
          </p:cNvPr>
          <p:cNvSpPr/>
          <p:nvPr/>
        </p:nvSpPr>
        <p:spPr>
          <a:xfrm>
            <a:off x="11006274" y="1338569"/>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5" name="Rectangle 1674">
            <a:extLst>
              <a:ext uri="{FF2B5EF4-FFF2-40B4-BE49-F238E27FC236}">
                <a16:creationId xmlns:a16="http://schemas.microsoft.com/office/drawing/2014/main" id="{00752FAF-EB0E-4FE0-BB6D-6C5B9267508B}"/>
              </a:ext>
            </a:extLst>
          </p:cNvPr>
          <p:cNvSpPr/>
          <p:nvPr/>
        </p:nvSpPr>
        <p:spPr>
          <a:xfrm>
            <a:off x="11006274" y="1270901"/>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6" name="Rectangle 1675">
            <a:extLst>
              <a:ext uri="{FF2B5EF4-FFF2-40B4-BE49-F238E27FC236}">
                <a16:creationId xmlns:a16="http://schemas.microsoft.com/office/drawing/2014/main" id="{4E80210D-B85F-44C7-8A4B-C69C43089B7A}"/>
              </a:ext>
            </a:extLst>
          </p:cNvPr>
          <p:cNvSpPr/>
          <p:nvPr/>
        </p:nvSpPr>
        <p:spPr>
          <a:xfrm>
            <a:off x="11006274" y="120194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7" name="Rectangle 1676">
            <a:extLst>
              <a:ext uri="{FF2B5EF4-FFF2-40B4-BE49-F238E27FC236}">
                <a16:creationId xmlns:a16="http://schemas.microsoft.com/office/drawing/2014/main" id="{5ED1A9D9-30F0-4CEA-92E1-14F37C4CA8C0}"/>
              </a:ext>
            </a:extLst>
          </p:cNvPr>
          <p:cNvSpPr/>
          <p:nvPr/>
        </p:nvSpPr>
        <p:spPr>
          <a:xfrm>
            <a:off x="11006274" y="113882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8" name="Rectangle 1677">
            <a:extLst>
              <a:ext uri="{FF2B5EF4-FFF2-40B4-BE49-F238E27FC236}">
                <a16:creationId xmlns:a16="http://schemas.microsoft.com/office/drawing/2014/main" id="{F9E000A7-7144-4F7C-A19F-BE742ED6C6D1}"/>
              </a:ext>
            </a:extLst>
          </p:cNvPr>
          <p:cNvSpPr/>
          <p:nvPr/>
        </p:nvSpPr>
        <p:spPr>
          <a:xfrm>
            <a:off x="11004919" y="1078775"/>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9" name="Rectangle 1678">
            <a:extLst>
              <a:ext uri="{FF2B5EF4-FFF2-40B4-BE49-F238E27FC236}">
                <a16:creationId xmlns:a16="http://schemas.microsoft.com/office/drawing/2014/main" id="{65E67CAE-16B6-485F-9133-A68563E7E5B5}"/>
              </a:ext>
            </a:extLst>
          </p:cNvPr>
          <p:cNvSpPr/>
          <p:nvPr/>
        </p:nvSpPr>
        <p:spPr>
          <a:xfrm>
            <a:off x="11006274" y="1667995"/>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0" name="Rectangle 1679">
            <a:extLst>
              <a:ext uri="{FF2B5EF4-FFF2-40B4-BE49-F238E27FC236}">
                <a16:creationId xmlns:a16="http://schemas.microsoft.com/office/drawing/2014/main" id="{4188E8A8-4779-4786-A90B-0661E443AA18}"/>
              </a:ext>
            </a:extLst>
          </p:cNvPr>
          <p:cNvSpPr/>
          <p:nvPr/>
        </p:nvSpPr>
        <p:spPr>
          <a:xfrm>
            <a:off x="11006274" y="1604808"/>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1" name="Rectangle 1680">
            <a:extLst>
              <a:ext uri="{FF2B5EF4-FFF2-40B4-BE49-F238E27FC236}">
                <a16:creationId xmlns:a16="http://schemas.microsoft.com/office/drawing/2014/main" id="{D82A0480-EAD5-4804-A4FE-6E0DA1E08ED6}"/>
              </a:ext>
            </a:extLst>
          </p:cNvPr>
          <p:cNvSpPr/>
          <p:nvPr/>
        </p:nvSpPr>
        <p:spPr>
          <a:xfrm>
            <a:off x="11006274" y="1538493"/>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2" name="Rectangle 1681">
            <a:extLst>
              <a:ext uri="{FF2B5EF4-FFF2-40B4-BE49-F238E27FC236}">
                <a16:creationId xmlns:a16="http://schemas.microsoft.com/office/drawing/2014/main" id="{C2A0064B-54CC-48B2-932C-5B2760849F6C}"/>
              </a:ext>
            </a:extLst>
          </p:cNvPr>
          <p:cNvSpPr/>
          <p:nvPr/>
        </p:nvSpPr>
        <p:spPr>
          <a:xfrm>
            <a:off x="11006274" y="1470962"/>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3" name="Rectangle 1682">
            <a:extLst>
              <a:ext uri="{FF2B5EF4-FFF2-40B4-BE49-F238E27FC236}">
                <a16:creationId xmlns:a16="http://schemas.microsoft.com/office/drawing/2014/main" id="{E221EE42-1843-4160-BC80-75BD44EA86F7}"/>
              </a:ext>
            </a:extLst>
          </p:cNvPr>
          <p:cNvSpPr/>
          <p:nvPr/>
        </p:nvSpPr>
        <p:spPr>
          <a:xfrm>
            <a:off x="11006274" y="1404221"/>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4" name="Rectangle 1683">
            <a:extLst>
              <a:ext uri="{FF2B5EF4-FFF2-40B4-BE49-F238E27FC236}">
                <a16:creationId xmlns:a16="http://schemas.microsoft.com/office/drawing/2014/main" id="{76519CA7-6678-4ABE-900F-6584121DA9E6}"/>
              </a:ext>
            </a:extLst>
          </p:cNvPr>
          <p:cNvSpPr/>
          <p:nvPr/>
        </p:nvSpPr>
        <p:spPr>
          <a:xfrm>
            <a:off x="11006274" y="199859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5" name="Rectangle 1684">
            <a:extLst>
              <a:ext uri="{FF2B5EF4-FFF2-40B4-BE49-F238E27FC236}">
                <a16:creationId xmlns:a16="http://schemas.microsoft.com/office/drawing/2014/main" id="{3DF71658-35E7-4268-B8E5-09D9821CE89C}"/>
              </a:ext>
            </a:extLst>
          </p:cNvPr>
          <p:cNvSpPr/>
          <p:nvPr/>
        </p:nvSpPr>
        <p:spPr>
          <a:xfrm>
            <a:off x="11006274" y="192989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6" name="Rectangle 1685">
            <a:extLst>
              <a:ext uri="{FF2B5EF4-FFF2-40B4-BE49-F238E27FC236}">
                <a16:creationId xmlns:a16="http://schemas.microsoft.com/office/drawing/2014/main" id="{EC1EB700-0F63-4616-9507-2920002E4355}"/>
              </a:ext>
            </a:extLst>
          </p:cNvPr>
          <p:cNvSpPr/>
          <p:nvPr/>
        </p:nvSpPr>
        <p:spPr>
          <a:xfrm>
            <a:off x="11006274" y="1862018"/>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7" name="Rectangle 1686">
            <a:extLst>
              <a:ext uri="{FF2B5EF4-FFF2-40B4-BE49-F238E27FC236}">
                <a16:creationId xmlns:a16="http://schemas.microsoft.com/office/drawing/2014/main" id="{B9FF7BB4-3E02-4C05-9CD7-3EACDAC0D208}"/>
              </a:ext>
            </a:extLst>
          </p:cNvPr>
          <p:cNvSpPr/>
          <p:nvPr/>
        </p:nvSpPr>
        <p:spPr>
          <a:xfrm>
            <a:off x="11006274" y="1795703"/>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8" name="Rectangle 1687">
            <a:extLst>
              <a:ext uri="{FF2B5EF4-FFF2-40B4-BE49-F238E27FC236}">
                <a16:creationId xmlns:a16="http://schemas.microsoft.com/office/drawing/2014/main" id="{DA1780EB-82DC-48DD-BECF-0AFE0D3969C6}"/>
              </a:ext>
            </a:extLst>
          </p:cNvPr>
          <p:cNvSpPr/>
          <p:nvPr/>
        </p:nvSpPr>
        <p:spPr>
          <a:xfrm>
            <a:off x="11006274" y="1732513"/>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9" name="Rectangle 1688">
            <a:extLst>
              <a:ext uri="{FF2B5EF4-FFF2-40B4-BE49-F238E27FC236}">
                <a16:creationId xmlns:a16="http://schemas.microsoft.com/office/drawing/2014/main" id="{B6AB83A9-8314-4426-AC9E-BDFDE160AC4B}"/>
              </a:ext>
            </a:extLst>
          </p:cNvPr>
          <p:cNvSpPr/>
          <p:nvPr/>
        </p:nvSpPr>
        <p:spPr>
          <a:xfrm>
            <a:off x="10163490" y="1337420"/>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0" name="Rectangle 1689">
            <a:extLst>
              <a:ext uri="{FF2B5EF4-FFF2-40B4-BE49-F238E27FC236}">
                <a16:creationId xmlns:a16="http://schemas.microsoft.com/office/drawing/2014/main" id="{3D481547-3DAE-4A47-99BE-E55E009161A5}"/>
              </a:ext>
            </a:extLst>
          </p:cNvPr>
          <p:cNvSpPr/>
          <p:nvPr/>
        </p:nvSpPr>
        <p:spPr>
          <a:xfrm>
            <a:off x="10163490" y="126975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1" name="Rectangle 1690">
            <a:extLst>
              <a:ext uri="{FF2B5EF4-FFF2-40B4-BE49-F238E27FC236}">
                <a16:creationId xmlns:a16="http://schemas.microsoft.com/office/drawing/2014/main" id="{4EB2C6E0-ED06-4EAD-96BE-EEBD9E9C02ED}"/>
              </a:ext>
            </a:extLst>
          </p:cNvPr>
          <p:cNvSpPr/>
          <p:nvPr/>
        </p:nvSpPr>
        <p:spPr>
          <a:xfrm>
            <a:off x="10163490" y="120079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2" name="Rectangle 1691">
            <a:extLst>
              <a:ext uri="{FF2B5EF4-FFF2-40B4-BE49-F238E27FC236}">
                <a16:creationId xmlns:a16="http://schemas.microsoft.com/office/drawing/2014/main" id="{3914C7BD-6895-4874-B2E8-DD769EC5F827}"/>
              </a:ext>
            </a:extLst>
          </p:cNvPr>
          <p:cNvSpPr/>
          <p:nvPr/>
        </p:nvSpPr>
        <p:spPr>
          <a:xfrm>
            <a:off x="10163490" y="113767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3" name="Rectangle 1692">
            <a:extLst>
              <a:ext uri="{FF2B5EF4-FFF2-40B4-BE49-F238E27FC236}">
                <a16:creationId xmlns:a16="http://schemas.microsoft.com/office/drawing/2014/main" id="{230AFCB4-48BD-4925-900D-9F14AB3721E5}"/>
              </a:ext>
            </a:extLst>
          </p:cNvPr>
          <p:cNvSpPr/>
          <p:nvPr/>
        </p:nvSpPr>
        <p:spPr>
          <a:xfrm>
            <a:off x="10162135" y="107762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4" name="Rectangle 1693">
            <a:extLst>
              <a:ext uri="{FF2B5EF4-FFF2-40B4-BE49-F238E27FC236}">
                <a16:creationId xmlns:a16="http://schemas.microsoft.com/office/drawing/2014/main" id="{F18C3F65-C73B-4586-BDAA-1E8F1EF46026}"/>
              </a:ext>
            </a:extLst>
          </p:cNvPr>
          <p:cNvSpPr/>
          <p:nvPr/>
        </p:nvSpPr>
        <p:spPr>
          <a:xfrm>
            <a:off x="10163490" y="166684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5" name="Rectangle 1694">
            <a:extLst>
              <a:ext uri="{FF2B5EF4-FFF2-40B4-BE49-F238E27FC236}">
                <a16:creationId xmlns:a16="http://schemas.microsoft.com/office/drawing/2014/main" id="{22E3AEA6-BB14-49D1-9E9F-046AB82096F8}"/>
              </a:ext>
            </a:extLst>
          </p:cNvPr>
          <p:cNvSpPr/>
          <p:nvPr/>
        </p:nvSpPr>
        <p:spPr>
          <a:xfrm>
            <a:off x="10163490" y="1603660"/>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6" name="Rectangle 1695">
            <a:extLst>
              <a:ext uri="{FF2B5EF4-FFF2-40B4-BE49-F238E27FC236}">
                <a16:creationId xmlns:a16="http://schemas.microsoft.com/office/drawing/2014/main" id="{0CB16B65-7332-4B38-B9B1-4D98621C9C42}"/>
              </a:ext>
            </a:extLst>
          </p:cNvPr>
          <p:cNvSpPr/>
          <p:nvPr/>
        </p:nvSpPr>
        <p:spPr>
          <a:xfrm>
            <a:off x="10163490" y="153734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7" name="Rectangle 1696">
            <a:extLst>
              <a:ext uri="{FF2B5EF4-FFF2-40B4-BE49-F238E27FC236}">
                <a16:creationId xmlns:a16="http://schemas.microsoft.com/office/drawing/2014/main" id="{78CE4181-AE10-42A0-9E4B-07C73999432D}"/>
              </a:ext>
            </a:extLst>
          </p:cNvPr>
          <p:cNvSpPr/>
          <p:nvPr/>
        </p:nvSpPr>
        <p:spPr>
          <a:xfrm>
            <a:off x="10163490" y="1469813"/>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8" name="Rectangle 1697">
            <a:extLst>
              <a:ext uri="{FF2B5EF4-FFF2-40B4-BE49-F238E27FC236}">
                <a16:creationId xmlns:a16="http://schemas.microsoft.com/office/drawing/2014/main" id="{9552A898-E11E-4656-8EE9-53D9716EFFB1}"/>
              </a:ext>
            </a:extLst>
          </p:cNvPr>
          <p:cNvSpPr/>
          <p:nvPr/>
        </p:nvSpPr>
        <p:spPr>
          <a:xfrm>
            <a:off x="10163490" y="140307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9" name="Rectangle 1698">
            <a:extLst>
              <a:ext uri="{FF2B5EF4-FFF2-40B4-BE49-F238E27FC236}">
                <a16:creationId xmlns:a16="http://schemas.microsoft.com/office/drawing/2014/main" id="{FD174892-90F7-454C-87F5-94D78A73A44B}"/>
              </a:ext>
            </a:extLst>
          </p:cNvPr>
          <p:cNvSpPr/>
          <p:nvPr/>
        </p:nvSpPr>
        <p:spPr>
          <a:xfrm>
            <a:off x="10163490" y="199744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0" name="Rectangle 1699">
            <a:extLst>
              <a:ext uri="{FF2B5EF4-FFF2-40B4-BE49-F238E27FC236}">
                <a16:creationId xmlns:a16="http://schemas.microsoft.com/office/drawing/2014/main" id="{9A081701-6B40-4A32-9B7E-3C598B3FCAD4}"/>
              </a:ext>
            </a:extLst>
          </p:cNvPr>
          <p:cNvSpPr/>
          <p:nvPr/>
        </p:nvSpPr>
        <p:spPr>
          <a:xfrm>
            <a:off x="10163490" y="1928746"/>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1" name="Rectangle 1700">
            <a:extLst>
              <a:ext uri="{FF2B5EF4-FFF2-40B4-BE49-F238E27FC236}">
                <a16:creationId xmlns:a16="http://schemas.microsoft.com/office/drawing/2014/main" id="{98F8D884-69CC-486D-B773-1C0A87EA2730}"/>
              </a:ext>
            </a:extLst>
          </p:cNvPr>
          <p:cNvSpPr/>
          <p:nvPr/>
        </p:nvSpPr>
        <p:spPr>
          <a:xfrm>
            <a:off x="10163490" y="186086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2" name="Rectangle 1701">
            <a:extLst>
              <a:ext uri="{FF2B5EF4-FFF2-40B4-BE49-F238E27FC236}">
                <a16:creationId xmlns:a16="http://schemas.microsoft.com/office/drawing/2014/main" id="{DE867F8E-FB70-4714-9A5E-3B4830A671F0}"/>
              </a:ext>
            </a:extLst>
          </p:cNvPr>
          <p:cNvSpPr/>
          <p:nvPr/>
        </p:nvSpPr>
        <p:spPr>
          <a:xfrm>
            <a:off x="10163490" y="1794554"/>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3" name="Rectangle 1702">
            <a:extLst>
              <a:ext uri="{FF2B5EF4-FFF2-40B4-BE49-F238E27FC236}">
                <a16:creationId xmlns:a16="http://schemas.microsoft.com/office/drawing/2014/main" id="{8D593BB0-13D2-4E95-8C25-B5D4F150F0B6}"/>
              </a:ext>
            </a:extLst>
          </p:cNvPr>
          <p:cNvSpPr/>
          <p:nvPr/>
        </p:nvSpPr>
        <p:spPr>
          <a:xfrm>
            <a:off x="10163490" y="173136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4" name="Rectangle 1703">
            <a:extLst>
              <a:ext uri="{FF2B5EF4-FFF2-40B4-BE49-F238E27FC236}">
                <a16:creationId xmlns:a16="http://schemas.microsoft.com/office/drawing/2014/main" id="{B4D52678-35F8-4EC7-B0B4-B94DC9985065}"/>
              </a:ext>
            </a:extLst>
          </p:cNvPr>
          <p:cNvSpPr/>
          <p:nvPr/>
        </p:nvSpPr>
        <p:spPr>
          <a:xfrm>
            <a:off x="10164917" y="2443964"/>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5" name="Rectangle 1704">
            <a:extLst>
              <a:ext uri="{FF2B5EF4-FFF2-40B4-BE49-F238E27FC236}">
                <a16:creationId xmlns:a16="http://schemas.microsoft.com/office/drawing/2014/main" id="{F26DD65B-43D9-4FAB-8AF8-C9A45899F77B}"/>
              </a:ext>
            </a:extLst>
          </p:cNvPr>
          <p:cNvSpPr/>
          <p:nvPr/>
        </p:nvSpPr>
        <p:spPr>
          <a:xfrm>
            <a:off x="10164917" y="2376296"/>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6" name="Rectangle 1705">
            <a:extLst>
              <a:ext uri="{FF2B5EF4-FFF2-40B4-BE49-F238E27FC236}">
                <a16:creationId xmlns:a16="http://schemas.microsoft.com/office/drawing/2014/main" id="{1E9CD622-D646-4D2F-A767-00EBA486862D}"/>
              </a:ext>
            </a:extLst>
          </p:cNvPr>
          <p:cNvSpPr/>
          <p:nvPr/>
        </p:nvSpPr>
        <p:spPr>
          <a:xfrm>
            <a:off x="10164917" y="230733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7" name="Rectangle 1706">
            <a:extLst>
              <a:ext uri="{FF2B5EF4-FFF2-40B4-BE49-F238E27FC236}">
                <a16:creationId xmlns:a16="http://schemas.microsoft.com/office/drawing/2014/main" id="{AE49D341-6853-4CD0-A854-668A1592E854}"/>
              </a:ext>
            </a:extLst>
          </p:cNvPr>
          <p:cNvSpPr/>
          <p:nvPr/>
        </p:nvSpPr>
        <p:spPr>
          <a:xfrm>
            <a:off x="10164917" y="224421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8" name="Rectangle 1707">
            <a:extLst>
              <a:ext uri="{FF2B5EF4-FFF2-40B4-BE49-F238E27FC236}">
                <a16:creationId xmlns:a16="http://schemas.microsoft.com/office/drawing/2014/main" id="{C5360CDB-5B1B-4308-8A1C-665BDBAB50B9}"/>
              </a:ext>
            </a:extLst>
          </p:cNvPr>
          <p:cNvSpPr/>
          <p:nvPr/>
        </p:nvSpPr>
        <p:spPr>
          <a:xfrm>
            <a:off x="10165207" y="2184486"/>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9" name="Rectangle 1708">
            <a:extLst>
              <a:ext uri="{FF2B5EF4-FFF2-40B4-BE49-F238E27FC236}">
                <a16:creationId xmlns:a16="http://schemas.microsoft.com/office/drawing/2014/main" id="{6F43AC88-5471-47F9-910C-991701595F6D}"/>
              </a:ext>
            </a:extLst>
          </p:cNvPr>
          <p:cNvSpPr/>
          <p:nvPr/>
        </p:nvSpPr>
        <p:spPr>
          <a:xfrm>
            <a:off x="10164917" y="2773391"/>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0" name="Rectangle 1709">
            <a:extLst>
              <a:ext uri="{FF2B5EF4-FFF2-40B4-BE49-F238E27FC236}">
                <a16:creationId xmlns:a16="http://schemas.microsoft.com/office/drawing/2014/main" id="{A2CFE3E0-278E-436E-BD38-76E24814D6C1}"/>
              </a:ext>
            </a:extLst>
          </p:cNvPr>
          <p:cNvSpPr/>
          <p:nvPr/>
        </p:nvSpPr>
        <p:spPr>
          <a:xfrm>
            <a:off x="10164917" y="2710204"/>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1" name="Rectangle 1710">
            <a:extLst>
              <a:ext uri="{FF2B5EF4-FFF2-40B4-BE49-F238E27FC236}">
                <a16:creationId xmlns:a16="http://schemas.microsoft.com/office/drawing/2014/main" id="{678F0432-5DB7-4FA9-868E-380F33F21E30}"/>
              </a:ext>
            </a:extLst>
          </p:cNvPr>
          <p:cNvSpPr/>
          <p:nvPr/>
        </p:nvSpPr>
        <p:spPr>
          <a:xfrm>
            <a:off x="10164917" y="264388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2" name="Rectangle 1711">
            <a:extLst>
              <a:ext uri="{FF2B5EF4-FFF2-40B4-BE49-F238E27FC236}">
                <a16:creationId xmlns:a16="http://schemas.microsoft.com/office/drawing/2014/main" id="{41D5781E-B605-4901-951A-AFFFFFC44CC2}"/>
              </a:ext>
            </a:extLst>
          </p:cNvPr>
          <p:cNvSpPr/>
          <p:nvPr/>
        </p:nvSpPr>
        <p:spPr>
          <a:xfrm>
            <a:off x="10164917" y="2576357"/>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Rectangle 1712">
            <a:extLst>
              <a:ext uri="{FF2B5EF4-FFF2-40B4-BE49-F238E27FC236}">
                <a16:creationId xmlns:a16="http://schemas.microsoft.com/office/drawing/2014/main" id="{1CBA6535-B6A7-4886-98FF-BEDA0AB9A23B}"/>
              </a:ext>
            </a:extLst>
          </p:cNvPr>
          <p:cNvSpPr/>
          <p:nvPr/>
        </p:nvSpPr>
        <p:spPr>
          <a:xfrm>
            <a:off x="10164917" y="2509616"/>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4" name="Rectangle 1713">
            <a:extLst>
              <a:ext uri="{FF2B5EF4-FFF2-40B4-BE49-F238E27FC236}">
                <a16:creationId xmlns:a16="http://schemas.microsoft.com/office/drawing/2014/main" id="{27697AE3-8A91-4D21-86A0-9426A8320880}"/>
              </a:ext>
            </a:extLst>
          </p:cNvPr>
          <p:cNvSpPr/>
          <p:nvPr/>
        </p:nvSpPr>
        <p:spPr>
          <a:xfrm>
            <a:off x="10164917" y="310398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5" name="Rectangle 1714">
            <a:extLst>
              <a:ext uri="{FF2B5EF4-FFF2-40B4-BE49-F238E27FC236}">
                <a16:creationId xmlns:a16="http://schemas.microsoft.com/office/drawing/2014/main" id="{06CA91E7-EC84-4A2D-8F83-D6F49E785F26}"/>
              </a:ext>
            </a:extLst>
          </p:cNvPr>
          <p:cNvSpPr/>
          <p:nvPr/>
        </p:nvSpPr>
        <p:spPr>
          <a:xfrm>
            <a:off x="10164917" y="3035290"/>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6" name="Rectangle 1715">
            <a:extLst>
              <a:ext uri="{FF2B5EF4-FFF2-40B4-BE49-F238E27FC236}">
                <a16:creationId xmlns:a16="http://schemas.microsoft.com/office/drawing/2014/main" id="{9AB8154E-CE4E-4A4A-A12D-91D8A1C74D67}"/>
              </a:ext>
            </a:extLst>
          </p:cNvPr>
          <p:cNvSpPr/>
          <p:nvPr/>
        </p:nvSpPr>
        <p:spPr>
          <a:xfrm>
            <a:off x="10164917" y="296741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7" name="Rectangle 1716">
            <a:extLst>
              <a:ext uri="{FF2B5EF4-FFF2-40B4-BE49-F238E27FC236}">
                <a16:creationId xmlns:a16="http://schemas.microsoft.com/office/drawing/2014/main" id="{6B819004-E5B3-4B12-9060-A1E425755959}"/>
              </a:ext>
            </a:extLst>
          </p:cNvPr>
          <p:cNvSpPr/>
          <p:nvPr/>
        </p:nvSpPr>
        <p:spPr>
          <a:xfrm>
            <a:off x="10164917" y="2901098"/>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8" name="Rectangle 1717">
            <a:extLst>
              <a:ext uri="{FF2B5EF4-FFF2-40B4-BE49-F238E27FC236}">
                <a16:creationId xmlns:a16="http://schemas.microsoft.com/office/drawing/2014/main" id="{DB877127-232B-43D9-8B32-37D7ADD47C6C}"/>
              </a:ext>
            </a:extLst>
          </p:cNvPr>
          <p:cNvSpPr/>
          <p:nvPr/>
        </p:nvSpPr>
        <p:spPr>
          <a:xfrm>
            <a:off x="10164917" y="283790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9" name="Rectangle 1718">
            <a:extLst>
              <a:ext uri="{FF2B5EF4-FFF2-40B4-BE49-F238E27FC236}">
                <a16:creationId xmlns:a16="http://schemas.microsoft.com/office/drawing/2014/main" id="{EDAEDEEB-B37A-469F-ACBD-62371F89FFC0}"/>
              </a:ext>
            </a:extLst>
          </p:cNvPr>
          <p:cNvSpPr/>
          <p:nvPr/>
        </p:nvSpPr>
        <p:spPr>
          <a:xfrm flipV="1">
            <a:off x="11007335"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0" name="Rectangle 1719">
            <a:extLst>
              <a:ext uri="{FF2B5EF4-FFF2-40B4-BE49-F238E27FC236}">
                <a16:creationId xmlns:a16="http://schemas.microsoft.com/office/drawing/2014/main" id="{542307F9-7458-4251-8414-EB30710395D0}"/>
              </a:ext>
            </a:extLst>
          </p:cNvPr>
          <p:cNvSpPr/>
          <p:nvPr/>
        </p:nvSpPr>
        <p:spPr>
          <a:xfrm flipV="1">
            <a:off x="10417089" y="3224615"/>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1" name="Rectangle 1720">
            <a:extLst>
              <a:ext uri="{FF2B5EF4-FFF2-40B4-BE49-F238E27FC236}">
                <a16:creationId xmlns:a16="http://schemas.microsoft.com/office/drawing/2014/main" id="{56DF2101-22F3-458C-ACDA-10DD7D2B4652}"/>
              </a:ext>
            </a:extLst>
          </p:cNvPr>
          <p:cNvSpPr/>
          <p:nvPr/>
        </p:nvSpPr>
        <p:spPr>
          <a:xfrm flipV="1">
            <a:off x="10543475" y="322741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2" name="Rectangle 1721">
            <a:extLst>
              <a:ext uri="{FF2B5EF4-FFF2-40B4-BE49-F238E27FC236}">
                <a16:creationId xmlns:a16="http://schemas.microsoft.com/office/drawing/2014/main" id="{E5DBBF22-CCD8-4E76-9BFC-C05737AEFC3A}"/>
              </a:ext>
            </a:extLst>
          </p:cNvPr>
          <p:cNvSpPr/>
          <p:nvPr/>
        </p:nvSpPr>
        <p:spPr>
          <a:xfrm flipV="1">
            <a:off x="10608887" y="322741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Rectangle 1722">
            <a:extLst>
              <a:ext uri="{FF2B5EF4-FFF2-40B4-BE49-F238E27FC236}">
                <a16:creationId xmlns:a16="http://schemas.microsoft.com/office/drawing/2014/main" id="{AB0A972F-0F7F-4D3E-96BC-E8EF4D2AC6CA}"/>
              </a:ext>
            </a:extLst>
          </p:cNvPr>
          <p:cNvSpPr/>
          <p:nvPr/>
        </p:nvSpPr>
        <p:spPr>
          <a:xfrm flipV="1">
            <a:off x="10673689"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Rectangle 1723">
            <a:extLst>
              <a:ext uri="{FF2B5EF4-FFF2-40B4-BE49-F238E27FC236}">
                <a16:creationId xmlns:a16="http://schemas.microsoft.com/office/drawing/2014/main" id="{ACE72D9C-4B98-417B-A0E4-0825681C14CA}"/>
              </a:ext>
            </a:extLst>
          </p:cNvPr>
          <p:cNvSpPr/>
          <p:nvPr/>
        </p:nvSpPr>
        <p:spPr>
          <a:xfrm flipV="1">
            <a:off x="10740906"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5" name="Rectangle 1724">
            <a:extLst>
              <a:ext uri="{FF2B5EF4-FFF2-40B4-BE49-F238E27FC236}">
                <a16:creationId xmlns:a16="http://schemas.microsoft.com/office/drawing/2014/main" id="{D231724E-0D10-4C32-B6E0-2BDB03E89FC5}"/>
              </a:ext>
            </a:extLst>
          </p:cNvPr>
          <p:cNvSpPr/>
          <p:nvPr/>
        </p:nvSpPr>
        <p:spPr>
          <a:xfrm flipV="1">
            <a:off x="10809326"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Rectangle 1725">
            <a:extLst>
              <a:ext uri="{FF2B5EF4-FFF2-40B4-BE49-F238E27FC236}">
                <a16:creationId xmlns:a16="http://schemas.microsoft.com/office/drawing/2014/main" id="{90C00EE9-7395-4908-B579-EEC37615C0AF}"/>
              </a:ext>
            </a:extLst>
          </p:cNvPr>
          <p:cNvSpPr/>
          <p:nvPr/>
        </p:nvSpPr>
        <p:spPr>
          <a:xfrm flipV="1">
            <a:off x="10877733"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Rectangle 1726">
            <a:extLst>
              <a:ext uri="{FF2B5EF4-FFF2-40B4-BE49-F238E27FC236}">
                <a16:creationId xmlns:a16="http://schemas.microsoft.com/office/drawing/2014/main" id="{45EAF1E3-B34D-436C-A5BD-ABE20B506CF2}"/>
              </a:ext>
            </a:extLst>
          </p:cNvPr>
          <p:cNvSpPr/>
          <p:nvPr/>
        </p:nvSpPr>
        <p:spPr>
          <a:xfrm flipV="1">
            <a:off x="10942535"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8" name="Rectangle 1727">
            <a:extLst>
              <a:ext uri="{FF2B5EF4-FFF2-40B4-BE49-F238E27FC236}">
                <a16:creationId xmlns:a16="http://schemas.microsoft.com/office/drawing/2014/main" id="{3D79C08B-A79B-4587-81AA-1140C9EA9FB0}"/>
              </a:ext>
            </a:extLst>
          </p:cNvPr>
          <p:cNvSpPr/>
          <p:nvPr/>
        </p:nvSpPr>
        <p:spPr>
          <a:xfrm flipV="1">
            <a:off x="10877046" y="32858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 name="Rectangle 1728">
            <a:extLst>
              <a:ext uri="{FF2B5EF4-FFF2-40B4-BE49-F238E27FC236}">
                <a16:creationId xmlns:a16="http://schemas.microsoft.com/office/drawing/2014/main" id="{748903AF-5076-401C-B104-19342FE6E704}"/>
              </a:ext>
            </a:extLst>
          </p:cNvPr>
          <p:cNvSpPr/>
          <p:nvPr/>
        </p:nvSpPr>
        <p:spPr>
          <a:xfrm flipV="1">
            <a:off x="10812246" y="32858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0" name="Rectangle 1729">
            <a:extLst>
              <a:ext uri="{FF2B5EF4-FFF2-40B4-BE49-F238E27FC236}">
                <a16:creationId xmlns:a16="http://schemas.microsoft.com/office/drawing/2014/main" id="{1443CFAB-1913-4C40-814B-BF0A754541F5}"/>
              </a:ext>
            </a:extLst>
          </p:cNvPr>
          <p:cNvSpPr/>
          <p:nvPr/>
        </p:nvSpPr>
        <p:spPr>
          <a:xfrm flipV="1">
            <a:off x="10740885" y="32858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1" name="Rectangle 1730">
            <a:extLst>
              <a:ext uri="{FF2B5EF4-FFF2-40B4-BE49-F238E27FC236}">
                <a16:creationId xmlns:a16="http://schemas.microsoft.com/office/drawing/2014/main" id="{58090D2D-E984-4582-90FF-0C5A77322D73}"/>
              </a:ext>
            </a:extLst>
          </p:cNvPr>
          <p:cNvSpPr/>
          <p:nvPr/>
        </p:nvSpPr>
        <p:spPr>
          <a:xfrm flipV="1">
            <a:off x="10676085" y="32858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 name="Rectangle 1731">
            <a:extLst>
              <a:ext uri="{FF2B5EF4-FFF2-40B4-BE49-F238E27FC236}">
                <a16:creationId xmlns:a16="http://schemas.microsoft.com/office/drawing/2014/main" id="{99C9BA00-18AA-481C-B986-36CBE4DE6105}"/>
              </a:ext>
            </a:extLst>
          </p:cNvPr>
          <p:cNvSpPr/>
          <p:nvPr/>
        </p:nvSpPr>
        <p:spPr>
          <a:xfrm>
            <a:off x="10353237" y="322472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3" name="Rectangle 1732">
            <a:extLst>
              <a:ext uri="{FF2B5EF4-FFF2-40B4-BE49-F238E27FC236}">
                <a16:creationId xmlns:a16="http://schemas.microsoft.com/office/drawing/2014/main" id="{3F37552E-E751-4489-B798-975CA74350E8}"/>
              </a:ext>
            </a:extLst>
          </p:cNvPr>
          <p:cNvSpPr/>
          <p:nvPr/>
        </p:nvSpPr>
        <p:spPr>
          <a:xfrm>
            <a:off x="10292344" y="322472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4" name="Rectangle 1733">
            <a:extLst>
              <a:ext uri="{FF2B5EF4-FFF2-40B4-BE49-F238E27FC236}">
                <a16:creationId xmlns:a16="http://schemas.microsoft.com/office/drawing/2014/main" id="{9EE7109E-3945-4529-A85A-42F5CA052108}"/>
              </a:ext>
            </a:extLst>
          </p:cNvPr>
          <p:cNvSpPr/>
          <p:nvPr/>
        </p:nvSpPr>
        <p:spPr>
          <a:xfrm flipV="1">
            <a:off x="10416350" y="3283879"/>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Rectangle 1734">
            <a:extLst>
              <a:ext uri="{FF2B5EF4-FFF2-40B4-BE49-F238E27FC236}">
                <a16:creationId xmlns:a16="http://schemas.microsoft.com/office/drawing/2014/main" id="{5423AF2C-83D8-42EF-8793-105D927D828A}"/>
              </a:ext>
            </a:extLst>
          </p:cNvPr>
          <p:cNvSpPr/>
          <p:nvPr/>
        </p:nvSpPr>
        <p:spPr>
          <a:xfrm flipV="1">
            <a:off x="10542736" y="328667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Rectangle 1735">
            <a:extLst>
              <a:ext uri="{FF2B5EF4-FFF2-40B4-BE49-F238E27FC236}">
                <a16:creationId xmlns:a16="http://schemas.microsoft.com/office/drawing/2014/main" id="{A0AC4EB8-F25C-4129-AFA9-88F4C40381D3}"/>
              </a:ext>
            </a:extLst>
          </p:cNvPr>
          <p:cNvSpPr/>
          <p:nvPr/>
        </p:nvSpPr>
        <p:spPr>
          <a:xfrm flipV="1">
            <a:off x="10608149" y="328667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Rectangle 1736">
            <a:extLst>
              <a:ext uri="{FF2B5EF4-FFF2-40B4-BE49-F238E27FC236}">
                <a16:creationId xmlns:a16="http://schemas.microsoft.com/office/drawing/2014/main" id="{7D716565-6F40-4488-91A6-F3767423F94B}"/>
              </a:ext>
            </a:extLst>
          </p:cNvPr>
          <p:cNvSpPr/>
          <p:nvPr/>
        </p:nvSpPr>
        <p:spPr>
          <a:xfrm>
            <a:off x="10352498" y="328399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Rectangle 1737">
            <a:extLst>
              <a:ext uri="{FF2B5EF4-FFF2-40B4-BE49-F238E27FC236}">
                <a16:creationId xmlns:a16="http://schemas.microsoft.com/office/drawing/2014/main" id="{2A1A354F-2A7A-4778-A522-B5552D20EDF9}"/>
              </a:ext>
            </a:extLst>
          </p:cNvPr>
          <p:cNvSpPr/>
          <p:nvPr/>
        </p:nvSpPr>
        <p:spPr>
          <a:xfrm>
            <a:off x="10291605" y="328399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9" name="Rectangle 1738">
            <a:extLst>
              <a:ext uri="{FF2B5EF4-FFF2-40B4-BE49-F238E27FC236}">
                <a16:creationId xmlns:a16="http://schemas.microsoft.com/office/drawing/2014/main" id="{63864BEF-C5EB-4CA5-BFB3-45574DC7EE64}"/>
              </a:ext>
            </a:extLst>
          </p:cNvPr>
          <p:cNvSpPr/>
          <p:nvPr/>
        </p:nvSpPr>
        <p:spPr>
          <a:xfrm>
            <a:off x="10944967"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0" name="Rectangle 1739">
            <a:extLst>
              <a:ext uri="{FF2B5EF4-FFF2-40B4-BE49-F238E27FC236}">
                <a16:creationId xmlns:a16="http://schemas.microsoft.com/office/drawing/2014/main" id="{A6BCA9AB-1CE2-4C99-9CFC-722A15003617}"/>
              </a:ext>
            </a:extLst>
          </p:cNvPr>
          <p:cNvSpPr/>
          <p:nvPr/>
        </p:nvSpPr>
        <p:spPr>
          <a:xfrm>
            <a:off x="10352098"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 name="Rectangle 1740">
            <a:extLst>
              <a:ext uri="{FF2B5EF4-FFF2-40B4-BE49-F238E27FC236}">
                <a16:creationId xmlns:a16="http://schemas.microsoft.com/office/drawing/2014/main" id="{0ADADDF3-A707-41F7-842F-590E222FA49A}"/>
              </a:ext>
            </a:extLst>
          </p:cNvPr>
          <p:cNvSpPr/>
          <p:nvPr/>
        </p:nvSpPr>
        <p:spPr>
          <a:xfrm>
            <a:off x="10414504"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Rectangle 1741">
            <a:extLst>
              <a:ext uri="{FF2B5EF4-FFF2-40B4-BE49-F238E27FC236}">
                <a16:creationId xmlns:a16="http://schemas.microsoft.com/office/drawing/2014/main" id="{A6CD1ABE-BD78-4217-A38D-8E10FBC29218}"/>
              </a:ext>
            </a:extLst>
          </p:cNvPr>
          <p:cNvSpPr/>
          <p:nvPr/>
        </p:nvSpPr>
        <p:spPr>
          <a:xfrm>
            <a:off x="10480496"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Rectangle 1742">
            <a:extLst>
              <a:ext uri="{FF2B5EF4-FFF2-40B4-BE49-F238E27FC236}">
                <a16:creationId xmlns:a16="http://schemas.microsoft.com/office/drawing/2014/main" id="{062ACAAE-3079-4CF8-B1BA-22C617A36A2D}"/>
              </a:ext>
            </a:extLst>
          </p:cNvPr>
          <p:cNvSpPr/>
          <p:nvPr/>
        </p:nvSpPr>
        <p:spPr>
          <a:xfrm>
            <a:off x="10545908"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Rectangle 1743">
            <a:extLst>
              <a:ext uri="{FF2B5EF4-FFF2-40B4-BE49-F238E27FC236}">
                <a16:creationId xmlns:a16="http://schemas.microsoft.com/office/drawing/2014/main" id="{3D89CD8B-3A09-42A7-8DEA-BB41BC1EF59D}"/>
              </a:ext>
            </a:extLst>
          </p:cNvPr>
          <p:cNvSpPr/>
          <p:nvPr/>
        </p:nvSpPr>
        <p:spPr>
          <a:xfrm>
            <a:off x="10611321"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Rectangle 1744">
            <a:extLst>
              <a:ext uri="{FF2B5EF4-FFF2-40B4-BE49-F238E27FC236}">
                <a16:creationId xmlns:a16="http://schemas.microsoft.com/office/drawing/2014/main" id="{2A03EFE8-1D52-484D-B855-6588BB98E752}"/>
              </a:ext>
            </a:extLst>
          </p:cNvPr>
          <p:cNvSpPr/>
          <p:nvPr/>
        </p:nvSpPr>
        <p:spPr>
          <a:xfrm>
            <a:off x="10678538"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Rectangle 1745">
            <a:extLst>
              <a:ext uri="{FF2B5EF4-FFF2-40B4-BE49-F238E27FC236}">
                <a16:creationId xmlns:a16="http://schemas.microsoft.com/office/drawing/2014/main" id="{86B7AC45-B979-4E6A-BF47-747D00255790}"/>
              </a:ext>
            </a:extLst>
          </p:cNvPr>
          <p:cNvSpPr/>
          <p:nvPr/>
        </p:nvSpPr>
        <p:spPr>
          <a:xfrm>
            <a:off x="10746958"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7" name="Rectangle 1746">
            <a:extLst>
              <a:ext uri="{FF2B5EF4-FFF2-40B4-BE49-F238E27FC236}">
                <a16:creationId xmlns:a16="http://schemas.microsoft.com/office/drawing/2014/main" id="{F0ABDCAE-C136-42D9-B290-E005586890E2}"/>
              </a:ext>
            </a:extLst>
          </p:cNvPr>
          <p:cNvSpPr/>
          <p:nvPr/>
        </p:nvSpPr>
        <p:spPr>
          <a:xfrm>
            <a:off x="10815365"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8" name="Rectangle 1747">
            <a:extLst>
              <a:ext uri="{FF2B5EF4-FFF2-40B4-BE49-F238E27FC236}">
                <a16:creationId xmlns:a16="http://schemas.microsoft.com/office/drawing/2014/main" id="{BFDFA22E-C712-4400-8791-7F15C25E89E1}"/>
              </a:ext>
            </a:extLst>
          </p:cNvPr>
          <p:cNvSpPr/>
          <p:nvPr/>
        </p:nvSpPr>
        <p:spPr>
          <a:xfrm>
            <a:off x="10880167" y="316726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9" name="Rectangle 1748">
            <a:extLst>
              <a:ext uri="{FF2B5EF4-FFF2-40B4-BE49-F238E27FC236}">
                <a16:creationId xmlns:a16="http://schemas.microsoft.com/office/drawing/2014/main" id="{F7F93191-9CED-407F-892F-F35F849A9E7E}"/>
              </a:ext>
            </a:extLst>
          </p:cNvPr>
          <p:cNvSpPr/>
          <p:nvPr/>
        </p:nvSpPr>
        <p:spPr>
          <a:xfrm>
            <a:off x="11007098" y="316519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0" name="Rectangle 1749">
            <a:extLst>
              <a:ext uri="{FF2B5EF4-FFF2-40B4-BE49-F238E27FC236}">
                <a16:creationId xmlns:a16="http://schemas.microsoft.com/office/drawing/2014/main" id="{4CC95C4B-E683-47DD-B2A7-0AA8542024CA}"/>
              </a:ext>
            </a:extLst>
          </p:cNvPr>
          <p:cNvSpPr/>
          <p:nvPr/>
        </p:nvSpPr>
        <p:spPr>
          <a:xfrm>
            <a:off x="10940118"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1" name="Rectangle 1750">
            <a:extLst>
              <a:ext uri="{FF2B5EF4-FFF2-40B4-BE49-F238E27FC236}">
                <a16:creationId xmlns:a16="http://schemas.microsoft.com/office/drawing/2014/main" id="{10AD4569-8363-46D4-8504-D76D57ED99B8}"/>
              </a:ext>
            </a:extLst>
          </p:cNvPr>
          <p:cNvSpPr/>
          <p:nvPr/>
        </p:nvSpPr>
        <p:spPr>
          <a:xfrm>
            <a:off x="10347249"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2" name="Rectangle 1751">
            <a:extLst>
              <a:ext uri="{FF2B5EF4-FFF2-40B4-BE49-F238E27FC236}">
                <a16:creationId xmlns:a16="http://schemas.microsoft.com/office/drawing/2014/main" id="{7CA25B22-6BA9-4DE5-9585-672DC88EE2BF}"/>
              </a:ext>
            </a:extLst>
          </p:cNvPr>
          <p:cNvSpPr/>
          <p:nvPr/>
        </p:nvSpPr>
        <p:spPr>
          <a:xfrm>
            <a:off x="10409655"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3" name="Rectangle 1752">
            <a:extLst>
              <a:ext uri="{FF2B5EF4-FFF2-40B4-BE49-F238E27FC236}">
                <a16:creationId xmlns:a16="http://schemas.microsoft.com/office/drawing/2014/main" id="{5014767A-2BCD-463E-BE4F-7825560B1E97}"/>
              </a:ext>
            </a:extLst>
          </p:cNvPr>
          <p:cNvSpPr/>
          <p:nvPr/>
        </p:nvSpPr>
        <p:spPr>
          <a:xfrm>
            <a:off x="10475647"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4" name="Rectangle 1753">
            <a:extLst>
              <a:ext uri="{FF2B5EF4-FFF2-40B4-BE49-F238E27FC236}">
                <a16:creationId xmlns:a16="http://schemas.microsoft.com/office/drawing/2014/main" id="{79EAB97A-EB6B-41A6-842D-2CE82321C23F}"/>
              </a:ext>
            </a:extLst>
          </p:cNvPr>
          <p:cNvSpPr/>
          <p:nvPr/>
        </p:nvSpPr>
        <p:spPr>
          <a:xfrm>
            <a:off x="10541059"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5" name="Rectangle 1754">
            <a:extLst>
              <a:ext uri="{FF2B5EF4-FFF2-40B4-BE49-F238E27FC236}">
                <a16:creationId xmlns:a16="http://schemas.microsoft.com/office/drawing/2014/main" id="{424AC6A6-A25F-45F0-AF10-9EADEFAADDC5}"/>
              </a:ext>
            </a:extLst>
          </p:cNvPr>
          <p:cNvSpPr/>
          <p:nvPr/>
        </p:nvSpPr>
        <p:spPr>
          <a:xfrm>
            <a:off x="10606472"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6" name="Rectangle 1755">
            <a:extLst>
              <a:ext uri="{FF2B5EF4-FFF2-40B4-BE49-F238E27FC236}">
                <a16:creationId xmlns:a16="http://schemas.microsoft.com/office/drawing/2014/main" id="{45C19EE8-0899-4D80-9403-0556EA141DFD}"/>
              </a:ext>
            </a:extLst>
          </p:cNvPr>
          <p:cNvSpPr/>
          <p:nvPr/>
        </p:nvSpPr>
        <p:spPr>
          <a:xfrm>
            <a:off x="10673689"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7" name="Rectangle 1756">
            <a:extLst>
              <a:ext uri="{FF2B5EF4-FFF2-40B4-BE49-F238E27FC236}">
                <a16:creationId xmlns:a16="http://schemas.microsoft.com/office/drawing/2014/main" id="{5BA1BCBE-E044-4B35-A88F-6B7531E4725B}"/>
              </a:ext>
            </a:extLst>
          </p:cNvPr>
          <p:cNvSpPr/>
          <p:nvPr/>
        </p:nvSpPr>
        <p:spPr>
          <a:xfrm>
            <a:off x="10742109"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Rectangle 1757">
            <a:extLst>
              <a:ext uri="{FF2B5EF4-FFF2-40B4-BE49-F238E27FC236}">
                <a16:creationId xmlns:a16="http://schemas.microsoft.com/office/drawing/2014/main" id="{92A922BA-F0C2-40AD-A59D-BF8F89C01B4A}"/>
              </a:ext>
            </a:extLst>
          </p:cNvPr>
          <p:cNvSpPr/>
          <p:nvPr/>
        </p:nvSpPr>
        <p:spPr>
          <a:xfrm>
            <a:off x="10810516"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Rectangle 1758">
            <a:extLst>
              <a:ext uri="{FF2B5EF4-FFF2-40B4-BE49-F238E27FC236}">
                <a16:creationId xmlns:a16="http://schemas.microsoft.com/office/drawing/2014/main" id="{C8AA68FE-CF31-40E8-8743-3018542DEC67}"/>
              </a:ext>
            </a:extLst>
          </p:cNvPr>
          <p:cNvSpPr/>
          <p:nvPr/>
        </p:nvSpPr>
        <p:spPr>
          <a:xfrm>
            <a:off x="10875318"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 name="Rectangle 1759">
            <a:extLst>
              <a:ext uri="{FF2B5EF4-FFF2-40B4-BE49-F238E27FC236}">
                <a16:creationId xmlns:a16="http://schemas.microsoft.com/office/drawing/2014/main" id="{812B7120-CFA4-47F7-B69D-AD2E4E1C0817}"/>
              </a:ext>
            </a:extLst>
          </p:cNvPr>
          <p:cNvSpPr/>
          <p:nvPr/>
        </p:nvSpPr>
        <p:spPr>
          <a:xfrm>
            <a:off x="10222438"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Rectangle 1760">
            <a:extLst>
              <a:ext uri="{FF2B5EF4-FFF2-40B4-BE49-F238E27FC236}">
                <a16:creationId xmlns:a16="http://schemas.microsoft.com/office/drawing/2014/main" id="{DCCC72F2-06D9-49F2-ABC7-BAECC622B8A1}"/>
              </a:ext>
            </a:extLst>
          </p:cNvPr>
          <p:cNvSpPr/>
          <p:nvPr/>
        </p:nvSpPr>
        <p:spPr>
          <a:xfrm>
            <a:off x="10283646" y="102211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Rectangle 1761">
            <a:extLst>
              <a:ext uri="{FF2B5EF4-FFF2-40B4-BE49-F238E27FC236}">
                <a16:creationId xmlns:a16="http://schemas.microsoft.com/office/drawing/2014/main" id="{F0FD6DAF-8947-46BB-8EC9-C353E9BBA026}"/>
              </a:ext>
            </a:extLst>
          </p:cNvPr>
          <p:cNvSpPr/>
          <p:nvPr/>
        </p:nvSpPr>
        <p:spPr>
          <a:xfrm>
            <a:off x="11006274" y="1021055"/>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Rectangle 1762">
            <a:extLst>
              <a:ext uri="{FF2B5EF4-FFF2-40B4-BE49-F238E27FC236}">
                <a16:creationId xmlns:a16="http://schemas.microsoft.com/office/drawing/2014/main" id="{6D8D2CFD-D357-4F60-87A8-A9DE28600F39}"/>
              </a:ext>
            </a:extLst>
          </p:cNvPr>
          <p:cNvSpPr/>
          <p:nvPr/>
        </p:nvSpPr>
        <p:spPr>
          <a:xfrm>
            <a:off x="10162522" y="1020327"/>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Rectangle 1763">
            <a:extLst>
              <a:ext uri="{FF2B5EF4-FFF2-40B4-BE49-F238E27FC236}">
                <a16:creationId xmlns:a16="http://schemas.microsoft.com/office/drawing/2014/main" id="{D2FB0F88-53AD-4703-899E-0E5DE40D1B91}"/>
              </a:ext>
            </a:extLst>
          </p:cNvPr>
          <p:cNvSpPr/>
          <p:nvPr/>
        </p:nvSpPr>
        <p:spPr>
          <a:xfrm flipV="1">
            <a:off x="10877046" y="3344795"/>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5" name="Rectangle 1764">
            <a:extLst>
              <a:ext uri="{FF2B5EF4-FFF2-40B4-BE49-F238E27FC236}">
                <a16:creationId xmlns:a16="http://schemas.microsoft.com/office/drawing/2014/main" id="{C22F4361-36CB-4D37-930E-F3EABB8773F8}"/>
              </a:ext>
            </a:extLst>
          </p:cNvPr>
          <p:cNvSpPr/>
          <p:nvPr/>
        </p:nvSpPr>
        <p:spPr>
          <a:xfrm flipV="1">
            <a:off x="10812246" y="3344795"/>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 name="Rectangle 1765">
            <a:extLst>
              <a:ext uri="{FF2B5EF4-FFF2-40B4-BE49-F238E27FC236}">
                <a16:creationId xmlns:a16="http://schemas.microsoft.com/office/drawing/2014/main" id="{CD84C62A-7754-4315-AA74-4A11B1998CF8}"/>
              </a:ext>
            </a:extLst>
          </p:cNvPr>
          <p:cNvSpPr/>
          <p:nvPr/>
        </p:nvSpPr>
        <p:spPr>
          <a:xfrm>
            <a:off x="10229769" y="322461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7" name="Rectangle 1766">
            <a:extLst>
              <a:ext uri="{FF2B5EF4-FFF2-40B4-BE49-F238E27FC236}">
                <a16:creationId xmlns:a16="http://schemas.microsoft.com/office/drawing/2014/main" id="{9A6467DF-243A-4074-8DB2-809BCDA615A2}"/>
              </a:ext>
            </a:extLst>
          </p:cNvPr>
          <p:cNvSpPr/>
          <p:nvPr/>
        </p:nvSpPr>
        <p:spPr>
          <a:xfrm>
            <a:off x="10168876" y="322461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Rectangle 1767">
            <a:extLst>
              <a:ext uri="{FF2B5EF4-FFF2-40B4-BE49-F238E27FC236}">
                <a16:creationId xmlns:a16="http://schemas.microsoft.com/office/drawing/2014/main" id="{414B70A0-0A0B-4614-85BA-E987F69EF6AE}"/>
              </a:ext>
            </a:extLst>
          </p:cNvPr>
          <p:cNvSpPr/>
          <p:nvPr/>
        </p:nvSpPr>
        <p:spPr>
          <a:xfrm>
            <a:off x="10229031" y="328387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Rectangle 1768">
            <a:extLst>
              <a:ext uri="{FF2B5EF4-FFF2-40B4-BE49-F238E27FC236}">
                <a16:creationId xmlns:a16="http://schemas.microsoft.com/office/drawing/2014/main" id="{55535297-E40B-4574-A5C6-28F67C3C1C2D}"/>
              </a:ext>
            </a:extLst>
          </p:cNvPr>
          <p:cNvSpPr/>
          <p:nvPr/>
        </p:nvSpPr>
        <p:spPr>
          <a:xfrm>
            <a:off x="10168138" y="328387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Rectangle 1769">
            <a:extLst>
              <a:ext uri="{FF2B5EF4-FFF2-40B4-BE49-F238E27FC236}">
                <a16:creationId xmlns:a16="http://schemas.microsoft.com/office/drawing/2014/main" id="{0412AC23-BB12-43B3-9B1D-86B75C2EA4FB}"/>
              </a:ext>
            </a:extLst>
          </p:cNvPr>
          <p:cNvSpPr/>
          <p:nvPr/>
        </p:nvSpPr>
        <p:spPr>
          <a:xfrm>
            <a:off x="10229089" y="3167774"/>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Rectangle 1770">
            <a:extLst>
              <a:ext uri="{FF2B5EF4-FFF2-40B4-BE49-F238E27FC236}">
                <a16:creationId xmlns:a16="http://schemas.microsoft.com/office/drawing/2014/main" id="{BF7682DD-28E7-4FA5-8A0A-742892090D17}"/>
              </a:ext>
            </a:extLst>
          </p:cNvPr>
          <p:cNvSpPr/>
          <p:nvPr/>
        </p:nvSpPr>
        <p:spPr>
          <a:xfrm>
            <a:off x="10290297" y="3167774"/>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Rectangle 1771">
            <a:extLst>
              <a:ext uri="{FF2B5EF4-FFF2-40B4-BE49-F238E27FC236}">
                <a16:creationId xmlns:a16="http://schemas.microsoft.com/office/drawing/2014/main" id="{969D3990-6167-439D-BD81-8852E5E0A468}"/>
              </a:ext>
            </a:extLst>
          </p:cNvPr>
          <p:cNvSpPr/>
          <p:nvPr/>
        </p:nvSpPr>
        <p:spPr>
          <a:xfrm>
            <a:off x="10169173" y="3165982"/>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3" name="Rectangle 1772">
            <a:extLst>
              <a:ext uri="{FF2B5EF4-FFF2-40B4-BE49-F238E27FC236}">
                <a16:creationId xmlns:a16="http://schemas.microsoft.com/office/drawing/2014/main" id="{4144B508-98A1-4BD5-A417-51822736E4ED}"/>
              </a:ext>
            </a:extLst>
          </p:cNvPr>
          <p:cNvSpPr/>
          <p:nvPr/>
        </p:nvSpPr>
        <p:spPr>
          <a:xfrm flipV="1">
            <a:off x="10479732" y="322741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Rectangle 1773">
            <a:extLst>
              <a:ext uri="{FF2B5EF4-FFF2-40B4-BE49-F238E27FC236}">
                <a16:creationId xmlns:a16="http://schemas.microsoft.com/office/drawing/2014/main" id="{23C4E3E5-073D-408A-B880-1404698B1953}"/>
              </a:ext>
            </a:extLst>
          </p:cNvPr>
          <p:cNvSpPr/>
          <p:nvPr/>
        </p:nvSpPr>
        <p:spPr>
          <a:xfrm flipV="1">
            <a:off x="10481778" y="328609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6" name="Group 725">
            <a:extLst>
              <a:ext uri="{FF2B5EF4-FFF2-40B4-BE49-F238E27FC236}">
                <a16:creationId xmlns:a16="http://schemas.microsoft.com/office/drawing/2014/main" id="{6F824416-4FD3-4964-81A3-9C80F45DCE5B}"/>
              </a:ext>
            </a:extLst>
          </p:cNvPr>
          <p:cNvGrpSpPr/>
          <p:nvPr/>
        </p:nvGrpSpPr>
        <p:grpSpPr>
          <a:xfrm>
            <a:off x="10169297" y="3296385"/>
            <a:ext cx="907606" cy="2382197"/>
            <a:chOff x="5762692" y="2855375"/>
            <a:chExt cx="1200545" cy="3055084"/>
          </a:xfrm>
        </p:grpSpPr>
        <p:sp>
          <p:nvSpPr>
            <p:cNvPr id="727" name="Rectangle 726">
              <a:extLst>
                <a:ext uri="{FF2B5EF4-FFF2-40B4-BE49-F238E27FC236}">
                  <a16:creationId xmlns:a16="http://schemas.microsoft.com/office/drawing/2014/main" id="{5AAABA48-DA58-465C-B9A5-C3C51BE51072}"/>
                </a:ext>
              </a:extLst>
            </p:cNvPr>
            <p:cNvSpPr/>
            <p:nvPr/>
          </p:nvSpPr>
          <p:spPr>
            <a:xfrm flipV="1">
              <a:off x="5929760" y="524863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Rectangle 727">
              <a:extLst>
                <a:ext uri="{FF2B5EF4-FFF2-40B4-BE49-F238E27FC236}">
                  <a16:creationId xmlns:a16="http://schemas.microsoft.com/office/drawing/2014/main" id="{8BDD48BF-A286-4896-81DB-9199316293D0}"/>
                </a:ext>
              </a:extLst>
            </p:cNvPr>
            <p:cNvSpPr/>
            <p:nvPr/>
          </p:nvSpPr>
          <p:spPr>
            <a:xfrm flipV="1">
              <a:off x="5929760" y="4740630"/>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Rectangle 728">
              <a:extLst>
                <a:ext uri="{FF2B5EF4-FFF2-40B4-BE49-F238E27FC236}">
                  <a16:creationId xmlns:a16="http://schemas.microsoft.com/office/drawing/2014/main" id="{06DED053-55FE-4007-A307-515693061B81}"/>
                </a:ext>
              </a:extLst>
            </p:cNvPr>
            <p:cNvSpPr/>
            <p:nvPr/>
          </p:nvSpPr>
          <p:spPr>
            <a:xfrm flipV="1">
              <a:off x="5847212" y="51422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Rectangle 729">
              <a:extLst>
                <a:ext uri="{FF2B5EF4-FFF2-40B4-BE49-F238E27FC236}">
                  <a16:creationId xmlns:a16="http://schemas.microsoft.com/office/drawing/2014/main" id="{F2454B14-C734-471F-B850-488A890D11D9}"/>
                </a:ext>
              </a:extLst>
            </p:cNvPr>
            <p:cNvSpPr/>
            <p:nvPr/>
          </p:nvSpPr>
          <p:spPr>
            <a:xfrm flipV="1">
              <a:off x="5847212" y="53629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Rectangle 730">
              <a:extLst>
                <a:ext uri="{FF2B5EF4-FFF2-40B4-BE49-F238E27FC236}">
                  <a16:creationId xmlns:a16="http://schemas.microsoft.com/office/drawing/2014/main" id="{4E047863-1E75-4917-AF9A-19B0CC36E3B0}"/>
                </a:ext>
              </a:extLst>
            </p:cNvPr>
            <p:cNvSpPr/>
            <p:nvPr/>
          </p:nvSpPr>
          <p:spPr>
            <a:xfrm flipV="1">
              <a:off x="5847212" y="5066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Rectangle 731">
              <a:extLst>
                <a:ext uri="{FF2B5EF4-FFF2-40B4-BE49-F238E27FC236}">
                  <a16:creationId xmlns:a16="http://schemas.microsoft.com/office/drawing/2014/main" id="{E4370FDD-3D06-4E39-B340-EBC278FAAA3C}"/>
                </a:ext>
              </a:extLst>
            </p:cNvPr>
            <p:cNvSpPr/>
            <p:nvPr/>
          </p:nvSpPr>
          <p:spPr>
            <a:xfrm flipV="1">
              <a:off x="5847212" y="54391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Rectangle 732">
              <a:extLst>
                <a:ext uri="{FF2B5EF4-FFF2-40B4-BE49-F238E27FC236}">
                  <a16:creationId xmlns:a16="http://schemas.microsoft.com/office/drawing/2014/main" id="{DE797BB8-ECAE-4082-9456-B5B4DD7797BB}"/>
                </a:ext>
              </a:extLst>
            </p:cNvPr>
            <p:cNvSpPr/>
            <p:nvPr/>
          </p:nvSpPr>
          <p:spPr>
            <a:xfrm flipV="1">
              <a:off x="5847212" y="551929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Rectangle 733">
              <a:extLst>
                <a:ext uri="{FF2B5EF4-FFF2-40B4-BE49-F238E27FC236}">
                  <a16:creationId xmlns:a16="http://schemas.microsoft.com/office/drawing/2014/main" id="{5F225258-E8D3-4D9F-93E7-C7BB4F648DCB}"/>
                </a:ext>
              </a:extLst>
            </p:cNvPr>
            <p:cNvSpPr/>
            <p:nvPr/>
          </p:nvSpPr>
          <p:spPr>
            <a:xfrm flipV="1">
              <a:off x="5847212" y="56042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FB3AB4E2-43A8-4CED-9405-CC5216493D18}"/>
                </a:ext>
              </a:extLst>
            </p:cNvPr>
            <p:cNvSpPr/>
            <p:nvPr/>
          </p:nvSpPr>
          <p:spPr>
            <a:xfrm flipV="1">
              <a:off x="5847212" y="5680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87AA2E3E-8A82-4843-AAFD-BD874B14FB14}"/>
                </a:ext>
              </a:extLst>
            </p:cNvPr>
            <p:cNvSpPr/>
            <p:nvPr/>
          </p:nvSpPr>
          <p:spPr>
            <a:xfrm flipV="1">
              <a:off x="5847212" y="49898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D2F1224C-E2BB-4F03-A58A-7DED49A7FE43}"/>
                </a:ext>
              </a:extLst>
            </p:cNvPr>
            <p:cNvSpPr/>
            <p:nvPr/>
          </p:nvSpPr>
          <p:spPr>
            <a:xfrm flipV="1">
              <a:off x="5847212" y="490758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7F8F404D-D5AA-4E9D-B6E2-A37208DC6C63}"/>
                </a:ext>
              </a:extLst>
            </p:cNvPr>
            <p:cNvSpPr/>
            <p:nvPr/>
          </p:nvSpPr>
          <p:spPr>
            <a:xfrm flipV="1">
              <a:off x="5847212" y="48279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7B818C55-2AFB-44B0-B52D-013AD36E3FF4}"/>
                </a:ext>
              </a:extLst>
            </p:cNvPr>
            <p:cNvSpPr/>
            <p:nvPr/>
          </p:nvSpPr>
          <p:spPr>
            <a:xfrm flipV="1">
              <a:off x="5847212" y="474221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4E50E8D6-756B-47B8-9EA0-8F086A2F8579}"/>
                </a:ext>
              </a:extLst>
            </p:cNvPr>
            <p:cNvSpPr/>
            <p:nvPr/>
          </p:nvSpPr>
          <p:spPr>
            <a:xfrm>
              <a:off x="6793362" y="5145972"/>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741" name="Rectangle 740">
              <a:extLst>
                <a:ext uri="{FF2B5EF4-FFF2-40B4-BE49-F238E27FC236}">
                  <a16:creationId xmlns:a16="http://schemas.microsoft.com/office/drawing/2014/main" id="{9C4E75A9-05C9-46DB-B310-DAED70860F2B}"/>
                </a:ext>
              </a:extLst>
            </p:cNvPr>
            <p:cNvSpPr/>
            <p:nvPr/>
          </p:nvSpPr>
          <p:spPr>
            <a:xfrm>
              <a:off x="6793362" y="506977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a16="http://schemas.microsoft.com/office/drawing/2014/main" id="{F8528434-CB6A-419F-888D-FD7D6993A68F}"/>
                </a:ext>
              </a:extLst>
            </p:cNvPr>
            <p:cNvSpPr/>
            <p:nvPr/>
          </p:nvSpPr>
          <p:spPr>
            <a:xfrm>
              <a:off x="6793362" y="535869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a16="http://schemas.microsoft.com/office/drawing/2014/main" id="{4CA78BB4-FBEA-4AA1-8505-BC7FB7C44DA5}"/>
                </a:ext>
              </a:extLst>
            </p:cNvPr>
            <p:cNvSpPr/>
            <p:nvPr/>
          </p:nvSpPr>
          <p:spPr>
            <a:xfrm>
              <a:off x="6793362" y="49816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F78D1364-BDF9-426C-8C2D-E6D1F0E7CD17}"/>
                </a:ext>
              </a:extLst>
            </p:cNvPr>
            <p:cNvSpPr/>
            <p:nvPr/>
          </p:nvSpPr>
          <p:spPr>
            <a:xfrm>
              <a:off x="6793362" y="489461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744">
              <a:extLst>
                <a:ext uri="{FF2B5EF4-FFF2-40B4-BE49-F238E27FC236}">
                  <a16:creationId xmlns:a16="http://schemas.microsoft.com/office/drawing/2014/main" id="{475FD9A4-6DA2-402F-A389-EE52DAC6E4C5}"/>
                </a:ext>
              </a:extLst>
            </p:cNvPr>
            <p:cNvSpPr/>
            <p:nvPr/>
          </p:nvSpPr>
          <p:spPr>
            <a:xfrm>
              <a:off x="6793362" y="48163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745">
              <a:extLst>
                <a:ext uri="{FF2B5EF4-FFF2-40B4-BE49-F238E27FC236}">
                  <a16:creationId xmlns:a16="http://schemas.microsoft.com/office/drawing/2014/main" id="{10F8CAC9-B49C-484C-8E25-8FE4620FDE18}"/>
                </a:ext>
              </a:extLst>
            </p:cNvPr>
            <p:cNvSpPr/>
            <p:nvPr/>
          </p:nvSpPr>
          <p:spPr>
            <a:xfrm>
              <a:off x="6793362" y="474221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746">
              <a:extLst>
                <a:ext uri="{FF2B5EF4-FFF2-40B4-BE49-F238E27FC236}">
                  <a16:creationId xmlns:a16="http://schemas.microsoft.com/office/drawing/2014/main" id="{4AE8CE21-0C6F-43CB-BC3B-6EAC78A6DEE6}"/>
                </a:ext>
              </a:extLst>
            </p:cNvPr>
            <p:cNvSpPr/>
            <p:nvPr/>
          </p:nvSpPr>
          <p:spPr>
            <a:xfrm>
              <a:off x="6793362" y="568254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Rectangle 747">
              <a:extLst>
                <a:ext uri="{FF2B5EF4-FFF2-40B4-BE49-F238E27FC236}">
                  <a16:creationId xmlns:a16="http://schemas.microsoft.com/office/drawing/2014/main" id="{0D3D4EAD-4CC2-4EB8-B87D-4F8F6CB4A297}"/>
                </a:ext>
              </a:extLst>
            </p:cNvPr>
            <p:cNvSpPr/>
            <p:nvPr/>
          </p:nvSpPr>
          <p:spPr>
            <a:xfrm>
              <a:off x="6793362" y="560475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F4C3C20C-B85A-483C-BD14-059011FE52E0}"/>
                </a:ext>
              </a:extLst>
            </p:cNvPr>
            <p:cNvSpPr/>
            <p:nvPr/>
          </p:nvSpPr>
          <p:spPr>
            <a:xfrm>
              <a:off x="6793362" y="55277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E965EA21-DA6D-41F8-9DE4-782136104D64}"/>
                </a:ext>
              </a:extLst>
            </p:cNvPr>
            <p:cNvSpPr/>
            <p:nvPr/>
          </p:nvSpPr>
          <p:spPr>
            <a:xfrm>
              <a:off x="6793362" y="544283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34A412E8-2AC6-4DCA-8CDF-9E7D2CB2F6A2}"/>
                </a:ext>
              </a:extLst>
            </p:cNvPr>
            <p:cNvSpPr/>
            <p:nvPr/>
          </p:nvSpPr>
          <p:spPr>
            <a:xfrm flipV="1">
              <a:off x="6796530"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a16="http://schemas.microsoft.com/office/drawing/2014/main" id="{24064F34-F24C-4BC7-BC39-36723D67B6AE}"/>
                </a:ext>
              </a:extLst>
            </p:cNvPr>
            <p:cNvSpPr/>
            <p:nvPr/>
          </p:nvSpPr>
          <p:spPr>
            <a:xfrm flipV="1">
              <a:off x="6012307"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Rectangle 752">
              <a:extLst>
                <a:ext uri="{FF2B5EF4-FFF2-40B4-BE49-F238E27FC236}">
                  <a16:creationId xmlns:a16="http://schemas.microsoft.com/office/drawing/2014/main" id="{BB282597-06FC-4F2B-BEA4-B2FB81A6352C}"/>
                </a:ext>
              </a:extLst>
            </p:cNvPr>
            <p:cNvSpPr/>
            <p:nvPr/>
          </p:nvSpPr>
          <p:spPr>
            <a:xfrm flipV="1">
              <a:off x="6094854"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1C567C35-C0EF-4910-A487-86598719446B}"/>
                </a:ext>
              </a:extLst>
            </p:cNvPr>
            <p:cNvSpPr/>
            <p:nvPr/>
          </p:nvSpPr>
          <p:spPr>
            <a:xfrm flipV="1">
              <a:off x="6182146"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a16="http://schemas.microsoft.com/office/drawing/2014/main" id="{C5812C20-C1C6-4694-9498-6F9AABCFCF18}"/>
                </a:ext>
              </a:extLst>
            </p:cNvPr>
            <p:cNvSpPr/>
            <p:nvPr/>
          </p:nvSpPr>
          <p:spPr>
            <a:xfrm flipV="1">
              <a:off x="6268671"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Rectangle 755">
              <a:extLst>
                <a:ext uri="{FF2B5EF4-FFF2-40B4-BE49-F238E27FC236}">
                  <a16:creationId xmlns:a16="http://schemas.microsoft.com/office/drawing/2014/main" id="{C3633DA0-65C5-43C2-84DF-DBB69430B644}"/>
                </a:ext>
              </a:extLst>
            </p:cNvPr>
            <p:cNvSpPr/>
            <p:nvPr/>
          </p:nvSpPr>
          <p:spPr>
            <a:xfrm flipV="1">
              <a:off x="6355196"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a16="http://schemas.microsoft.com/office/drawing/2014/main" id="{C1E7534C-0FD9-4C8C-9062-490FD827EECF}"/>
                </a:ext>
              </a:extLst>
            </p:cNvPr>
            <p:cNvSpPr/>
            <p:nvPr/>
          </p:nvSpPr>
          <p:spPr>
            <a:xfrm flipV="1">
              <a:off x="6444108"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a16="http://schemas.microsoft.com/office/drawing/2014/main" id="{89B15ACF-7DAE-4EB6-BB48-A53192F64E3D}"/>
                </a:ext>
              </a:extLst>
            </p:cNvPr>
            <p:cNvSpPr/>
            <p:nvPr/>
          </p:nvSpPr>
          <p:spPr>
            <a:xfrm flipV="1">
              <a:off x="6534611"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a16="http://schemas.microsoft.com/office/drawing/2014/main" id="{FC0EE97E-5E4D-4DCF-94D6-539684B13FFC}"/>
                </a:ext>
              </a:extLst>
            </p:cNvPr>
            <p:cNvSpPr/>
            <p:nvPr/>
          </p:nvSpPr>
          <p:spPr>
            <a:xfrm flipV="1">
              <a:off x="6625098"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Rectangle 759">
              <a:extLst>
                <a:ext uri="{FF2B5EF4-FFF2-40B4-BE49-F238E27FC236}">
                  <a16:creationId xmlns:a16="http://schemas.microsoft.com/office/drawing/2014/main" id="{99C70372-D247-4BC4-8567-B64AF7F59A51}"/>
                </a:ext>
              </a:extLst>
            </p:cNvPr>
            <p:cNvSpPr/>
            <p:nvPr/>
          </p:nvSpPr>
          <p:spPr>
            <a:xfrm flipV="1">
              <a:off x="6710815"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Rectangle 760">
              <a:extLst>
                <a:ext uri="{FF2B5EF4-FFF2-40B4-BE49-F238E27FC236}">
                  <a16:creationId xmlns:a16="http://schemas.microsoft.com/office/drawing/2014/main" id="{340557CA-2644-40CF-8339-2B4AC47529BE}"/>
                </a:ext>
              </a:extLst>
            </p:cNvPr>
            <p:cNvSpPr/>
            <p:nvPr/>
          </p:nvSpPr>
          <p:spPr>
            <a:xfrm flipV="1">
              <a:off x="6793362"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Rectangle 761">
              <a:extLst>
                <a:ext uri="{FF2B5EF4-FFF2-40B4-BE49-F238E27FC236}">
                  <a16:creationId xmlns:a16="http://schemas.microsoft.com/office/drawing/2014/main" id="{5D0F4B5D-15B7-4832-9F02-2D3CBD41A1A4}"/>
                </a:ext>
              </a:extLst>
            </p:cNvPr>
            <p:cNvSpPr/>
            <p:nvPr/>
          </p:nvSpPr>
          <p:spPr>
            <a:xfrm flipV="1">
              <a:off x="6009139"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Rectangle 762">
              <a:extLst>
                <a:ext uri="{FF2B5EF4-FFF2-40B4-BE49-F238E27FC236}">
                  <a16:creationId xmlns:a16="http://schemas.microsoft.com/office/drawing/2014/main" id="{26A7B157-0D4B-4FA9-B8B5-DEA4D026BFF7}"/>
                </a:ext>
              </a:extLst>
            </p:cNvPr>
            <p:cNvSpPr/>
            <p:nvPr/>
          </p:nvSpPr>
          <p:spPr>
            <a:xfrm flipV="1">
              <a:off x="6091686"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Rectangle 763">
              <a:extLst>
                <a:ext uri="{FF2B5EF4-FFF2-40B4-BE49-F238E27FC236}">
                  <a16:creationId xmlns:a16="http://schemas.microsoft.com/office/drawing/2014/main" id="{9FA8471F-AF56-49DC-9F00-030A72A81470}"/>
                </a:ext>
              </a:extLst>
            </p:cNvPr>
            <p:cNvSpPr/>
            <p:nvPr/>
          </p:nvSpPr>
          <p:spPr>
            <a:xfrm flipV="1">
              <a:off x="6178978"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Rectangle 764">
              <a:extLst>
                <a:ext uri="{FF2B5EF4-FFF2-40B4-BE49-F238E27FC236}">
                  <a16:creationId xmlns:a16="http://schemas.microsoft.com/office/drawing/2014/main" id="{3F2D0323-D334-48CF-BBE6-CBC237F22563}"/>
                </a:ext>
              </a:extLst>
            </p:cNvPr>
            <p:cNvSpPr/>
            <p:nvPr/>
          </p:nvSpPr>
          <p:spPr>
            <a:xfrm flipV="1">
              <a:off x="6265503"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a16="http://schemas.microsoft.com/office/drawing/2014/main" id="{7397E4F2-5E76-47FD-B992-9C989AABF3F8}"/>
                </a:ext>
              </a:extLst>
            </p:cNvPr>
            <p:cNvSpPr/>
            <p:nvPr/>
          </p:nvSpPr>
          <p:spPr>
            <a:xfrm flipV="1">
              <a:off x="6352028"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A2002832-0D17-4F62-9398-965937338532}"/>
                </a:ext>
              </a:extLst>
            </p:cNvPr>
            <p:cNvSpPr/>
            <p:nvPr/>
          </p:nvSpPr>
          <p:spPr>
            <a:xfrm flipV="1">
              <a:off x="6440940"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Rectangle 767">
              <a:extLst>
                <a:ext uri="{FF2B5EF4-FFF2-40B4-BE49-F238E27FC236}">
                  <a16:creationId xmlns:a16="http://schemas.microsoft.com/office/drawing/2014/main" id="{303669E8-180F-407E-8C51-BEE382A38324}"/>
                </a:ext>
              </a:extLst>
            </p:cNvPr>
            <p:cNvSpPr/>
            <p:nvPr/>
          </p:nvSpPr>
          <p:spPr>
            <a:xfrm flipV="1">
              <a:off x="6531443"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Rectangle 768">
              <a:extLst>
                <a:ext uri="{FF2B5EF4-FFF2-40B4-BE49-F238E27FC236}">
                  <a16:creationId xmlns:a16="http://schemas.microsoft.com/office/drawing/2014/main" id="{189DF712-7FFE-4052-8FB9-0ECA8E60579B}"/>
                </a:ext>
              </a:extLst>
            </p:cNvPr>
            <p:cNvSpPr/>
            <p:nvPr/>
          </p:nvSpPr>
          <p:spPr>
            <a:xfrm flipV="1">
              <a:off x="6621930"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a16="http://schemas.microsoft.com/office/drawing/2014/main" id="{99AB5C63-9358-45CC-93E5-252932001FF8}"/>
                </a:ext>
              </a:extLst>
            </p:cNvPr>
            <p:cNvSpPr/>
            <p:nvPr/>
          </p:nvSpPr>
          <p:spPr>
            <a:xfrm flipV="1">
              <a:off x="6707647"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a16="http://schemas.microsoft.com/office/drawing/2014/main" id="{4D897E0B-52D1-4A4C-ABF7-D04E2BFD19F1}"/>
                </a:ext>
              </a:extLst>
            </p:cNvPr>
            <p:cNvSpPr/>
            <p:nvPr/>
          </p:nvSpPr>
          <p:spPr>
            <a:xfrm flipV="1">
              <a:off x="5847211" y="576139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Rectangle 771">
              <a:extLst>
                <a:ext uri="{FF2B5EF4-FFF2-40B4-BE49-F238E27FC236}">
                  <a16:creationId xmlns:a16="http://schemas.microsoft.com/office/drawing/2014/main" id="{2D6A76DC-20FA-4DEA-A75B-AA97DAFABCFF}"/>
                </a:ext>
              </a:extLst>
            </p:cNvPr>
            <p:cNvSpPr/>
            <p:nvPr/>
          </p:nvSpPr>
          <p:spPr>
            <a:xfrm flipV="1">
              <a:off x="5928175" y="576139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a16="http://schemas.microsoft.com/office/drawing/2014/main" id="{FFF2DA8D-2D04-40B9-A0F3-F89686A1ADB4}"/>
                </a:ext>
              </a:extLst>
            </p:cNvPr>
            <p:cNvSpPr/>
            <p:nvPr/>
          </p:nvSpPr>
          <p:spPr>
            <a:xfrm flipV="1">
              <a:off x="5847211" y="4664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Rectangle 773">
              <a:extLst>
                <a:ext uri="{FF2B5EF4-FFF2-40B4-BE49-F238E27FC236}">
                  <a16:creationId xmlns:a16="http://schemas.microsoft.com/office/drawing/2014/main" id="{473ABA45-4A2B-40CC-A1F3-58E393AF1D83}"/>
                </a:ext>
              </a:extLst>
            </p:cNvPr>
            <p:cNvSpPr/>
            <p:nvPr/>
          </p:nvSpPr>
          <p:spPr>
            <a:xfrm flipV="1">
              <a:off x="5928175" y="4664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a16="http://schemas.microsoft.com/office/drawing/2014/main" id="{B6EB8C1E-DDC1-46A3-8DB8-B152B08DCBA3}"/>
                </a:ext>
              </a:extLst>
            </p:cNvPr>
            <p:cNvSpPr/>
            <p:nvPr/>
          </p:nvSpPr>
          <p:spPr>
            <a:xfrm>
              <a:off x="6793390"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a16="http://schemas.microsoft.com/office/drawing/2014/main" id="{C5C156FA-4D99-4BCB-B9A5-2650294B4F7C}"/>
                </a:ext>
              </a:extLst>
            </p:cNvPr>
            <p:cNvSpPr/>
            <p:nvPr/>
          </p:nvSpPr>
          <p:spPr>
            <a:xfrm>
              <a:off x="6091686" y="458108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a16="http://schemas.microsoft.com/office/drawing/2014/main" id="{3A260A0A-14AC-46A6-9AF8-DA1AE8758928}"/>
                </a:ext>
              </a:extLst>
            </p:cNvPr>
            <p:cNvSpPr/>
            <p:nvPr/>
          </p:nvSpPr>
          <p:spPr>
            <a:xfrm>
              <a:off x="6179814" y="457843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a16="http://schemas.microsoft.com/office/drawing/2014/main" id="{413039F4-4EDC-4F5E-8962-AB31D507106D}"/>
                </a:ext>
              </a:extLst>
            </p:cNvPr>
            <p:cNvSpPr/>
            <p:nvPr/>
          </p:nvSpPr>
          <p:spPr>
            <a:xfrm>
              <a:off x="6266339" y="457843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Rectangle 778">
              <a:extLst>
                <a:ext uri="{FF2B5EF4-FFF2-40B4-BE49-F238E27FC236}">
                  <a16:creationId xmlns:a16="http://schemas.microsoft.com/office/drawing/2014/main" id="{1E6DF557-AB83-4D91-90A5-774517B5D3FD}"/>
                </a:ext>
              </a:extLst>
            </p:cNvPr>
            <p:cNvSpPr/>
            <p:nvPr/>
          </p:nvSpPr>
          <p:spPr>
            <a:xfrm>
              <a:off x="6352056"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Rectangle 779">
              <a:extLst>
                <a:ext uri="{FF2B5EF4-FFF2-40B4-BE49-F238E27FC236}">
                  <a16:creationId xmlns:a16="http://schemas.microsoft.com/office/drawing/2014/main" id="{B213248F-FB70-454D-B731-7146516F28AE}"/>
                </a:ext>
              </a:extLst>
            </p:cNvPr>
            <p:cNvSpPr/>
            <p:nvPr/>
          </p:nvSpPr>
          <p:spPr>
            <a:xfrm>
              <a:off x="6440968"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Rectangle 780">
              <a:extLst>
                <a:ext uri="{FF2B5EF4-FFF2-40B4-BE49-F238E27FC236}">
                  <a16:creationId xmlns:a16="http://schemas.microsoft.com/office/drawing/2014/main" id="{96ABDBD7-AEC8-4C5A-A7D4-486B59C763C3}"/>
                </a:ext>
              </a:extLst>
            </p:cNvPr>
            <p:cNvSpPr/>
            <p:nvPr/>
          </p:nvSpPr>
          <p:spPr>
            <a:xfrm>
              <a:off x="6531471"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Rectangle 781">
              <a:extLst>
                <a:ext uri="{FF2B5EF4-FFF2-40B4-BE49-F238E27FC236}">
                  <a16:creationId xmlns:a16="http://schemas.microsoft.com/office/drawing/2014/main" id="{87DE07E1-9858-487B-BB1B-E810A7B82938}"/>
                </a:ext>
              </a:extLst>
            </p:cNvPr>
            <p:cNvSpPr/>
            <p:nvPr/>
          </p:nvSpPr>
          <p:spPr>
            <a:xfrm>
              <a:off x="6621958"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 name="Rectangle 782">
              <a:extLst>
                <a:ext uri="{FF2B5EF4-FFF2-40B4-BE49-F238E27FC236}">
                  <a16:creationId xmlns:a16="http://schemas.microsoft.com/office/drawing/2014/main" id="{C7BCD43D-33A8-4283-B642-A3566BA978A3}"/>
                </a:ext>
              </a:extLst>
            </p:cNvPr>
            <p:cNvSpPr/>
            <p:nvPr/>
          </p:nvSpPr>
          <p:spPr>
            <a:xfrm>
              <a:off x="6707675"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Rectangle 783">
              <a:extLst>
                <a:ext uri="{FF2B5EF4-FFF2-40B4-BE49-F238E27FC236}">
                  <a16:creationId xmlns:a16="http://schemas.microsoft.com/office/drawing/2014/main" id="{65460159-6E6E-4376-8495-3AB0D8FDBF73}"/>
                </a:ext>
              </a:extLst>
            </p:cNvPr>
            <p:cNvSpPr/>
            <p:nvPr/>
          </p:nvSpPr>
          <p:spPr>
            <a:xfrm>
              <a:off x="6621049"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Rectangle 784">
              <a:extLst>
                <a:ext uri="{FF2B5EF4-FFF2-40B4-BE49-F238E27FC236}">
                  <a16:creationId xmlns:a16="http://schemas.microsoft.com/office/drawing/2014/main" id="{74069A68-DEEC-4A3B-9FB1-709261652298}"/>
                </a:ext>
              </a:extLst>
            </p:cNvPr>
            <p:cNvSpPr/>
            <p:nvPr/>
          </p:nvSpPr>
          <p:spPr>
            <a:xfrm>
              <a:off x="6535334"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Rectangle 785">
              <a:extLst>
                <a:ext uri="{FF2B5EF4-FFF2-40B4-BE49-F238E27FC236}">
                  <a16:creationId xmlns:a16="http://schemas.microsoft.com/office/drawing/2014/main" id="{C15263BB-04A4-4F60-822F-B0D1058FADCC}"/>
                </a:ext>
              </a:extLst>
            </p:cNvPr>
            <p:cNvSpPr/>
            <p:nvPr/>
          </p:nvSpPr>
          <p:spPr>
            <a:xfrm>
              <a:off x="6621049" y="44222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716C132C-0886-4059-8911-CC76C6F68E53}"/>
                </a:ext>
              </a:extLst>
            </p:cNvPr>
            <p:cNvSpPr/>
            <p:nvPr/>
          </p:nvSpPr>
          <p:spPr>
            <a:xfrm>
              <a:off x="6535334" y="44222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E326330B-B6F5-47DA-96E0-7F98629B5D6B}"/>
                </a:ext>
              </a:extLst>
            </p:cNvPr>
            <p:cNvSpPr/>
            <p:nvPr/>
          </p:nvSpPr>
          <p:spPr>
            <a:xfrm>
              <a:off x="6440940"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Rectangle 788">
              <a:extLst>
                <a:ext uri="{FF2B5EF4-FFF2-40B4-BE49-F238E27FC236}">
                  <a16:creationId xmlns:a16="http://schemas.microsoft.com/office/drawing/2014/main" id="{A2E878A3-907B-4B5B-B79F-E431C9FB4815}"/>
                </a:ext>
              </a:extLst>
            </p:cNvPr>
            <p:cNvSpPr/>
            <p:nvPr/>
          </p:nvSpPr>
          <p:spPr>
            <a:xfrm>
              <a:off x="6355225"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Rectangle 789">
              <a:extLst>
                <a:ext uri="{FF2B5EF4-FFF2-40B4-BE49-F238E27FC236}">
                  <a16:creationId xmlns:a16="http://schemas.microsoft.com/office/drawing/2014/main" id="{0FAF3C3F-63DD-4CB3-8731-7DD5F1F8826F}"/>
                </a:ext>
              </a:extLst>
            </p:cNvPr>
            <p:cNvSpPr/>
            <p:nvPr/>
          </p:nvSpPr>
          <p:spPr>
            <a:xfrm flipV="1">
              <a:off x="6010765" y="45802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Rectangle 790">
              <a:extLst>
                <a:ext uri="{FF2B5EF4-FFF2-40B4-BE49-F238E27FC236}">
                  <a16:creationId xmlns:a16="http://schemas.microsoft.com/office/drawing/2014/main" id="{E733E857-FA1A-4F97-B3E2-B80E2C11271B}"/>
                </a:ext>
              </a:extLst>
            </p:cNvPr>
            <p:cNvSpPr/>
            <p:nvPr/>
          </p:nvSpPr>
          <p:spPr>
            <a:xfrm flipV="1">
              <a:off x="5928175" y="45818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Rectangle 791">
              <a:extLst>
                <a:ext uri="{FF2B5EF4-FFF2-40B4-BE49-F238E27FC236}">
                  <a16:creationId xmlns:a16="http://schemas.microsoft.com/office/drawing/2014/main" id="{3CE51F13-8A4E-4AC6-863F-A78D8263F2ED}"/>
                </a:ext>
              </a:extLst>
            </p:cNvPr>
            <p:cNvSpPr/>
            <p:nvPr/>
          </p:nvSpPr>
          <p:spPr>
            <a:xfrm flipV="1">
              <a:off x="5847628" y="45818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Rectangle 792">
              <a:extLst>
                <a:ext uri="{FF2B5EF4-FFF2-40B4-BE49-F238E27FC236}">
                  <a16:creationId xmlns:a16="http://schemas.microsoft.com/office/drawing/2014/main" id="{D5B44C74-B08F-4A27-8C20-CA1950F2DC73}"/>
                </a:ext>
              </a:extLst>
            </p:cNvPr>
            <p:cNvSpPr/>
            <p:nvPr/>
          </p:nvSpPr>
          <p:spPr>
            <a:xfrm flipV="1">
              <a:off x="5928175" y="3743937"/>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Rectangle 793">
              <a:extLst>
                <a:ext uri="{FF2B5EF4-FFF2-40B4-BE49-F238E27FC236}">
                  <a16:creationId xmlns:a16="http://schemas.microsoft.com/office/drawing/2014/main" id="{98B1CCBE-00D4-483B-A489-DCB0BB9E7CEB}"/>
                </a:ext>
              </a:extLst>
            </p:cNvPr>
            <p:cNvSpPr/>
            <p:nvPr/>
          </p:nvSpPr>
          <p:spPr>
            <a:xfrm flipV="1">
              <a:off x="5928175" y="3235937"/>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Rectangle 794">
              <a:extLst>
                <a:ext uri="{FF2B5EF4-FFF2-40B4-BE49-F238E27FC236}">
                  <a16:creationId xmlns:a16="http://schemas.microsoft.com/office/drawing/2014/main" id="{7108F2D3-F152-4D28-8FD1-7903A749836F}"/>
                </a:ext>
              </a:extLst>
            </p:cNvPr>
            <p:cNvSpPr/>
            <p:nvPr/>
          </p:nvSpPr>
          <p:spPr>
            <a:xfrm flipV="1">
              <a:off x="5845627" y="36375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Rectangle 795">
              <a:extLst>
                <a:ext uri="{FF2B5EF4-FFF2-40B4-BE49-F238E27FC236}">
                  <a16:creationId xmlns:a16="http://schemas.microsoft.com/office/drawing/2014/main" id="{7719D789-7026-4B49-B636-E120942591AA}"/>
                </a:ext>
              </a:extLst>
            </p:cNvPr>
            <p:cNvSpPr/>
            <p:nvPr/>
          </p:nvSpPr>
          <p:spPr>
            <a:xfrm>
              <a:off x="6791777" y="36375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797" name="Rectangle 796">
              <a:extLst>
                <a:ext uri="{FF2B5EF4-FFF2-40B4-BE49-F238E27FC236}">
                  <a16:creationId xmlns:a16="http://schemas.microsoft.com/office/drawing/2014/main" id="{942E5A23-1B30-44DA-A728-127968D8E904}"/>
                </a:ext>
              </a:extLst>
            </p:cNvPr>
            <p:cNvSpPr/>
            <p:nvPr/>
          </p:nvSpPr>
          <p:spPr>
            <a:xfrm flipV="1">
              <a:off x="5845627" y="38582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Rectangle 797">
              <a:extLst>
                <a:ext uri="{FF2B5EF4-FFF2-40B4-BE49-F238E27FC236}">
                  <a16:creationId xmlns:a16="http://schemas.microsoft.com/office/drawing/2014/main" id="{1EB59C6D-AEF7-4915-9D9E-8769FD5391A9}"/>
                </a:ext>
              </a:extLst>
            </p:cNvPr>
            <p:cNvSpPr/>
            <p:nvPr/>
          </p:nvSpPr>
          <p:spPr>
            <a:xfrm flipV="1">
              <a:off x="5845627" y="35613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809FF432-31D9-4245-BE99-52BA9C23DF49}"/>
                </a:ext>
              </a:extLst>
            </p:cNvPr>
            <p:cNvSpPr/>
            <p:nvPr/>
          </p:nvSpPr>
          <p:spPr>
            <a:xfrm flipV="1">
              <a:off x="6791777" y="385030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Rectangle 799">
              <a:extLst>
                <a:ext uri="{FF2B5EF4-FFF2-40B4-BE49-F238E27FC236}">
                  <a16:creationId xmlns:a16="http://schemas.microsoft.com/office/drawing/2014/main" id="{25A1567C-FBB4-4B97-BF4E-37714E9439BB}"/>
                </a:ext>
              </a:extLst>
            </p:cNvPr>
            <p:cNvSpPr/>
            <p:nvPr/>
          </p:nvSpPr>
          <p:spPr>
            <a:xfrm flipV="1">
              <a:off x="6791777" y="356137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Rectangle 800">
              <a:extLst>
                <a:ext uri="{FF2B5EF4-FFF2-40B4-BE49-F238E27FC236}">
                  <a16:creationId xmlns:a16="http://schemas.microsoft.com/office/drawing/2014/main" id="{6369A5F6-E604-445D-B91B-A625D77DB7B5}"/>
                </a:ext>
              </a:extLst>
            </p:cNvPr>
            <p:cNvSpPr/>
            <p:nvPr/>
          </p:nvSpPr>
          <p:spPr>
            <a:xfrm flipV="1">
              <a:off x="5845627" y="39344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Rectangle 801">
              <a:extLst>
                <a:ext uri="{FF2B5EF4-FFF2-40B4-BE49-F238E27FC236}">
                  <a16:creationId xmlns:a16="http://schemas.microsoft.com/office/drawing/2014/main" id="{22697395-60A9-4E46-884B-2AC186ED372C}"/>
                </a:ext>
              </a:extLst>
            </p:cNvPr>
            <p:cNvSpPr/>
            <p:nvPr/>
          </p:nvSpPr>
          <p:spPr>
            <a:xfrm flipV="1">
              <a:off x="5845627" y="401460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Rectangle 802">
              <a:extLst>
                <a:ext uri="{FF2B5EF4-FFF2-40B4-BE49-F238E27FC236}">
                  <a16:creationId xmlns:a16="http://schemas.microsoft.com/office/drawing/2014/main" id="{F6AB49B5-1D69-4C78-B9D6-D7F352407756}"/>
                </a:ext>
              </a:extLst>
            </p:cNvPr>
            <p:cNvSpPr/>
            <p:nvPr/>
          </p:nvSpPr>
          <p:spPr>
            <a:xfrm flipV="1">
              <a:off x="5845627" y="40995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803">
              <a:extLst>
                <a:ext uri="{FF2B5EF4-FFF2-40B4-BE49-F238E27FC236}">
                  <a16:creationId xmlns:a16="http://schemas.microsoft.com/office/drawing/2014/main" id="{466EA94A-CF30-4973-8F89-030C5E58DB57}"/>
                </a:ext>
              </a:extLst>
            </p:cNvPr>
            <p:cNvSpPr/>
            <p:nvPr/>
          </p:nvSpPr>
          <p:spPr>
            <a:xfrm flipV="1">
              <a:off x="5845627" y="4175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Rectangle 804">
              <a:extLst>
                <a:ext uri="{FF2B5EF4-FFF2-40B4-BE49-F238E27FC236}">
                  <a16:creationId xmlns:a16="http://schemas.microsoft.com/office/drawing/2014/main" id="{A7D229F4-C1D2-4668-80B7-36BD3E1197FF}"/>
                </a:ext>
              </a:extLst>
            </p:cNvPr>
            <p:cNvSpPr/>
            <p:nvPr/>
          </p:nvSpPr>
          <p:spPr>
            <a:xfrm flipV="1">
              <a:off x="6791777" y="393840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Rectangle 805">
              <a:extLst>
                <a:ext uri="{FF2B5EF4-FFF2-40B4-BE49-F238E27FC236}">
                  <a16:creationId xmlns:a16="http://schemas.microsoft.com/office/drawing/2014/main" id="{C9C3B306-3018-4388-A72A-0DC0CAE4366B}"/>
                </a:ext>
              </a:extLst>
            </p:cNvPr>
            <p:cNvSpPr/>
            <p:nvPr/>
          </p:nvSpPr>
          <p:spPr>
            <a:xfrm flipV="1">
              <a:off x="6791777" y="402545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Rectangle 806">
              <a:extLst>
                <a:ext uri="{FF2B5EF4-FFF2-40B4-BE49-F238E27FC236}">
                  <a16:creationId xmlns:a16="http://schemas.microsoft.com/office/drawing/2014/main" id="{BDE7B406-E82A-4CD6-B62B-A5F0DC50FD1C}"/>
                </a:ext>
              </a:extLst>
            </p:cNvPr>
            <p:cNvSpPr/>
            <p:nvPr/>
          </p:nvSpPr>
          <p:spPr>
            <a:xfrm flipV="1">
              <a:off x="6791777" y="410377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Rectangle 807">
              <a:extLst>
                <a:ext uri="{FF2B5EF4-FFF2-40B4-BE49-F238E27FC236}">
                  <a16:creationId xmlns:a16="http://schemas.microsoft.com/office/drawing/2014/main" id="{A181700B-2792-4757-B4D5-31A7125921D2}"/>
                </a:ext>
              </a:extLst>
            </p:cNvPr>
            <p:cNvSpPr/>
            <p:nvPr/>
          </p:nvSpPr>
          <p:spPr>
            <a:xfrm flipV="1">
              <a:off x="6791777" y="417785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Rectangle 808">
              <a:extLst>
                <a:ext uri="{FF2B5EF4-FFF2-40B4-BE49-F238E27FC236}">
                  <a16:creationId xmlns:a16="http://schemas.microsoft.com/office/drawing/2014/main" id="{19CD84B8-6DD0-4EB7-B4E6-8DC0B7DD9C28}"/>
                </a:ext>
              </a:extLst>
            </p:cNvPr>
            <p:cNvSpPr/>
            <p:nvPr/>
          </p:nvSpPr>
          <p:spPr>
            <a:xfrm flipV="1">
              <a:off x="5845627" y="34851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B5979307-8476-4FC7-BE1B-89C506F45132}"/>
                </a:ext>
              </a:extLst>
            </p:cNvPr>
            <p:cNvSpPr/>
            <p:nvPr/>
          </p:nvSpPr>
          <p:spPr>
            <a:xfrm flipV="1">
              <a:off x="5845627" y="340289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CF4D3374-346C-4ECA-ACC5-5C845E3B2F57}"/>
                </a:ext>
              </a:extLst>
            </p:cNvPr>
            <p:cNvSpPr/>
            <p:nvPr/>
          </p:nvSpPr>
          <p:spPr>
            <a:xfrm flipV="1">
              <a:off x="5845627" y="332325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6B72A8C6-22DA-46E7-A47A-A08E844121FD}"/>
                </a:ext>
              </a:extLst>
            </p:cNvPr>
            <p:cNvSpPr/>
            <p:nvPr/>
          </p:nvSpPr>
          <p:spPr>
            <a:xfrm flipV="1">
              <a:off x="5845627" y="323752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5E9A011C-F04F-4B0D-871F-8D877C0A66E0}"/>
                </a:ext>
              </a:extLst>
            </p:cNvPr>
            <p:cNvSpPr/>
            <p:nvPr/>
          </p:nvSpPr>
          <p:spPr>
            <a:xfrm flipV="1">
              <a:off x="6791777" y="323752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3AEF82CB-ADE0-4C17-BF9B-A04BBB9F0249}"/>
                </a:ext>
              </a:extLst>
            </p:cNvPr>
            <p:cNvSpPr/>
            <p:nvPr/>
          </p:nvSpPr>
          <p:spPr>
            <a:xfrm flipV="1">
              <a:off x="6791777" y="331531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A8C9E0C0-53C0-4278-B1B9-1DF4FC08463A}"/>
                </a:ext>
              </a:extLst>
            </p:cNvPr>
            <p:cNvSpPr/>
            <p:nvPr/>
          </p:nvSpPr>
          <p:spPr>
            <a:xfrm flipV="1">
              <a:off x="6791777" y="339230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5D0534F2-169F-41C7-8008-DEF35D028ACC}"/>
                </a:ext>
              </a:extLst>
            </p:cNvPr>
            <p:cNvSpPr/>
            <p:nvPr/>
          </p:nvSpPr>
          <p:spPr>
            <a:xfrm flipV="1">
              <a:off x="6791777" y="347723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Rectangle 816">
              <a:extLst>
                <a:ext uri="{FF2B5EF4-FFF2-40B4-BE49-F238E27FC236}">
                  <a16:creationId xmlns:a16="http://schemas.microsoft.com/office/drawing/2014/main" id="{8175B418-0317-4847-889E-101D275CAB78}"/>
                </a:ext>
              </a:extLst>
            </p:cNvPr>
            <p:cNvSpPr/>
            <p:nvPr/>
          </p:nvSpPr>
          <p:spPr>
            <a:xfrm flipV="1">
              <a:off x="6794945"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Rectangle 817">
              <a:extLst>
                <a:ext uri="{FF2B5EF4-FFF2-40B4-BE49-F238E27FC236}">
                  <a16:creationId xmlns:a16="http://schemas.microsoft.com/office/drawing/2014/main" id="{68738BA6-9E86-4498-84BE-7DBD1C5D1D53}"/>
                </a:ext>
              </a:extLst>
            </p:cNvPr>
            <p:cNvSpPr/>
            <p:nvPr/>
          </p:nvSpPr>
          <p:spPr>
            <a:xfrm flipV="1">
              <a:off x="6010722"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E4B84E2B-2238-4D93-9D4A-2CA15D1C4DBA}"/>
                </a:ext>
              </a:extLst>
            </p:cNvPr>
            <p:cNvSpPr/>
            <p:nvPr/>
          </p:nvSpPr>
          <p:spPr>
            <a:xfrm flipV="1">
              <a:off x="6093269"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F9A4E5F5-054D-421E-84D2-897F79684A18}"/>
                </a:ext>
              </a:extLst>
            </p:cNvPr>
            <p:cNvSpPr/>
            <p:nvPr/>
          </p:nvSpPr>
          <p:spPr>
            <a:xfrm flipV="1">
              <a:off x="6180561"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6807A0FF-B737-4B38-9AC9-1E4307F048B6}"/>
                </a:ext>
              </a:extLst>
            </p:cNvPr>
            <p:cNvSpPr/>
            <p:nvPr/>
          </p:nvSpPr>
          <p:spPr>
            <a:xfrm flipV="1">
              <a:off x="6267086"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EB671B97-7572-4ECB-ABDA-93D2A844024A}"/>
                </a:ext>
              </a:extLst>
            </p:cNvPr>
            <p:cNvSpPr/>
            <p:nvPr/>
          </p:nvSpPr>
          <p:spPr>
            <a:xfrm flipV="1">
              <a:off x="6353611"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51E18457-82D6-4472-89BF-52B3F4C07E6B}"/>
                </a:ext>
              </a:extLst>
            </p:cNvPr>
            <p:cNvSpPr/>
            <p:nvPr/>
          </p:nvSpPr>
          <p:spPr>
            <a:xfrm flipV="1">
              <a:off x="6442523"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0DB9AF98-4575-4DB8-8043-D5227DEE4825}"/>
                </a:ext>
              </a:extLst>
            </p:cNvPr>
            <p:cNvSpPr/>
            <p:nvPr/>
          </p:nvSpPr>
          <p:spPr>
            <a:xfrm flipV="1">
              <a:off x="6533026"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E8DE6A19-B467-4EA1-83E8-8F5E78DCBD57}"/>
                </a:ext>
              </a:extLst>
            </p:cNvPr>
            <p:cNvSpPr/>
            <p:nvPr/>
          </p:nvSpPr>
          <p:spPr>
            <a:xfrm flipV="1">
              <a:off x="6623513"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Rectangle 825">
              <a:extLst>
                <a:ext uri="{FF2B5EF4-FFF2-40B4-BE49-F238E27FC236}">
                  <a16:creationId xmlns:a16="http://schemas.microsoft.com/office/drawing/2014/main" id="{2187D235-3C76-488F-AF53-11C13F4DBCA4}"/>
                </a:ext>
              </a:extLst>
            </p:cNvPr>
            <p:cNvSpPr/>
            <p:nvPr/>
          </p:nvSpPr>
          <p:spPr>
            <a:xfrm flipV="1">
              <a:off x="6709230"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Rectangle 826">
              <a:extLst>
                <a:ext uri="{FF2B5EF4-FFF2-40B4-BE49-F238E27FC236}">
                  <a16:creationId xmlns:a16="http://schemas.microsoft.com/office/drawing/2014/main" id="{08FF557E-3C44-4034-AF02-5A3152883172}"/>
                </a:ext>
              </a:extLst>
            </p:cNvPr>
            <p:cNvSpPr/>
            <p:nvPr/>
          </p:nvSpPr>
          <p:spPr>
            <a:xfrm flipV="1">
              <a:off x="6791777"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FF644C4F-C8BC-4C47-8818-379675297393}"/>
                </a:ext>
              </a:extLst>
            </p:cNvPr>
            <p:cNvSpPr/>
            <p:nvPr/>
          </p:nvSpPr>
          <p:spPr>
            <a:xfrm flipV="1">
              <a:off x="6007554"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4109CB9B-E286-400B-AEEE-52D62358DDF2}"/>
                </a:ext>
              </a:extLst>
            </p:cNvPr>
            <p:cNvSpPr/>
            <p:nvPr/>
          </p:nvSpPr>
          <p:spPr>
            <a:xfrm flipV="1">
              <a:off x="6090101"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EED23DE9-54D1-45F8-9D6B-E5F51FDDCEE4}"/>
                </a:ext>
              </a:extLst>
            </p:cNvPr>
            <p:cNvSpPr/>
            <p:nvPr/>
          </p:nvSpPr>
          <p:spPr>
            <a:xfrm flipV="1">
              <a:off x="6177393"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0496BE2A-B7A5-4AD3-9CFF-65CCCE4FA285}"/>
                </a:ext>
              </a:extLst>
            </p:cNvPr>
            <p:cNvSpPr/>
            <p:nvPr/>
          </p:nvSpPr>
          <p:spPr>
            <a:xfrm flipV="1">
              <a:off x="6263918"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693BFF85-058E-432D-81FA-85E2A9D00310}"/>
                </a:ext>
              </a:extLst>
            </p:cNvPr>
            <p:cNvSpPr/>
            <p:nvPr/>
          </p:nvSpPr>
          <p:spPr>
            <a:xfrm flipV="1">
              <a:off x="6350443"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Rectangle 832">
              <a:extLst>
                <a:ext uri="{FF2B5EF4-FFF2-40B4-BE49-F238E27FC236}">
                  <a16:creationId xmlns:a16="http://schemas.microsoft.com/office/drawing/2014/main" id="{38DF3322-3901-4888-A934-86B3D161FD7F}"/>
                </a:ext>
              </a:extLst>
            </p:cNvPr>
            <p:cNvSpPr/>
            <p:nvPr/>
          </p:nvSpPr>
          <p:spPr>
            <a:xfrm flipV="1">
              <a:off x="6439355"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3B1B2708-B5FF-4DDF-B25B-0BE00747526F}"/>
                </a:ext>
              </a:extLst>
            </p:cNvPr>
            <p:cNvSpPr/>
            <p:nvPr/>
          </p:nvSpPr>
          <p:spPr>
            <a:xfrm flipV="1">
              <a:off x="6529858"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Rectangle 834">
              <a:extLst>
                <a:ext uri="{FF2B5EF4-FFF2-40B4-BE49-F238E27FC236}">
                  <a16:creationId xmlns:a16="http://schemas.microsoft.com/office/drawing/2014/main" id="{F0A9B6D9-5F8C-498C-A545-08505A36BECC}"/>
                </a:ext>
              </a:extLst>
            </p:cNvPr>
            <p:cNvSpPr/>
            <p:nvPr/>
          </p:nvSpPr>
          <p:spPr>
            <a:xfrm flipV="1">
              <a:off x="6620345"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Rectangle 835">
              <a:extLst>
                <a:ext uri="{FF2B5EF4-FFF2-40B4-BE49-F238E27FC236}">
                  <a16:creationId xmlns:a16="http://schemas.microsoft.com/office/drawing/2014/main" id="{3C655AFB-5255-43BC-AE19-D3759950C34C}"/>
                </a:ext>
              </a:extLst>
            </p:cNvPr>
            <p:cNvSpPr/>
            <p:nvPr/>
          </p:nvSpPr>
          <p:spPr>
            <a:xfrm flipV="1">
              <a:off x="6706062"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4DEAB129-6C86-4633-B064-41E02A633921}"/>
                </a:ext>
              </a:extLst>
            </p:cNvPr>
            <p:cNvSpPr/>
            <p:nvPr/>
          </p:nvSpPr>
          <p:spPr>
            <a:xfrm flipV="1">
              <a:off x="5845626" y="425669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FD9F09CF-BE1B-4493-90BF-003E13D49824}"/>
                </a:ext>
              </a:extLst>
            </p:cNvPr>
            <p:cNvSpPr/>
            <p:nvPr/>
          </p:nvSpPr>
          <p:spPr>
            <a:xfrm flipV="1">
              <a:off x="5926590" y="425669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5B6F0336-158E-420B-AEE1-4508BF0300E7}"/>
                </a:ext>
              </a:extLst>
            </p:cNvPr>
            <p:cNvSpPr/>
            <p:nvPr/>
          </p:nvSpPr>
          <p:spPr>
            <a:xfrm flipV="1">
              <a:off x="6791777"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AE926834-DBC0-48EB-B637-CC71AA247681}"/>
                </a:ext>
              </a:extLst>
            </p:cNvPr>
            <p:cNvSpPr/>
            <p:nvPr/>
          </p:nvSpPr>
          <p:spPr>
            <a:xfrm flipV="1">
              <a:off x="6009124" y="434057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48D091E2-3AF4-48F4-8C19-5FB3CF3E32DE}"/>
                </a:ext>
              </a:extLst>
            </p:cNvPr>
            <p:cNvSpPr/>
            <p:nvPr/>
          </p:nvSpPr>
          <p:spPr>
            <a:xfrm flipV="1">
              <a:off x="6090073" y="433792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8BFB8390-A8BD-4A86-A658-AA00AEFCB5E3}"/>
                </a:ext>
              </a:extLst>
            </p:cNvPr>
            <p:cNvSpPr/>
            <p:nvPr/>
          </p:nvSpPr>
          <p:spPr>
            <a:xfrm flipV="1">
              <a:off x="6178201" y="434057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Rectangle 842">
              <a:extLst>
                <a:ext uri="{FF2B5EF4-FFF2-40B4-BE49-F238E27FC236}">
                  <a16:creationId xmlns:a16="http://schemas.microsoft.com/office/drawing/2014/main" id="{657AD823-10A7-4380-8E10-AAD2419ADE7E}"/>
                </a:ext>
              </a:extLst>
            </p:cNvPr>
            <p:cNvSpPr/>
            <p:nvPr/>
          </p:nvSpPr>
          <p:spPr>
            <a:xfrm flipV="1">
              <a:off x="6264726" y="434057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Rectangle 843">
              <a:extLst>
                <a:ext uri="{FF2B5EF4-FFF2-40B4-BE49-F238E27FC236}">
                  <a16:creationId xmlns:a16="http://schemas.microsoft.com/office/drawing/2014/main" id="{4FC6B1B2-E428-48B0-9C5B-BFE799ED411A}"/>
                </a:ext>
              </a:extLst>
            </p:cNvPr>
            <p:cNvSpPr/>
            <p:nvPr/>
          </p:nvSpPr>
          <p:spPr>
            <a:xfrm flipV="1">
              <a:off x="6350443"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Rectangle 844">
              <a:extLst>
                <a:ext uri="{FF2B5EF4-FFF2-40B4-BE49-F238E27FC236}">
                  <a16:creationId xmlns:a16="http://schemas.microsoft.com/office/drawing/2014/main" id="{91E6859C-44CD-40A0-A623-069AF0A6A7FC}"/>
                </a:ext>
              </a:extLst>
            </p:cNvPr>
            <p:cNvSpPr/>
            <p:nvPr/>
          </p:nvSpPr>
          <p:spPr>
            <a:xfrm flipV="1">
              <a:off x="6439355"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Rectangle 845">
              <a:extLst>
                <a:ext uri="{FF2B5EF4-FFF2-40B4-BE49-F238E27FC236}">
                  <a16:creationId xmlns:a16="http://schemas.microsoft.com/office/drawing/2014/main" id="{CD493C8E-64EE-4E30-B113-847DCFA9B6A8}"/>
                </a:ext>
              </a:extLst>
            </p:cNvPr>
            <p:cNvSpPr/>
            <p:nvPr/>
          </p:nvSpPr>
          <p:spPr>
            <a:xfrm flipV="1">
              <a:off x="6529858"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7" name="Rectangle 846">
              <a:extLst>
                <a:ext uri="{FF2B5EF4-FFF2-40B4-BE49-F238E27FC236}">
                  <a16:creationId xmlns:a16="http://schemas.microsoft.com/office/drawing/2014/main" id="{C62500A1-64DF-4B3E-84AF-3A21F5D25D71}"/>
                </a:ext>
              </a:extLst>
            </p:cNvPr>
            <p:cNvSpPr/>
            <p:nvPr/>
          </p:nvSpPr>
          <p:spPr>
            <a:xfrm flipV="1">
              <a:off x="6620345"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Rectangle 847">
              <a:extLst>
                <a:ext uri="{FF2B5EF4-FFF2-40B4-BE49-F238E27FC236}">
                  <a16:creationId xmlns:a16="http://schemas.microsoft.com/office/drawing/2014/main" id="{6D2F842C-0AE8-4FAF-BA59-438D787B4E60}"/>
                </a:ext>
              </a:extLst>
            </p:cNvPr>
            <p:cNvSpPr/>
            <p:nvPr/>
          </p:nvSpPr>
          <p:spPr>
            <a:xfrm flipV="1">
              <a:off x="6706062"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Rectangle 848">
              <a:extLst>
                <a:ext uri="{FF2B5EF4-FFF2-40B4-BE49-F238E27FC236}">
                  <a16:creationId xmlns:a16="http://schemas.microsoft.com/office/drawing/2014/main" id="{82208D26-9133-42C2-8F00-CC32B63CA7FB}"/>
                </a:ext>
              </a:extLst>
            </p:cNvPr>
            <p:cNvSpPr/>
            <p:nvPr/>
          </p:nvSpPr>
          <p:spPr>
            <a:xfrm flipV="1">
              <a:off x="5845626" y="43379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Rectangle 849">
              <a:extLst>
                <a:ext uri="{FF2B5EF4-FFF2-40B4-BE49-F238E27FC236}">
                  <a16:creationId xmlns:a16="http://schemas.microsoft.com/office/drawing/2014/main" id="{F1E2753F-FB51-4D8A-A9D8-D1ACC4A448D4}"/>
                </a:ext>
              </a:extLst>
            </p:cNvPr>
            <p:cNvSpPr/>
            <p:nvPr/>
          </p:nvSpPr>
          <p:spPr>
            <a:xfrm flipV="1">
              <a:off x="5926590" y="43379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Rectangle 850">
              <a:extLst>
                <a:ext uri="{FF2B5EF4-FFF2-40B4-BE49-F238E27FC236}">
                  <a16:creationId xmlns:a16="http://schemas.microsoft.com/office/drawing/2014/main" id="{D01A0201-FBFA-4646-8688-D4674F4E550D}"/>
                </a:ext>
              </a:extLst>
            </p:cNvPr>
            <p:cNvSpPr/>
            <p:nvPr/>
          </p:nvSpPr>
          <p:spPr>
            <a:xfrm flipV="1">
              <a:off x="6791777" y="441585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2" name="Rectangle 851">
              <a:extLst>
                <a:ext uri="{FF2B5EF4-FFF2-40B4-BE49-F238E27FC236}">
                  <a16:creationId xmlns:a16="http://schemas.microsoft.com/office/drawing/2014/main" id="{35F269DC-6FC6-4AA2-A410-C3645D48EF0A}"/>
                </a:ext>
              </a:extLst>
            </p:cNvPr>
            <p:cNvSpPr/>
            <p:nvPr/>
          </p:nvSpPr>
          <p:spPr>
            <a:xfrm flipV="1">
              <a:off x="6706062" y="441585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3" name="Rectangle 852">
              <a:extLst>
                <a:ext uri="{FF2B5EF4-FFF2-40B4-BE49-F238E27FC236}">
                  <a16:creationId xmlns:a16="http://schemas.microsoft.com/office/drawing/2014/main" id="{7D8C8244-BF1B-4BD6-AFF1-EAE5125E756E}"/>
                </a:ext>
              </a:extLst>
            </p:cNvPr>
            <p:cNvSpPr/>
            <p:nvPr/>
          </p:nvSpPr>
          <p:spPr>
            <a:xfrm flipV="1">
              <a:off x="6791777" y="449707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4" name="Rectangle 853">
              <a:extLst>
                <a:ext uri="{FF2B5EF4-FFF2-40B4-BE49-F238E27FC236}">
                  <a16:creationId xmlns:a16="http://schemas.microsoft.com/office/drawing/2014/main" id="{DA8FC94C-C159-45E7-B3AE-38A8DA7426C5}"/>
                </a:ext>
              </a:extLst>
            </p:cNvPr>
            <p:cNvSpPr/>
            <p:nvPr/>
          </p:nvSpPr>
          <p:spPr>
            <a:xfrm flipV="1">
              <a:off x="6706062" y="449707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a:extLst>
                <a:ext uri="{FF2B5EF4-FFF2-40B4-BE49-F238E27FC236}">
                  <a16:creationId xmlns:a16="http://schemas.microsoft.com/office/drawing/2014/main" id="{49F34FC0-7A57-4217-B35E-D55D69B91D4F}"/>
                </a:ext>
              </a:extLst>
            </p:cNvPr>
            <p:cNvSpPr/>
            <p:nvPr/>
          </p:nvSpPr>
          <p:spPr>
            <a:xfrm flipV="1">
              <a:off x="6439327" y="441557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 name="Rectangle 855">
              <a:extLst>
                <a:ext uri="{FF2B5EF4-FFF2-40B4-BE49-F238E27FC236}">
                  <a16:creationId xmlns:a16="http://schemas.microsoft.com/office/drawing/2014/main" id="{634EB96C-9D41-45D0-AAF0-55F0C2E3EE7B}"/>
                </a:ext>
              </a:extLst>
            </p:cNvPr>
            <p:cNvSpPr/>
            <p:nvPr/>
          </p:nvSpPr>
          <p:spPr>
            <a:xfrm flipV="1">
              <a:off x="6353612" y="441557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Rectangle 856">
              <a:extLst>
                <a:ext uri="{FF2B5EF4-FFF2-40B4-BE49-F238E27FC236}">
                  <a16:creationId xmlns:a16="http://schemas.microsoft.com/office/drawing/2014/main" id="{C9ED125E-260B-437B-B3BE-190D57833051}"/>
                </a:ext>
              </a:extLst>
            </p:cNvPr>
            <p:cNvSpPr/>
            <p:nvPr/>
          </p:nvSpPr>
          <p:spPr>
            <a:xfrm flipV="1">
              <a:off x="5845626" y="3159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Rectangle 857">
              <a:extLst>
                <a:ext uri="{FF2B5EF4-FFF2-40B4-BE49-F238E27FC236}">
                  <a16:creationId xmlns:a16="http://schemas.microsoft.com/office/drawing/2014/main" id="{700F4AD9-6D8F-47F7-877B-F9EA38D99025}"/>
                </a:ext>
              </a:extLst>
            </p:cNvPr>
            <p:cNvSpPr/>
            <p:nvPr/>
          </p:nvSpPr>
          <p:spPr>
            <a:xfrm flipV="1">
              <a:off x="5926590" y="3159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Rectangle 858">
              <a:extLst>
                <a:ext uri="{FF2B5EF4-FFF2-40B4-BE49-F238E27FC236}">
                  <a16:creationId xmlns:a16="http://schemas.microsoft.com/office/drawing/2014/main" id="{086A77BC-5EC9-42D4-A446-C33F42911D02}"/>
                </a:ext>
              </a:extLst>
            </p:cNvPr>
            <p:cNvSpPr/>
            <p:nvPr/>
          </p:nvSpPr>
          <p:spPr>
            <a:xfrm>
              <a:off x="6090709" y="450508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Rectangle 859">
              <a:extLst>
                <a:ext uri="{FF2B5EF4-FFF2-40B4-BE49-F238E27FC236}">
                  <a16:creationId xmlns:a16="http://schemas.microsoft.com/office/drawing/2014/main" id="{AE0C1487-0895-4765-B105-1DDEF496C990}"/>
                </a:ext>
              </a:extLst>
            </p:cNvPr>
            <p:cNvSpPr/>
            <p:nvPr/>
          </p:nvSpPr>
          <p:spPr>
            <a:xfrm>
              <a:off x="6178837" y="450243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Rectangle 860">
              <a:extLst>
                <a:ext uri="{FF2B5EF4-FFF2-40B4-BE49-F238E27FC236}">
                  <a16:creationId xmlns:a16="http://schemas.microsoft.com/office/drawing/2014/main" id="{50402D33-9EE4-4DBB-80B6-4C3B5CB7A3D4}"/>
                </a:ext>
              </a:extLst>
            </p:cNvPr>
            <p:cNvSpPr/>
            <p:nvPr/>
          </p:nvSpPr>
          <p:spPr>
            <a:xfrm>
              <a:off x="6265362" y="450243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Rectangle 861">
              <a:extLst>
                <a:ext uri="{FF2B5EF4-FFF2-40B4-BE49-F238E27FC236}">
                  <a16:creationId xmlns:a16="http://schemas.microsoft.com/office/drawing/2014/main" id="{915D5E11-7028-4C58-A455-2E644C3BF593}"/>
                </a:ext>
              </a:extLst>
            </p:cNvPr>
            <p:cNvSpPr/>
            <p:nvPr/>
          </p:nvSpPr>
          <p:spPr>
            <a:xfrm flipV="1">
              <a:off x="6009788" y="450428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Rectangle 862">
              <a:extLst>
                <a:ext uri="{FF2B5EF4-FFF2-40B4-BE49-F238E27FC236}">
                  <a16:creationId xmlns:a16="http://schemas.microsoft.com/office/drawing/2014/main" id="{765BE7F2-D707-404D-B9A2-1DCB127E7D79}"/>
                </a:ext>
              </a:extLst>
            </p:cNvPr>
            <p:cNvSpPr/>
            <p:nvPr/>
          </p:nvSpPr>
          <p:spPr>
            <a:xfrm flipV="1">
              <a:off x="5927198" y="45058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Rectangle 863">
              <a:extLst>
                <a:ext uri="{FF2B5EF4-FFF2-40B4-BE49-F238E27FC236}">
                  <a16:creationId xmlns:a16="http://schemas.microsoft.com/office/drawing/2014/main" id="{4B42FD27-8BD6-4FFE-98A0-C3582200D3E4}"/>
                </a:ext>
              </a:extLst>
            </p:cNvPr>
            <p:cNvSpPr/>
            <p:nvPr/>
          </p:nvSpPr>
          <p:spPr>
            <a:xfrm flipV="1">
              <a:off x="5846651" y="45058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 name="Rectangle 864">
              <a:extLst>
                <a:ext uri="{FF2B5EF4-FFF2-40B4-BE49-F238E27FC236}">
                  <a16:creationId xmlns:a16="http://schemas.microsoft.com/office/drawing/2014/main" id="{372E3967-5BFA-455A-8C4E-5C11034B78DA}"/>
                </a:ext>
              </a:extLst>
            </p:cNvPr>
            <p:cNvSpPr/>
            <p:nvPr/>
          </p:nvSpPr>
          <p:spPr>
            <a:xfrm flipV="1">
              <a:off x="6009124" y="442498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Rectangle 865">
              <a:extLst>
                <a:ext uri="{FF2B5EF4-FFF2-40B4-BE49-F238E27FC236}">
                  <a16:creationId xmlns:a16="http://schemas.microsoft.com/office/drawing/2014/main" id="{F34F5D8F-0D2B-4E36-8538-71872A3E7ACE}"/>
                </a:ext>
              </a:extLst>
            </p:cNvPr>
            <p:cNvSpPr/>
            <p:nvPr/>
          </p:nvSpPr>
          <p:spPr>
            <a:xfrm flipV="1">
              <a:off x="6090073" y="442233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Rectangle 866">
              <a:extLst>
                <a:ext uri="{FF2B5EF4-FFF2-40B4-BE49-F238E27FC236}">
                  <a16:creationId xmlns:a16="http://schemas.microsoft.com/office/drawing/2014/main" id="{5ACAEFA9-4E3F-43BE-9D4A-40A3FBD029BF}"/>
                </a:ext>
              </a:extLst>
            </p:cNvPr>
            <p:cNvSpPr/>
            <p:nvPr/>
          </p:nvSpPr>
          <p:spPr>
            <a:xfrm flipV="1">
              <a:off x="6178201" y="442498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Rectangle 867">
              <a:extLst>
                <a:ext uri="{FF2B5EF4-FFF2-40B4-BE49-F238E27FC236}">
                  <a16:creationId xmlns:a16="http://schemas.microsoft.com/office/drawing/2014/main" id="{32AC8BA9-54C1-499E-9EE2-69483EF0FA2E}"/>
                </a:ext>
              </a:extLst>
            </p:cNvPr>
            <p:cNvSpPr/>
            <p:nvPr/>
          </p:nvSpPr>
          <p:spPr>
            <a:xfrm flipV="1">
              <a:off x="6264726" y="442498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Rectangle 868">
              <a:extLst>
                <a:ext uri="{FF2B5EF4-FFF2-40B4-BE49-F238E27FC236}">
                  <a16:creationId xmlns:a16="http://schemas.microsoft.com/office/drawing/2014/main" id="{A32004CE-F306-43C6-ABD3-949B448BBEC6}"/>
                </a:ext>
              </a:extLst>
            </p:cNvPr>
            <p:cNvSpPr/>
            <p:nvPr/>
          </p:nvSpPr>
          <p:spPr>
            <a:xfrm flipV="1">
              <a:off x="5845626" y="44223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Rectangle 869">
              <a:extLst>
                <a:ext uri="{FF2B5EF4-FFF2-40B4-BE49-F238E27FC236}">
                  <a16:creationId xmlns:a16="http://schemas.microsoft.com/office/drawing/2014/main" id="{A8DD4DA7-4E95-4648-BD94-451E2A467062}"/>
                </a:ext>
              </a:extLst>
            </p:cNvPr>
            <p:cNvSpPr/>
            <p:nvPr/>
          </p:nvSpPr>
          <p:spPr>
            <a:xfrm flipV="1">
              <a:off x="5926590" y="44223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1" name="Rectangle 870">
              <a:extLst>
                <a:ext uri="{FF2B5EF4-FFF2-40B4-BE49-F238E27FC236}">
                  <a16:creationId xmlns:a16="http://schemas.microsoft.com/office/drawing/2014/main" id="{92DCC952-387F-4EAF-9782-F333E72E565A}"/>
                </a:ext>
              </a:extLst>
            </p:cNvPr>
            <p:cNvSpPr/>
            <p:nvPr/>
          </p:nvSpPr>
          <p:spPr>
            <a:xfrm>
              <a:off x="6877502" y="4384750"/>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872" name="Rectangle 871">
              <a:extLst>
                <a:ext uri="{FF2B5EF4-FFF2-40B4-BE49-F238E27FC236}">
                  <a16:creationId xmlns:a16="http://schemas.microsoft.com/office/drawing/2014/main" id="{661A9584-A465-4662-AA0F-0D7B0509527A}"/>
                </a:ext>
              </a:extLst>
            </p:cNvPr>
            <p:cNvSpPr/>
            <p:nvPr/>
          </p:nvSpPr>
          <p:spPr>
            <a:xfrm flipV="1">
              <a:off x="5765331" y="437932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Rectangle 872">
              <a:extLst>
                <a:ext uri="{FF2B5EF4-FFF2-40B4-BE49-F238E27FC236}">
                  <a16:creationId xmlns:a16="http://schemas.microsoft.com/office/drawing/2014/main" id="{E1BCE188-AD47-4FFC-8C82-3A07B66BC30B}"/>
                </a:ext>
              </a:extLst>
            </p:cNvPr>
            <p:cNvSpPr/>
            <p:nvPr/>
          </p:nvSpPr>
          <p:spPr>
            <a:xfrm flipV="1">
              <a:off x="6877130" y="400885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4" name="Rectangle 873">
              <a:extLst>
                <a:ext uri="{FF2B5EF4-FFF2-40B4-BE49-F238E27FC236}">
                  <a16:creationId xmlns:a16="http://schemas.microsoft.com/office/drawing/2014/main" id="{828C14A1-BAF1-4E34-B179-9DF8BB1E1C6C}"/>
                </a:ext>
              </a:extLst>
            </p:cNvPr>
            <p:cNvSpPr/>
            <p:nvPr/>
          </p:nvSpPr>
          <p:spPr>
            <a:xfrm flipV="1">
              <a:off x="6877130" y="409563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Rectangle 874">
              <a:extLst>
                <a:ext uri="{FF2B5EF4-FFF2-40B4-BE49-F238E27FC236}">
                  <a16:creationId xmlns:a16="http://schemas.microsoft.com/office/drawing/2014/main" id="{823FC82D-1291-4120-8020-FBCE5286B1AE}"/>
                </a:ext>
              </a:extLst>
            </p:cNvPr>
            <p:cNvSpPr/>
            <p:nvPr/>
          </p:nvSpPr>
          <p:spPr>
            <a:xfrm flipV="1">
              <a:off x="6877130" y="418407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Rectangle 875">
              <a:extLst>
                <a:ext uri="{FF2B5EF4-FFF2-40B4-BE49-F238E27FC236}">
                  <a16:creationId xmlns:a16="http://schemas.microsoft.com/office/drawing/2014/main" id="{953E024C-E092-4D9E-9988-A1B047F4606A}"/>
                </a:ext>
              </a:extLst>
            </p:cNvPr>
            <p:cNvSpPr/>
            <p:nvPr/>
          </p:nvSpPr>
          <p:spPr>
            <a:xfrm flipV="1">
              <a:off x="6877130" y="426501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Rectangle 876">
              <a:extLst>
                <a:ext uri="{FF2B5EF4-FFF2-40B4-BE49-F238E27FC236}">
                  <a16:creationId xmlns:a16="http://schemas.microsoft.com/office/drawing/2014/main" id="{93199891-6BA3-4354-8FF7-DB7F09A42D98}"/>
                </a:ext>
              </a:extLst>
            </p:cNvPr>
            <p:cNvSpPr/>
            <p:nvPr/>
          </p:nvSpPr>
          <p:spPr>
            <a:xfrm flipV="1">
              <a:off x="6877513" y="434162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Rectangle 877">
              <a:extLst>
                <a:ext uri="{FF2B5EF4-FFF2-40B4-BE49-F238E27FC236}">
                  <a16:creationId xmlns:a16="http://schemas.microsoft.com/office/drawing/2014/main" id="{0251F138-9BD0-4783-9801-CBB8909B003C}"/>
                </a:ext>
              </a:extLst>
            </p:cNvPr>
            <p:cNvSpPr/>
            <p:nvPr/>
          </p:nvSpPr>
          <p:spPr>
            <a:xfrm flipV="1">
              <a:off x="6877130" y="358637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9" name="Rectangle 878">
              <a:extLst>
                <a:ext uri="{FF2B5EF4-FFF2-40B4-BE49-F238E27FC236}">
                  <a16:creationId xmlns:a16="http://schemas.microsoft.com/office/drawing/2014/main" id="{2C3F0487-E4ED-43A2-9D6C-F4127AD81483}"/>
                </a:ext>
              </a:extLst>
            </p:cNvPr>
            <p:cNvSpPr/>
            <p:nvPr/>
          </p:nvSpPr>
          <p:spPr>
            <a:xfrm flipV="1">
              <a:off x="6877130" y="366741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Rectangle 879">
              <a:extLst>
                <a:ext uri="{FF2B5EF4-FFF2-40B4-BE49-F238E27FC236}">
                  <a16:creationId xmlns:a16="http://schemas.microsoft.com/office/drawing/2014/main" id="{E52DCCCA-1C60-4F4D-A25D-F6E2B286A0C0}"/>
                </a:ext>
              </a:extLst>
            </p:cNvPr>
            <p:cNvSpPr/>
            <p:nvPr/>
          </p:nvSpPr>
          <p:spPr>
            <a:xfrm flipV="1">
              <a:off x="6877130" y="375245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Rectangle 880">
              <a:extLst>
                <a:ext uri="{FF2B5EF4-FFF2-40B4-BE49-F238E27FC236}">
                  <a16:creationId xmlns:a16="http://schemas.microsoft.com/office/drawing/2014/main" id="{2E2E2630-069F-4B9E-B31C-3DE259A2B5C4}"/>
                </a:ext>
              </a:extLst>
            </p:cNvPr>
            <p:cNvSpPr/>
            <p:nvPr/>
          </p:nvSpPr>
          <p:spPr>
            <a:xfrm flipV="1">
              <a:off x="6877130" y="383906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Rectangle 881">
              <a:extLst>
                <a:ext uri="{FF2B5EF4-FFF2-40B4-BE49-F238E27FC236}">
                  <a16:creationId xmlns:a16="http://schemas.microsoft.com/office/drawing/2014/main" id="{753720C6-1C5D-42A8-8845-11A6618A8510}"/>
                </a:ext>
              </a:extLst>
            </p:cNvPr>
            <p:cNvSpPr/>
            <p:nvPr/>
          </p:nvSpPr>
          <p:spPr>
            <a:xfrm flipV="1">
              <a:off x="6877130" y="392465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Rectangle 882">
              <a:extLst>
                <a:ext uri="{FF2B5EF4-FFF2-40B4-BE49-F238E27FC236}">
                  <a16:creationId xmlns:a16="http://schemas.microsoft.com/office/drawing/2014/main" id="{C3CC9774-F58B-4B1C-A0AA-AA591CBBA606}"/>
                </a:ext>
              </a:extLst>
            </p:cNvPr>
            <p:cNvSpPr/>
            <p:nvPr/>
          </p:nvSpPr>
          <p:spPr>
            <a:xfrm flipV="1">
              <a:off x="6877130" y="316239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Rectangle 883">
              <a:extLst>
                <a:ext uri="{FF2B5EF4-FFF2-40B4-BE49-F238E27FC236}">
                  <a16:creationId xmlns:a16="http://schemas.microsoft.com/office/drawing/2014/main" id="{492200EE-C86C-45C9-AB49-BE4730D5C194}"/>
                </a:ext>
              </a:extLst>
            </p:cNvPr>
            <p:cNvSpPr/>
            <p:nvPr/>
          </p:nvSpPr>
          <p:spPr>
            <a:xfrm flipV="1">
              <a:off x="6877130" y="325049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Rectangle 884">
              <a:extLst>
                <a:ext uri="{FF2B5EF4-FFF2-40B4-BE49-F238E27FC236}">
                  <a16:creationId xmlns:a16="http://schemas.microsoft.com/office/drawing/2014/main" id="{B0EB5C82-3DB6-415D-B1F9-C2746A566467}"/>
                </a:ext>
              </a:extLst>
            </p:cNvPr>
            <p:cNvSpPr/>
            <p:nvPr/>
          </p:nvSpPr>
          <p:spPr>
            <a:xfrm flipV="1">
              <a:off x="6877130" y="333754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Rectangle 885">
              <a:extLst>
                <a:ext uri="{FF2B5EF4-FFF2-40B4-BE49-F238E27FC236}">
                  <a16:creationId xmlns:a16="http://schemas.microsoft.com/office/drawing/2014/main" id="{50238B3D-9AF4-4B47-8037-3E06A11DC944}"/>
                </a:ext>
              </a:extLst>
            </p:cNvPr>
            <p:cNvSpPr/>
            <p:nvPr/>
          </p:nvSpPr>
          <p:spPr>
            <a:xfrm flipV="1">
              <a:off x="6877130" y="342259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7" name="Rectangle 886">
              <a:extLst>
                <a:ext uri="{FF2B5EF4-FFF2-40B4-BE49-F238E27FC236}">
                  <a16:creationId xmlns:a16="http://schemas.microsoft.com/office/drawing/2014/main" id="{9449E57F-0C26-406C-8464-073D559B08C0}"/>
                </a:ext>
              </a:extLst>
            </p:cNvPr>
            <p:cNvSpPr/>
            <p:nvPr/>
          </p:nvSpPr>
          <p:spPr>
            <a:xfrm flipV="1">
              <a:off x="6877130" y="350363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DEE02BB9-19F0-45B8-BC04-A50E52E0337A}"/>
                </a:ext>
              </a:extLst>
            </p:cNvPr>
            <p:cNvSpPr/>
            <p:nvPr/>
          </p:nvSpPr>
          <p:spPr>
            <a:xfrm flipV="1">
              <a:off x="6879285" y="542612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76F4D5C9-AE6F-4B0D-B6CC-8FDAD81DD9FB}"/>
                </a:ext>
              </a:extLst>
            </p:cNvPr>
            <p:cNvSpPr/>
            <p:nvPr/>
          </p:nvSpPr>
          <p:spPr>
            <a:xfrm flipV="1">
              <a:off x="6879285" y="551290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Rectangle 889">
              <a:extLst>
                <a:ext uri="{FF2B5EF4-FFF2-40B4-BE49-F238E27FC236}">
                  <a16:creationId xmlns:a16="http://schemas.microsoft.com/office/drawing/2014/main" id="{DBC61189-97F6-477A-A49C-85565D105088}"/>
                </a:ext>
              </a:extLst>
            </p:cNvPr>
            <p:cNvSpPr/>
            <p:nvPr/>
          </p:nvSpPr>
          <p:spPr>
            <a:xfrm flipV="1">
              <a:off x="6879285" y="560134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Rectangle 890">
              <a:extLst>
                <a:ext uri="{FF2B5EF4-FFF2-40B4-BE49-F238E27FC236}">
                  <a16:creationId xmlns:a16="http://schemas.microsoft.com/office/drawing/2014/main" id="{0EF00BB0-C2E6-433C-AD7F-5B7B7CAE3164}"/>
                </a:ext>
              </a:extLst>
            </p:cNvPr>
            <p:cNvSpPr/>
            <p:nvPr/>
          </p:nvSpPr>
          <p:spPr>
            <a:xfrm flipV="1">
              <a:off x="6879285" y="568229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Rectangle 891">
              <a:extLst>
                <a:ext uri="{FF2B5EF4-FFF2-40B4-BE49-F238E27FC236}">
                  <a16:creationId xmlns:a16="http://schemas.microsoft.com/office/drawing/2014/main" id="{5C47F584-95DE-4FFB-9441-9166632BF348}"/>
                </a:ext>
              </a:extLst>
            </p:cNvPr>
            <p:cNvSpPr/>
            <p:nvPr/>
          </p:nvSpPr>
          <p:spPr>
            <a:xfrm flipV="1">
              <a:off x="6877493" y="57593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Rectangle 892">
              <a:extLst>
                <a:ext uri="{FF2B5EF4-FFF2-40B4-BE49-F238E27FC236}">
                  <a16:creationId xmlns:a16="http://schemas.microsoft.com/office/drawing/2014/main" id="{78A9BE22-A766-4929-B6A9-F9F1EE692158}"/>
                </a:ext>
              </a:extLst>
            </p:cNvPr>
            <p:cNvSpPr/>
            <p:nvPr/>
          </p:nvSpPr>
          <p:spPr>
            <a:xfrm flipV="1">
              <a:off x="6879285" y="500364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Rectangle 893">
              <a:extLst>
                <a:ext uri="{FF2B5EF4-FFF2-40B4-BE49-F238E27FC236}">
                  <a16:creationId xmlns:a16="http://schemas.microsoft.com/office/drawing/2014/main" id="{FC2DFDF0-791A-401A-AC50-B372C170D72C}"/>
                </a:ext>
              </a:extLst>
            </p:cNvPr>
            <p:cNvSpPr/>
            <p:nvPr/>
          </p:nvSpPr>
          <p:spPr>
            <a:xfrm flipV="1">
              <a:off x="6879285" y="508468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5" name="Rectangle 894">
              <a:extLst>
                <a:ext uri="{FF2B5EF4-FFF2-40B4-BE49-F238E27FC236}">
                  <a16:creationId xmlns:a16="http://schemas.microsoft.com/office/drawing/2014/main" id="{62763F6E-E66B-4276-9447-851A445E152F}"/>
                </a:ext>
              </a:extLst>
            </p:cNvPr>
            <p:cNvSpPr/>
            <p:nvPr/>
          </p:nvSpPr>
          <p:spPr>
            <a:xfrm flipV="1">
              <a:off x="6879285" y="516972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6" name="Rectangle 895">
              <a:extLst>
                <a:ext uri="{FF2B5EF4-FFF2-40B4-BE49-F238E27FC236}">
                  <a16:creationId xmlns:a16="http://schemas.microsoft.com/office/drawing/2014/main" id="{035FC206-2B7A-4005-9181-DC22FE0438CE}"/>
                </a:ext>
              </a:extLst>
            </p:cNvPr>
            <p:cNvSpPr/>
            <p:nvPr/>
          </p:nvSpPr>
          <p:spPr>
            <a:xfrm flipV="1">
              <a:off x="6879285" y="525633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Rectangle 896">
              <a:extLst>
                <a:ext uri="{FF2B5EF4-FFF2-40B4-BE49-F238E27FC236}">
                  <a16:creationId xmlns:a16="http://schemas.microsoft.com/office/drawing/2014/main" id="{B4EB01C1-6379-473E-BF5B-3F93369B79C0}"/>
                </a:ext>
              </a:extLst>
            </p:cNvPr>
            <p:cNvSpPr/>
            <p:nvPr/>
          </p:nvSpPr>
          <p:spPr>
            <a:xfrm flipV="1">
              <a:off x="6879285" y="534192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Rectangle 897">
              <a:extLst>
                <a:ext uri="{FF2B5EF4-FFF2-40B4-BE49-F238E27FC236}">
                  <a16:creationId xmlns:a16="http://schemas.microsoft.com/office/drawing/2014/main" id="{B0925BA7-DD6C-4E1C-AB6F-8BC2DB9B9C1B}"/>
                </a:ext>
              </a:extLst>
            </p:cNvPr>
            <p:cNvSpPr/>
            <p:nvPr/>
          </p:nvSpPr>
          <p:spPr>
            <a:xfrm flipV="1">
              <a:off x="6879285" y="457966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Rectangle 898">
              <a:extLst>
                <a:ext uri="{FF2B5EF4-FFF2-40B4-BE49-F238E27FC236}">
                  <a16:creationId xmlns:a16="http://schemas.microsoft.com/office/drawing/2014/main" id="{DCCE28B0-1B05-4F45-B53E-BFEFD3D20D97}"/>
                </a:ext>
              </a:extLst>
            </p:cNvPr>
            <p:cNvSpPr/>
            <p:nvPr/>
          </p:nvSpPr>
          <p:spPr>
            <a:xfrm flipV="1">
              <a:off x="6879285" y="466777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Rectangle 899">
              <a:extLst>
                <a:ext uri="{FF2B5EF4-FFF2-40B4-BE49-F238E27FC236}">
                  <a16:creationId xmlns:a16="http://schemas.microsoft.com/office/drawing/2014/main" id="{71F3ECD7-4E6B-4625-8FE9-E3C5F0921299}"/>
                </a:ext>
              </a:extLst>
            </p:cNvPr>
            <p:cNvSpPr/>
            <p:nvPr/>
          </p:nvSpPr>
          <p:spPr>
            <a:xfrm flipV="1">
              <a:off x="6879285" y="475482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Rectangle 900">
              <a:extLst>
                <a:ext uri="{FF2B5EF4-FFF2-40B4-BE49-F238E27FC236}">
                  <a16:creationId xmlns:a16="http://schemas.microsoft.com/office/drawing/2014/main" id="{B9AC2AEE-6EA3-4BC4-94FD-5D4B1B018EA3}"/>
                </a:ext>
              </a:extLst>
            </p:cNvPr>
            <p:cNvSpPr/>
            <p:nvPr/>
          </p:nvSpPr>
          <p:spPr>
            <a:xfrm flipV="1">
              <a:off x="6879285" y="48398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Rectangle 901">
              <a:extLst>
                <a:ext uri="{FF2B5EF4-FFF2-40B4-BE49-F238E27FC236}">
                  <a16:creationId xmlns:a16="http://schemas.microsoft.com/office/drawing/2014/main" id="{0EE4FD5F-C58F-4DC7-8FE0-F3107A892E59}"/>
                </a:ext>
              </a:extLst>
            </p:cNvPr>
            <p:cNvSpPr/>
            <p:nvPr/>
          </p:nvSpPr>
          <p:spPr>
            <a:xfrm flipV="1">
              <a:off x="6879285" y="492090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 name="Rectangle 902">
              <a:extLst>
                <a:ext uri="{FF2B5EF4-FFF2-40B4-BE49-F238E27FC236}">
                  <a16:creationId xmlns:a16="http://schemas.microsoft.com/office/drawing/2014/main" id="{5E1C18E1-F7A8-4353-AEC3-DDEA471C0268}"/>
                </a:ext>
              </a:extLst>
            </p:cNvPr>
            <p:cNvSpPr/>
            <p:nvPr/>
          </p:nvSpPr>
          <p:spPr>
            <a:xfrm flipV="1">
              <a:off x="5764484" y="542759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Rectangle 903">
              <a:extLst>
                <a:ext uri="{FF2B5EF4-FFF2-40B4-BE49-F238E27FC236}">
                  <a16:creationId xmlns:a16="http://schemas.microsoft.com/office/drawing/2014/main" id="{D3F88A8A-21DE-42E5-A3B3-E289D6A36AC1}"/>
                </a:ext>
              </a:extLst>
            </p:cNvPr>
            <p:cNvSpPr/>
            <p:nvPr/>
          </p:nvSpPr>
          <p:spPr>
            <a:xfrm flipV="1">
              <a:off x="5764484" y="551438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5" name="Rectangle 904">
              <a:extLst>
                <a:ext uri="{FF2B5EF4-FFF2-40B4-BE49-F238E27FC236}">
                  <a16:creationId xmlns:a16="http://schemas.microsoft.com/office/drawing/2014/main" id="{CF709A0B-7D09-47E4-BF1B-EE445A61560B}"/>
                </a:ext>
              </a:extLst>
            </p:cNvPr>
            <p:cNvSpPr/>
            <p:nvPr/>
          </p:nvSpPr>
          <p:spPr>
            <a:xfrm flipV="1">
              <a:off x="5764484" y="560281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Rectangle 905">
              <a:extLst>
                <a:ext uri="{FF2B5EF4-FFF2-40B4-BE49-F238E27FC236}">
                  <a16:creationId xmlns:a16="http://schemas.microsoft.com/office/drawing/2014/main" id="{25E3164D-DFFF-4ED6-94B7-D0397462CB49}"/>
                </a:ext>
              </a:extLst>
            </p:cNvPr>
            <p:cNvSpPr/>
            <p:nvPr/>
          </p:nvSpPr>
          <p:spPr>
            <a:xfrm flipV="1">
              <a:off x="5764484" y="568376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Rectangle 906">
              <a:extLst>
                <a:ext uri="{FF2B5EF4-FFF2-40B4-BE49-F238E27FC236}">
                  <a16:creationId xmlns:a16="http://schemas.microsoft.com/office/drawing/2014/main" id="{B73BD762-A50C-4BBD-87DF-4B854D0D61AB}"/>
                </a:ext>
              </a:extLst>
            </p:cNvPr>
            <p:cNvSpPr/>
            <p:nvPr/>
          </p:nvSpPr>
          <p:spPr>
            <a:xfrm flipV="1">
              <a:off x="5762692" y="57607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Rectangle 907">
              <a:extLst>
                <a:ext uri="{FF2B5EF4-FFF2-40B4-BE49-F238E27FC236}">
                  <a16:creationId xmlns:a16="http://schemas.microsoft.com/office/drawing/2014/main" id="{DA665F7E-99DE-4253-A5CE-B68A982480E8}"/>
                </a:ext>
              </a:extLst>
            </p:cNvPr>
            <p:cNvSpPr/>
            <p:nvPr/>
          </p:nvSpPr>
          <p:spPr>
            <a:xfrm flipV="1">
              <a:off x="5764484" y="500512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Rectangle 908">
              <a:extLst>
                <a:ext uri="{FF2B5EF4-FFF2-40B4-BE49-F238E27FC236}">
                  <a16:creationId xmlns:a16="http://schemas.microsoft.com/office/drawing/2014/main" id="{BCD27CE9-4F79-4825-97C0-E7974AB45CBA}"/>
                </a:ext>
              </a:extLst>
            </p:cNvPr>
            <p:cNvSpPr/>
            <p:nvPr/>
          </p:nvSpPr>
          <p:spPr>
            <a:xfrm flipV="1">
              <a:off x="5764484" y="508615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Rectangle 909">
              <a:extLst>
                <a:ext uri="{FF2B5EF4-FFF2-40B4-BE49-F238E27FC236}">
                  <a16:creationId xmlns:a16="http://schemas.microsoft.com/office/drawing/2014/main" id="{3059DDD3-D89A-45FB-965A-827762E57435}"/>
                </a:ext>
              </a:extLst>
            </p:cNvPr>
            <p:cNvSpPr/>
            <p:nvPr/>
          </p:nvSpPr>
          <p:spPr>
            <a:xfrm flipV="1">
              <a:off x="5764484" y="51712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Rectangle 910">
              <a:extLst>
                <a:ext uri="{FF2B5EF4-FFF2-40B4-BE49-F238E27FC236}">
                  <a16:creationId xmlns:a16="http://schemas.microsoft.com/office/drawing/2014/main" id="{7063F562-C855-44FE-9D6D-A27297533E89}"/>
                </a:ext>
              </a:extLst>
            </p:cNvPr>
            <p:cNvSpPr/>
            <p:nvPr/>
          </p:nvSpPr>
          <p:spPr>
            <a:xfrm flipV="1">
              <a:off x="5764484" y="525780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Rectangle 911">
              <a:extLst>
                <a:ext uri="{FF2B5EF4-FFF2-40B4-BE49-F238E27FC236}">
                  <a16:creationId xmlns:a16="http://schemas.microsoft.com/office/drawing/2014/main" id="{BBE37216-9C8E-4F89-9599-CFA4AF84E79E}"/>
                </a:ext>
              </a:extLst>
            </p:cNvPr>
            <p:cNvSpPr/>
            <p:nvPr/>
          </p:nvSpPr>
          <p:spPr>
            <a:xfrm flipV="1">
              <a:off x="5764484" y="53434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3" name="Rectangle 912">
              <a:extLst>
                <a:ext uri="{FF2B5EF4-FFF2-40B4-BE49-F238E27FC236}">
                  <a16:creationId xmlns:a16="http://schemas.microsoft.com/office/drawing/2014/main" id="{2C2D734D-22AF-4B75-BE1B-F20E2FAE828F}"/>
                </a:ext>
              </a:extLst>
            </p:cNvPr>
            <p:cNvSpPr/>
            <p:nvPr/>
          </p:nvSpPr>
          <p:spPr>
            <a:xfrm flipV="1">
              <a:off x="5764484" y="458113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4" name="Rectangle 913">
              <a:extLst>
                <a:ext uri="{FF2B5EF4-FFF2-40B4-BE49-F238E27FC236}">
                  <a16:creationId xmlns:a16="http://schemas.microsoft.com/office/drawing/2014/main" id="{916B2BD7-9437-423B-B6D8-56E659D3E5CF}"/>
                </a:ext>
              </a:extLst>
            </p:cNvPr>
            <p:cNvSpPr/>
            <p:nvPr/>
          </p:nvSpPr>
          <p:spPr>
            <a:xfrm flipV="1">
              <a:off x="5764484" y="466924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Rectangle 914">
              <a:extLst>
                <a:ext uri="{FF2B5EF4-FFF2-40B4-BE49-F238E27FC236}">
                  <a16:creationId xmlns:a16="http://schemas.microsoft.com/office/drawing/2014/main" id="{E38423EF-7AC9-4480-9B57-1F9573AB6B1F}"/>
                </a:ext>
              </a:extLst>
            </p:cNvPr>
            <p:cNvSpPr/>
            <p:nvPr/>
          </p:nvSpPr>
          <p:spPr>
            <a:xfrm flipV="1">
              <a:off x="5764484" y="47562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Rectangle 915">
              <a:extLst>
                <a:ext uri="{FF2B5EF4-FFF2-40B4-BE49-F238E27FC236}">
                  <a16:creationId xmlns:a16="http://schemas.microsoft.com/office/drawing/2014/main" id="{A2B5A1D7-DB5A-4974-ACE4-1860653F92A7}"/>
                </a:ext>
              </a:extLst>
            </p:cNvPr>
            <p:cNvSpPr/>
            <p:nvPr/>
          </p:nvSpPr>
          <p:spPr>
            <a:xfrm flipV="1">
              <a:off x="5764484" y="484134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Rectangle 916">
              <a:extLst>
                <a:ext uri="{FF2B5EF4-FFF2-40B4-BE49-F238E27FC236}">
                  <a16:creationId xmlns:a16="http://schemas.microsoft.com/office/drawing/2014/main" id="{B974CD8F-043E-4089-B9F7-285FB2B3B26D}"/>
                </a:ext>
              </a:extLst>
            </p:cNvPr>
            <p:cNvSpPr/>
            <p:nvPr/>
          </p:nvSpPr>
          <p:spPr>
            <a:xfrm flipV="1">
              <a:off x="5764484" y="49223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8" name="Rectangle 917">
              <a:extLst>
                <a:ext uri="{FF2B5EF4-FFF2-40B4-BE49-F238E27FC236}">
                  <a16:creationId xmlns:a16="http://schemas.microsoft.com/office/drawing/2014/main" id="{336A0B8D-1320-4F3D-BC93-9559536707B5}"/>
                </a:ext>
              </a:extLst>
            </p:cNvPr>
            <p:cNvSpPr/>
            <p:nvPr/>
          </p:nvSpPr>
          <p:spPr>
            <a:xfrm flipV="1">
              <a:off x="5766372" y="400849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9" name="Rectangle 918">
              <a:extLst>
                <a:ext uri="{FF2B5EF4-FFF2-40B4-BE49-F238E27FC236}">
                  <a16:creationId xmlns:a16="http://schemas.microsoft.com/office/drawing/2014/main" id="{D16734A7-73F2-4601-8AE4-8855B312A44C}"/>
                </a:ext>
              </a:extLst>
            </p:cNvPr>
            <p:cNvSpPr/>
            <p:nvPr/>
          </p:nvSpPr>
          <p:spPr>
            <a:xfrm flipV="1">
              <a:off x="5766372" y="40952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0" name="Rectangle 919">
              <a:extLst>
                <a:ext uri="{FF2B5EF4-FFF2-40B4-BE49-F238E27FC236}">
                  <a16:creationId xmlns:a16="http://schemas.microsoft.com/office/drawing/2014/main" id="{23F6D810-C709-45F8-8C76-CA0F9A237FED}"/>
                </a:ext>
              </a:extLst>
            </p:cNvPr>
            <p:cNvSpPr/>
            <p:nvPr/>
          </p:nvSpPr>
          <p:spPr>
            <a:xfrm flipV="1">
              <a:off x="5766372" y="418371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Rectangle 920">
              <a:extLst>
                <a:ext uri="{FF2B5EF4-FFF2-40B4-BE49-F238E27FC236}">
                  <a16:creationId xmlns:a16="http://schemas.microsoft.com/office/drawing/2014/main" id="{3E5E76B9-19A8-4D9B-BF46-50BCE108BB89}"/>
                </a:ext>
              </a:extLst>
            </p:cNvPr>
            <p:cNvSpPr/>
            <p:nvPr/>
          </p:nvSpPr>
          <p:spPr>
            <a:xfrm flipV="1">
              <a:off x="5766372" y="426466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Rectangle 921">
              <a:extLst>
                <a:ext uri="{FF2B5EF4-FFF2-40B4-BE49-F238E27FC236}">
                  <a16:creationId xmlns:a16="http://schemas.microsoft.com/office/drawing/2014/main" id="{50D19327-83A1-4245-AC1D-7D01F4E35C92}"/>
                </a:ext>
              </a:extLst>
            </p:cNvPr>
            <p:cNvSpPr/>
            <p:nvPr/>
          </p:nvSpPr>
          <p:spPr>
            <a:xfrm flipV="1">
              <a:off x="5766755" y="43412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Rectangle 922">
              <a:extLst>
                <a:ext uri="{FF2B5EF4-FFF2-40B4-BE49-F238E27FC236}">
                  <a16:creationId xmlns:a16="http://schemas.microsoft.com/office/drawing/2014/main" id="{5F43BF68-3D6C-461A-A1AF-219251B68B2A}"/>
                </a:ext>
              </a:extLst>
            </p:cNvPr>
            <p:cNvSpPr/>
            <p:nvPr/>
          </p:nvSpPr>
          <p:spPr>
            <a:xfrm flipV="1">
              <a:off x="5766372" y="358601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 name="Rectangle 923">
              <a:extLst>
                <a:ext uri="{FF2B5EF4-FFF2-40B4-BE49-F238E27FC236}">
                  <a16:creationId xmlns:a16="http://schemas.microsoft.com/office/drawing/2014/main" id="{6E89DE13-650A-4DEE-9F16-A07DEC6E35F8}"/>
                </a:ext>
              </a:extLst>
            </p:cNvPr>
            <p:cNvSpPr/>
            <p:nvPr/>
          </p:nvSpPr>
          <p:spPr>
            <a:xfrm flipV="1">
              <a:off x="5766372" y="366705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Rectangle 924">
              <a:extLst>
                <a:ext uri="{FF2B5EF4-FFF2-40B4-BE49-F238E27FC236}">
                  <a16:creationId xmlns:a16="http://schemas.microsoft.com/office/drawing/2014/main" id="{86B498ED-C463-438C-A132-D7BFB6CFB8BD}"/>
                </a:ext>
              </a:extLst>
            </p:cNvPr>
            <p:cNvSpPr/>
            <p:nvPr/>
          </p:nvSpPr>
          <p:spPr>
            <a:xfrm flipV="1">
              <a:off x="5766372" y="375209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6" name="Rectangle 925">
              <a:extLst>
                <a:ext uri="{FF2B5EF4-FFF2-40B4-BE49-F238E27FC236}">
                  <a16:creationId xmlns:a16="http://schemas.microsoft.com/office/drawing/2014/main" id="{2780F467-7E38-471B-B3D5-CE9FB5E40AD6}"/>
                </a:ext>
              </a:extLst>
            </p:cNvPr>
            <p:cNvSpPr/>
            <p:nvPr/>
          </p:nvSpPr>
          <p:spPr>
            <a:xfrm flipV="1">
              <a:off x="5766372" y="383870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7" name="Rectangle 926">
              <a:extLst>
                <a:ext uri="{FF2B5EF4-FFF2-40B4-BE49-F238E27FC236}">
                  <a16:creationId xmlns:a16="http://schemas.microsoft.com/office/drawing/2014/main" id="{EDB5FD4A-9D2E-429D-B72C-33E906C38566}"/>
                </a:ext>
              </a:extLst>
            </p:cNvPr>
            <p:cNvSpPr/>
            <p:nvPr/>
          </p:nvSpPr>
          <p:spPr>
            <a:xfrm flipV="1">
              <a:off x="5766372" y="392429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8" name="Rectangle 927">
              <a:extLst>
                <a:ext uri="{FF2B5EF4-FFF2-40B4-BE49-F238E27FC236}">
                  <a16:creationId xmlns:a16="http://schemas.microsoft.com/office/drawing/2014/main" id="{82FD4A12-F0C4-4EE1-8779-F92D1582D236}"/>
                </a:ext>
              </a:extLst>
            </p:cNvPr>
            <p:cNvSpPr/>
            <p:nvPr/>
          </p:nvSpPr>
          <p:spPr>
            <a:xfrm flipV="1">
              <a:off x="5766372" y="31620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 name="Rectangle 928">
              <a:extLst>
                <a:ext uri="{FF2B5EF4-FFF2-40B4-BE49-F238E27FC236}">
                  <a16:creationId xmlns:a16="http://schemas.microsoft.com/office/drawing/2014/main" id="{C71016A5-32F0-444C-819A-933F169C48A4}"/>
                </a:ext>
              </a:extLst>
            </p:cNvPr>
            <p:cNvSpPr/>
            <p:nvPr/>
          </p:nvSpPr>
          <p:spPr>
            <a:xfrm flipV="1">
              <a:off x="5766372" y="325014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0" name="Rectangle 929">
              <a:extLst>
                <a:ext uri="{FF2B5EF4-FFF2-40B4-BE49-F238E27FC236}">
                  <a16:creationId xmlns:a16="http://schemas.microsoft.com/office/drawing/2014/main" id="{2711AD75-55EC-426D-9DCF-E64576AB11A4}"/>
                </a:ext>
              </a:extLst>
            </p:cNvPr>
            <p:cNvSpPr/>
            <p:nvPr/>
          </p:nvSpPr>
          <p:spPr>
            <a:xfrm flipV="1">
              <a:off x="5766372" y="333718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1" name="Rectangle 930">
              <a:extLst>
                <a:ext uri="{FF2B5EF4-FFF2-40B4-BE49-F238E27FC236}">
                  <a16:creationId xmlns:a16="http://schemas.microsoft.com/office/drawing/2014/main" id="{D97F9934-B74A-456A-A8A7-C3BD30585903}"/>
                </a:ext>
              </a:extLst>
            </p:cNvPr>
            <p:cNvSpPr/>
            <p:nvPr/>
          </p:nvSpPr>
          <p:spPr>
            <a:xfrm flipV="1">
              <a:off x="5766372" y="342223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 name="Rectangle 931">
              <a:extLst>
                <a:ext uri="{FF2B5EF4-FFF2-40B4-BE49-F238E27FC236}">
                  <a16:creationId xmlns:a16="http://schemas.microsoft.com/office/drawing/2014/main" id="{EB993E7A-21A3-4985-8D52-55C05F7E85D7}"/>
                </a:ext>
              </a:extLst>
            </p:cNvPr>
            <p:cNvSpPr/>
            <p:nvPr/>
          </p:nvSpPr>
          <p:spPr>
            <a:xfrm flipV="1">
              <a:off x="5766372" y="350327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3" name="Rectangle 932">
              <a:extLst>
                <a:ext uri="{FF2B5EF4-FFF2-40B4-BE49-F238E27FC236}">
                  <a16:creationId xmlns:a16="http://schemas.microsoft.com/office/drawing/2014/main" id="{D0EE5019-DC4A-42FE-8E90-F2C50BD27E33}"/>
                </a:ext>
              </a:extLst>
            </p:cNvPr>
            <p:cNvSpPr/>
            <p:nvPr/>
          </p:nvSpPr>
          <p:spPr>
            <a:xfrm>
              <a:off x="6880689"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4" name="Rectangle 933">
              <a:extLst>
                <a:ext uri="{FF2B5EF4-FFF2-40B4-BE49-F238E27FC236}">
                  <a16:creationId xmlns:a16="http://schemas.microsoft.com/office/drawing/2014/main" id="{D33FF51B-B632-499A-97D9-CB5B197EC501}"/>
                </a:ext>
              </a:extLst>
            </p:cNvPr>
            <p:cNvSpPr/>
            <p:nvPr/>
          </p:nvSpPr>
          <p:spPr>
            <a:xfrm>
              <a:off x="6099935" y="3007337"/>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5" name="Rectangle 934">
              <a:extLst>
                <a:ext uri="{FF2B5EF4-FFF2-40B4-BE49-F238E27FC236}">
                  <a16:creationId xmlns:a16="http://schemas.microsoft.com/office/drawing/2014/main" id="{8F1DC40D-777F-4C15-B413-FAC837CB4E61}"/>
                </a:ext>
              </a:extLst>
            </p:cNvPr>
            <p:cNvSpPr/>
            <p:nvPr/>
          </p:nvSpPr>
          <p:spPr>
            <a:xfrm>
              <a:off x="6267113"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 name="Rectangle 935">
              <a:extLst>
                <a:ext uri="{FF2B5EF4-FFF2-40B4-BE49-F238E27FC236}">
                  <a16:creationId xmlns:a16="http://schemas.microsoft.com/office/drawing/2014/main" id="{3688D0B1-77EC-4C33-BC1F-EF9D89119043}"/>
                </a:ext>
              </a:extLst>
            </p:cNvPr>
            <p:cNvSpPr/>
            <p:nvPr/>
          </p:nvSpPr>
          <p:spPr>
            <a:xfrm>
              <a:off x="6353638"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Rectangle 936">
              <a:extLst>
                <a:ext uri="{FF2B5EF4-FFF2-40B4-BE49-F238E27FC236}">
                  <a16:creationId xmlns:a16="http://schemas.microsoft.com/office/drawing/2014/main" id="{BF0692E5-B6B7-4F40-BAE9-D5B4904E2213}"/>
                </a:ext>
              </a:extLst>
            </p:cNvPr>
            <p:cNvSpPr/>
            <p:nvPr/>
          </p:nvSpPr>
          <p:spPr>
            <a:xfrm>
              <a:off x="6439355"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 name="Rectangle 937">
              <a:extLst>
                <a:ext uri="{FF2B5EF4-FFF2-40B4-BE49-F238E27FC236}">
                  <a16:creationId xmlns:a16="http://schemas.microsoft.com/office/drawing/2014/main" id="{F42E0BBD-6488-4624-B22A-C55CE58A3DD9}"/>
                </a:ext>
              </a:extLst>
            </p:cNvPr>
            <p:cNvSpPr/>
            <p:nvPr/>
          </p:nvSpPr>
          <p:spPr>
            <a:xfrm>
              <a:off x="6528267"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9" name="Rectangle 938">
              <a:extLst>
                <a:ext uri="{FF2B5EF4-FFF2-40B4-BE49-F238E27FC236}">
                  <a16:creationId xmlns:a16="http://schemas.microsoft.com/office/drawing/2014/main" id="{6FA6129C-84A9-40DD-9A77-0E001BEE61CF}"/>
                </a:ext>
              </a:extLst>
            </p:cNvPr>
            <p:cNvSpPr/>
            <p:nvPr/>
          </p:nvSpPr>
          <p:spPr>
            <a:xfrm>
              <a:off x="6618770"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Rectangle 939">
              <a:extLst>
                <a:ext uri="{FF2B5EF4-FFF2-40B4-BE49-F238E27FC236}">
                  <a16:creationId xmlns:a16="http://schemas.microsoft.com/office/drawing/2014/main" id="{7A7B4830-80EB-4F3C-B5E9-3F9E6CF39C2F}"/>
                </a:ext>
              </a:extLst>
            </p:cNvPr>
            <p:cNvSpPr/>
            <p:nvPr/>
          </p:nvSpPr>
          <p:spPr>
            <a:xfrm>
              <a:off x="6709257"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Rectangle 940">
              <a:extLst>
                <a:ext uri="{FF2B5EF4-FFF2-40B4-BE49-F238E27FC236}">
                  <a16:creationId xmlns:a16="http://schemas.microsoft.com/office/drawing/2014/main" id="{494F3EE5-0F73-48E0-ADDC-2D7A1C47C253}"/>
                </a:ext>
              </a:extLst>
            </p:cNvPr>
            <p:cNvSpPr/>
            <p:nvPr/>
          </p:nvSpPr>
          <p:spPr>
            <a:xfrm>
              <a:off x="6794974"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2" name="Rectangle 941">
              <a:extLst>
                <a:ext uri="{FF2B5EF4-FFF2-40B4-BE49-F238E27FC236}">
                  <a16:creationId xmlns:a16="http://schemas.microsoft.com/office/drawing/2014/main" id="{1AD965E0-0172-4ED1-A89F-1C0BBA30BFD7}"/>
                </a:ext>
              </a:extLst>
            </p:cNvPr>
            <p:cNvSpPr/>
            <p:nvPr/>
          </p:nvSpPr>
          <p:spPr>
            <a:xfrm>
              <a:off x="6878182" y="293090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3" name="Rectangle 942">
              <a:extLst>
                <a:ext uri="{FF2B5EF4-FFF2-40B4-BE49-F238E27FC236}">
                  <a16:creationId xmlns:a16="http://schemas.microsoft.com/office/drawing/2014/main" id="{D4A884FF-55D4-4511-841A-0995F03305FF}"/>
                </a:ext>
              </a:extLst>
            </p:cNvPr>
            <p:cNvSpPr/>
            <p:nvPr/>
          </p:nvSpPr>
          <p:spPr>
            <a:xfrm>
              <a:off x="6792467" y="293090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Rectangle 943">
              <a:extLst>
                <a:ext uri="{FF2B5EF4-FFF2-40B4-BE49-F238E27FC236}">
                  <a16:creationId xmlns:a16="http://schemas.microsoft.com/office/drawing/2014/main" id="{E96B8C8D-93F9-43EB-BB4A-2BFA16F2FB92}"/>
                </a:ext>
              </a:extLst>
            </p:cNvPr>
            <p:cNvSpPr/>
            <p:nvPr/>
          </p:nvSpPr>
          <p:spPr>
            <a:xfrm>
              <a:off x="6528239" y="292874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5" name="Rectangle 944">
              <a:extLst>
                <a:ext uri="{FF2B5EF4-FFF2-40B4-BE49-F238E27FC236}">
                  <a16:creationId xmlns:a16="http://schemas.microsoft.com/office/drawing/2014/main" id="{8A2D7AF0-E2B7-4C6C-BBA9-ECE083DACBAC}"/>
                </a:ext>
              </a:extLst>
            </p:cNvPr>
            <p:cNvSpPr/>
            <p:nvPr/>
          </p:nvSpPr>
          <p:spPr>
            <a:xfrm>
              <a:off x="6442524" y="292874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Rectangle 945">
              <a:extLst>
                <a:ext uri="{FF2B5EF4-FFF2-40B4-BE49-F238E27FC236}">
                  <a16:creationId xmlns:a16="http://schemas.microsoft.com/office/drawing/2014/main" id="{B961F9CF-AB21-447C-B5A5-50BF129D3B75}"/>
                </a:ext>
              </a:extLst>
            </p:cNvPr>
            <p:cNvSpPr/>
            <p:nvPr/>
          </p:nvSpPr>
          <p:spPr>
            <a:xfrm flipV="1">
              <a:off x="6015474" y="300719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7" name="Rectangle 946">
              <a:extLst>
                <a:ext uri="{FF2B5EF4-FFF2-40B4-BE49-F238E27FC236}">
                  <a16:creationId xmlns:a16="http://schemas.microsoft.com/office/drawing/2014/main" id="{865704F8-87DD-4629-A48F-33091FDCEF32}"/>
                </a:ext>
              </a:extLst>
            </p:cNvPr>
            <p:cNvSpPr/>
            <p:nvPr/>
          </p:nvSpPr>
          <p:spPr>
            <a:xfrm flipV="1">
              <a:off x="5934927" y="300719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8" name="Rectangle 947">
              <a:extLst>
                <a:ext uri="{FF2B5EF4-FFF2-40B4-BE49-F238E27FC236}">
                  <a16:creationId xmlns:a16="http://schemas.microsoft.com/office/drawing/2014/main" id="{7FCFB228-AEB8-4C76-9382-CB296BA25B11}"/>
                </a:ext>
              </a:extLst>
            </p:cNvPr>
            <p:cNvSpPr/>
            <p:nvPr/>
          </p:nvSpPr>
          <p:spPr>
            <a:xfrm>
              <a:off x="6098958" y="293133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Rectangle 948">
              <a:extLst>
                <a:ext uri="{FF2B5EF4-FFF2-40B4-BE49-F238E27FC236}">
                  <a16:creationId xmlns:a16="http://schemas.microsoft.com/office/drawing/2014/main" id="{1F0A03CF-1101-4521-9F4D-18FC0A06271E}"/>
                </a:ext>
              </a:extLst>
            </p:cNvPr>
            <p:cNvSpPr/>
            <p:nvPr/>
          </p:nvSpPr>
          <p:spPr>
            <a:xfrm>
              <a:off x="6266136" y="292774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0" name="Rectangle 949">
              <a:extLst>
                <a:ext uri="{FF2B5EF4-FFF2-40B4-BE49-F238E27FC236}">
                  <a16:creationId xmlns:a16="http://schemas.microsoft.com/office/drawing/2014/main" id="{4B121CF2-CBA7-43BA-94F8-EF52073A74F3}"/>
                </a:ext>
              </a:extLst>
            </p:cNvPr>
            <p:cNvSpPr/>
            <p:nvPr/>
          </p:nvSpPr>
          <p:spPr>
            <a:xfrm>
              <a:off x="6352661" y="292774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1" name="Rectangle 950">
              <a:extLst>
                <a:ext uri="{FF2B5EF4-FFF2-40B4-BE49-F238E27FC236}">
                  <a16:creationId xmlns:a16="http://schemas.microsoft.com/office/drawing/2014/main" id="{B548FEF5-6216-4CEF-809E-95AF38775B55}"/>
                </a:ext>
              </a:extLst>
            </p:cNvPr>
            <p:cNvSpPr/>
            <p:nvPr/>
          </p:nvSpPr>
          <p:spPr>
            <a:xfrm flipV="1">
              <a:off x="6014497" y="293118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2" name="Rectangle 951">
              <a:extLst>
                <a:ext uri="{FF2B5EF4-FFF2-40B4-BE49-F238E27FC236}">
                  <a16:creationId xmlns:a16="http://schemas.microsoft.com/office/drawing/2014/main" id="{59BF2579-D4C4-4755-8961-AC7CB39A6503}"/>
                </a:ext>
              </a:extLst>
            </p:cNvPr>
            <p:cNvSpPr/>
            <p:nvPr/>
          </p:nvSpPr>
          <p:spPr>
            <a:xfrm flipV="1">
              <a:off x="5933950" y="293118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3" name="Rectangle 952">
              <a:extLst>
                <a:ext uri="{FF2B5EF4-FFF2-40B4-BE49-F238E27FC236}">
                  <a16:creationId xmlns:a16="http://schemas.microsoft.com/office/drawing/2014/main" id="{8060A365-E3BA-4762-8E20-CCC0FE4A03F5}"/>
                </a:ext>
              </a:extLst>
            </p:cNvPr>
            <p:cNvSpPr/>
            <p:nvPr/>
          </p:nvSpPr>
          <p:spPr>
            <a:xfrm flipV="1">
              <a:off x="6798191"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4" name="Rectangle 953">
              <a:extLst>
                <a:ext uri="{FF2B5EF4-FFF2-40B4-BE49-F238E27FC236}">
                  <a16:creationId xmlns:a16="http://schemas.microsoft.com/office/drawing/2014/main" id="{EF68D745-F10A-4111-B705-AD24FF95BB4A}"/>
                </a:ext>
              </a:extLst>
            </p:cNvPr>
            <p:cNvSpPr/>
            <p:nvPr/>
          </p:nvSpPr>
          <p:spPr>
            <a:xfrm flipV="1">
              <a:off x="6013968"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5" name="Rectangle 954">
              <a:extLst>
                <a:ext uri="{FF2B5EF4-FFF2-40B4-BE49-F238E27FC236}">
                  <a16:creationId xmlns:a16="http://schemas.microsoft.com/office/drawing/2014/main" id="{392E9C7B-C237-4A8D-BD39-94029118A4E4}"/>
                </a:ext>
              </a:extLst>
            </p:cNvPr>
            <p:cNvSpPr/>
            <p:nvPr/>
          </p:nvSpPr>
          <p:spPr>
            <a:xfrm flipV="1">
              <a:off x="6096515"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6" name="Rectangle 955">
              <a:extLst>
                <a:ext uri="{FF2B5EF4-FFF2-40B4-BE49-F238E27FC236}">
                  <a16:creationId xmlns:a16="http://schemas.microsoft.com/office/drawing/2014/main" id="{FD2BA375-2D70-4FA4-B562-0FBABF453DD4}"/>
                </a:ext>
              </a:extLst>
            </p:cNvPr>
            <p:cNvSpPr/>
            <p:nvPr/>
          </p:nvSpPr>
          <p:spPr>
            <a:xfrm flipV="1">
              <a:off x="6183807"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7" name="Rectangle 956">
              <a:extLst>
                <a:ext uri="{FF2B5EF4-FFF2-40B4-BE49-F238E27FC236}">
                  <a16:creationId xmlns:a16="http://schemas.microsoft.com/office/drawing/2014/main" id="{AE581EAC-26AB-4584-A73F-B02CCAC9D33C}"/>
                </a:ext>
              </a:extLst>
            </p:cNvPr>
            <p:cNvSpPr/>
            <p:nvPr/>
          </p:nvSpPr>
          <p:spPr>
            <a:xfrm flipV="1">
              <a:off x="6270332"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8" name="Rectangle 957">
              <a:extLst>
                <a:ext uri="{FF2B5EF4-FFF2-40B4-BE49-F238E27FC236}">
                  <a16:creationId xmlns:a16="http://schemas.microsoft.com/office/drawing/2014/main" id="{DEE134C5-E8CD-4218-AC89-5B0412A0C57B}"/>
                </a:ext>
              </a:extLst>
            </p:cNvPr>
            <p:cNvSpPr/>
            <p:nvPr/>
          </p:nvSpPr>
          <p:spPr>
            <a:xfrm flipV="1">
              <a:off x="6356857"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9" name="Rectangle 958">
              <a:extLst>
                <a:ext uri="{FF2B5EF4-FFF2-40B4-BE49-F238E27FC236}">
                  <a16:creationId xmlns:a16="http://schemas.microsoft.com/office/drawing/2014/main" id="{DE34C5D1-6E5C-4911-9B5A-616B42783CE7}"/>
                </a:ext>
              </a:extLst>
            </p:cNvPr>
            <p:cNvSpPr/>
            <p:nvPr/>
          </p:nvSpPr>
          <p:spPr>
            <a:xfrm flipV="1">
              <a:off x="6445769"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0" name="Rectangle 959">
              <a:extLst>
                <a:ext uri="{FF2B5EF4-FFF2-40B4-BE49-F238E27FC236}">
                  <a16:creationId xmlns:a16="http://schemas.microsoft.com/office/drawing/2014/main" id="{8432CD1F-1890-40BD-A23C-3C5F19D67DDB}"/>
                </a:ext>
              </a:extLst>
            </p:cNvPr>
            <p:cNvSpPr/>
            <p:nvPr/>
          </p:nvSpPr>
          <p:spPr>
            <a:xfrm flipV="1">
              <a:off x="6536272"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1" name="Rectangle 960">
              <a:extLst>
                <a:ext uri="{FF2B5EF4-FFF2-40B4-BE49-F238E27FC236}">
                  <a16:creationId xmlns:a16="http://schemas.microsoft.com/office/drawing/2014/main" id="{B04E7A3D-2D20-4315-906E-A4EBE13ADDE3}"/>
                </a:ext>
              </a:extLst>
            </p:cNvPr>
            <p:cNvSpPr/>
            <p:nvPr/>
          </p:nvSpPr>
          <p:spPr>
            <a:xfrm flipV="1">
              <a:off x="6626759"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 name="Rectangle 961">
              <a:extLst>
                <a:ext uri="{FF2B5EF4-FFF2-40B4-BE49-F238E27FC236}">
                  <a16:creationId xmlns:a16="http://schemas.microsoft.com/office/drawing/2014/main" id="{58D24A94-81E9-4946-BAF6-74D47E497D29}"/>
                </a:ext>
              </a:extLst>
            </p:cNvPr>
            <p:cNvSpPr/>
            <p:nvPr/>
          </p:nvSpPr>
          <p:spPr>
            <a:xfrm flipV="1">
              <a:off x="6712476"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3" name="Rectangle 962">
              <a:extLst>
                <a:ext uri="{FF2B5EF4-FFF2-40B4-BE49-F238E27FC236}">
                  <a16:creationId xmlns:a16="http://schemas.microsoft.com/office/drawing/2014/main" id="{2E589CD8-F481-4624-9E4E-A6EDB432D396}"/>
                </a:ext>
              </a:extLst>
            </p:cNvPr>
            <p:cNvSpPr/>
            <p:nvPr/>
          </p:nvSpPr>
          <p:spPr>
            <a:xfrm flipV="1">
              <a:off x="6880376" y="308354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4" name="Rectangle 963">
              <a:extLst>
                <a:ext uri="{FF2B5EF4-FFF2-40B4-BE49-F238E27FC236}">
                  <a16:creationId xmlns:a16="http://schemas.microsoft.com/office/drawing/2014/main" id="{4F1E0D82-8496-4C97-BC3E-BF815432DB00}"/>
                </a:ext>
              </a:extLst>
            </p:cNvPr>
            <p:cNvSpPr/>
            <p:nvPr/>
          </p:nvSpPr>
          <p:spPr>
            <a:xfrm flipV="1">
              <a:off x="6791777"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5" name="Rectangle 964">
              <a:extLst>
                <a:ext uri="{FF2B5EF4-FFF2-40B4-BE49-F238E27FC236}">
                  <a16:creationId xmlns:a16="http://schemas.microsoft.com/office/drawing/2014/main" id="{F3C44D84-9B24-45D0-B7BB-F9C25CB98695}"/>
                </a:ext>
              </a:extLst>
            </p:cNvPr>
            <p:cNvSpPr/>
            <p:nvPr/>
          </p:nvSpPr>
          <p:spPr>
            <a:xfrm flipV="1">
              <a:off x="6007554"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6" name="Rectangle 965">
              <a:extLst>
                <a:ext uri="{FF2B5EF4-FFF2-40B4-BE49-F238E27FC236}">
                  <a16:creationId xmlns:a16="http://schemas.microsoft.com/office/drawing/2014/main" id="{D4D82A55-6F37-4C3F-95BD-3EA6DC68737D}"/>
                </a:ext>
              </a:extLst>
            </p:cNvPr>
            <p:cNvSpPr/>
            <p:nvPr/>
          </p:nvSpPr>
          <p:spPr>
            <a:xfrm flipV="1">
              <a:off x="6090101"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7" name="Rectangle 966">
              <a:extLst>
                <a:ext uri="{FF2B5EF4-FFF2-40B4-BE49-F238E27FC236}">
                  <a16:creationId xmlns:a16="http://schemas.microsoft.com/office/drawing/2014/main" id="{BB2B603C-D9D9-4150-A67B-7442C42ADC4C}"/>
                </a:ext>
              </a:extLst>
            </p:cNvPr>
            <p:cNvSpPr/>
            <p:nvPr/>
          </p:nvSpPr>
          <p:spPr>
            <a:xfrm flipV="1">
              <a:off x="6177393"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8" name="Rectangle 967">
              <a:extLst>
                <a:ext uri="{FF2B5EF4-FFF2-40B4-BE49-F238E27FC236}">
                  <a16:creationId xmlns:a16="http://schemas.microsoft.com/office/drawing/2014/main" id="{0B3E0FA4-34A8-4080-9652-D8A3CE36D7BD}"/>
                </a:ext>
              </a:extLst>
            </p:cNvPr>
            <p:cNvSpPr/>
            <p:nvPr/>
          </p:nvSpPr>
          <p:spPr>
            <a:xfrm flipV="1">
              <a:off x="6263918"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9" name="Rectangle 968">
              <a:extLst>
                <a:ext uri="{FF2B5EF4-FFF2-40B4-BE49-F238E27FC236}">
                  <a16:creationId xmlns:a16="http://schemas.microsoft.com/office/drawing/2014/main" id="{ADB1659D-F4CC-491A-AB28-A8F9451C50C1}"/>
                </a:ext>
              </a:extLst>
            </p:cNvPr>
            <p:cNvSpPr/>
            <p:nvPr/>
          </p:nvSpPr>
          <p:spPr>
            <a:xfrm flipV="1">
              <a:off x="6350443"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0" name="Rectangle 969">
              <a:extLst>
                <a:ext uri="{FF2B5EF4-FFF2-40B4-BE49-F238E27FC236}">
                  <a16:creationId xmlns:a16="http://schemas.microsoft.com/office/drawing/2014/main" id="{8CA8EB6D-EA69-4CD1-A9C9-04FEDE4B1F68}"/>
                </a:ext>
              </a:extLst>
            </p:cNvPr>
            <p:cNvSpPr/>
            <p:nvPr/>
          </p:nvSpPr>
          <p:spPr>
            <a:xfrm flipV="1">
              <a:off x="6439355"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1" name="Rectangle 970">
              <a:extLst>
                <a:ext uri="{FF2B5EF4-FFF2-40B4-BE49-F238E27FC236}">
                  <a16:creationId xmlns:a16="http://schemas.microsoft.com/office/drawing/2014/main" id="{6DD2B6B8-40E8-405E-ABDD-008B7F06097B}"/>
                </a:ext>
              </a:extLst>
            </p:cNvPr>
            <p:cNvSpPr/>
            <p:nvPr/>
          </p:nvSpPr>
          <p:spPr>
            <a:xfrm flipV="1">
              <a:off x="6529858"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 name="Rectangle 971">
              <a:extLst>
                <a:ext uri="{FF2B5EF4-FFF2-40B4-BE49-F238E27FC236}">
                  <a16:creationId xmlns:a16="http://schemas.microsoft.com/office/drawing/2014/main" id="{F0402125-5AFD-4C71-AE79-F4CB9E8A4518}"/>
                </a:ext>
              </a:extLst>
            </p:cNvPr>
            <p:cNvSpPr/>
            <p:nvPr/>
          </p:nvSpPr>
          <p:spPr>
            <a:xfrm flipV="1">
              <a:off x="6620345"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 name="Rectangle 972">
              <a:extLst>
                <a:ext uri="{FF2B5EF4-FFF2-40B4-BE49-F238E27FC236}">
                  <a16:creationId xmlns:a16="http://schemas.microsoft.com/office/drawing/2014/main" id="{C1389AFB-1477-4567-A85E-E91163F06C2D}"/>
                </a:ext>
              </a:extLst>
            </p:cNvPr>
            <p:cNvSpPr/>
            <p:nvPr/>
          </p:nvSpPr>
          <p:spPr>
            <a:xfrm flipV="1">
              <a:off x="6706062"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4" name="Rectangle 973">
              <a:extLst>
                <a:ext uri="{FF2B5EF4-FFF2-40B4-BE49-F238E27FC236}">
                  <a16:creationId xmlns:a16="http://schemas.microsoft.com/office/drawing/2014/main" id="{9707554E-8A7A-4915-BC2D-B8A2C1881FFC}"/>
                </a:ext>
              </a:extLst>
            </p:cNvPr>
            <p:cNvSpPr/>
            <p:nvPr/>
          </p:nvSpPr>
          <p:spPr>
            <a:xfrm flipV="1">
              <a:off x="5842458" y="583196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5" name="Rectangle 974">
              <a:extLst>
                <a:ext uri="{FF2B5EF4-FFF2-40B4-BE49-F238E27FC236}">
                  <a16:creationId xmlns:a16="http://schemas.microsoft.com/office/drawing/2014/main" id="{45512682-AACC-49E7-A7EC-0880AC7E0B31}"/>
                </a:ext>
              </a:extLst>
            </p:cNvPr>
            <p:cNvSpPr/>
            <p:nvPr/>
          </p:nvSpPr>
          <p:spPr>
            <a:xfrm flipV="1">
              <a:off x="5923422" y="583196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6" name="Rectangle 975">
              <a:extLst>
                <a:ext uri="{FF2B5EF4-FFF2-40B4-BE49-F238E27FC236}">
                  <a16:creationId xmlns:a16="http://schemas.microsoft.com/office/drawing/2014/main" id="{EFA7C680-C477-436E-B503-9F08F534DF32}"/>
                </a:ext>
              </a:extLst>
            </p:cNvPr>
            <p:cNvSpPr/>
            <p:nvPr/>
          </p:nvSpPr>
          <p:spPr>
            <a:xfrm flipV="1">
              <a:off x="6879285" y="583332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7" name="Rectangle 976">
              <a:extLst>
                <a:ext uri="{FF2B5EF4-FFF2-40B4-BE49-F238E27FC236}">
                  <a16:creationId xmlns:a16="http://schemas.microsoft.com/office/drawing/2014/main" id="{90B07AB2-F8FF-49B8-8385-3C14EE96C3B8}"/>
                </a:ext>
              </a:extLst>
            </p:cNvPr>
            <p:cNvSpPr/>
            <p:nvPr/>
          </p:nvSpPr>
          <p:spPr>
            <a:xfrm flipV="1">
              <a:off x="5763204" y="583425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 name="Rectangle 977">
              <a:extLst>
                <a:ext uri="{FF2B5EF4-FFF2-40B4-BE49-F238E27FC236}">
                  <a16:creationId xmlns:a16="http://schemas.microsoft.com/office/drawing/2014/main" id="{6B1A43F4-42B6-4DE9-826D-94FEDC7A7C92}"/>
                </a:ext>
              </a:extLst>
            </p:cNvPr>
            <p:cNvSpPr/>
            <p:nvPr/>
          </p:nvSpPr>
          <p:spPr>
            <a:xfrm>
              <a:off x="6878182" y="285537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9" name="Rectangle 978">
              <a:extLst>
                <a:ext uri="{FF2B5EF4-FFF2-40B4-BE49-F238E27FC236}">
                  <a16:creationId xmlns:a16="http://schemas.microsoft.com/office/drawing/2014/main" id="{8EF96990-58FE-4235-9DFE-029CBB96A132}"/>
                </a:ext>
              </a:extLst>
            </p:cNvPr>
            <p:cNvSpPr/>
            <p:nvPr/>
          </p:nvSpPr>
          <p:spPr>
            <a:xfrm>
              <a:off x="6792467" y="285537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0" name="Rectangle 979">
              <a:extLst>
                <a:ext uri="{FF2B5EF4-FFF2-40B4-BE49-F238E27FC236}">
                  <a16:creationId xmlns:a16="http://schemas.microsoft.com/office/drawing/2014/main" id="{400625F6-A170-4005-9C52-3B2B1452E487}"/>
                </a:ext>
              </a:extLst>
            </p:cNvPr>
            <p:cNvSpPr/>
            <p:nvPr/>
          </p:nvSpPr>
          <p:spPr>
            <a:xfrm flipV="1">
              <a:off x="5852156" y="30073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Rectangle 980">
              <a:extLst>
                <a:ext uri="{FF2B5EF4-FFF2-40B4-BE49-F238E27FC236}">
                  <a16:creationId xmlns:a16="http://schemas.microsoft.com/office/drawing/2014/main" id="{3D324C08-B1ED-4833-80C9-ECF2A2A681AF}"/>
                </a:ext>
              </a:extLst>
            </p:cNvPr>
            <p:cNvSpPr/>
            <p:nvPr/>
          </p:nvSpPr>
          <p:spPr>
            <a:xfrm flipV="1">
              <a:off x="5771609" y="30073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2" name="Rectangle 981">
              <a:extLst>
                <a:ext uri="{FF2B5EF4-FFF2-40B4-BE49-F238E27FC236}">
                  <a16:creationId xmlns:a16="http://schemas.microsoft.com/office/drawing/2014/main" id="{37168DE7-F7DC-43F5-B549-0FBDD89EF15C}"/>
                </a:ext>
              </a:extLst>
            </p:cNvPr>
            <p:cNvSpPr/>
            <p:nvPr/>
          </p:nvSpPr>
          <p:spPr>
            <a:xfrm flipV="1">
              <a:off x="5851179" y="29313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3" name="Rectangle 982">
              <a:extLst>
                <a:ext uri="{FF2B5EF4-FFF2-40B4-BE49-F238E27FC236}">
                  <a16:creationId xmlns:a16="http://schemas.microsoft.com/office/drawing/2014/main" id="{AE65E193-DC8A-4B01-8DD3-0759EEE20891}"/>
                </a:ext>
              </a:extLst>
            </p:cNvPr>
            <p:cNvSpPr/>
            <p:nvPr/>
          </p:nvSpPr>
          <p:spPr>
            <a:xfrm flipV="1">
              <a:off x="5770632" y="29313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4" name="Rectangle 983">
              <a:extLst>
                <a:ext uri="{FF2B5EF4-FFF2-40B4-BE49-F238E27FC236}">
                  <a16:creationId xmlns:a16="http://schemas.microsoft.com/office/drawing/2014/main" id="{8F201298-61BC-4BD8-B2E9-C98A414E4036}"/>
                </a:ext>
              </a:extLst>
            </p:cNvPr>
            <p:cNvSpPr/>
            <p:nvPr/>
          </p:nvSpPr>
          <p:spPr>
            <a:xfrm flipV="1">
              <a:off x="5851256" y="308023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Rectangle 984">
              <a:extLst>
                <a:ext uri="{FF2B5EF4-FFF2-40B4-BE49-F238E27FC236}">
                  <a16:creationId xmlns:a16="http://schemas.microsoft.com/office/drawing/2014/main" id="{AF8722A6-18B4-4FCE-9109-6BDCECD445DC}"/>
                </a:ext>
              </a:extLst>
            </p:cNvPr>
            <p:cNvSpPr/>
            <p:nvPr/>
          </p:nvSpPr>
          <p:spPr>
            <a:xfrm flipV="1">
              <a:off x="5932220" y="308023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6" name="Rectangle 985">
              <a:extLst>
                <a:ext uri="{FF2B5EF4-FFF2-40B4-BE49-F238E27FC236}">
                  <a16:creationId xmlns:a16="http://schemas.microsoft.com/office/drawing/2014/main" id="{9F12C7D9-299B-4691-87AE-81CDFF522931}"/>
                </a:ext>
              </a:extLst>
            </p:cNvPr>
            <p:cNvSpPr/>
            <p:nvPr/>
          </p:nvSpPr>
          <p:spPr>
            <a:xfrm flipV="1">
              <a:off x="5772002" y="30825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7" name="Rectangle 986">
              <a:extLst>
                <a:ext uri="{FF2B5EF4-FFF2-40B4-BE49-F238E27FC236}">
                  <a16:creationId xmlns:a16="http://schemas.microsoft.com/office/drawing/2014/main" id="{CB1EE347-930A-479E-A8D1-667AD60CA20A}"/>
                </a:ext>
              </a:extLst>
            </p:cNvPr>
            <p:cNvSpPr/>
            <p:nvPr/>
          </p:nvSpPr>
          <p:spPr>
            <a:xfrm>
              <a:off x="6182796"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Rectangle 987">
              <a:extLst>
                <a:ext uri="{FF2B5EF4-FFF2-40B4-BE49-F238E27FC236}">
                  <a16:creationId xmlns:a16="http://schemas.microsoft.com/office/drawing/2014/main" id="{2B4FEABC-AAD1-4174-8186-32093D475DA2}"/>
                </a:ext>
              </a:extLst>
            </p:cNvPr>
            <p:cNvSpPr/>
            <p:nvPr/>
          </p:nvSpPr>
          <p:spPr>
            <a:xfrm>
              <a:off x="6185503" y="292848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 name="Straight Connector 8">
            <a:extLst>
              <a:ext uri="{FF2B5EF4-FFF2-40B4-BE49-F238E27FC236}">
                <a16:creationId xmlns:a16="http://schemas.microsoft.com/office/drawing/2014/main" id="{0667AAF6-BD2B-4E37-B560-8149E8518017}"/>
              </a:ext>
            </a:extLst>
          </p:cNvPr>
          <p:cNvCxnSpPr>
            <a:cxnSpLocks/>
          </p:cNvCxnSpPr>
          <p:nvPr/>
        </p:nvCxnSpPr>
        <p:spPr>
          <a:xfrm>
            <a:off x="1465184" y="5788934"/>
            <a:ext cx="0" cy="614742"/>
          </a:xfrm>
          <a:prstGeom prst="line">
            <a:avLst/>
          </a:prstGeom>
          <a:ln w="19050"/>
        </p:spPr>
        <p:style>
          <a:lnRef idx="1">
            <a:schemeClr val="dk1"/>
          </a:lnRef>
          <a:fillRef idx="0">
            <a:schemeClr val="dk1"/>
          </a:fillRef>
          <a:effectRef idx="0">
            <a:schemeClr val="dk1"/>
          </a:effectRef>
          <a:fontRef idx="minor">
            <a:schemeClr val="tx1"/>
          </a:fontRef>
        </p:style>
      </p:cxnSp>
      <p:cxnSp>
        <p:nvCxnSpPr>
          <p:cNvPr id="1775" name="Straight Connector 1774">
            <a:extLst>
              <a:ext uri="{FF2B5EF4-FFF2-40B4-BE49-F238E27FC236}">
                <a16:creationId xmlns:a16="http://schemas.microsoft.com/office/drawing/2014/main" id="{BD1D5D69-39A0-4857-A2DE-5DA36F358624}"/>
              </a:ext>
            </a:extLst>
          </p:cNvPr>
          <p:cNvCxnSpPr>
            <a:cxnSpLocks/>
          </p:cNvCxnSpPr>
          <p:nvPr/>
        </p:nvCxnSpPr>
        <p:spPr>
          <a:xfrm>
            <a:off x="1453682" y="6403676"/>
            <a:ext cx="920412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76" name="Straight Connector 1775">
            <a:extLst>
              <a:ext uri="{FF2B5EF4-FFF2-40B4-BE49-F238E27FC236}">
                <a16:creationId xmlns:a16="http://schemas.microsoft.com/office/drawing/2014/main" id="{52265BF1-FD07-44A3-9CF8-0AA4F0ABD189}"/>
              </a:ext>
            </a:extLst>
          </p:cNvPr>
          <p:cNvCxnSpPr>
            <a:cxnSpLocks/>
          </p:cNvCxnSpPr>
          <p:nvPr/>
        </p:nvCxnSpPr>
        <p:spPr>
          <a:xfrm>
            <a:off x="10668878" y="5788934"/>
            <a:ext cx="0" cy="614742"/>
          </a:xfrm>
          <a:prstGeom prst="line">
            <a:avLst/>
          </a:prstGeom>
          <a:ln w="19050"/>
        </p:spPr>
        <p:style>
          <a:lnRef idx="1">
            <a:schemeClr val="dk1"/>
          </a:lnRef>
          <a:fillRef idx="0">
            <a:schemeClr val="dk1"/>
          </a:fillRef>
          <a:effectRef idx="0">
            <a:schemeClr val="dk1"/>
          </a:effectRef>
          <a:fontRef idx="minor">
            <a:schemeClr val="tx1"/>
          </a:fontRef>
        </p:style>
      </p:cxnSp>
      <p:sp>
        <p:nvSpPr>
          <p:cNvPr id="13" name="Isosceles Triangle 12">
            <a:extLst>
              <a:ext uri="{FF2B5EF4-FFF2-40B4-BE49-F238E27FC236}">
                <a16:creationId xmlns:a16="http://schemas.microsoft.com/office/drawing/2014/main" id="{4233F1F3-C21E-4D2D-BF58-6AED758BBC1A}"/>
              </a:ext>
            </a:extLst>
          </p:cNvPr>
          <p:cNvSpPr/>
          <p:nvPr/>
        </p:nvSpPr>
        <p:spPr>
          <a:xfrm>
            <a:off x="1384421" y="5586831"/>
            <a:ext cx="165903" cy="202102"/>
          </a:xfrm>
          <a:prstGeom prst="triangle">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6EEAC09-4BE0-4CF3-8B59-5654A00C9C9C}"/>
              </a:ext>
            </a:extLst>
          </p:cNvPr>
          <p:cNvSpPr txBox="1"/>
          <p:nvPr/>
        </p:nvSpPr>
        <p:spPr>
          <a:xfrm>
            <a:off x="5348377" y="6005393"/>
            <a:ext cx="1529751" cy="369332"/>
          </a:xfrm>
          <a:prstGeom prst="rect">
            <a:avLst/>
          </a:prstGeom>
          <a:noFill/>
        </p:spPr>
        <p:txBody>
          <a:bodyPr wrap="square" rtlCol="0">
            <a:spAutoFit/>
          </a:bodyPr>
          <a:lstStyle/>
          <a:p>
            <a:r>
              <a:rPr lang="el-GR" dirty="0">
                <a:solidFill>
                  <a:schemeClr val="bg1"/>
                </a:solidFill>
              </a:rPr>
              <a:t>τ</a:t>
            </a:r>
            <a:r>
              <a:rPr lang="en-US" dirty="0">
                <a:solidFill>
                  <a:schemeClr val="bg1"/>
                </a:solidFill>
              </a:rPr>
              <a:t> iterations</a:t>
            </a:r>
          </a:p>
        </p:txBody>
      </p:sp>
      <p:sp>
        <p:nvSpPr>
          <p:cNvPr id="1777" name="Arrow: Right 1776">
            <a:extLst>
              <a:ext uri="{FF2B5EF4-FFF2-40B4-BE49-F238E27FC236}">
                <a16:creationId xmlns:a16="http://schemas.microsoft.com/office/drawing/2014/main" id="{D9CA43D3-B519-40F6-891C-7263CAACD173}"/>
              </a:ext>
            </a:extLst>
          </p:cNvPr>
          <p:cNvSpPr/>
          <p:nvPr/>
        </p:nvSpPr>
        <p:spPr>
          <a:xfrm>
            <a:off x="8150184" y="4206056"/>
            <a:ext cx="436637" cy="418671"/>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Arrow: Right 1777">
            <a:extLst>
              <a:ext uri="{FF2B5EF4-FFF2-40B4-BE49-F238E27FC236}">
                <a16:creationId xmlns:a16="http://schemas.microsoft.com/office/drawing/2014/main" id="{E599E9EE-49BD-48FA-A112-4229D582B86B}"/>
              </a:ext>
            </a:extLst>
          </p:cNvPr>
          <p:cNvSpPr/>
          <p:nvPr/>
        </p:nvSpPr>
        <p:spPr>
          <a:xfrm>
            <a:off x="3487596" y="4441101"/>
            <a:ext cx="436637" cy="418671"/>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899815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5" name="Group 4">
            <a:extLst>
              <a:ext uri="{FF2B5EF4-FFF2-40B4-BE49-F238E27FC236}">
                <a16:creationId xmlns:a16="http://schemas.microsoft.com/office/drawing/2014/main" id="{503E98E3-7547-46E5-A78B-01897FD75081}"/>
              </a:ext>
            </a:extLst>
          </p:cNvPr>
          <p:cNvGrpSpPr/>
          <p:nvPr/>
        </p:nvGrpSpPr>
        <p:grpSpPr>
          <a:xfrm>
            <a:off x="4803920" y="3632561"/>
            <a:ext cx="907606" cy="2382197"/>
            <a:chOff x="5762692" y="2855375"/>
            <a:chExt cx="1200545" cy="3055084"/>
          </a:xfrm>
        </p:grpSpPr>
        <p:sp>
          <p:nvSpPr>
            <p:cNvPr id="6" name="Rectangle 5">
              <a:extLst>
                <a:ext uri="{FF2B5EF4-FFF2-40B4-BE49-F238E27FC236}">
                  <a16:creationId xmlns:a16="http://schemas.microsoft.com/office/drawing/2014/main" id="{12CC2082-0DC1-4D99-9FC2-B64BAA7F9387}"/>
                </a:ext>
              </a:extLst>
            </p:cNvPr>
            <p:cNvSpPr/>
            <p:nvPr/>
          </p:nvSpPr>
          <p:spPr>
            <a:xfrm flipV="1">
              <a:off x="5929760" y="5248630"/>
              <a:ext cx="863602" cy="508000"/>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F95D23D-B36F-4DCE-A012-B8EA852E0134}"/>
                </a:ext>
              </a:extLst>
            </p:cNvPr>
            <p:cNvSpPr/>
            <p:nvPr/>
          </p:nvSpPr>
          <p:spPr>
            <a:xfrm flipV="1">
              <a:off x="5929760" y="4740630"/>
              <a:ext cx="863602" cy="508000"/>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B7DDA98-5C96-426B-9598-EA578380263F}"/>
                </a:ext>
              </a:extLst>
            </p:cNvPr>
            <p:cNvSpPr/>
            <p:nvPr/>
          </p:nvSpPr>
          <p:spPr>
            <a:xfrm flipV="1">
              <a:off x="5847212" y="5142268"/>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10F082-082D-466F-9795-4EA404C56C20}"/>
                </a:ext>
              </a:extLst>
            </p:cNvPr>
            <p:cNvSpPr/>
            <p:nvPr/>
          </p:nvSpPr>
          <p:spPr>
            <a:xfrm flipV="1">
              <a:off x="5847212" y="53629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C942B51-B2AD-45E2-88DC-F0198FA2212B}"/>
                </a:ext>
              </a:extLst>
            </p:cNvPr>
            <p:cNvSpPr/>
            <p:nvPr/>
          </p:nvSpPr>
          <p:spPr>
            <a:xfrm flipV="1">
              <a:off x="5847212" y="5066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A750A6F-9D90-4550-9C12-F2E54515A81F}"/>
                </a:ext>
              </a:extLst>
            </p:cNvPr>
            <p:cNvSpPr/>
            <p:nvPr/>
          </p:nvSpPr>
          <p:spPr>
            <a:xfrm flipV="1">
              <a:off x="5847212" y="54391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238C567-9F85-4381-9FB0-430DE1789699}"/>
                </a:ext>
              </a:extLst>
            </p:cNvPr>
            <p:cNvSpPr/>
            <p:nvPr/>
          </p:nvSpPr>
          <p:spPr>
            <a:xfrm flipV="1">
              <a:off x="5847212" y="551929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2D52D3-7A0D-4095-AE0C-3A5129C15E4E}"/>
                </a:ext>
              </a:extLst>
            </p:cNvPr>
            <p:cNvSpPr/>
            <p:nvPr/>
          </p:nvSpPr>
          <p:spPr>
            <a:xfrm flipV="1">
              <a:off x="5847212" y="56042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6432AA3-5E8E-4777-AD74-756676269898}"/>
                </a:ext>
              </a:extLst>
            </p:cNvPr>
            <p:cNvSpPr/>
            <p:nvPr/>
          </p:nvSpPr>
          <p:spPr>
            <a:xfrm flipV="1">
              <a:off x="5847212" y="5680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F96424-5E4B-4077-8241-2146B00B34E0}"/>
                </a:ext>
              </a:extLst>
            </p:cNvPr>
            <p:cNvSpPr/>
            <p:nvPr/>
          </p:nvSpPr>
          <p:spPr>
            <a:xfrm flipV="1">
              <a:off x="5847212" y="49898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E695439-1B05-4A72-893F-DEC1A26ED812}"/>
                </a:ext>
              </a:extLst>
            </p:cNvPr>
            <p:cNvSpPr/>
            <p:nvPr/>
          </p:nvSpPr>
          <p:spPr>
            <a:xfrm flipV="1">
              <a:off x="5847212" y="490758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7AE9F99-0757-48C8-BBE9-A63248FDBADB}"/>
                </a:ext>
              </a:extLst>
            </p:cNvPr>
            <p:cNvSpPr/>
            <p:nvPr/>
          </p:nvSpPr>
          <p:spPr>
            <a:xfrm flipV="1">
              <a:off x="5847212" y="482794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C5C1E49-A34C-4CFB-9B60-61807EA07B3F}"/>
                </a:ext>
              </a:extLst>
            </p:cNvPr>
            <p:cNvSpPr/>
            <p:nvPr/>
          </p:nvSpPr>
          <p:spPr>
            <a:xfrm flipV="1">
              <a:off x="5847212" y="474221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028EF64-5258-40C6-97BD-5FC9EF4B51C5}"/>
                </a:ext>
              </a:extLst>
            </p:cNvPr>
            <p:cNvSpPr/>
            <p:nvPr/>
          </p:nvSpPr>
          <p:spPr>
            <a:xfrm>
              <a:off x="6793362" y="5145972"/>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21" name="Rectangle 20">
              <a:extLst>
                <a:ext uri="{FF2B5EF4-FFF2-40B4-BE49-F238E27FC236}">
                  <a16:creationId xmlns:a16="http://schemas.microsoft.com/office/drawing/2014/main" id="{27C33784-737D-402B-9036-B892AFF23C5B}"/>
                </a:ext>
              </a:extLst>
            </p:cNvPr>
            <p:cNvSpPr/>
            <p:nvPr/>
          </p:nvSpPr>
          <p:spPr>
            <a:xfrm>
              <a:off x="6793362" y="506977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93C3D05-FC6E-43F5-B371-7DDD2DE5B2A4}"/>
                </a:ext>
              </a:extLst>
            </p:cNvPr>
            <p:cNvSpPr/>
            <p:nvPr/>
          </p:nvSpPr>
          <p:spPr>
            <a:xfrm>
              <a:off x="6793362" y="535869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0DE3182-BE6B-4C9C-9209-9E1EA6FE90D8}"/>
                </a:ext>
              </a:extLst>
            </p:cNvPr>
            <p:cNvSpPr/>
            <p:nvPr/>
          </p:nvSpPr>
          <p:spPr>
            <a:xfrm>
              <a:off x="6793362" y="49816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910BFC1-D39F-4199-9055-F20252892A04}"/>
                </a:ext>
              </a:extLst>
            </p:cNvPr>
            <p:cNvSpPr/>
            <p:nvPr/>
          </p:nvSpPr>
          <p:spPr>
            <a:xfrm>
              <a:off x="6793362" y="489461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BFABC0B-AB1E-4D21-8763-EF76CF15EF54}"/>
                </a:ext>
              </a:extLst>
            </p:cNvPr>
            <p:cNvSpPr/>
            <p:nvPr/>
          </p:nvSpPr>
          <p:spPr>
            <a:xfrm>
              <a:off x="6793362" y="48163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068C915-80FD-4C9D-BC6E-4E57AF3CF084}"/>
                </a:ext>
              </a:extLst>
            </p:cNvPr>
            <p:cNvSpPr/>
            <p:nvPr/>
          </p:nvSpPr>
          <p:spPr>
            <a:xfrm>
              <a:off x="6793362" y="474221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C071F3A-9F16-4612-88EB-6A91A1C0D3AC}"/>
                </a:ext>
              </a:extLst>
            </p:cNvPr>
            <p:cNvSpPr/>
            <p:nvPr/>
          </p:nvSpPr>
          <p:spPr>
            <a:xfrm>
              <a:off x="6793362" y="568254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92AA944-32E6-4702-83D7-DB8647B54072}"/>
                </a:ext>
              </a:extLst>
            </p:cNvPr>
            <p:cNvSpPr/>
            <p:nvPr/>
          </p:nvSpPr>
          <p:spPr>
            <a:xfrm>
              <a:off x="6793362" y="560475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151F672-5A55-44CB-A3BB-9AD29D4F09E6}"/>
                </a:ext>
              </a:extLst>
            </p:cNvPr>
            <p:cNvSpPr/>
            <p:nvPr/>
          </p:nvSpPr>
          <p:spPr>
            <a:xfrm>
              <a:off x="6793362" y="55277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353D5A0-1A7E-48F8-B945-0092C4B1DB9B}"/>
                </a:ext>
              </a:extLst>
            </p:cNvPr>
            <p:cNvSpPr/>
            <p:nvPr/>
          </p:nvSpPr>
          <p:spPr>
            <a:xfrm>
              <a:off x="6793362" y="544283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60BA619-8B0B-4C30-9C8C-60778A49ACFA}"/>
                </a:ext>
              </a:extLst>
            </p:cNvPr>
            <p:cNvSpPr/>
            <p:nvPr/>
          </p:nvSpPr>
          <p:spPr>
            <a:xfrm flipV="1">
              <a:off x="6796530"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E3F94D9-238A-4708-A3BB-ECA0AE54D5BF}"/>
                </a:ext>
              </a:extLst>
            </p:cNvPr>
            <p:cNvSpPr/>
            <p:nvPr/>
          </p:nvSpPr>
          <p:spPr>
            <a:xfrm flipV="1">
              <a:off x="6012307"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E8CC334-AD58-436B-ADB1-9443F8ACEF90}"/>
                </a:ext>
              </a:extLst>
            </p:cNvPr>
            <p:cNvSpPr/>
            <p:nvPr/>
          </p:nvSpPr>
          <p:spPr>
            <a:xfrm flipV="1">
              <a:off x="6094854"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4FD88E9-84DB-4632-87F6-AF08746BF98E}"/>
                </a:ext>
              </a:extLst>
            </p:cNvPr>
            <p:cNvSpPr/>
            <p:nvPr/>
          </p:nvSpPr>
          <p:spPr>
            <a:xfrm flipV="1">
              <a:off x="6182146"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C639612-9A56-4AA7-BAC1-A2B7765B22BC}"/>
                </a:ext>
              </a:extLst>
            </p:cNvPr>
            <p:cNvSpPr/>
            <p:nvPr/>
          </p:nvSpPr>
          <p:spPr>
            <a:xfrm flipV="1">
              <a:off x="6268671"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04CCDA9-3188-4514-9D12-538D7B75048E}"/>
                </a:ext>
              </a:extLst>
            </p:cNvPr>
            <p:cNvSpPr/>
            <p:nvPr/>
          </p:nvSpPr>
          <p:spPr>
            <a:xfrm flipV="1">
              <a:off x="6355196"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8008B03-954F-4144-A464-22762A82EA59}"/>
                </a:ext>
              </a:extLst>
            </p:cNvPr>
            <p:cNvSpPr/>
            <p:nvPr/>
          </p:nvSpPr>
          <p:spPr>
            <a:xfrm flipV="1">
              <a:off x="6444108"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3278FFD-2062-42BE-8FA9-4AD9F34FA540}"/>
                </a:ext>
              </a:extLst>
            </p:cNvPr>
            <p:cNvSpPr/>
            <p:nvPr/>
          </p:nvSpPr>
          <p:spPr>
            <a:xfrm flipV="1">
              <a:off x="6534611"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F6D9E66-D3AC-4B7E-AA7D-897ED75F58ED}"/>
                </a:ext>
              </a:extLst>
            </p:cNvPr>
            <p:cNvSpPr/>
            <p:nvPr/>
          </p:nvSpPr>
          <p:spPr>
            <a:xfrm flipV="1">
              <a:off x="6625098"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B1377FF-A8AF-4BC8-B239-5798ED9BC988}"/>
                </a:ext>
              </a:extLst>
            </p:cNvPr>
            <p:cNvSpPr/>
            <p:nvPr/>
          </p:nvSpPr>
          <p:spPr>
            <a:xfrm flipV="1">
              <a:off x="6710815" y="4664430"/>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899DE90-02E6-42AF-9819-B7CF59EEC2A6}"/>
                </a:ext>
              </a:extLst>
            </p:cNvPr>
            <p:cNvSpPr/>
            <p:nvPr/>
          </p:nvSpPr>
          <p:spPr>
            <a:xfrm flipV="1">
              <a:off x="6793362"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A2D7D02-4BFF-4D2C-9D6C-5D91E8396482}"/>
                </a:ext>
              </a:extLst>
            </p:cNvPr>
            <p:cNvSpPr/>
            <p:nvPr/>
          </p:nvSpPr>
          <p:spPr>
            <a:xfrm flipV="1">
              <a:off x="6009139"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1D6CCF0-8759-4518-A787-FE13EAE5790D}"/>
                </a:ext>
              </a:extLst>
            </p:cNvPr>
            <p:cNvSpPr/>
            <p:nvPr/>
          </p:nvSpPr>
          <p:spPr>
            <a:xfrm flipV="1">
              <a:off x="6091686"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6E5DC1C-D240-4224-9FC6-D21E82F6C515}"/>
                </a:ext>
              </a:extLst>
            </p:cNvPr>
            <p:cNvSpPr/>
            <p:nvPr/>
          </p:nvSpPr>
          <p:spPr>
            <a:xfrm flipV="1">
              <a:off x="6178978"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60CBD6F-DBE1-4D6F-BD8E-338FD688AED5}"/>
                </a:ext>
              </a:extLst>
            </p:cNvPr>
            <p:cNvSpPr/>
            <p:nvPr/>
          </p:nvSpPr>
          <p:spPr>
            <a:xfrm flipV="1">
              <a:off x="6265503"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9B60F42-7613-4AF2-97EF-7390B92442B8}"/>
                </a:ext>
              </a:extLst>
            </p:cNvPr>
            <p:cNvSpPr/>
            <p:nvPr/>
          </p:nvSpPr>
          <p:spPr>
            <a:xfrm flipV="1">
              <a:off x="6352028"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4E6BB3-2543-46DA-8D24-24B10CAC6AE1}"/>
                </a:ext>
              </a:extLst>
            </p:cNvPr>
            <p:cNvSpPr/>
            <p:nvPr/>
          </p:nvSpPr>
          <p:spPr>
            <a:xfrm flipV="1">
              <a:off x="6440940"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18B6BA6-1495-46C7-BF1E-F3A365D6D801}"/>
                </a:ext>
              </a:extLst>
            </p:cNvPr>
            <p:cNvSpPr/>
            <p:nvPr/>
          </p:nvSpPr>
          <p:spPr>
            <a:xfrm flipV="1">
              <a:off x="6531443"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5D4001D-4C13-4CEC-8BE2-3F3883BFA5AD}"/>
                </a:ext>
              </a:extLst>
            </p:cNvPr>
            <p:cNvSpPr/>
            <p:nvPr/>
          </p:nvSpPr>
          <p:spPr>
            <a:xfrm flipV="1">
              <a:off x="6621930"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43AD43B3-13B9-4468-A5CA-022BC17BAB54}"/>
                </a:ext>
              </a:extLst>
            </p:cNvPr>
            <p:cNvSpPr/>
            <p:nvPr/>
          </p:nvSpPr>
          <p:spPr>
            <a:xfrm flipV="1">
              <a:off x="6707647" y="576033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439CD08-E3EC-452B-BA46-D0B67DD7D8B2}"/>
                </a:ext>
              </a:extLst>
            </p:cNvPr>
            <p:cNvSpPr/>
            <p:nvPr/>
          </p:nvSpPr>
          <p:spPr>
            <a:xfrm flipV="1">
              <a:off x="5847211" y="576139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690445D1-14BE-450B-9B8F-676C855BD2DF}"/>
                </a:ext>
              </a:extLst>
            </p:cNvPr>
            <p:cNvSpPr/>
            <p:nvPr/>
          </p:nvSpPr>
          <p:spPr>
            <a:xfrm flipV="1">
              <a:off x="5928175" y="576139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D926CA1-6AF3-4CF7-A8B6-E23AFF5273D4}"/>
                </a:ext>
              </a:extLst>
            </p:cNvPr>
            <p:cNvSpPr/>
            <p:nvPr/>
          </p:nvSpPr>
          <p:spPr>
            <a:xfrm flipV="1">
              <a:off x="5847211" y="4664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C70CEE08-FFE9-44E7-9453-F5372E94F349}"/>
                </a:ext>
              </a:extLst>
            </p:cNvPr>
            <p:cNvSpPr/>
            <p:nvPr/>
          </p:nvSpPr>
          <p:spPr>
            <a:xfrm flipV="1">
              <a:off x="5928175" y="466443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BFD93B9-3010-4D67-B85E-880F086C834B}"/>
                </a:ext>
              </a:extLst>
            </p:cNvPr>
            <p:cNvSpPr/>
            <p:nvPr/>
          </p:nvSpPr>
          <p:spPr>
            <a:xfrm>
              <a:off x="6793390"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E7E2015-7FD0-4DD7-844A-CB1B92866893}"/>
                </a:ext>
              </a:extLst>
            </p:cNvPr>
            <p:cNvSpPr/>
            <p:nvPr/>
          </p:nvSpPr>
          <p:spPr>
            <a:xfrm>
              <a:off x="6091686" y="458108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BF717863-CCD0-4403-8479-D468BBA1A8E6}"/>
                </a:ext>
              </a:extLst>
            </p:cNvPr>
            <p:cNvSpPr/>
            <p:nvPr/>
          </p:nvSpPr>
          <p:spPr>
            <a:xfrm>
              <a:off x="6179814" y="457843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0B2EFF7-D03B-4E4D-9127-E3EE085A5DCA}"/>
                </a:ext>
              </a:extLst>
            </p:cNvPr>
            <p:cNvSpPr/>
            <p:nvPr/>
          </p:nvSpPr>
          <p:spPr>
            <a:xfrm>
              <a:off x="6266339" y="4578437"/>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B6C76A8-B2DC-4F9D-8F77-427D26891489}"/>
                </a:ext>
              </a:extLst>
            </p:cNvPr>
            <p:cNvSpPr/>
            <p:nvPr/>
          </p:nvSpPr>
          <p:spPr>
            <a:xfrm>
              <a:off x="6352056"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141EF3D6-C397-4E14-AAD3-53AA3034F511}"/>
                </a:ext>
              </a:extLst>
            </p:cNvPr>
            <p:cNvSpPr/>
            <p:nvPr/>
          </p:nvSpPr>
          <p:spPr>
            <a:xfrm>
              <a:off x="6440968"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2714172-9F68-40CF-9E66-CDE0C0478494}"/>
                </a:ext>
              </a:extLst>
            </p:cNvPr>
            <p:cNvSpPr/>
            <p:nvPr/>
          </p:nvSpPr>
          <p:spPr>
            <a:xfrm>
              <a:off x="6531471"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AB9AB015-0F95-4C35-8439-9694237E46C0}"/>
                </a:ext>
              </a:extLst>
            </p:cNvPr>
            <p:cNvSpPr/>
            <p:nvPr/>
          </p:nvSpPr>
          <p:spPr>
            <a:xfrm>
              <a:off x="6621958"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B76BE918-D2F7-4F05-A935-067952F69D66}"/>
                </a:ext>
              </a:extLst>
            </p:cNvPr>
            <p:cNvSpPr/>
            <p:nvPr/>
          </p:nvSpPr>
          <p:spPr>
            <a:xfrm>
              <a:off x="6707675" y="4582142"/>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4FD52AC-EF5E-4E26-A100-5EDC4FA1D69C}"/>
                </a:ext>
              </a:extLst>
            </p:cNvPr>
            <p:cNvSpPr/>
            <p:nvPr/>
          </p:nvSpPr>
          <p:spPr>
            <a:xfrm>
              <a:off x="6621049"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7BF6FF64-431B-48C2-969B-0A574DDCDCE0}"/>
                </a:ext>
              </a:extLst>
            </p:cNvPr>
            <p:cNvSpPr/>
            <p:nvPr/>
          </p:nvSpPr>
          <p:spPr>
            <a:xfrm>
              <a:off x="6535334"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91DFDB52-0A80-4596-8635-EE80DA898D8E}"/>
                </a:ext>
              </a:extLst>
            </p:cNvPr>
            <p:cNvSpPr/>
            <p:nvPr/>
          </p:nvSpPr>
          <p:spPr>
            <a:xfrm>
              <a:off x="6621049" y="44222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328FBE49-D951-43C9-87CA-940350986C1C}"/>
                </a:ext>
              </a:extLst>
            </p:cNvPr>
            <p:cNvSpPr/>
            <p:nvPr/>
          </p:nvSpPr>
          <p:spPr>
            <a:xfrm>
              <a:off x="6535334" y="44222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77CC16F9-17C0-49C9-9A7F-6C25F7337FA3}"/>
                </a:ext>
              </a:extLst>
            </p:cNvPr>
            <p:cNvSpPr/>
            <p:nvPr/>
          </p:nvSpPr>
          <p:spPr>
            <a:xfrm>
              <a:off x="6440940"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9D18D7A-3743-44B4-8322-548D4E46BB0E}"/>
                </a:ext>
              </a:extLst>
            </p:cNvPr>
            <p:cNvSpPr/>
            <p:nvPr/>
          </p:nvSpPr>
          <p:spPr>
            <a:xfrm>
              <a:off x="6355225" y="450343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68E30599-C5D8-48BF-8B4E-194F1C5C300D}"/>
                </a:ext>
              </a:extLst>
            </p:cNvPr>
            <p:cNvSpPr/>
            <p:nvPr/>
          </p:nvSpPr>
          <p:spPr>
            <a:xfrm flipV="1">
              <a:off x="6010765" y="45802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39386613-C992-4CAE-831B-2AD0E4E56542}"/>
                </a:ext>
              </a:extLst>
            </p:cNvPr>
            <p:cNvSpPr/>
            <p:nvPr/>
          </p:nvSpPr>
          <p:spPr>
            <a:xfrm flipV="1">
              <a:off x="5928175" y="45818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AC78AC2E-AF3D-4F33-A2F5-2D795897FBBB}"/>
                </a:ext>
              </a:extLst>
            </p:cNvPr>
            <p:cNvSpPr/>
            <p:nvPr/>
          </p:nvSpPr>
          <p:spPr>
            <a:xfrm flipV="1">
              <a:off x="5847628" y="45818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1DF2DF2B-D1DA-4604-A805-65303EA0ED83}"/>
                </a:ext>
              </a:extLst>
            </p:cNvPr>
            <p:cNvSpPr/>
            <p:nvPr/>
          </p:nvSpPr>
          <p:spPr>
            <a:xfrm flipV="1">
              <a:off x="5928175" y="3743937"/>
              <a:ext cx="863602" cy="508000"/>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8E271EB-D564-4300-9A2B-5B2B1DDE2D31}"/>
                </a:ext>
              </a:extLst>
            </p:cNvPr>
            <p:cNvSpPr/>
            <p:nvPr/>
          </p:nvSpPr>
          <p:spPr>
            <a:xfrm flipV="1">
              <a:off x="5928175" y="3235937"/>
              <a:ext cx="863602" cy="508000"/>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27F9D7E6-43E2-465A-AA40-7C6DEF50D8AB}"/>
                </a:ext>
              </a:extLst>
            </p:cNvPr>
            <p:cNvSpPr/>
            <p:nvPr/>
          </p:nvSpPr>
          <p:spPr>
            <a:xfrm flipV="1">
              <a:off x="5845627" y="36375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E727C72-A3B8-41F1-892B-141D8BBA484D}"/>
                </a:ext>
              </a:extLst>
            </p:cNvPr>
            <p:cNvSpPr/>
            <p:nvPr/>
          </p:nvSpPr>
          <p:spPr>
            <a:xfrm>
              <a:off x="6791777" y="36375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77" name="Rectangle 76">
              <a:extLst>
                <a:ext uri="{FF2B5EF4-FFF2-40B4-BE49-F238E27FC236}">
                  <a16:creationId xmlns:a16="http://schemas.microsoft.com/office/drawing/2014/main" id="{46551C31-DD5E-4865-A07E-C4B7A89B2EEE}"/>
                </a:ext>
              </a:extLst>
            </p:cNvPr>
            <p:cNvSpPr/>
            <p:nvPr/>
          </p:nvSpPr>
          <p:spPr>
            <a:xfrm flipV="1">
              <a:off x="5845627" y="38582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E4AD23AB-4F23-4358-8F30-8A12459DDF14}"/>
                </a:ext>
              </a:extLst>
            </p:cNvPr>
            <p:cNvSpPr/>
            <p:nvPr/>
          </p:nvSpPr>
          <p:spPr>
            <a:xfrm flipV="1">
              <a:off x="5845627" y="35613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78AF684B-CBCA-41AA-8B93-2619FFEF5ADF}"/>
                </a:ext>
              </a:extLst>
            </p:cNvPr>
            <p:cNvSpPr/>
            <p:nvPr/>
          </p:nvSpPr>
          <p:spPr>
            <a:xfrm flipV="1">
              <a:off x="6791777" y="385030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779D1DFD-9E45-4920-A6C9-DD92D4C44012}"/>
                </a:ext>
              </a:extLst>
            </p:cNvPr>
            <p:cNvSpPr/>
            <p:nvPr/>
          </p:nvSpPr>
          <p:spPr>
            <a:xfrm flipV="1">
              <a:off x="6791777" y="356137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2130E68C-0023-4CBF-9BEB-04E2156C9B1A}"/>
                </a:ext>
              </a:extLst>
            </p:cNvPr>
            <p:cNvSpPr/>
            <p:nvPr/>
          </p:nvSpPr>
          <p:spPr>
            <a:xfrm flipV="1">
              <a:off x="5845627" y="39344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84EEE79B-8C93-4F54-A1F0-3BD5D320065A}"/>
                </a:ext>
              </a:extLst>
            </p:cNvPr>
            <p:cNvSpPr/>
            <p:nvPr/>
          </p:nvSpPr>
          <p:spPr>
            <a:xfrm flipV="1">
              <a:off x="5845627" y="401460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003C5DEB-0093-47D6-9377-58FF396D0CC4}"/>
                </a:ext>
              </a:extLst>
            </p:cNvPr>
            <p:cNvSpPr/>
            <p:nvPr/>
          </p:nvSpPr>
          <p:spPr>
            <a:xfrm flipV="1">
              <a:off x="5845627" y="40995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1C21D0A3-40C6-4780-A5E8-02C76AE2725F}"/>
                </a:ext>
              </a:extLst>
            </p:cNvPr>
            <p:cNvSpPr/>
            <p:nvPr/>
          </p:nvSpPr>
          <p:spPr>
            <a:xfrm flipV="1">
              <a:off x="5845627" y="4175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F5FBB1AF-5757-4046-9186-A48842406BEF}"/>
                </a:ext>
              </a:extLst>
            </p:cNvPr>
            <p:cNvSpPr/>
            <p:nvPr/>
          </p:nvSpPr>
          <p:spPr>
            <a:xfrm flipV="1">
              <a:off x="6791777" y="393840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B980EC38-C2F5-4866-84C5-75494B2179C9}"/>
                </a:ext>
              </a:extLst>
            </p:cNvPr>
            <p:cNvSpPr/>
            <p:nvPr/>
          </p:nvSpPr>
          <p:spPr>
            <a:xfrm flipV="1">
              <a:off x="6791777" y="402545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9371B1F-A173-4433-BBE2-CC2BBBB0A98C}"/>
                </a:ext>
              </a:extLst>
            </p:cNvPr>
            <p:cNvSpPr/>
            <p:nvPr/>
          </p:nvSpPr>
          <p:spPr>
            <a:xfrm flipV="1">
              <a:off x="6791777" y="410377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2487A130-46AF-43DE-BD38-3E2EC2B255BC}"/>
                </a:ext>
              </a:extLst>
            </p:cNvPr>
            <p:cNvSpPr/>
            <p:nvPr/>
          </p:nvSpPr>
          <p:spPr>
            <a:xfrm flipV="1">
              <a:off x="6791777" y="417785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59BCEAC0-B1AA-464B-8412-15063EEEBE80}"/>
                </a:ext>
              </a:extLst>
            </p:cNvPr>
            <p:cNvSpPr/>
            <p:nvPr/>
          </p:nvSpPr>
          <p:spPr>
            <a:xfrm flipV="1">
              <a:off x="5845627" y="348517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31CB6DE4-D6F4-4C04-A5E0-E85DE57E1D94}"/>
                </a:ext>
              </a:extLst>
            </p:cNvPr>
            <p:cNvSpPr/>
            <p:nvPr/>
          </p:nvSpPr>
          <p:spPr>
            <a:xfrm flipV="1">
              <a:off x="5845627" y="340289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2DD138E5-1942-4A9B-84FD-6AE74380F81E}"/>
                </a:ext>
              </a:extLst>
            </p:cNvPr>
            <p:cNvSpPr/>
            <p:nvPr/>
          </p:nvSpPr>
          <p:spPr>
            <a:xfrm flipV="1">
              <a:off x="5845627" y="332325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09691EE6-2FB7-4DB4-A5CA-4221391960C9}"/>
                </a:ext>
              </a:extLst>
            </p:cNvPr>
            <p:cNvSpPr/>
            <p:nvPr/>
          </p:nvSpPr>
          <p:spPr>
            <a:xfrm flipV="1">
              <a:off x="5845627" y="323752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D90B393E-5693-4AF4-AC58-78311272DF6B}"/>
                </a:ext>
              </a:extLst>
            </p:cNvPr>
            <p:cNvSpPr/>
            <p:nvPr/>
          </p:nvSpPr>
          <p:spPr>
            <a:xfrm flipV="1">
              <a:off x="6791777" y="323752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DCDE7971-929D-424F-B4EA-AB5962EE3D91}"/>
                </a:ext>
              </a:extLst>
            </p:cNvPr>
            <p:cNvSpPr/>
            <p:nvPr/>
          </p:nvSpPr>
          <p:spPr>
            <a:xfrm flipV="1">
              <a:off x="6791777" y="331531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8715FAA6-B1DE-41B0-B1EB-DD66125525D0}"/>
                </a:ext>
              </a:extLst>
            </p:cNvPr>
            <p:cNvSpPr/>
            <p:nvPr/>
          </p:nvSpPr>
          <p:spPr>
            <a:xfrm flipV="1">
              <a:off x="6791777" y="339230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E8DF65D1-CC0D-4780-9B96-1C049A52CACB}"/>
                </a:ext>
              </a:extLst>
            </p:cNvPr>
            <p:cNvSpPr/>
            <p:nvPr/>
          </p:nvSpPr>
          <p:spPr>
            <a:xfrm flipV="1">
              <a:off x="6791777" y="347723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3082C8F3-2E6C-4B6E-8ABC-A0742EFE0A96}"/>
                </a:ext>
              </a:extLst>
            </p:cNvPr>
            <p:cNvSpPr/>
            <p:nvPr/>
          </p:nvSpPr>
          <p:spPr>
            <a:xfrm flipV="1">
              <a:off x="6794945"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51C3022D-3B2F-446A-A74F-B66AE1FDC4FD}"/>
                </a:ext>
              </a:extLst>
            </p:cNvPr>
            <p:cNvSpPr/>
            <p:nvPr/>
          </p:nvSpPr>
          <p:spPr>
            <a:xfrm flipV="1">
              <a:off x="6010722"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435BC8AE-70D7-4303-8B56-5406D8905640}"/>
                </a:ext>
              </a:extLst>
            </p:cNvPr>
            <p:cNvSpPr/>
            <p:nvPr/>
          </p:nvSpPr>
          <p:spPr>
            <a:xfrm flipV="1">
              <a:off x="6093269"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CC990369-84CB-4C5A-87F4-DD58ABD19F51}"/>
                </a:ext>
              </a:extLst>
            </p:cNvPr>
            <p:cNvSpPr/>
            <p:nvPr/>
          </p:nvSpPr>
          <p:spPr>
            <a:xfrm flipV="1">
              <a:off x="6180561"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34FBB53A-E0EC-42E8-9E67-B8BFA0B9EA3F}"/>
                </a:ext>
              </a:extLst>
            </p:cNvPr>
            <p:cNvSpPr/>
            <p:nvPr/>
          </p:nvSpPr>
          <p:spPr>
            <a:xfrm flipV="1">
              <a:off x="6267086"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9319CDD-0E1B-4776-9559-69FE70F2AC44}"/>
                </a:ext>
              </a:extLst>
            </p:cNvPr>
            <p:cNvSpPr/>
            <p:nvPr/>
          </p:nvSpPr>
          <p:spPr>
            <a:xfrm flipV="1">
              <a:off x="6353611"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DD7DFF7B-980A-4528-886D-CABB99EC3939}"/>
                </a:ext>
              </a:extLst>
            </p:cNvPr>
            <p:cNvSpPr/>
            <p:nvPr/>
          </p:nvSpPr>
          <p:spPr>
            <a:xfrm flipV="1">
              <a:off x="6442523"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0AB26E54-6677-4620-98F1-80DD99D66934}"/>
                </a:ext>
              </a:extLst>
            </p:cNvPr>
            <p:cNvSpPr/>
            <p:nvPr/>
          </p:nvSpPr>
          <p:spPr>
            <a:xfrm flipV="1">
              <a:off x="6533026"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21E481DA-2CB9-4F06-B0F2-108B76709F7B}"/>
                </a:ext>
              </a:extLst>
            </p:cNvPr>
            <p:cNvSpPr/>
            <p:nvPr/>
          </p:nvSpPr>
          <p:spPr>
            <a:xfrm flipV="1">
              <a:off x="6623513"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B910E7A2-929C-4875-B8AF-213DF94BDC44}"/>
                </a:ext>
              </a:extLst>
            </p:cNvPr>
            <p:cNvSpPr/>
            <p:nvPr/>
          </p:nvSpPr>
          <p:spPr>
            <a:xfrm flipV="1">
              <a:off x="6709230" y="3159737"/>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6AB2DD30-8431-46B1-83F0-5D1530604C7C}"/>
                </a:ext>
              </a:extLst>
            </p:cNvPr>
            <p:cNvSpPr/>
            <p:nvPr/>
          </p:nvSpPr>
          <p:spPr>
            <a:xfrm flipV="1">
              <a:off x="6791777"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C181E2DD-3939-4CA7-A1E4-9686476C0D0F}"/>
                </a:ext>
              </a:extLst>
            </p:cNvPr>
            <p:cNvSpPr/>
            <p:nvPr/>
          </p:nvSpPr>
          <p:spPr>
            <a:xfrm flipV="1">
              <a:off x="6007554"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E2A3AC33-ADC4-470A-B611-126F98084744}"/>
                </a:ext>
              </a:extLst>
            </p:cNvPr>
            <p:cNvSpPr/>
            <p:nvPr/>
          </p:nvSpPr>
          <p:spPr>
            <a:xfrm flipV="1">
              <a:off x="6090101"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02BAD1F8-1459-46B5-AADB-C8C48CB4DFB4}"/>
                </a:ext>
              </a:extLst>
            </p:cNvPr>
            <p:cNvSpPr/>
            <p:nvPr/>
          </p:nvSpPr>
          <p:spPr>
            <a:xfrm flipV="1">
              <a:off x="6177393"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8BD4E96A-B15B-4946-ACE4-4B03D42708BE}"/>
                </a:ext>
              </a:extLst>
            </p:cNvPr>
            <p:cNvSpPr/>
            <p:nvPr/>
          </p:nvSpPr>
          <p:spPr>
            <a:xfrm flipV="1">
              <a:off x="6263918"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9E8D8CC4-91F6-4BDD-AB22-012B49D2EBC9}"/>
                </a:ext>
              </a:extLst>
            </p:cNvPr>
            <p:cNvSpPr/>
            <p:nvPr/>
          </p:nvSpPr>
          <p:spPr>
            <a:xfrm flipV="1">
              <a:off x="6350443"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BFA7BCE5-2736-4447-9FA4-DE6E87577CBF}"/>
                </a:ext>
              </a:extLst>
            </p:cNvPr>
            <p:cNvSpPr/>
            <p:nvPr/>
          </p:nvSpPr>
          <p:spPr>
            <a:xfrm flipV="1">
              <a:off x="6439355"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C51F6FB2-089D-4B13-8E69-3C4F7ABE2299}"/>
                </a:ext>
              </a:extLst>
            </p:cNvPr>
            <p:cNvSpPr/>
            <p:nvPr/>
          </p:nvSpPr>
          <p:spPr>
            <a:xfrm flipV="1">
              <a:off x="6529858"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F37C4999-90D7-49E3-BC29-2AC56BA4CC69}"/>
                </a:ext>
              </a:extLst>
            </p:cNvPr>
            <p:cNvSpPr/>
            <p:nvPr/>
          </p:nvSpPr>
          <p:spPr>
            <a:xfrm flipV="1">
              <a:off x="6620345"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D6AF01C1-634D-46A1-9691-142639F75B55}"/>
                </a:ext>
              </a:extLst>
            </p:cNvPr>
            <p:cNvSpPr/>
            <p:nvPr/>
          </p:nvSpPr>
          <p:spPr>
            <a:xfrm flipV="1">
              <a:off x="6706062" y="4255642"/>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B6D34384-51C2-4207-8AAC-C377E8C7747D}"/>
                </a:ext>
              </a:extLst>
            </p:cNvPr>
            <p:cNvSpPr/>
            <p:nvPr/>
          </p:nvSpPr>
          <p:spPr>
            <a:xfrm flipV="1">
              <a:off x="5845626" y="425669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F334123B-14D5-4CCA-A1F2-F4888D650935}"/>
                </a:ext>
              </a:extLst>
            </p:cNvPr>
            <p:cNvSpPr/>
            <p:nvPr/>
          </p:nvSpPr>
          <p:spPr>
            <a:xfrm flipV="1">
              <a:off x="5926590" y="425669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D02BE6E4-1CBC-4B64-9B5E-F8589945819C}"/>
                </a:ext>
              </a:extLst>
            </p:cNvPr>
            <p:cNvSpPr/>
            <p:nvPr/>
          </p:nvSpPr>
          <p:spPr>
            <a:xfrm flipV="1">
              <a:off x="6791777"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CCC3C6A3-0463-4101-9FEA-AC6288CB35D2}"/>
                </a:ext>
              </a:extLst>
            </p:cNvPr>
            <p:cNvSpPr/>
            <p:nvPr/>
          </p:nvSpPr>
          <p:spPr>
            <a:xfrm flipV="1">
              <a:off x="6009124" y="434057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3A857094-F4A5-45FD-B29D-45A10D5A473F}"/>
                </a:ext>
              </a:extLst>
            </p:cNvPr>
            <p:cNvSpPr/>
            <p:nvPr/>
          </p:nvSpPr>
          <p:spPr>
            <a:xfrm flipV="1">
              <a:off x="6090073" y="4337924"/>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472F627-EA3B-456B-98B7-5E8CB3E0E373}"/>
                </a:ext>
              </a:extLst>
            </p:cNvPr>
            <p:cNvSpPr/>
            <p:nvPr/>
          </p:nvSpPr>
          <p:spPr>
            <a:xfrm flipV="1">
              <a:off x="6178201" y="434057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087ECA17-15EA-4B1A-BD42-E9C51DE490A9}"/>
                </a:ext>
              </a:extLst>
            </p:cNvPr>
            <p:cNvSpPr/>
            <p:nvPr/>
          </p:nvSpPr>
          <p:spPr>
            <a:xfrm flipV="1">
              <a:off x="6264726" y="4340572"/>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85F5E5BF-A751-4F61-8D04-C388FCBF2403}"/>
                </a:ext>
              </a:extLst>
            </p:cNvPr>
            <p:cNvSpPr/>
            <p:nvPr/>
          </p:nvSpPr>
          <p:spPr>
            <a:xfrm flipV="1">
              <a:off x="6350443"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22A97740-C09A-407F-951A-4E876B244BD0}"/>
                </a:ext>
              </a:extLst>
            </p:cNvPr>
            <p:cNvSpPr/>
            <p:nvPr/>
          </p:nvSpPr>
          <p:spPr>
            <a:xfrm flipV="1">
              <a:off x="6439355"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7C0BDAAE-C9D3-4767-98AA-248E2FDFD68C}"/>
                </a:ext>
              </a:extLst>
            </p:cNvPr>
            <p:cNvSpPr/>
            <p:nvPr/>
          </p:nvSpPr>
          <p:spPr>
            <a:xfrm flipV="1">
              <a:off x="6529858"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98572370-9CF9-4146-85AD-7F80834BD9A3}"/>
                </a:ext>
              </a:extLst>
            </p:cNvPr>
            <p:cNvSpPr/>
            <p:nvPr/>
          </p:nvSpPr>
          <p:spPr>
            <a:xfrm flipV="1">
              <a:off x="6620345"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04F662C8-6947-4FCA-BA89-865F1224D42E}"/>
                </a:ext>
              </a:extLst>
            </p:cNvPr>
            <p:cNvSpPr/>
            <p:nvPr/>
          </p:nvSpPr>
          <p:spPr>
            <a:xfrm flipV="1">
              <a:off x="6706062" y="433686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65E8F330-0618-4C73-BCDB-251B445DEA24}"/>
                </a:ext>
              </a:extLst>
            </p:cNvPr>
            <p:cNvSpPr/>
            <p:nvPr/>
          </p:nvSpPr>
          <p:spPr>
            <a:xfrm flipV="1">
              <a:off x="5845626" y="43379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B14112D8-CF51-435A-9EC1-A12A23CD5AEE}"/>
                </a:ext>
              </a:extLst>
            </p:cNvPr>
            <p:cNvSpPr/>
            <p:nvPr/>
          </p:nvSpPr>
          <p:spPr>
            <a:xfrm flipV="1">
              <a:off x="5926590" y="433792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63F23975-8E6E-4E3F-930E-1EDFEE6B845F}"/>
                </a:ext>
              </a:extLst>
            </p:cNvPr>
            <p:cNvSpPr/>
            <p:nvPr/>
          </p:nvSpPr>
          <p:spPr>
            <a:xfrm flipV="1">
              <a:off x="6791777" y="441585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D94B50D8-DF96-4660-A8C4-333F03866C41}"/>
                </a:ext>
              </a:extLst>
            </p:cNvPr>
            <p:cNvSpPr/>
            <p:nvPr/>
          </p:nvSpPr>
          <p:spPr>
            <a:xfrm flipV="1">
              <a:off x="6706062" y="4415851"/>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1C42E95B-0FAF-43F0-9A0E-0F1796689705}"/>
                </a:ext>
              </a:extLst>
            </p:cNvPr>
            <p:cNvSpPr/>
            <p:nvPr/>
          </p:nvSpPr>
          <p:spPr>
            <a:xfrm flipV="1">
              <a:off x="6791777" y="449707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D62053C7-EEB4-403D-AF0B-C77C905A1B21}"/>
                </a:ext>
              </a:extLst>
            </p:cNvPr>
            <p:cNvSpPr/>
            <p:nvPr/>
          </p:nvSpPr>
          <p:spPr>
            <a:xfrm flipV="1">
              <a:off x="6706062" y="449707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53CCBFF2-37B8-44FF-B14C-E8E539783607}"/>
                </a:ext>
              </a:extLst>
            </p:cNvPr>
            <p:cNvSpPr/>
            <p:nvPr/>
          </p:nvSpPr>
          <p:spPr>
            <a:xfrm flipV="1">
              <a:off x="6439327" y="441557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ACD6365D-C5BB-4986-93E9-AC48D1B28CA8}"/>
                </a:ext>
              </a:extLst>
            </p:cNvPr>
            <p:cNvSpPr/>
            <p:nvPr/>
          </p:nvSpPr>
          <p:spPr>
            <a:xfrm flipV="1">
              <a:off x="6353612" y="441557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A08F28B9-4232-4D60-8C0B-AB3065002DBF}"/>
                </a:ext>
              </a:extLst>
            </p:cNvPr>
            <p:cNvSpPr/>
            <p:nvPr/>
          </p:nvSpPr>
          <p:spPr>
            <a:xfrm flipV="1">
              <a:off x="5845626" y="3159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41FE8B5-5E52-41AF-B856-AD7340EF3AFF}"/>
                </a:ext>
              </a:extLst>
            </p:cNvPr>
            <p:cNvSpPr/>
            <p:nvPr/>
          </p:nvSpPr>
          <p:spPr>
            <a:xfrm flipV="1">
              <a:off x="5926590" y="31597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AC740FFF-1E41-43D7-BE48-246C6F57F01A}"/>
                </a:ext>
              </a:extLst>
            </p:cNvPr>
            <p:cNvSpPr/>
            <p:nvPr/>
          </p:nvSpPr>
          <p:spPr>
            <a:xfrm>
              <a:off x="6090709" y="450508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6B7BB5D9-11CA-499E-8B0C-31DA91AF47FF}"/>
                </a:ext>
              </a:extLst>
            </p:cNvPr>
            <p:cNvSpPr/>
            <p:nvPr/>
          </p:nvSpPr>
          <p:spPr>
            <a:xfrm>
              <a:off x="6178837" y="450243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7FE1C48A-C364-43DB-83FC-181F1F54C7C9}"/>
                </a:ext>
              </a:extLst>
            </p:cNvPr>
            <p:cNvSpPr/>
            <p:nvPr/>
          </p:nvSpPr>
          <p:spPr>
            <a:xfrm>
              <a:off x="6265362" y="450243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1DA33A2D-7E93-4FBC-9674-381B11D22663}"/>
                </a:ext>
              </a:extLst>
            </p:cNvPr>
            <p:cNvSpPr/>
            <p:nvPr/>
          </p:nvSpPr>
          <p:spPr>
            <a:xfrm flipV="1">
              <a:off x="6009788" y="450428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3F82F76C-09BF-4A53-BCA6-F50D96F25510}"/>
                </a:ext>
              </a:extLst>
            </p:cNvPr>
            <p:cNvSpPr/>
            <p:nvPr/>
          </p:nvSpPr>
          <p:spPr>
            <a:xfrm flipV="1">
              <a:off x="5927198" y="45058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E576633D-9557-4BAA-9B25-FBDDF1C8F24E}"/>
                </a:ext>
              </a:extLst>
            </p:cNvPr>
            <p:cNvSpPr/>
            <p:nvPr/>
          </p:nvSpPr>
          <p:spPr>
            <a:xfrm flipV="1">
              <a:off x="5846651" y="45058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2F5C58F0-E214-45BD-BE47-B8F62F827668}"/>
                </a:ext>
              </a:extLst>
            </p:cNvPr>
            <p:cNvSpPr/>
            <p:nvPr/>
          </p:nvSpPr>
          <p:spPr>
            <a:xfrm flipV="1">
              <a:off x="6009124" y="442498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F777F840-2FD9-4D11-9D9F-AB3E0038F260}"/>
                </a:ext>
              </a:extLst>
            </p:cNvPr>
            <p:cNvSpPr/>
            <p:nvPr/>
          </p:nvSpPr>
          <p:spPr>
            <a:xfrm flipV="1">
              <a:off x="6090073" y="4422335"/>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6952ECBF-2B36-47A5-BE15-30F361759028}"/>
                </a:ext>
              </a:extLst>
            </p:cNvPr>
            <p:cNvSpPr/>
            <p:nvPr/>
          </p:nvSpPr>
          <p:spPr>
            <a:xfrm flipV="1">
              <a:off x="6178201" y="442498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DBC3197-88AD-4621-AF51-9BFD9D66DC37}"/>
                </a:ext>
              </a:extLst>
            </p:cNvPr>
            <p:cNvSpPr/>
            <p:nvPr/>
          </p:nvSpPr>
          <p:spPr>
            <a:xfrm flipV="1">
              <a:off x="6264726" y="442498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63D25160-CA42-40C0-81D5-9ACF5827B0C7}"/>
                </a:ext>
              </a:extLst>
            </p:cNvPr>
            <p:cNvSpPr/>
            <p:nvPr/>
          </p:nvSpPr>
          <p:spPr>
            <a:xfrm flipV="1">
              <a:off x="5845626" y="44223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F99FFE2B-8D56-40B1-ADB6-791E76B260D3}"/>
                </a:ext>
              </a:extLst>
            </p:cNvPr>
            <p:cNvSpPr/>
            <p:nvPr/>
          </p:nvSpPr>
          <p:spPr>
            <a:xfrm flipV="1">
              <a:off x="5926590" y="44223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620F71D4-843D-4820-8EDA-188B4C980E4A}"/>
                </a:ext>
              </a:extLst>
            </p:cNvPr>
            <p:cNvSpPr/>
            <p:nvPr/>
          </p:nvSpPr>
          <p:spPr>
            <a:xfrm>
              <a:off x="6877502" y="4384750"/>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52" name="Rectangle 151">
              <a:extLst>
                <a:ext uri="{FF2B5EF4-FFF2-40B4-BE49-F238E27FC236}">
                  <a16:creationId xmlns:a16="http://schemas.microsoft.com/office/drawing/2014/main" id="{452B91F7-5D71-4592-B789-14C1B891A862}"/>
                </a:ext>
              </a:extLst>
            </p:cNvPr>
            <p:cNvSpPr/>
            <p:nvPr/>
          </p:nvSpPr>
          <p:spPr>
            <a:xfrm flipV="1">
              <a:off x="5765331" y="437932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FC7DBB3B-99BB-4354-94B8-17200604032B}"/>
                </a:ext>
              </a:extLst>
            </p:cNvPr>
            <p:cNvSpPr/>
            <p:nvPr/>
          </p:nvSpPr>
          <p:spPr>
            <a:xfrm flipV="1">
              <a:off x="6877130" y="400885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7D5CB317-6987-460B-8E3F-6845CF92FB8B}"/>
                </a:ext>
              </a:extLst>
            </p:cNvPr>
            <p:cNvSpPr/>
            <p:nvPr/>
          </p:nvSpPr>
          <p:spPr>
            <a:xfrm flipV="1">
              <a:off x="6877130" y="409563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557B8F3C-7187-4549-8CF5-6ECB16D515AE}"/>
                </a:ext>
              </a:extLst>
            </p:cNvPr>
            <p:cNvSpPr/>
            <p:nvPr/>
          </p:nvSpPr>
          <p:spPr>
            <a:xfrm flipV="1">
              <a:off x="6877130" y="418407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714A49BD-1F55-469D-B2BD-7A194BAAED75}"/>
                </a:ext>
              </a:extLst>
            </p:cNvPr>
            <p:cNvSpPr/>
            <p:nvPr/>
          </p:nvSpPr>
          <p:spPr>
            <a:xfrm flipV="1">
              <a:off x="6877130" y="426501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9F9AE61D-1C13-49B8-9047-2A6941B3638F}"/>
                </a:ext>
              </a:extLst>
            </p:cNvPr>
            <p:cNvSpPr/>
            <p:nvPr/>
          </p:nvSpPr>
          <p:spPr>
            <a:xfrm flipV="1">
              <a:off x="6877513" y="434162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CE12D03A-91EB-454A-A93F-84139D7FFC04}"/>
                </a:ext>
              </a:extLst>
            </p:cNvPr>
            <p:cNvSpPr/>
            <p:nvPr/>
          </p:nvSpPr>
          <p:spPr>
            <a:xfrm flipV="1">
              <a:off x="6877130" y="358637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E943A46A-B91C-4158-9447-6B618CF4E56A}"/>
                </a:ext>
              </a:extLst>
            </p:cNvPr>
            <p:cNvSpPr/>
            <p:nvPr/>
          </p:nvSpPr>
          <p:spPr>
            <a:xfrm flipV="1">
              <a:off x="6877130" y="366741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345B1382-DAD0-4E7F-B177-37E3FD41BC2B}"/>
                </a:ext>
              </a:extLst>
            </p:cNvPr>
            <p:cNvSpPr/>
            <p:nvPr/>
          </p:nvSpPr>
          <p:spPr>
            <a:xfrm flipV="1">
              <a:off x="6877130" y="375245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03020EED-57E5-4D3D-8D90-571A158C46AB}"/>
                </a:ext>
              </a:extLst>
            </p:cNvPr>
            <p:cNvSpPr/>
            <p:nvPr/>
          </p:nvSpPr>
          <p:spPr>
            <a:xfrm flipV="1">
              <a:off x="6877130" y="383906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7E385AC5-8007-4F72-A73F-1B03894830C8}"/>
                </a:ext>
              </a:extLst>
            </p:cNvPr>
            <p:cNvSpPr/>
            <p:nvPr/>
          </p:nvSpPr>
          <p:spPr>
            <a:xfrm flipV="1">
              <a:off x="6877130" y="392465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CB21232C-F8E3-4DF3-9207-D478D0BDC5E9}"/>
                </a:ext>
              </a:extLst>
            </p:cNvPr>
            <p:cNvSpPr/>
            <p:nvPr/>
          </p:nvSpPr>
          <p:spPr>
            <a:xfrm flipV="1">
              <a:off x="6877130" y="3162394"/>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25C0144F-07A9-4486-A172-6BB53548B80F}"/>
                </a:ext>
              </a:extLst>
            </p:cNvPr>
            <p:cNvSpPr/>
            <p:nvPr/>
          </p:nvSpPr>
          <p:spPr>
            <a:xfrm flipV="1">
              <a:off x="6877130" y="3250499"/>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A759F9A9-1D1A-4350-9EC6-636A035B501C}"/>
                </a:ext>
              </a:extLst>
            </p:cNvPr>
            <p:cNvSpPr/>
            <p:nvPr/>
          </p:nvSpPr>
          <p:spPr>
            <a:xfrm flipV="1">
              <a:off x="6877130" y="3337548"/>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8CBD0DF2-0403-47AC-A41F-7DB5C07C63BF}"/>
                </a:ext>
              </a:extLst>
            </p:cNvPr>
            <p:cNvSpPr/>
            <p:nvPr/>
          </p:nvSpPr>
          <p:spPr>
            <a:xfrm flipV="1">
              <a:off x="6877130" y="342259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C4BDF44A-92F5-42DC-850F-33884111B3D4}"/>
                </a:ext>
              </a:extLst>
            </p:cNvPr>
            <p:cNvSpPr/>
            <p:nvPr/>
          </p:nvSpPr>
          <p:spPr>
            <a:xfrm flipV="1">
              <a:off x="6877130" y="3503633"/>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FC60E994-8B82-455A-8EE7-11910663C66D}"/>
                </a:ext>
              </a:extLst>
            </p:cNvPr>
            <p:cNvSpPr/>
            <p:nvPr/>
          </p:nvSpPr>
          <p:spPr>
            <a:xfrm flipV="1">
              <a:off x="6879285" y="542612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91157B0-A9A2-4BFB-8355-28DC7354D2CF}"/>
                </a:ext>
              </a:extLst>
            </p:cNvPr>
            <p:cNvSpPr/>
            <p:nvPr/>
          </p:nvSpPr>
          <p:spPr>
            <a:xfrm flipV="1">
              <a:off x="6879285" y="551290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7B3909D2-6E28-4B53-9457-9EE316C9A06C}"/>
                </a:ext>
              </a:extLst>
            </p:cNvPr>
            <p:cNvSpPr/>
            <p:nvPr/>
          </p:nvSpPr>
          <p:spPr>
            <a:xfrm flipV="1">
              <a:off x="6879285" y="560134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CF67FBA8-C8EF-4394-B491-93C39FE4F874}"/>
                </a:ext>
              </a:extLst>
            </p:cNvPr>
            <p:cNvSpPr/>
            <p:nvPr/>
          </p:nvSpPr>
          <p:spPr>
            <a:xfrm flipV="1">
              <a:off x="6879285" y="568229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1B7712CB-985A-4EFB-A8E3-8C2E45E5A0DD}"/>
                </a:ext>
              </a:extLst>
            </p:cNvPr>
            <p:cNvSpPr/>
            <p:nvPr/>
          </p:nvSpPr>
          <p:spPr>
            <a:xfrm flipV="1">
              <a:off x="6877493" y="57593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53488C3D-D612-4884-AE92-65C9F8979983}"/>
                </a:ext>
              </a:extLst>
            </p:cNvPr>
            <p:cNvSpPr/>
            <p:nvPr/>
          </p:nvSpPr>
          <p:spPr>
            <a:xfrm flipV="1">
              <a:off x="6879285" y="500364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085B9165-A59B-4A5E-87F0-25595674589A}"/>
                </a:ext>
              </a:extLst>
            </p:cNvPr>
            <p:cNvSpPr/>
            <p:nvPr/>
          </p:nvSpPr>
          <p:spPr>
            <a:xfrm flipV="1">
              <a:off x="6879285" y="508468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4EA702C8-1235-4549-8E48-3276CCEDEB69}"/>
                </a:ext>
              </a:extLst>
            </p:cNvPr>
            <p:cNvSpPr/>
            <p:nvPr/>
          </p:nvSpPr>
          <p:spPr>
            <a:xfrm flipV="1">
              <a:off x="6879285" y="516972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0DF33805-2C4F-4921-9EC4-8004F4141739}"/>
                </a:ext>
              </a:extLst>
            </p:cNvPr>
            <p:cNvSpPr/>
            <p:nvPr/>
          </p:nvSpPr>
          <p:spPr>
            <a:xfrm flipV="1">
              <a:off x="6879285" y="525633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5DA42F8A-3DDE-4924-80A1-9F8EC73E6A0B}"/>
                </a:ext>
              </a:extLst>
            </p:cNvPr>
            <p:cNvSpPr/>
            <p:nvPr/>
          </p:nvSpPr>
          <p:spPr>
            <a:xfrm flipV="1">
              <a:off x="6879285" y="534192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965C574C-8F8F-45A6-A5D6-CEB47A312F9F}"/>
                </a:ext>
              </a:extLst>
            </p:cNvPr>
            <p:cNvSpPr/>
            <p:nvPr/>
          </p:nvSpPr>
          <p:spPr>
            <a:xfrm flipV="1">
              <a:off x="6879285" y="4579666"/>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B635BD5-7B32-4A08-A465-8F433E7E3F85}"/>
                </a:ext>
              </a:extLst>
            </p:cNvPr>
            <p:cNvSpPr/>
            <p:nvPr/>
          </p:nvSpPr>
          <p:spPr>
            <a:xfrm flipV="1">
              <a:off x="6879285" y="466777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6A8274C6-7D74-40BD-B5E2-8A90019332C8}"/>
                </a:ext>
              </a:extLst>
            </p:cNvPr>
            <p:cNvSpPr/>
            <p:nvPr/>
          </p:nvSpPr>
          <p:spPr>
            <a:xfrm flipV="1">
              <a:off x="6879285" y="475482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DAE43C9B-53D9-49C4-B27A-211128FA2C45}"/>
                </a:ext>
              </a:extLst>
            </p:cNvPr>
            <p:cNvSpPr/>
            <p:nvPr/>
          </p:nvSpPr>
          <p:spPr>
            <a:xfrm flipV="1">
              <a:off x="6879285" y="4839867"/>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AB83854B-E736-477E-A48C-7F12A17D228D}"/>
                </a:ext>
              </a:extLst>
            </p:cNvPr>
            <p:cNvSpPr/>
            <p:nvPr/>
          </p:nvSpPr>
          <p:spPr>
            <a:xfrm flipV="1">
              <a:off x="6879285" y="4920905"/>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0C0BF28-FABD-4648-8CCA-1DFE688B049B}"/>
                </a:ext>
              </a:extLst>
            </p:cNvPr>
            <p:cNvSpPr/>
            <p:nvPr/>
          </p:nvSpPr>
          <p:spPr>
            <a:xfrm flipV="1">
              <a:off x="5764484" y="542759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8B4DB6BA-19E7-443F-964B-DCEA88EE0B3F}"/>
                </a:ext>
              </a:extLst>
            </p:cNvPr>
            <p:cNvSpPr/>
            <p:nvPr/>
          </p:nvSpPr>
          <p:spPr>
            <a:xfrm flipV="1">
              <a:off x="5764484" y="551438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3803DA59-1E42-4D7F-8D43-E2B18EA04AFE}"/>
                </a:ext>
              </a:extLst>
            </p:cNvPr>
            <p:cNvSpPr/>
            <p:nvPr/>
          </p:nvSpPr>
          <p:spPr>
            <a:xfrm flipV="1">
              <a:off x="5764484" y="560281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A697A372-29B6-4C3B-93C2-25FE28B9B2C4}"/>
                </a:ext>
              </a:extLst>
            </p:cNvPr>
            <p:cNvSpPr/>
            <p:nvPr/>
          </p:nvSpPr>
          <p:spPr>
            <a:xfrm flipV="1">
              <a:off x="5764484" y="568376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7C880390-8C4D-4FF3-8B0D-D6F690F9FE7B}"/>
                </a:ext>
              </a:extLst>
            </p:cNvPr>
            <p:cNvSpPr/>
            <p:nvPr/>
          </p:nvSpPr>
          <p:spPr>
            <a:xfrm flipV="1">
              <a:off x="5762692" y="576077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4E9EB229-8484-4394-B403-5E684794D103}"/>
                </a:ext>
              </a:extLst>
            </p:cNvPr>
            <p:cNvSpPr/>
            <p:nvPr/>
          </p:nvSpPr>
          <p:spPr>
            <a:xfrm flipV="1">
              <a:off x="5764484" y="500512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22A4621B-54F7-4C11-A32D-7DCD9DC730B1}"/>
                </a:ext>
              </a:extLst>
            </p:cNvPr>
            <p:cNvSpPr/>
            <p:nvPr/>
          </p:nvSpPr>
          <p:spPr>
            <a:xfrm flipV="1">
              <a:off x="5764484" y="508615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0BD9839E-3DA8-405A-A0FA-526C8A16DD85}"/>
                </a:ext>
              </a:extLst>
            </p:cNvPr>
            <p:cNvSpPr/>
            <p:nvPr/>
          </p:nvSpPr>
          <p:spPr>
            <a:xfrm flipV="1">
              <a:off x="5764484" y="51712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21F5994B-B00A-4322-B111-C42DF5EB8EFD}"/>
                </a:ext>
              </a:extLst>
            </p:cNvPr>
            <p:cNvSpPr/>
            <p:nvPr/>
          </p:nvSpPr>
          <p:spPr>
            <a:xfrm flipV="1">
              <a:off x="5764484" y="525780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E228B168-AC8B-4257-98C7-C79E8AD07872}"/>
                </a:ext>
              </a:extLst>
            </p:cNvPr>
            <p:cNvSpPr/>
            <p:nvPr/>
          </p:nvSpPr>
          <p:spPr>
            <a:xfrm flipV="1">
              <a:off x="5764484" y="5343402"/>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0441E8FC-6EB5-4719-8D96-5D8F970DDDAC}"/>
                </a:ext>
              </a:extLst>
            </p:cNvPr>
            <p:cNvSpPr/>
            <p:nvPr/>
          </p:nvSpPr>
          <p:spPr>
            <a:xfrm flipV="1">
              <a:off x="5764484" y="458113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CC8DFB2-FEE8-4A47-A229-4E8F503777D7}"/>
                </a:ext>
              </a:extLst>
            </p:cNvPr>
            <p:cNvSpPr/>
            <p:nvPr/>
          </p:nvSpPr>
          <p:spPr>
            <a:xfrm flipV="1">
              <a:off x="5764484" y="4669244"/>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050A3A9F-102A-4990-BFDF-874FF15501D5}"/>
                </a:ext>
              </a:extLst>
            </p:cNvPr>
            <p:cNvSpPr/>
            <p:nvPr/>
          </p:nvSpPr>
          <p:spPr>
            <a:xfrm flipV="1">
              <a:off x="5764484" y="4756293"/>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0B5D5C47-CF16-41C5-8D5F-CB0E02AD6810}"/>
                </a:ext>
              </a:extLst>
            </p:cNvPr>
            <p:cNvSpPr/>
            <p:nvPr/>
          </p:nvSpPr>
          <p:spPr>
            <a:xfrm flipV="1">
              <a:off x="5764484" y="484134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E56EFCC8-CA79-49D3-B446-23E3FBD0AEFC}"/>
                </a:ext>
              </a:extLst>
            </p:cNvPr>
            <p:cNvSpPr/>
            <p:nvPr/>
          </p:nvSpPr>
          <p:spPr>
            <a:xfrm flipV="1">
              <a:off x="5764484" y="49223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6649F2B7-4521-4D95-9EAD-AED0DA6EB53B}"/>
                </a:ext>
              </a:extLst>
            </p:cNvPr>
            <p:cNvSpPr/>
            <p:nvPr/>
          </p:nvSpPr>
          <p:spPr>
            <a:xfrm flipV="1">
              <a:off x="5766372" y="400849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2B48063E-E7E2-4924-83C0-82A4234EC2B9}"/>
                </a:ext>
              </a:extLst>
            </p:cNvPr>
            <p:cNvSpPr/>
            <p:nvPr/>
          </p:nvSpPr>
          <p:spPr>
            <a:xfrm flipV="1">
              <a:off x="5766372" y="40952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C88B82DE-D886-43F3-9AC4-477DFDDA0C55}"/>
                </a:ext>
              </a:extLst>
            </p:cNvPr>
            <p:cNvSpPr/>
            <p:nvPr/>
          </p:nvSpPr>
          <p:spPr>
            <a:xfrm flipV="1">
              <a:off x="5766372" y="418371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8A5A240C-067B-4D81-AA23-7BEB541FEC53}"/>
                </a:ext>
              </a:extLst>
            </p:cNvPr>
            <p:cNvSpPr/>
            <p:nvPr/>
          </p:nvSpPr>
          <p:spPr>
            <a:xfrm flipV="1">
              <a:off x="5766372" y="426466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2162D288-292D-4359-9D91-6D98D2AADA08}"/>
                </a:ext>
              </a:extLst>
            </p:cNvPr>
            <p:cNvSpPr/>
            <p:nvPr/>
          </p:nvSpPr>
          <p:spPr>
            <a:xfrm flipV="1">
              <a:off x="5766755" y="434126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EECB744-0536-4838-83AC-030365F29B13}"/>
                </a:ext>
              </a:extLst>
            </p:cNvPr>
            <p:cNvSpPr/>
            <p:nvPr/>
          </p:nvSpPr>
          <p:spPr>
            <a:xfrm flipV="1">
              <a:off x="5766372" y="358601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3D3DEFE6-8916-4EEA-B110-3D0679CC6865}"/>
                </a:ext>
              </a:extLst>
            </p:cNvPr>
            <p:cNvSpPr/>
            <p:nvPr/>
          </p:nvSpPr>
          <p:spPr>
            <a:xfrm flipV="1">
              <a:off x="5766372" y="366705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99129D8B-A66C-4A3C-B93C-DB14B7C93E3D}"/>
                </a:ext>
              </a:extLst>
            </p:cNvPr>
            <p:cNvSpPr/>
            <p:nvPr/>
          </p:nvSpPr>
          <p:spPr>
            <a:xfrm flipV="1">
              <a:off x="5766372" y="375209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DBA099FA-0C1F-4DF1-B624-D7C3F084CC93}"/>
                </a:ext>
              </a:extLst>
            </p:cNvPr>
            <p:cNvSpPr/>
            <p:nvPr/>
          </p:nvSpPr>
          <p:spPr>
            <a:xfrm flipV="1">
              <a:off x="5766372" y="383870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903936FC-F544-41FE-B012-660B323A3809}"/>
                </a:ext>
              </a:extLst>
            </p:cNvPr>
            <p:cNvSpPr/>
            <p:nvPr/>
          </p:nvSpPr>
          <p:spPr>
            <a:xfrm flipV="1">
              <a:off x="5766372" y="392429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7E1AFA36-01A1-460A-A374-BF9FA497090C}"/>
                </a:ext>
              </a:extLst>
            </p:cNvPr>
            <p:cNvSpPr/>
            <p:nvPr/>
          </p:nvSpPr>
          <p:spPr>
            <a:xfrm flipV="1">
              <a:off x="5766372" y="3162035"/>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640D46EF-CB4B-473F-9C83-8A175536DE30}"/>
                </a:ext>
              </a:extLst>
            </p:cNvPr>
            <p:cNvSpPr/>
            <p:nvPr/>
          </p:nvSpPr>
          <p:spPr>
            <a:xfrm flipV="1">
              <a:off x="5766372" y="325014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2328B1FB-78D7-4538-AFD3-30E47ACEF6AE}"/>
                </a:ext>
              </a:extLst>
            </p:cNvPr>
            <p:cNvSpPr/>
            <p:nvPr/>
          </p:nvSpPr>
          <p:spPr>
            <a:xfrm flipV="1">
              <a:off x="5766372" y="333718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A6BA225F-E379-4825-9E34-06A074DDA87D}"/>
                </a:ext>
              </a:extLst>
            </p:cNvPr>
            <p:cNvSpPr/>
            <p:nvPr/>
          </p:nvSpPr>
          <p:spPr>
            <a:xfrm flipV="1">
              <a:off x="5766372" y="342223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8B35D15B-47B8-472E-A573-172F67C3E8A4}"/>
                </a:ext>
              </a:extLst>
            </p:cNvPr>
            <p:cNvSpPr/>
            <p:nvPr/>
          </p:nvSpPr>
          <p:spPr>
            <a:xfrm flipV="1">
              <a:off x="5766372" y="350327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0F6E4566-536C-4808-9E76-FC74590D60D3}"/>
                </a:ext>
              </a:extLst>
            </p:cNvPr>
            <p:cNvSpPr/>
            <p:nvPr/>
          </p:nvSpPr>
          <p:spPr>
            <a:xfrm>
              <a:off x="6880689"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D539F477-A897-4D1A-A330-A19433753D93}"/>
                </a:ext>
              </a:extLst>
            </p:cNvPr>
            <p:cNvSpPr/>
            <p:nvPr/>
          </p:nvSpPr>
          <p:spPr>
            <a:xfrm>
              <a:off x="6099935" y="3007337"/>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16729272-D6BC-484F-9BC7-AB39E317664E}"/>
                </a:ext>
              </a:extLst>
            </p:cNvPr>
            <p:cNvSpPr/>
            <p:nvPr/>
          </p:nvSpPr>
          <p:spPr>
            <a:xfrm>
              <a:off x="6267113"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2CEEADBB-AD3E-42D6-8665-37F870AB729C}"/>
                </a:ext>
              </a:extLst>
            </p:cNvPr>
            <p:cNvSpPr/>
            <p:nvPr/>
          </p:nvSpPr>
          <p:spPr>
            <a:xfrm>
              <a:off x="6353638"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1A56D55B-A8CE-48F1-AFB3-039E643E526D}"/>
                </a:ext>
              </a:extLst>
            </p:cNvPr>
            <p:cNvSpPr/>
            <p:nvPr/>
          </p:nvSpPr>
          <p:spPr>
            <a:xfrm>
              <a:off x="6439355"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65DB9604-5C78-4025-8428-2A3B053167CF}"/>
                </a:ext>
              </a:extLst>
            </p:cNvPr>
            <p:cNvSpPr/>
            <p:nvPr/>
          </p:nvSpPr>
          <p:spPr>
            <a:xfrm>
              <a:off x="6528267"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913AED5B-AA0F-4994-9232-BCA361330806}"/>
                </a:ext>
              </a:extLst>
            </p:cNvPr>
            <p:cNvSpPr/>
            <p:nvPr/>
          </p:nvSpPr>
          <p:spPr>
            <a:xfrm>
              <a:off x="6618770"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F9114C73-C35B-46ED-8375-D6A57C45735A}"/>
                </a:ext>
              </a:extLst>
            </p:cNvPr>
            <p:cNvSpPr/>
            <p:nvPr/>
          </p:nvSpPr>
          <p:spPr>
            <a:xfrm>
              <a:off x="6709257"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08D8BAE8-BF46-422B-ADD2-83720C8C3A91}"/>
                </a:ext>
              </a:extLst>
            </p:cNvPr>
            <p:cNvSpPr/>
            <p:nvPr/>
          </p:nvSpPr>
          <p:spPr>
            <a:xfrm>
              <a:off x="6794974" y="300745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8BD9FED8-2959-46A0-9C19-EFA28D8C6863}"/>
                </a:ext>
              </a:extLst>
            </p:cNvPr>
            <p:cNvSpPr/>
            <p:nvPr/>
          </p:nvSpPr>
          <p:spPr>
            <a:xfrm>
              <a:off x="6878182" y="293090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62A0C343-EC78-4E4B-BB17-C5472E1CD509}"/>
                </a:ext>
              </a:extLst>
            </p:cNvPr>
            <p:cNvSpPr/>
            <p:nvPr/>
          </p:nvSpPr>
          <p:spPr>
            <a:xfrm>
              <a:off x="6792467" y="293090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03D771AA-93F6-40E6-BEF2-12AD71D7FA32}"/>
                </a:ext>
              </a:extLst>
            </p:cNvPr>
            <p:cNvSpPr/>
            <p:nvPr/>
          </p:nvSpPr>
          <p:spPr>
            <a:xfrm>
              <a:off x="6528239" y="292874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6A3806D2-FA0A-4519-8986-FC5DC1D45976}"/>
                </a:ext>
              </a:extLst>
            </p:cNvPr>
            <p:cNvSpPr/>
            <p:nvPr/>
          </p:nvSpPr>
          <p:spPr>
            <a:xfrm>
              <a:off x="6442524" y="292874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BE49F6B7-4AA4-4266-A177-116659D41346}"/>
                </a:ext>
              </a:extLst>
            </p:cNvPr>
            <p:cNvSpPr/>
            <p:nvPr/>
          </p:nvSpPr>
          <p:spPr>
            <a:xfrm flipV="1">
              <a:off x="6015474" y="300719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C100F7B0-6D7C-4648-AB4A-D7FC8B02FD2E}"/>
                </a:ext>
              </a:extLst>
            </p:cNvPr>
            <p:cNvSpPr/>
            <p:nvPr/>
          </p:nvSpPr>
          <p:spPr>
            <a:xfrm flipV="1">
              <a:off x="5934927" y="300719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6D248AB7-0FEE-4473-AB82-782C77AFAB5A}"/>
                </a:ext>
              </a:extLst>
            </p:cNvPr>
            <p:cNvSpPr/>
            <p:nvPr/>
          </p:nvSpPr>
          <p:spPr>
            <a:xfrm>
              <a:off x="6098958" y="293133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7B915A7F-7871-477A-9425-0D344CEE10AE}"/>
                </a:ext>
              </a:extLst>
            </p:cNvPr>
            <p:cNvSpPr/>
            <p:nvPr/>
          </p:nvSpPr>
          <p:spPr>
            <a:xfrm>
              <a:off x="6266136" y="292774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BC7B62D8-4912-4126-B43B-28B4B2883BA5}"/>
                </a:ext>
              </a:extLst>
            </p:cNvPr>
            <p:cNvSpPr/>
            <p:nvPr/>
          </p:nvSpPr>
          <p:spPr>
            <a:xfrm>
              <a:off x="6352661" y="2927746"/>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93C47F31-B417-47EE-B9CA-563F2F9D9B67}"/>
                </a:ext>
              </a:extLst>
            </p:cNvPr>
            <p:cNvSpPr/>
            <p:nvPr/>
          </p:nvSpPr>
          <p:spPr>
            <a:xfrm flipV="1">
              <a:off x="6014497" y="293118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15EF9772-BEE4-424F-B8D6-1E37F91F9099}"/>
                </a:ext>
              </a:extLst>
            </p:cNvPr>
            <p:cNvSpPr/>
            <p:nvPr/>
          </p:nvSpPr>
          <p:spPr>
            <a:xfrm flipV="1">
              <a:off x="5933950" y="293118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14DB4B6A-E98D-45A0-9627-642DA3D49D02}"/>
                </a:ext>
              </a:extLst>
            </p:cNvPr>
            <p:cNvSpPr/>
            <p:nvPr/>
          </p:nvSpPr>
          <p:spPr>
            <a:xfrm flipV="1">
              <a:off x="6798191"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82482042-35FB-40C2-9F46-6A33C7616196}"/>
                </a:ext>
              </a:extLst>
            </p:cNvPr>
            <p:cNvSpPr/>
            <p:nvPr/>
          </p:nvSpPr>
          <p:spPr>
            <a:xfrm flipV="1">
              <a:off x="6013968"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F21AB937-18AE-4C7C-852A-A36F46FB7F5E}"/>
                </a:ext>
              </a:extLst>
            </p:cNvPr>
            <p:cNvSpPr/>
            <p:nvPr/>
          </p:nvSpPr>
          <p:spPr>
            <a:xfrm flipV="1">
              <a:off x="6096515"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A4D8E86A-95D4-4DC8-AD05-ACDA6FF63930}"/>
                </a:ext>
              </a:extLst>
            </p:cNvPr>
            <p:cNvSpPr/>
            <p:nvPr/>
          </p:nvSpPr>
          <p:spPr>
            <a:xfrm flipV="1">
              <a:off x="6183807"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92263817-15E8-4573-903D-1A403F8ED15E}"/>
                </a:ext>
              </a:extLst>
            </p:cNvPr>
            <p:cNvSpPr/>
            <p:nvPr/>
          </p:nvSpPr>
          <p:spPr>
            <a:xfrm flipV="1">
              <a:off x="6270332"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187FEEED-BFDE-4C48-A958-13461FE26E98}"/>
                </a:ext>
              </a:extLst>
            </p:cNvPr>
            <p:cNvSpPr/>
            <p:nvPr/>
          </p:nvSpPr>
          <p:spPr>
            <a:xfrm flipV="1">
              <a:off x="6356857"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A7119141-6D37-4AE4-B306-17C783898DED}"/>
                </a:ext>
              </a:extLst>
            </p:cNvPr>
            <p:cNvSpPr/>
            <p:nvPr/>
          </p:nvSpPr>
          <p:spPr>
            <a:xfrm flipV="1">
              <a:off x="6445769"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46A31BCA-B824-4972-B901-9A2E708A45F5}"/>
                </a:ext>
              </a:extLst>
            </p:cNvPr>
            <p:cNvSpPr/>
            <p:nvPr/>
          </p:nvSpPr>
          <p:spPr>
            <a:xfrm flipV="1">
              <a:off x="6536272"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AF472AB0-4440-4259-AC98-453A9AA06F61}"/>
                </a:ext>
              </a:extLst>
            </p:cNvPr>
            <p:cNvSpPr/>
            <p:nvPr/>
          </p:nvSpPr>
          <p:spPr>
            <a:xfrm flipV="1">
              <a:off x="6626759"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EDFF9C06-33AB-45A8-B1C1-61FC0435A8D2}"/>
                </a:ext>
              </a:extLst>
            </p:cNvPr>
            <p:cNvSpPr/>
            <p:nvPr/>
          </p:nvSpPr>
          <p:spPr>
            <a:xfrm flipV="1">
              <a:off x="6712476" y="308088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55569B2A-E0D1-4322-8193-E8FAF237A4C7}"/>
                </a:ext>
              </a:extLst>
            </p:cNvPr>
            <p:cNvSpPr/>
            <p:nvPr/>
          </p:nvSpPr>
          <p:spPr>
            <a:xfrm flipV="1">
              <a:off x="6880376" y="3083546"/>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5CD43B67-BCD9-4590-8A8B-262A81857BC9}"/>
                </a:ext>
              </a:extLst>
            </p:cNvPr>
            <p:cNvSpPr/>
            <p:nvPr/>
          </p:nvSpPr>
          <p:spPr>
            <a:xfrm flipV="1">
              <a:off x="6791777"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C5321427-1D3A-41AB-B115-D82DC06BD81F}"/>
                </a:ext>
              </a:extLst>
            </p:cNvPr>
            <p:cNvSpPr/>
            <p:nvPr/>
          </p:nvSpPr>
          <p:spPr>
            <a:xfrm flipV="1">
              <a:off x="6007554"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4FB8BE7E-D7E6-4892-B80E-525389D90A57}"/>
                </a:ext>
              </a:extLst>
            </p:cNvPr>
            <p:cNvSpPr/>
            <p:nvPr/>
          </p:nvSpPr>
          <p:spPr>
            <a:xfrm flipV="1">
              <a:off x="6090101"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78D79CD7-7138-48ED-B849-948018A11A61}"/>
                </a:ext>
              </a:extLst>
            </p:cNvPr>
            <p:cNvSpPr/>
            <p:nvPr/>
          </p:nvSpPr>
          <p:spPr>
            <a:xfrm flipV="1">
              <a:off x="6177393"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CB974D9A-DBD4-4FD3-B4BB-A1DF98F3CF64}"/>
                </a:ext>
              </a:extLst>
            </p:cNvPr>
            <p:cNvSpPr/>
            <p:nvPr/>
          </p:nvSpPr>
          <p:spPr>
            <a:xfrm flipV="1">
              <a:off x="6263918"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2B72DAD1-3ACC-4D10-AA5D-4331B2B2AD62}"/>
                </a:ext>
              </a:extLst>
            </p:cNvPr>
            <p:cNvSpPr/>
            <p:nvPr/>
          </p:nvSpPr>
          <p:spPr>
            <a:xfrm flipV="1">
              <a:off x="6350443"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20031E52-2254-40BD-9427-C2FD069B0087}"/>
                </a:ext>
              </a:extLst>
            </p:cNvPr>
            <p:cNvSpPr/>
            <p:nvPr/>
          </p:nvSpPr>
          <p:spPr>
            <a:xfrm flipV="1">
              <a:off x="6439355"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42F947B1-963E-4E28-885D-C5556AD03851}"/>
                </a:ext>
              </a:extLst>
            </p:cNvPr>
            <p:cNvSpPr/>
            <p:nvPr/>
          </p:nvSpPr>
          <p:spPr>
            <a:xfrm flipV="1">
              <a:off x="6529858"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2209E2A6-E17B-4C22-9CF2-262A2687C326}"/>
                </a:ext>
              </a:extLst>
            </p:cNvPr>
            <p:cNvSpPr/>
            <p:nvPr/>
          </p:nvSpPr>
          <p:spPr>
            <a:xfrm flipV="1">
              <a:off x="6620345"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4BF16F07-E554-44B2-898A-9FB503AC7709}"/>
                </a:ext>
              </a:extLst>
            </p:cNvPr>
            <p:cNvSpPr/>
            <p:nvPr/>
          </p:nvSpPr>
          <p:spPr>
            <a:xfrm flipV="1">
              <a:off x="6706062" y="5831961"/>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E8C1C1FE-3BA2-4CDA-B4EC-82E27DF23D93}"/>
                </a:ext>
              </a:extLst>
            </p:cNvPr>
            <p:cNvSpPr/>
            <p:nvPr/>
          </p:nvSpPr>
          <p:spPr>
            <a:xfrm flipV="1">
              <a:off x="5842458" y="583196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EC416927-EDD0-4262-9991-6597306AC3F7}"/>
                </a:ext>
              </a:extLst>
            </p:cNvPr>
            <p:cNvSpPr/>
            <p:nvPr/>
          </p:nvSpPr>
          <p:spPr>
            <a:xfrm flipV="1">
              <a:off x="5923422" y="583196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C3404540-7F12-4030-832F-8F07920C12B4}"/>
                </a:ext>
              </a:extLst>
            </p:cNvPr>
            <p:cNvSpPr/>
            <p:nvPr/>
          </p:nvSpPr>
          <p:spPr>
            <a:xfrm flipV="1">
              <a:off x="6879285" y="5833325"/>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0E54AB54-8845-4DA6-9EC8-8D74B507574A}"/>
                </a:ext>
              </a:extLst>
            </p:cNvPr>
            <p:cNvSpPr/>
            <p:nvPr/>
          </p:nvSpPr>
          <p:spPr>
            <a:xfrm flipV="1">
              <a:off x="5763204" y="583425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036EBC65-40CB-47DE-9A1A-CD979BBE152E}"/>
                </a:ext>
              </a:extLst>
            </p:cNvPr>
            <p:cNvSpPr/>
            <p:nvPr/>
          </p:nvSpPr>
          <p:spPr>
            <a:xfrm>
              <a:off x="6878182" y="285537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02276234-1B4E-4130-A254-E01D42203797}"/>
                </a:ext>
              </a:extLst>
            </p:cNvPr>
            <p:cNvSpPr/>
            <p:nvPr/>
          </p:nvSpPr>
          <p:spPr>
            <a:xfrm>
              <a:off x="6792467" y="285537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5117E87D-6ADC-4ED6-99AC-F41CB05EF535}"/>
                </a:ext>
              </a:extLst>
            </p:cNvPr>
            <p:cNvSpPr/>
            <p:nvPr/>
          </p:nvSpPr>
          <p:spPr>
            <a:xfrm flipV="1">
              <a:off x="5852156" y="30073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9E291721-F4E9-414E-83D9-C88193949422}"/>
                </a:ext>
              </a:extLst>
            </p:cNvPr>
            <p:cNvSpPr/>
            <p:nvPr/>
          </p:nvSpPr>
          <p:spPr>
            <a:xfrm flipV="1">
              <a:off x="5771609" y="300733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06DD7A79-2BB5-4E50-AAB4-404994A584DF}"/>
                </a:ext>
              </a:extLst>
            </p:cNvPr>
            <p:cNvSpPr/>
            <p:nvPr/>
          </p:nvSpPr>
          <p:spPr>
            <a:xfrm flipV="1">
              <a:off x="5851179" y="29313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9E26637B-53DB-4E5F-BB71-542D8A38C39C}"/>
                </a:ext>
              </a:extLst>
            </p:cNvPr>
            <p:cNvSpPr/>
            <p:nvPr/>
          </p:nvSpPr>
          <p:spPr>
            <a:xfrm flipV="1">
              <a:off x="5770632" y="293133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4AC5088E-985C-4A8E-9D07-FDA089BB40E0}"/>
                </a:ext>
              </a:extLst>
            </p:cNvPr>
            <p:cNvSpPr/>
            <p:nvPr/>
          </p:nvSpPr>
          <p:spPr>
            <a:xfrm flipV="1">
              <a:off x="5851256" y="308023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DFE12C45-F391-4745-BEA1-B2042A2E166F}"/>
                </a:ext>
              </a:extLst>
            </p:cNvPr>
            <p:cNvSpPr/>
            <p:nvPr/>
          </p:nvSpPr>
          <p:spPr>
            <a:xfrm flipV="1">
              <a:off x="5932220" y="308023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EB566E87-A3DB-4F6B-A83B-4D27A58A21B2}"/>
                </a:ext>
              </a:extLst>
            </p:cNvPr>
            <p:cNvSpPr/>
            <p:nvPr/>
          </p:nvSpPr>
          <p:spPr>
            <a:xfrm flipV="1">
              <a:off x="5772002" y="30825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493D239E-2D28-4B06-813D-DC9AD54D181D}"/>
                </a:ext>
              </a:extLst>
            </p:cNvPr>
            <p:cNvSpPr/>
            <p:nvPr/>
          </p:nvSpPr>
          <p:spPr>
            <a:xfrm>
              <a:off x="6182796" y="3003750"/>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8AEC59BD-A367-4928-8627-1F2E545C2E2D}"/>
                </a:ext>
              </a:extLst>
            </p:cNvPr>
            <p:cNvSpPr/>
            <p:nvPr/>
          </p:nvSpPr>
          <p:spPr>
            <a:xfrm>
              <a:off x="6185503" y="292848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2317EE5F-2E4F-473D-B660-34C5089A2E79}"/>
              </a:ext>
            </a:extLst>
          </p:cNvPr>
          <p:cNvGrpSpPr/>
          <p:nvPr/>
        </p:nvGrpSpPr>
        <p:grpSpPr>
          <a:xfrm>
            <a:off x="4825657" y="1182397"/>
            <a:ext cx="909325" cy="2383150"/>
            <a:chOff x="4825657" y="1182397"/>
            <a:chExt cx="909325" cy="2383150"/>
          </a:xfrm>
        </p:grpSpPr>
        <p:sp>
          <p:nvSpPr>
            <p:cNvPr id="270" name="Rectangle 269">
              <a:extLst>
                <a:ext uri="{FF2B5EF4-FFF2-40B4-BE49-F238E27FC236}">
                  <a16:creationId xmlns:a16="http://schemas.microsoft.com/office/drawing/2014/main" id="{B397D434-044D-4286-BD3F-3E24554E2087}"/>
                </a:ext>
              </a:extLst>
            </p:cNvPr>
            <p:cNvSpPr/>
            <p:nvPr/>
          </p:nvSpPr>
          <p:spPr>
            <a:xfrm>
              <a:off x="4951960" y="1302345"/>
              <a:ext cx="652879" cy="396112"/>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5B02B75-741C-4EA4-B129-05CB2FA108F2}"/>
                </a:ext>
              </a:extLst>
            </p:cNvPr>
            <p:cNvSpPr/>
            <p:nvPr/>
          </p:nvSpPr>
          <p:spPr>
            <a:xfrm>
              <a:off x="4951960" y="1698457"/>
              <a:ext cx="652879" cy="396112"/>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917933D6-6312-426C-9E7C-7C4B933367FA}"/>
                </a:ext>
              </a:extLst>
            </p:cNvPr>
            <p:cNvSpPr/>
            <p:nvPr/>
          </p:nvSpPr>
          <p:spPr>
            <a:xfrm>
              <a:off x="4889554" y="1615521"/>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17394031-E8FD-4FF5-8377-FA9D695D2073}"/>
                </a:ext>
              </a:extLst>
            </p:cNvPr>
            <p:cNvSpPr/>
            <p:nvPr/>
          </p:nvSpPr>
          <p:spPr>
            <a:xfrm>
              <a:off x="4889554" y="154991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CB9D9F11-BB53-46C9-89B2-F1781172E799}"/>
                </a:ext>
              </a:extLst>
            </p:cNvPr>
            <p:cNvSpPr/>
            <p:nvPr/>
          </p:nvSpPr>
          <p:spPr>
            <a:xfrm>
              <a:off x="4889554" y="178139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9837007B-F93B-4724-83AF-F497FEFAA578}"/>
                </a:ext>
              </a:extLst>
            </p:cNvPr>
            <p:cNvSpPr/>
            <p:nvPr/>
          </p:nvSpPr>
          <p:spPr>
            <a:xfrm>
              <a:off x="4889554" y="1490498"/>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D8FFDCB0-32AC-4BB2-8632-4FC21F2D5C4F}"/>
                </a:ext>
              </a:extLst>
            </p:cNvPr>
            <p:cNvSpPr/>
            <p:nvPr/>
          </p:nvSpPr>
          <p:spPr>
            <a:xfrm>
              <a:off x="4889554" y="1427987"/>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AA7BB862-CFCB-4CE8-A8B1-A8BF7B8B3CE3}"/>
                </a:ext>
              </a:extLst>
            </p:cNvPr>
            <p:cNvSpPr/>
            <p:nvPr/>
          </p:nvSpPr>
          <p:spPr>
            <a:xfrm>
              <a:off x="4889554" y="1361762"/>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E525254D-4F97-464B-88CC-C0DC8CCBE9B7}"/>
                </a:ext>
              </a:extLst>
            </p:cNvPr>
            <p:cNvSpPr/>
            <p:nvPr/>
          </p:nvSpPr>
          <p:spPr>
            <a:xfrm>
              <a:off x="4889554" y="130234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752CEDD6-9301-415A-A51E-4014966C18C4}"/>
                </a:ext>
              </a:extLst>
            </p:cNvPr>
            <p:cNvSpPr/>
            <p:nvPr/>
          </p:nvSpPr>
          <p:spPr>
            <a:xfrm>
              <a:off x="4889554" y="1840810"/>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22DF479D-23B4-41BA-848F-658741FF4AA1}"/>
                </a:ext>
              </a:extLst>
            </p:cNvPr>
            <p:cNvSpPr/>
            <p:nvPr/>
          </p:nvSpPr>
          <p:spPr>
            <a:xfrm>
              <a:off x="4889554" y="1904971"/>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8F506137-FE65-4D9F-AD64-2F2C1E69BD9C}"/>
                </a:ext>
              </a:extLst>
            </p:cNvPr>
            <p:cNvSpPr/>
            <p:nvPr/>
          </p:nvSpPr>
          <p:spPr>
            <a:xfrm>
              <a:off x="4889554" y="1967070"/>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C476E10E-57D4-44F9-A5F7-57E9382F2B4F}"/>
                </a:ext>
              </a:extLst>
            </p:cNvPr>
            <p:cNvSpPr/>
            <p:nvPr/>
          </p:nvSpPr>
          <p:spPr>
            <a:xfrm>
              <a:off x="4889554" y="2033914"/>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4D3D5326-7EDA-411B-9FBC-8AFD5B28EA60}"/>
                </a:ext>
              </a:extLst>
            </p:cNvPr>
            <p:cNvSpPr/>
            <p:nvPr/>
          </p:nvSpPr>
          <p:spPr>
            <a:xfrm flipV="1">
              <a:off x="5604838" y="1612633"/>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284" name="Rectangle 283">
              <a:extLst>
                <a:ext uri="{FF2B5EF4-FFF2-40B4-BE49-F238E27FC236}">
                  <a16:creationId xmlns:a16="http://schemas.microsoft.com/office/drawing/2014/main" id="{5CF298D1-BD04-46B3-8F7B-208C3A97DD89}"/>
                </a:ext>
              </a:extLst>
            </p:cNvPr>
            <p:cNvSpPr/>
            <p:nvPr/>
          </p:nvSpPr>
          <p:spPr>
            <a:xfrm flipV="1">
              <a:off x="5604838" y="1778505"/>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657E3767-AD57-40B3-AF65-EA2DBEAC58D9}"/>
                </a:ext>
              </a:extLst>
            </p:cNvPr>
            <p:cNvSpPr/>
            <p:nvPr/>
          </p:nvSpPr>
          <p:spPr>
            <a:xfrm flipV="1">
              <a:off x="5604838" y="1553217"/>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3025A951-C3E4-4D06-AEB5-4A4246845C66}"/>
                </a:ext>
              </a:extLst>
            </p:cNvPr>
            <p:cNvSpPr/>
            <p:nvPr/>
          </p:nvSpPr>
          <p:spPr>
            <a:xfrm flipV="1">
              <a:off x="5604838" y="184720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5D9E2EE4-48D1-4316-8E01-C2E5BAB650D8}"/>
                </a:ext>
              </a:extLst>
            </p:cNvPr>
            <p:cNvSpPr/>
            <p:nvPr/>
          </p:nvSpPr>
          <p:spPr>
            <a:xfrm flipV="1">
              <a:off x="5604838" y="1915081"/>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802EE5F5-26B3-4606-99C7-AE3BA54F197F}"/>
                </a:ext>
              </a:extLst>
            </p:cNvPr>
            <p:cNvSpPr/>
            <p:nvPr/>
          </p:nvSpPr>
          <p:spPr>
            <a:xfrm flipV="1">
              <a:off x="5604838" y="1976148"/>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33BB5613-3A76-4F1E-8186-EE5FAF3C2638}"/>
                </a:ext>
              </a:extLst>
            </p:cNvPr>
            <p:cNvSpPr/>
            <p:nvPr/>
          </p:nvSpPr>
          <p:spPr>
            <a:xfrm flipV="1">
              <a:off x="5604838" y="203391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A0BCAB98-55B2-4593-90BB-5461857B89C5}"/>
                </a:ext>
              </a:extLst>
            </p:cNvPr>
            <p:cNvSpPr/>
            <p:nvPr/>
          </p:nvSpPr>
          <p:spPr>
            <a:xfrm flipV="1">
              <a:off x="5604838" y="130069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95F52917-C535-4803-AA24-298D143C9A78}"/>
                </a:ext>
              </a:extLst>
            </p:cNvPr>
            <p:cNvSpPr/>
            <p:nvPr/>
          </p:nvSpPr>
          <p:spPr>
            <a:xfrm flipV="1">
              <a:off x="5604838" y="1361349"/>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BFE44BE6-7902-4C63-B0B4-2E5185D3FD58}"/>
                </a:ext>
              </a:extLst>
            </p:cNvPr>
            <p:cNvSpPr/>
            <p:nvPr/>
          </p:nvSpPr>
          <p:spPr>
            <a:xfrm flipV="1">
              <a:off x="5604838" y="142138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6A24DC5E-35A0-4B91-9A70-71410E77CBEF}"/>
                </a:ext>
              </a:extLst>
            </p:cNvPr>
            <p:cNvSpPr/>
            <p:nvPr/>
          </p:nvSpPr>
          <p:spPr>
            <a:xfrm flipV="1">
              <a:off x="5604838" y="1487609"/>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3C7A08A2-F675-4F6C-985A-1E01E9A868E8}"/>
                </a:ext>
              </a:extLst>
            </p:cNvPr>
            <p:cNvSpPr/>
            <p:nvPr/>
          </p:nvSpPr>
          <p:spPr>
            <a:xfrm>
              <a:off x="5607233"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DDCDEE18-2945-4503-85BE-AF28F0946E2D}"/>
                </a:ext>
              </a:extLst>
            </p:cNvPr>
            <p:cNvSpPr/>
            <p:nvPr/>
          </p:nvSpPr>
          <p:spPr>
            <a:xfrm>
              <a:off x="5014365"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F2F8939C-2E41-4AFC-972E-CF24819700CD}"/>
                </a:ext>
              </a:extLst>
            </p:cNvPr>
            <p:cNvSpPr/>
            <p:nvPr/>
          </p:nvSpPr>
          <p:spPr>
            <a:xfrm>
              <a:off x="5076770"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6785A776-264F-4978-B74B-54AF4A22EF2E}"/>
                </a:ext>
              </a:extLst>
            </p:cNvPr>
            <p:cNvSpPr/>
            <p:nvPr/>
          </p:nvSpPr>
          <p:spPr>
            <a:xfrm>
              <a:off x="5142762"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8677F4FA-9887-4CD0-B241-9D49A55C2CB2}"/>
                </a:ext>
              </a:extLst>
            </p:cNvPr>
            <p:cNvSpPr/>
            <p:nvPr/>
          </p:nvSpPr>
          <p:spPr>
            <a:xfrm>
              <a:off x="5208175"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77DEB3E1-998C-4F68-B112-8B608975CE1E}"/>
                </a:ext>
              </a:extLst>
            </p:cNvPr>
            <p:cNvSpPr/>
            <p:nvPr/>
          </p:nvSpPr>
          <p:spPr>
            <a:xfrm>
              <a:off x="5273587"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F3E8AA46-7027-416C-9553-7679DBB0CDDC}"/>
                </a:ext>
              </a:extLst>
            </p:cNvPr>
            <p:cNvSpPr/>
            <p:nvPr/>
          </p:nvSpPr>
          <p:spPr>
            <a:xfrm>
              <a:off x="5340804"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696D1D8E-0D1C-4A6D-B43B-92B1DCEC94AC}"/>
                </a:ext>
              </a:extLst>
            </p:cNvPr>
            <p:cNvSpPr/>
            <p:nvPr/>
          </p:nvSpPr>
          <p:spPr>
            <a:xfrm>
              <a:off x="5409224"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031B3F5E-C334-4889-B410-3EB34AFB12DA}"/>
                </a:ext>
              </a:extLst>
            </p:cNvPr>
            <p:cNvSpPr/>
            <p:nvPr/>
          </p:nvSpPr>
          <p:spPr>
            <a:xfrm>
              <a:off x="5477632"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62161991-01D7-482A-9213-456788959D53}"/>
                </a:ext>
              </a:extLst>
            </p:cNvPr>
            <p:cNvSpPr/>
            <p:nvPr/>
          </p:nvSpPr>
          <p:spPr>
            <a:xfrm>
              <a:off x="5542433" y="209456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6F615060-2052-499F-B4B1-D0A06F06CDE3}"/>
                </a:ext>
              </a:extLst>
            </p:cNvPr>
            <p:cNvSpPr/>
            <p:nvPr/>
          </p:nvSpPr>
          <p:spPr>
            <a:xfrm>
              <a:off x="5604838"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01B80E91-C35C-4F2F-8DA7-A128621E5A22}"/>
                </a:ext>
              </a:extLst>
            </p:cNvPr>
            <p:cNvSpPr/>
            <p:nvPr/>
          </p:nvSpPr>
          <p:spPr>
            <a:xfrm>
              <a:off x="5011970"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A538D29F-64B2-4C3B-B21E-83DF9C2C9CD2}"/>
                </a:ext>
              </a:extLst>
            </p:cNvPr>
            <p:cNvSpPr/>
            <p:nvPr/>
          </p:nvSpPr>
          <p:spPr>
            <a:xfrm>
              <a:off x="5074375"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206FEB04-A58C-49D2-A3B5-ABCA68B36A23}"/>
                </a:ext>
              </a:extLst>
            </p:cNvPr>
            <p:cNvSpPr/>
            <p:nvPr/>
          </p:nvSpPr>
          <p:spPr>
            <a:xfrm>
              <a:off x="5140367"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3CD75732-E5BC-4066-954B-3602436E1D81}"/>
                </a:ext>
              </a:extLst>
            </p:cNvPr>
            <p:cNvSpPr/>
            <p:nvPr/>
          </p:nvSpPr>
          <p:spPr>
            <a:xfrm>
              <a:off x="5205780"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5C134224-0084-49D4-9616-D746B24E1956}"/>
                </a:ext>
              </a:extLst>
            </p:cNvPr>
            <p:cNvSpPr/>
            <p:nvPr/>
          </p:nvSpPr>
          <p:spPr>
            <a:xfrm>
              <a:off x="5271192"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3CB88F8-E8A5-48FC-B8CC-77D2EFC0CB31}"/>
                </a:ext>
              </a:extLst>
            </p:cNvPr>
            <p:cNvSpPr/>
            <p:nvPr/>
          </p:nvSpPr>
          <p:spPr>
            <a:xfrm>
              <a:off x="5338409"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B2C41340-5E09-4747-B3D4-7FF8D9D0B09C}"/>
                </a:ext>
              </a:extLst>
            </p:cNvPr>
            <p:cNvSpPr/>
            <p:nvPr/>
          </p:nvSpPr>
          <p:spPr>
            <a:xfrm>
              <a:off x="5406829"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C8667981-9465-42D2-AC9D-9AF29712C4C7}"/>
                </a:ext>
              </a:extLst>
            </p:cNvPr>
            <p:cNvSpPr/>
            <p:nvPr/>
          </p:nvSpPr>
          <p:spPr>
            <a:xfrm>
              <a:off x="5475237"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25FA76E9-D247-4F81-9C7E-7A47FF90AB4F}"/>
                </a:ext>
              </a:extLst>
            </p:cNvPr>
            <p:cNvSpPr/>
            <p:nvPr/>
          </p:nvSpPr>
          <p:spPr>
            <a:xfrm>
              <a:off x="5540038" y="124003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B4D4F9C0-6DB4-40E7-87B4-62AC6E9690F1}"/>
                </a:ext>
              </a:extLst>
            </p:cNvPr>
            <p:cNvSpPr/>
            <p:nvPr/>
          </p:nvSpPr>
          <p:spPr>
            <a:xfrm>
              <a:off x="4889553" y="123921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7F26F708-2243-40D5-A16C-12F5E3604520}"/>
                </a:ext>
              </a:extLst>
            </p:cNvPr>
            <p:cNvSpPr/>
            <p:nvPr/>
          </p:nvSpPr>
          <p:spPr>
            <a:xfrm>
              <a:off x="4950761" y="123921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A8DB8D4C-E4B4-4240-AC0A-2412B1B80B77}"/>
                </a:ext>
              </a:extLst>
            </p:cNvPr>
            <p:cNvSpPr/>
            <p:nvPr/>
          </p:nvSpPr>
          <p:spPr>
            <a:xfrm>
              <a:off x="4889553" y="209456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7BD7E1F0-788F-456E-BCF5-D7F66382859B}"/>
                </a:ext>
              </a:extLst>
            </p:cNvPr>
            <p:cNvSpPr/>
            <p:nvPr/>
          </p:nvSpPr>
          <p:spPr>
            <a:xfrm>
              <a:off x="4950761" y="209456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00EF1358-CE1D-4913-B27E-828CCE28BA22}"/>
                </a:ext>
              </a:extLst>
            </p:cNvPr>
            <p:cNvSpPr/>
            <p:nvPr/>
          </p:nvSpPr>
          <p:spPr>
            <a:xfrm flipV="1">
              <a:off x="5604860" y="215873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CDEAFEF3-D220-4F39-8A6E-57CE85D2F708}"/>
                </a:ext>
              </a:extLst>
            </p:cNvPr>
            <p:cNvSpPr/>
            <p:nvPr/>
          </p:nvSpPr>
          <p:spPr>
            <a:xfrm flipV="1">
              <a:off x="5074375" y="2159557"/>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E8F2F4F5-7DF9-41AD-A185-246115D490EC}"/>
                </a:ext>
              </a:extLst>
            </p:cNvPr>
            <p:cNvSpPr/>
            <p:nvPr/>
          </p:nvSpPr>
          <p:spPr>
            <a:xfrm flipV="1">
              <a:off x="5140999" y="216162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B79734AC-C48F-4007-A682-52360EBEBD14}"/>
                </a:ext>
              </a:extLst>
            </p:cNvPr>
            <p:cNvSpPr/>
            <p:nvPr/>
          </p:nvSpPr>
          <p:spPr>
            <a:xfrm flipV="1">
              <a:off x="5206412" y="216162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EB082805-1DE4-42F8-95B9-9CCA9719E93C}"/>
                </a:ext>
              </a:extLst>
            </p:cNvPr>
            <p:cNvSpPr/>
            <p:nvPr/>
          </p:nvSpPr>
          <p:spPr>
            <a:xfrm flipV="1">
              <a:off x="5271213" y="215873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575F43A6-A9E2-4E8E-AC4D-E6805F846993}"/>
                </a:ext>
              </a:extLst>
            </p:cNvPr>
            <p:cNvSpPr/>
            <p:nvPr/>
          </p:nvSpPr>
          <p:spPr>
            <a:xfrm flipV="1">
              <a:off x="5338430" y="215873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8ECDEFBA-C235-416A-9D67-B7221CF4478F}"/>
                </a:ext>
              </a:extLst>
            </p:cNvPr>
            <p:cNvSpPr/>
            <p:nvPr/>
          </p:nvSpPr>
          <p:spPr>
            <a:xfrm flipV="1">
              <a:off x="5406850" y="215873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901AF1D0-6945-4E0A-B06F-97E697D56628}"/>
                </a:ext>
              </a:extLst>
            </p:cNvPr>
            <p:cNvSpPr/>
            <p:nvPr/>
          </p:nvSpPr>
          <p:spPr>
            <a:xfrm flipV="1">
              <a:off x="5475258" y="215873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3CE27984-FDDC-4C23-8AA4-2D939ECFC935}"/>
                </a:ext>
              </a:extLst>
            </p:cNvPr>
            <p:cNvSpPr/>
            <p:nvPr/>
          </p:nvSpPr>
          <p:spPr>
            <a:xfrm flipV="1">
              <a:off x="5540059" y="215873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316E2540-F2DC-45E8-ACAF-692DE81BEC2C}"/>
                </a:ext>
              </a:extLst>
            </p:cNvPr>
            <p:cNvSpPr/>
            <p:nvPr/>
          </p:nvSpPr>
          <p:spPr>
            <a:xfrm flipV="1">
              <a:off x="5474571" y="2220109"/>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A64E3EB2-3895-426D-9F7F-9A60518985FE}"/>
                </a:ext>
              </a:extLst>
            </p:cNvPr>
            <p:cNvSpPr/>
            <p:nvPr/>
          </p:nvSpPr>
          <p:spPr>
            <a:xfrm flipV="1">
              <a:off x="5409770" y="2220109"/>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EEB2D84D-451E-4695-9BB4-FEDE45AF3794}"/>
                </a:ext>
              </a:extLst>
            </p:cNvPr>
            <p:cNvSpPr/>
            <p:nvPr/>
          </p:nvSpPr>
          <p:spPr>
            <a:xfrm flipV="1">
              <a:off x="5474571" y="2283444"/>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3078B7F8-ED94-44E1-8313-CC41F4D86A12}"/>
                </a:ext>
              </a:extLst>
            </p:cNvPr>
            <p:cNvSpPr/>
            <p:nvPr/>
          </p:nvSpPr>
          <p:spPr>
            <a:xfrm flipV="1">
              <a:off x="5409770" y="2283444"/>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BDE762F1-8BC1-459D-9799-FF897029F6CC}"/>
                </a:ext>
              </a:extLst>
            </p:cNvPr>
            <p:cNvSpPr/>
            <p:nvPr/>
          </p:nvSpPr>
          <p:spPr>
            <a:xfrm flipV="1">
              <a:off x="5338409" y="2220109"/>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8823C31B-8E7F-4C9D-B03A-7142EE972C1F}"/>
                </a:ext>
              </a:extLst>
            </p:cNvPr>
            <p:cNvSpPr/>
            <p:nvPr/>
          </p:nvSpPr>
          <p:spPr>
            <a:xfrm flipV="1">
              <a:off x="5273609" y="2220109"/>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9A487FCD-9CD0-4943-9465-6C091340ABC4}"/>
                </a:ext>
              </a:extLst>
            </p:cNvPr>
            <p:cNvSpPr/>
            <p:nvPr/>
          </p:nvSpPr>
          <p:spPr>
            <a:xfrm>
              <a:off x="5013199" y="2160177"/>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2C1CC8B5-021D-4290-85DC-EF4D4397CFC3}"/>
                </a:ext>
              </a:extLst>
            </p:cNvPr>
            <p:cNvSpPr/>
            <p:nvPr/>
          </p:nvSpPr>
          <p:spPr>
            <a:xfrm>
              <a:off x="4950761" y="215893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75D8632A-A5EB-4C4F-A6D0-4E7317725203}"/>
                </a:ext>
              </a:extLst>
            </p:cNvPr>
            <p:cNvSpPr/>
            <p:nvPr/>
          </p:nvSpPr>
          <p:spPr>
            <a:xfrm>
              <a:off x="4889868" y="215893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AF12487E-A393-4440-8291-48727C7C2638}"/>
                </a:ext>
              </a:extLst>
            </p:cNvPr>
            <p:cNvSpPr/>
            <p:nvPr/>
          </p:nvSpPr>
          <p:spPr>
            <a:xfrm>
              <a:off x="4950761" y="2475627"/>
              <a:ext cx="652879" cy="396112"/>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DC89927D-6EB7-4688-B2BC-E9510AB0C098}"/>
                </a:ext>
              </a:extLst>
            </p:cNvPr>
            <p:cNvSpPr/>
            <p:nvPr/>
          </p:nvSpPr>
          <p:spPr>
            <a:xfrm>
              <a:off x="4950761" y="2871739"/>
              <a:ext cx="652879" cy="396112"/>
            </a:xfrm>
            <a:prstGeom prst="rect">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57F32453-69FC-4C91-88C6-9395864830B2}"/>
                </a:ext>
              </a:extLst>
            </p:cNvPr>
            <p:cNvSpPr/>
            <p:nvPr/>
          </p:nvSpPr>
          <p:spPr>
            <a:xfrm>
              <a:off x="4888355" y="2788803"/>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BD311DCD-DEBD-443A-9BF3-85BF9240515E}"/>
                </a:ext>
              </a:extLst>
            </p:cNvPr>
            <p:cNvSpPr/>
            <p:nvPr/>
          </p:nvSpPr>
          <p:spPr>
            <a:xfrm flipV="1">
              <a:off x="5603640" y="2788803"/>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340" name="Rectangle 339">
              <a:extLst>
                <a:ext uri="{FF2B5EF4-FFF2-40B4-BE49-F238E27FC236}">
                  <a16:creationId xmlns:a16="http://schemas.microsoft.com/office/drawing/2014/main" id="{0FB4C925-6FEA-48AB-BF17-BE459917DE90}"/>
                </a:ext>
              </a:extLst>
            </p:cNvPr>
            <p:cNvSpPr/>
            <p:nvPr/>
          </p:nvSpPr>
          <p:spPr>
            <a:xfrm>
              <a:off x="4888355" y="272319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40ED70D5-D128-4CBA-ABEE-33BDCCF4AE57}"/>
                </a:ext>
              </a:extLst>
            </p:cNvPr>
            <p:cNvSpPr/>
            <p:nvPr/>
          </p:nvSpPr>
          <p:spPr>
            <a:xfrm>
              <a:off x="4888355" y="295467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1E9B9A0C-83A8-4609-8EB4-BB5652120233}"/>
                </a:ext>
              </a:extLst>
            </p:cNvPr>
            <p:cNvSpPr/>
            <p:nvPr/>
          </p:nvSpPr>
          <p:spPr>
            <a:xfrm>
              <a:off x="5603640" y="272938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05B7CA06-BEB2-41E6-9CAE-938D2E117953}"/>
                </a:ext>
              </a:extLst>
            </p:cNvPr>
            <p:cNvSpPr/>
            <p:nvPr/>
          </p:nvSpPr>
          <p:spPr>
            <a:xfrm>
              <a:off x="5603640" y="295467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81C3F1BB-6F47-48FE-A367-3CEFA8C33418}"/>
                </a:ext>
              </a:extLst>
            </p:cNvPr>
            <p:cNvSpPr/>
            <p:nvPr/>
          </p:nvSpPr>
          <p:spPr>
            <a:xfrm>
              <a:off x="4888355" y="2663780"/>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1E3B2936-5C82-458A-97C9-58DD00FFBCED}"/>
                </a:ext>
              </a:extLst>
            </p:cNvPr>
            <p:cNvSpPr/>
            <p:nvPr/>
          </p:nvSpPr>
          <p:spPr>
            <a:xfrm>
              <a:off x="4888355" y="260126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108AECBC-8D0B-4080-B279-B24852B3D95A}"/>
                </a:ext>
              </a:extLst>
            </p:cNvPr>
            <p:cNvSpPr/>
            <p:nvPr/>
          </p:nvSpPr>
          <p:spPr>
            <a:xfrm>
              <a:off x="4888355" y="2535044"/>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D3AEA8B5-2B85-4734-92BC-A1050AC2AC8D}"/>
                </a:ext>
              </a:extLst>
            </p:cNvPr>
            <p:cNvSpPr/>
            <p:nvPr/>
          </p:nvSpPr>
          <p:spPr>
            <a:xfrm>
              <a:off x="4888355" y="247562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5EACDA74-DF81-45BE-B37F-00259115E851}"/>
                </a:ext>
              </a:extLst>
            </p:cNvPr>
            <p:cNvSpPr/>
            <p:nvPr/>
          </p:nvSpPr>
          <p:spPr>
            <a:xfrm>
              <a:off x="5603640" y="266068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338FA15C-A262-4B67-AD9F-4A07752E517B}"/>
                </a:ext>
              </a:extLst>
            </p:cNvPr>
            <p:cNvSpPr/>
            <p:nvPr/>
          </p:nvSpPr>
          <p:spPr>
            <a:xfrm>
              <a:off x="5603640" y="2592810"/>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1FD83A8F-8F54-4B3F-A686-CDE6118E2D32}"/>
                </a:ext>
              </a:extLst>
            </p:cNvPr>
            <p:cNvSpPr/>
            <p:nvPr/>
          </p:nvSpPr>
          <p:spPr>
            <a:xfrm>
              <a:off x="5603640" y="2531742"/>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24662285-F5FC-4BF6-8249-AE06F01BF1DE}"/>
                </a:ext>
              </a:extLst>
            </p:cNvPr>
            <p:cNvSpPr/>
            <p:nvPr/>
          </p:nvSpPr>
          <p:spPr>
            <a:xfrm>
              <a:off x="5603640" y="247397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57556F6F-5911-40F1-A39B-727A0C336769}"/>
                </a:ext>
              </a:extLst>
            </p:cNvPr>
            <p:cNvSpPr/>
            <p:nvPr/>
          </p:nvSpPr>
          <p:spPr>
            <a:xfrm>
              <a:off x="4888355" y="301409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EBF482AC-A590-44B5-93DE-ACC30A3089C5}"/>
                </a:ext>
              </a:extLst>
            </p:cNvPr>
            <p:cNvSpPr/>
            <p:nvPr/>
          </p:nvSpPr>
          <p:spPr>
            <a:xfrm>
              <a:off x="4888355" y="3078253"/>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9EC45624-938C-467A-9101-101C56388DF2}"/>
                </a:ext>
              </a:extLst>
            </p:cNvPr>
            <p:cNvSpPr/>
            <p:nvPr/>
          </p:nvSpPr>
          <p:spPr>
            <a:xfrm>
              <a:off x="4888355" y="314035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BFFD9C70-866E-451F-B1A9-F7DDC44489E5}"/>
                </a:ext>
              </a:extLst>
            </p:cNvPr>
            <p:cNvSpPr/>
            <p:nvPr/>
          </p:nvSpPr>
          <p:spPr>
            <a:xfrm>
              <a:off x="4888355" y="3207196"/>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B16C46ED-14F0-429C-BA2A-0DB58ED8DD55}"/>
                </a:ext>
              </a:extLst>
            </p:cNvPr>
            <p:cNvSpPr/>
            <p:nvPr/>
          </p:nvSpPr>
          <p:spPr>
            <a:xfrm>
              <a:off x="5603640" y="3207196"/>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2E08C8CE-2F28-4EC1-AB8C-F9E2F3648BF3}"/>
                </a:ext>
              </a:extLst>
            </p:cNvPr>
            <p:cNvSpPr/>
            <p:nvPr/>
          </p:nvSpPr>
          <p:spPr>
            <a:xfrm>
              <a:off x="5603640" y="3146541"/>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B4B0F187-614C-40D7-AF3D-B0714F5136D1}"/>
                </a:ext>
              </a:extLst>
            </p:cNvPr>
            <p:cNvSpPr/>
            <p:nvPr/>
          </p:nvSpPr>
          <p:spPr>
            <a:xfrm>
              <a:off x="5603640" y="3086507"/>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B3AE2463-F64A-426C-8E02-1273451A65C8}"/>
                </a:ext>
              </a:extLst>
            </p:cNvPr>
            <p:cNvSpPr/>
            <p:nvPr/>
          </p:nvSpPr>
          <p:spPr>
            <a:xfrm>
              <a:off x="5603640" y="3020281"/>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72E89EFB-6122-42EB-8822-7C6D014D7D18}"/>
                </a:ext>
              </a:extLst>
            </p:cNvPr>
            <p:cNvSpPr/>
            <p:nvPr/>
          </p:nvSpPr>
          <p:spPr>
            <a:xfrm>
              <a:off x="5606035"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684EA5F5-99EB-408F-9234-A5692E1B9CFA}"/>
                </a:ext>
              </a:extLst>
            </p:cNvPr>
            <p:cNvSpPr/>
            <p:nvPr/>
          </p:nvSpPr>
          <p:spPr>
            <a:xfrm>
              <a:off x="5013166"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815B1156-334D-4B69-9412-A362D62FED9F}"/>
                </a:ext>
              </a:extLst>
            </p:cNvPr>
            <p:cNvSpPr/>
            <p:nvPr/>
          </p:nvSpPr>
          <p:spPr>
            <a:xfrm>
              <a:off x="5075572"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C380AE38-86DD-4D75-A2B8-C222976F796A}"/>
                </a:ext>
              </a:extLst>
            </p:cNvPr>
            <p:cNvSpPr/>
            <p:nvPr/>
          </p:nvSpPr>
          <p:spPr>
            <a:xfrm>
              <a:off x="5141564"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938A20CF-A8A6-4E58-9CB2-51F07045BE1B}"/>
                </a:ext>
              </a:extLst>
            </p:cNvPr>
            <p:cNvSpPr/>
            <p:nvPr/>
          </p:nvSpPr>
          <p:spPr>
            <a:xfrm>
              <a:off x="5206976"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0E21FF64-97F7-42CC-A580-159F96A22187}"/>
                </a:ext>
              </a:extLst>
            </p:cNvPr>
            <p:cNvSpPr/>
            <p:nvPr/>
          </p:nvSpPr>
          <p:spPr>
            <a:xfrm>
              <a:off x="5272389"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3EC65631-7237-48C0-9AED-83FA6E6692D4}"/>
                </a:ext>
              </a:extLst>
            </p:cNvPr>
            <p:cNvSpPr/>
            <p:nvPr/>
          </p:nvSpPr>
          <p:spPr>
            <a:xfrm>
              <a:off x="5339606"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948AF079-2C87-4D06-AA75-A866168BB85C}"/>
                </a:ext>
              </a:extLst>
            </p:cNvPr>
            <p:cNvSpPr/>
            <p:nvPr/>
          </p:nvSpPr>
          <p:spPr>
            <a:xfrm>
              <a:off x="5408026"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00FDAEEC-72C2-4154-BDFA-DAF3BB2F6332}"/>
                </a:ext>
              </a:extLst>
            </p:cNvPr>
            <p:cNvSpPr/>
            <p:nvPr/>
          </p:nvSpPr>
          <p:spPr>
            <a:xfrm>
              <a:off x="5476433"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029EF4B7-7057-41C4-9619-3027C811394F}"/>
                </a:ext>
              </a:extLst>
            </p:cNvPr>
            <p:cNvSpPr/>
            <p:nvPr/>
          </p:nvSpPr>
          <p:spPr>
            <a:xfrm>
              <a:off x="5541235" y="326785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35203F81-8937-4C8B-94F0-F612BB16EA55}"/>
                </a:ext>
              </a:extLst>
            </p:cNvPr>
            <p:cNvSpPr/>
            <p:nvPr/>
          </p:nvSpPr>
          <p:spPr>
            <a:xfrm>
              <a:off x="5603640"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042F0E09-D9C7-4312-B431-DC33E81AEE43}"/>
                </a:ext>
              </a:extLst>
            </p:cNvPr>
            <p:cNvSpPr/>
            <p:nvPr/>
          </p:nvSpPr>
          <p:spPr>
            <a:xfrm>
              <a:off x="5010771"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B50C56D6-88FE-4644-88C1-301CC50269CB}"/>
                </a:ext>
              </a:extLst>
            </p:cNvPr>
            <p:cNvSpPr/>
            <p:nvPr/>
          </p:nvSpPr>
          <p:spPr>
            <a:xfrm>
              <a:off x="5073177"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57AE9C3E-2F46-49BD-9DEF-1392445109A7}"/>
                </a:ext>
              </a:extLst>
            </p:cNvPr>
            <p:cNvSpPr/>
            <p:nvPr/>
          </p:nvSpPr>
          <p:spPr>
            <a:xfrm>
              <a:off x="5139169"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BF104E81-3CE6-42EB-9EAA-9DAEE2111CBA}"/>
                </a:ext>
              </a:extLst>
            </p:cNvPr>
            <p:cNvSpPr/>
            <p:nvPr/>
          </p:nvSpPr>
          <p:spPr>
            <a:xfrm>
              <a:off x="5204581"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D8AE6FF8-E3F9-4AC9-9980-4753941571D1}"/>
                </a:ext>
              </a:extLst>
            </p:cNvPr>
            <p:cNvSpPr/>
            <p:nvPr/>
          </p:nvSpPr>
          <p:spPr>
            <a:xfrm>
              <a:off x="5269994"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CDAC8017-FA1F-4C47-8B2E-40A413A36CD9}"/>
                </a:ext>
              </a:extLst>
            </p:cNvPr>
            <p:cNvSpPr/>
            <p:nvPr/>
          </p:nvSpPr>
          <p:spPr>
            <a:xfrm>
              <a:off x="5337211"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1BFA040B-1B99-4FCF-A18E-F6EC5DA82C5A}"/>
                </a:ext>
              </a:extLst>
            </p:cNvPr>
            <p:cNvSpPr/>
            <p:nvPr/>
          </p:nvSpPr>
          <p:spPr>
            <a:xfrm>
              <a:off x="5405631"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479A24F6-1AFE-4738-AA78-A5ED9B320A0C}"/>
                </a:ext>
              </a:extLst>
            </p:cNvPr>
            <p:cNvSpPr/>
            <p:nvPr/>
          </p:nvSpPr>
          <p:spPr>
            <a:xfrm>
              <a:off x="5474038"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82389205-D646-4FCD-8E40-FFA89C08E191}"/>
                </a:ext>
              </a:extLst>
            </p:cNvPr>
            <p:cNvSpPr/>
            <p:nvPr/>
          </p:nvSpPr>
          <p:spPr>
            <a:xfrm>
              <a:off x="5538840" y="241332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81859139-32B7-4F46-B9B0-020613710C91}"/>
                </a:ext>
              </a:extLst>
            </p:cNvPr>
            <p:cNvSpPr/>
            <p:nvPr/>
          </p:nvSpPr>
          <p:spPr>
            <a:xfrm>
              <a:off x="4888355" y="241249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C078416B-3E47-4FE7-82A8-22F5B996D457}"/>
                </a:ext>
              </a:extLst>
            </p:cNvPr>
            <p:cNvSpPr/>
            <p:nvPr/>
          </p:nvSpPr>
          <p:spPr>
            <a:xfrm>
              <a:off x="4949563" y="241249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C38456E1-2328-4D86-A13A-338FC8953CE3}"/>
                </a:ext>
              </a:extLst>
            </p:cNvPr>
            <p:cNvSpPr/>
            <p:nvPr/>
          </p:nvSpPr>
          <p:spPr>
            <a:xfrm>
              <a:off x="5603640" y="234998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7D0A7B91-A36E-4A78-9907-6BDDDD6BEFA7}"/>
                </a:ext>
              </a:extLst>
            </p:cNvPr>
            <p:cNvSpPr/>
            <p:nvPr/>
          </p:nvSpPr>
          <p:spPr>
            <a:xfrm>
              <a:off x="5011958" y="234709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AF7339AC-766F-43E7-83D2-9DD61B67E9CE}"/>
                </a:ext>
              </a:extLst>
            </p:cNvPr>
            <p:cNvSpPr/>
            <p:nvPr/>
          </p:nvSpPr>
          <p:spPr>
            <a:xfrm>
              <a:off x="5073155" y="2349162"/>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43649A58-8352-46DB-9237-D4F8B6C103F2}"/>
                </a:ext>
              </a:extLst>
            </p:cNvPr>
            <p:cNvSpPr/>
            <p:nvPr/>
          </p:nvSpPr>
          <p:spPr>
            <a:xfrm>
              <a:off x="5139780" y="2347097"/>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60FA5303-39F9-4827-9280-E150C41ACC12}"/>
                </a:ext>
              </a:extLst>
            </p:cNvPr>
            <p:cNvSpPr/>
            <p:nvPr/>
          </p:nvSpPr>
          <p:spPr>
            <a:xfrm>
              <a:off x="5205192" y="2347097"/>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1D4E4D91-9EE3-46C1-B6D1-C04FB56D2131}"/>
                </a:ext>
              </a:extLst>
            </p:cNvPr>
            <p:cNvSpPr/>
            <p:nvPr/>
          </p:nvSpPr>
          <p:spPr>
            <a:xfrm>
              <a:off x="5269994" y="234998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2CAEDD0D-F1DE-4AC5-B4D3-905FC21445DB}"/>
                </a:ext>
              </a:extLst>
            </p:cNvPr>
            <p:cNvSpPr/>
            <p:nvPr/>
          </p:nvSpPr>
          <p:spPr>
            <a:xfrm>
              <a:off x="5337211" y="234998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5CEEC778-587F-47B5-AC36-E38C5BA29818}"/>
                </a:ext>
              </a:extLst>
            </p:cNvPr>
            <p:cNvSpPr/>
            <p:nvPr/>
          </p:nvSpPr>
          <p:spPr>
            <a:xfrm>
              <a:off x="5405631" y="234998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6FAB7770-D8F8-4210-8B49-EB45EF794589}"/>
                </a:ext>
              </a:extLst>
            </p:cNvPr>
            <p:cNvSpPr/>
            <p:nvPr/>
          </p:nvSpPr>
          <p:spPr>
            <a:xfrm>
              <a:off x="5474038" y="234998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35A8F2FB-146E-4622-A69B-697918258608}"/>
                </a:ext>
              </a:extLst>
            </p:cNvPr>
            <p:cNvSpPr/>
            <p:nvPr/>
          </p:nvSpPr>
          <p:spPr>
            <a:xfrm>
              <a:off x="5538840" y="2349986"/>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CED6DE7F-E431-4916-9286-E8AA9B394E73}"/>
                </a:ext>
              </a:extLst>
            </p:cNvPr>
            <p:cNvSpPr/>
            <p:nvPr/>
          </p:nvSpPr>
          <p:spPr>
            <a:xfrm>
              <a:off x="4888355" y="234916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F5462CEA-788A-4134-BEB4-01361B965DF1}"/>
                </a:ext>
              </a:extLst>
            </p:cNvPr>
            <p:cNvSpPr/>
            <p:nvPr/>
          </p:nvSpPr>
          <p:spPr>
            <a:xfrm>
              <a:off x="4949563" y="234916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3C05BEF2-75C0-45E2-A3D2-90E4F9EDDF95}"/>
                </a:ext>
              </a:extLst>
            </p:cNvPr>
            <p:cNvSpPr/>
            <p:nvPr/>
          </p:nvSpPr>
          <p:spPr>
            <a:xfrm>
              <a:off x="5603640" y="22883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19F9B772-89F0-4B67-95BD-19A73F86D6E1}"/>
                </a:ext>
              </a:extLst>
            </p:cNvPr>
            <p:cNvSpPr/>
            <p:nvPr/>
          </p:nvSpPr>
          <p:spPr>
            <a:xfrm>
              <a:off x="5538840" y="22883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03556D42-0DFC-4A4C-B5AA-9CF26EE1259D}"/>
                </a:ext>
              </a:extLst>
            </p:cNvPr>
            <p:cNvSpPr/>
            <p:nvPr/>
          </p:nvSpPr>
          <p:spPr>
            <a:xfrm>
              <a:off x="5603640" y="222506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85AB7B86-9402-4B01-81F4-33288DF0325D}"/>
                </a:ext>
              </a:extLst>
            </p:cNvPr>
            <p:cNvSpPr/>
            <p:nvPr/>
          </p:nvSpPr>
          <p:spPr>
            <a:xfrm>
              <a:off x="5538840" y="222506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3D577F08-C547-4CD6-89AE-A88AC5598E83}"/>
                </a:ext>
              </a:extLst>
            </p:cNvPr>
            <p:cNvSpPr/>
            <p:nvPr/>
          </p:nvSpPr>
          <p:spPr>
            <a:xfrm>
              <a:off x="5337190" y="2288611"/>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635335AC-20D6-4924-957D-5DC97E5F4792}"/>
                </a:ext>
              </a:extLst>
            </p:cNvPr>
            <p:cNvSpPr/>
            <p:nvPr/>
          </p:nvSpPr>
          <p:spPr>
            <a:xfrm>
              <a:off x="5272390" y="2288611"/>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7A299E47-7D8F-4BA4-83E4-94B78F022085}"/>
                </a:ext>
              </a:extLst>
            </p:cNvPr>
            <p:cNvSpPr/>
            <p:nvPr/>
          </p:nvSpPr>
          <p:spPr>
            <a:xfrm>
              <a:off x="4888355" y="3267851"/>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D4C838F5-0778-4A1F-83DD-5CE1B9444EB7}"/>
                </a:ext>
              </a:extLst>
            </p:cNvPr>
            <p:cNvSpPr/>
            <p:nvPr/>
          </p:nvSpPr>
          <p:spPr>
            <a:xfrm>
              <a:off x="4949563" y="3267851"/>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8270FD52-8993-4721-8E6A-5A6B2059F891}"/>
                </a:ext>
              </a:extLst>
            </p:cNvPr>
            <p:cNvSpPr/>
            <p:nvPr/>
          </p:nvSpPr>
          <p:spPr>
            <a:xfrm flipV="1">
              <a:off x="5073636" y="2218821"/>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96EAB204-A498-4D0A-8747-A1AA4E3EEBD2}"/>
                </a:ext>
              </a:extLst>
            </p:cNvPr>
            <p:cNvSpPr/>
            <p:nvPr/>
          </p:nvSpPr>
          <p:spPr>
            <a:xfrm flipV="1">
              <a:off x="5140261" y="222088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C968B03C-937F-4A91-856C-C76A6DB32FA1}"/>
                </a:ext>
              </a:extLst>
            </p:cNvPr>
            <p:cNvSpPr/>
            <p:nvPr/>
          </p:nvSpPr>
          <p:spPr>
            <a:xfrm flipV="1">
              <a:off x="5205673" y="222088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0AAD20F5-FA05-472F-92CF-AD431900E959}"/>
                </a:ext>
              </a:extLst>
            </p:cNvPr>
            <p:cNvSpPr/>
            <p:nvPr/>
          </p:nvSpPr>
          <p:spPr>
            <a:xfrm>
              <a:off x="5012460" y="2219441"/>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FB7F1E38-E440-44FB-A63C-8B46611C96D3}"/>
                </a:ext>
              </a:extLst>
            </p:cNvPr>
            <p:cNvSpPr/>
            <p:nvPr/>
          </p:nvSpPr>
          <p:spPr>
            <a:xfrm>
              <a:off x="4950023" y="221820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F7A9C794-B1D4-47BC-9A7D-DC9E8C91D010}"/>
                </a:ext>
              </a:extLst>
            </p:cNvPr>
            <p:cNvSpPr/>
            <p:nvPr/>
          </p:nvSpPr>
          <p:spPr>
            <a:xfrm>
              <a:off x="4889130" y="221820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598D392F-5314-4550-9FF6-911A6BD3F50C}"/>
                </a:ext>
              </a:extLst>
            </p:cNvPr>
            <p:cNvSpPr/>
            <p:nvPr/>
          </p:nvSpPr>
          <p:spPr>
            <a:xfrm>
              <a:off x="5011958" y="2281278"/>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3AB5A2F6-1D96-467E-A076-2158A8CC6F42}"/>
                </a:ext>
              </a:extLst>
            </p:cNvPr>
            <p:cNvSpPr/>
            <p:nvPr/>
          </p:nvSpPr>
          <p:spPr>
            <a:xfrm>
              <a:off x="5073155" y="2283343"/>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336AA963-8009-4ACE-A240-E6232ABF97B6}"/>
                </a:ext>
              </a:extLst>
            </p:cNvPr>
            <p:cNvSpPr/>
            <p:nvPr/>
          </p:nvSpPr>
          <p:spPr>
            <a:xfrm>
              <a:off x="5139780" y="2281278"/>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875DBE0E-AE98-4C30-91F7-8DB75A6B23CA}"/>
                </a:ext>
              </a:extLst>
            </p:cNvPr>
            <p:cNvSpPr/>
            <p:nvPr/>
          </p:nvSpPr>
          <p:spPr>
            <a:xfrm>
              <a:off x="5205192" y="2281278"/>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E7E40BDD-11B6-4E57-910E-AEAA4DD8EAE8}"/>
                </a:ext>
              </a:extLst>
            </p:cNvPr>
            <p:cNvSpPr/>
            <p:nvPr/>
          </p:nvSpPr>
          <p:spPr>
            <a:xfrm>
              <a:off x="4888355" y="2283343"/>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9FCB9646-EAEE-400A-B648-22E3E27CABCA}"/>
                </a:ext>
              </a:extLst>
            </p:cNvPr>
            <p:cNvSpPr/>
            <p:nvPr/>
          </p:nvSpPr>
          <p:spPr>
            <a:xfrm>
              <a:off x="4949563" y="2283343"/>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BA56A607-39FC-483C-932D-0C226142E2F0}"/>
                </a:ext>
              </a:extLst>
            </p:cNvPr>
            <p:cNvSpPr/>
            <p:nvPr/>
          </p:nvSpPr>
          <p:spPr>
            <a:xfrm flipV="1">
              <a:off x="5668448" y="2206194"/>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415" name="Rectangle 414">
              <a:extLst>
                <a:ext uri="{FF2B5EF4-FFF2-40B4-BE49-F238E27FC236}">
                  <a16:creationId xmlns:a16="http://schemas.microsoft.com/office/drawing/2014/main" id="{8A4F8875-FA50-4253-A1BE-8CE69F21F5F9}"/>
                </a:ext>
              </a:extLst>
            </p:cNvPr>
            <p:cNvSpPr/>
            <p:nvPr/>
          </p:nvSpPr>
          <p:spPr>
            <a:xfrm>
              <a:off x="4827652" y="2210424"/>
              <a:ext cx="62406" cy="165872"/>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55822C21-285D-4B48-9D21-C7E30C939D44}"/>
                </a:ext>
              </a:extLst>
            </p:cNvPr>
            <p:cNvSpPr/>
            <p:nvPr/>
          </p:nvSpPr>
          <p:spPr>
            <a:xfrm>
              <a:off x="5668167" y="260575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8CA6A82F-4FB9-44CE-978F-C4CF251CF3F0}"/>
                </a:ext>
              </a:extLst>
            </p:cNvPr>
            <p:cNvSpPr/>
            <p:nvPr/>
          </p:nvSpPr>
          <p:spPr>
            <a:xfrm>
              <a:off x="5668167" y="253808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C767F367-3354-4965-9CA6-0DC6967F1440}"/>
                </a:ext>
              </a:extLst>
            </p:cNvPr>
            <p:cNvSpPr/>
            <p:nvPr/>
          </p:nvSpPr>
          <p:spPr>
            <a:xfrm>
              <a:off x="5668167" y="246912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E5B91E19-AB29-45B2-AEF6-73CDF30606A1}"/>
                </a:ext>
              </a:extLst>
            </p:cNvPr>
            <p:cNvSpPr/>
            <p:nvPr/>
          </p:nvSpPr>
          <p:spPr>
            <a:xfrm>
              <a:off x="5668167" y="240600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BB067635-ECC3-458D-9377-9FCECFC1AB4C}"/>
                </a:ext>
              </a:extLst>
            </p:cNvPr>
            <p:cNvSpPr/>
            <p:nvPr/>
          </p:nvSpPr>
          <p:spPr>
            <a:xfrm>
              <a:off x="5668456" y="234627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21EB1B98-091B-4656-BFA8-40D7C6BD3702}"/>
                </a:ext>
              </a:extLst>
            </p:cNvPr>
            <p:cNvSpPr/>
            <p:nvPr/>
          </p:nvSpPr>
          <p:spPr>
            <a:xfrm>
              <a:off x="5668167" y="2935181"/>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6396042A-0031-4812-B7AD-BC28EAFBE049}"/>
                </a:ext>
              </a:extLst>
            </p:cNvPr>
            <p:cNvSpPr/>
            <p:nvPr/>
          </p:nvSpPr>
          <p:spPr>
            <a:xfrm>
              <a:off x="5668167" y="287199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3D05BAF2-6D94-4B31-B3D9-4987474F7915}"/>
                </a:ext>
              </a:extLst>
            </p:cNvPr>
            <p:cNvSpPr/>
            <p:nvPr/>
          </p:nvSpPr>
          <p:spPr>
            <a:xfrm>
              <a:off x="5668167" y="280567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D54A605E-A494-43D0-9A92-032D285F7F14}"/>
                </a:ext>
              </a:extLst>
            </p:cNvPr>
            <p:cNvSpPr/>
            <p:nvPr/>
          </p:nvSpPr>
          <p:spPr>
            <a:xfrm>
              <a:off x="5668167" y="2738147"/>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3B38F88B-AE85-4153-AF4B-2259580451AF}"/>
                </a:ext>
              </a:extLst>
            </p:cNvPr>
            <p:cNvSpPr/>
            <p:nvPr/>
          </p:nvSpPr>
          <p:spPr>
            <a:xfrm>
              <a:off x="5668167" y="2671406"/>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6370CEF3-4E35-44D3-BD8A-A6E764871DF5}"/>
                </a:ext>
              </a:extLst>
            </p:cNvPr>
            <p:cNvSpPr/>
            <p:nvPr/>
          </p:nvSpPr>
          <p:spPr>
            <a:xfrm>
              <a:off x="5668167" y="3265780"/>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73448E06-DCA2-4213-90C4-738906D9C536}"/>
                </a:ext>
              </a:extLst>
            </p:cNvPr>
            <p:cNvSpPr/>
            <p:nvPr/>
          </p:nvSpPr>
          <p:spPr>
            <a:xfrm>
              <a:off x="5668167" y="3197080"/>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4DFECE84-AAE0-4AD0-AC0B-632FA9316590}"/>
                </a:ext>
              </a:extLst>
            </p:cNvPr>
            <p:cNvSpPr/>
            <p:nvPr/>
          </p:nvSpPr>
          <p:spPr>
            <a:xfrm>
              <a:off x="5668167" y="3129204"/>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D99F77D9-3254-4925-91EA-1267345D6C31}"/>
                </a:ext>
              </a:extLst>
            </p:cNvPr>
            <p:cNvSpPr/>
            <p:nvPr/>
          </p:nvSpPr>
          <p:spPr>
            <a:xfrm>
              <a:off x="5668167" y="3062888"/>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EB64B02C-BD95-4414-B99C-30D31C6DE6AE}"/>
                </a:ext>
              </a:extLst>
            </p:cNvPr>
            <p:cNvSpPr/>
            <p:nvPr/>
          </p:nvSpPr>
          <p:spPr>
            <a:xfrm>
              <a:off x="5668167" y="2999699"/>
              <a:ext cx="62406" cy="59417"/>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D091D235-C192-434D-89AB-DF3B08D7E3BE}"/>
                </a:ext>
              </a:extLst>
            </p:cNvPr>
            <p:cNvSpPr/>
            <p:nvPr/>
          </p:nvSpPr>
          <p:spPr>
            <a:xfrm>
              <a:off x="5669796" y="1500639"/>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566A5479-B7AE-4C49-B923-1724474939FD}"/>
                </a:ext>
              </a:extLst>
            </p:cNvPr>
            <p:cNvSpPr/>
            <p:nvPr/>
          </p:nvSpPr>
          <p:spPr>
            <a:xfrm>
              <a:off x="5669796" y="1432971"/>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AF2C9322-E041-4DF7-B0DD-F82C60773033}"/>
                </a:ext>
              </a:extLst>
            </p:cNvPr>
            <p:cNvSpPr/>
            <p:nvPr/>
          </p:nvSpPr>
          <p:spPr>
            <a:xfrm>
              <a:off x="5669796" y="136401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4060E14B-271A-4C23-BF78-08DE15AB28E8}"/>
                </a:ext>
              </a:extLst>
            </p:cNvPr>
            <p:cNvSpPr/>
            <p:nvPr/>
          </p:nvSpPr>
          <p:spPr>
            <a:xfrm>
              <a:off x="5669796" y="130089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B5062224-57D2-4209-B35D-A1DBF4BD1EE6}"/>
                </a:ext>
              </a:extLst>
            </p:cNvPr>
            <p:cNvSpPr/>
            <p:nvPr/>
          </p:nvSpPr>
          <p:spPr>
            <a:xfrm>
              <a:off x="5668441" y="1240845"/>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A25BE42B-755E-450A-91F3-A249295C96EA}"/>
                </a:ext>
              </a:extLst>
            </p:cNvPr>
            <p:cNvSpPr/>
            <p:nvPr/>
          </p:nvSpPr>
          <p:spPr>
            <a:xfrm>
              <a:off x="5669796" y="1830065"/>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59184142-1DCD-4EF7-ACBF-D98027CD1EC9}"/>
                </a:ext>
              </a:extLst>
            </p:cNvPr>
            <p:cNvSpPr/>
            <p:nvPr/>
          </p:nvSpPr>
          <p:spPr>
            <a:xfrm>
              <a:off x="5669796" y="1766879"/>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A67AA868-7655-4274-9CFE-4E32648FEAAC}"/>
                </a:ext>
              </a:extLst>
            </p:cNvPr>
            <p:cNvSpPr/>
            <p:nvPr/>
          </p:nvSpPr>
          <p:spPr>
            <a:xfrm>
              <a:off x="5669796" y="1700563"/>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BD82D39F-FE48-4BE2-8465-CA5D2677C5F1}"/>
                </a:ext>
              </a:extLst>
            </p:cNvPr>
            <p:cNvSpPr/>
            <p:nvPr/>
          </p:nvSpPr>
          <p:spPr>
            <a:xfrm>
              <a:off x="5669796" y="1633032"/>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F30BB362-F051-4ABE-98F0-3FAC025B8AD3}"/>
                </a:ext>
              </a:extLst>
            </p:cNvPr>
            <p:cNvSpPr/>
            <p:nvPr/>
          </p:nvSpPr>
          <p:spPr>
            <a:xfrm>
              <a:off x="5669796" y="1566291"/>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2B5BF45A-A148-43B4-92B7-AB12ABDBA0F6}"/>
                </a:ext>
              </a:extLst>
            </p:cNvPr>
            <p:cNvSpPr/>
            <p:nvPr/>
          </p:nvSpPr>
          <p:spPr>
            <a:xfrm>
              <a:off x="5669796" y="216066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5F664046-9EC1-4E27-A9DB-6BE91C72A707}"/>
                </a:ext>
              </a:extLst>
            </p:cNvPr>
            <p:cNvSpPr/>
            <p:nvPr/>
          </p:nvSpPr>
          <p:spPr>
            <a:xfrm>
              <a:off x="5669796" y="2091964"/>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371D6ABE-F579-42BD-AB3A-C0FC8C606E60}"/>
                </a:ext>
              </a:extLst>
            </p:cNvPr>
            <p:cNvSpPr/>
            <p:nvPr/>
          </p:nvSpPr>
          <p:spPr>
            <a:xfrm>
              <a:off x="5669796" y="2024088"/>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26B16777-6371-448A-8333-553ABB091144}"/>
                </a:ext>
              </a:extLst>
            </p:cNvPr>
            <p:cNvSpPr/>
            <p:nvPr/>
          </p:nvSpPr>
          <p:spPr>
            <a:xfrm>
              <a:off x="5669796" y="1957773"/>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18CE5171-1F6D-4020-8E03-09C72A285132}"/>
                </a:ext>
              </a:extLst>
            </p:cNvPr>
            <p:cNvSpPr/>
            <p:nvPr/>
          </p:nvSpPr>
          <p:spPr>
            <a:xfrm>
              <a:off x="5669796" y="1894583"/>
              <a:ext cx="62406" cy="59417"/>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10458CFA-BA90-462A-AB4F-2AC83A886307}"/>
                </a:ext>
              </a:extLst>
            </p:cNvPr>
            <p:cNvSpPr/>
            <p:nvPr/>
          </p:nvSpPr>
          <p:spPr>
            <a:xfrm>
              <a:off x="4827012" y="1499490"/>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180C5A69-0ED9-4E45-A9B9-B6BB7274C9B1}"/>
                </a:ext>
              </a:extLst>
            </p:cNvPr>
            <p:cNvSpPr/>
            <p:nvPr/>
          </p:nvSpPr>
          <p:spPr>
            <a:xfrm>
              <a:off x="4827012" y="1431822"/>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9A6E51A9-1232-401D-A6C5-CE6977A5F924}"/>
                </a:ext>
              </a:extLst>
            </p:cNvPr>
            <p:cNvSpPr/>
            <p:nvPr/>
          </p:nvSpPr>
          <p:spPr>
            <a:xfrm>
              <a:off x="4827012" y="136286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A12BBE0A-1E92-4021-A5F2-1FE29E46145A}"/>
                </a:ext>
              </a:extLst>
            </p:cNvPr>
            <p:cNvSpPr/>
            <p:nvPr/>
          </p:nvSpPr>
          <p:spPr>
            <a:xfrm>
              <a:off x="4827012" y="129974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C6FCFC58-D957-4371-8EBB-5DFE9F218E5C}"/>
                </a:ext>
              </a:extLst>
            </p:cNvPr>
            <p:cNvSpPr/>
            <p:nvPr/>
          </p:nvSpPr>
          <p:spPr>
            <a:xfrm>
              <a:off x="4825657" y="1239697"/>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195CC194-FB11-44AA-8E24-BDC3287DA369}"/>
                </a:ext>
              </a:extLst>
            </p:cNvPr>
            <p:cNvSpPr/>
            <p:nvPr/>
          </p:nvSpPr>
          <p:spPr>
            <a:xfrm>
              <a:off x="4827012" y="1828917"/>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D2619754-B176-488C-9DD2-7A45927A656D}"/>
                </a:ext>
              </a:extLst>
            </p:cNvPr>
            <p:cNvSpPr/>
            <p:nvPr/>
          </p:nvSpPr>
          <p:spPr>
            <a:xfrm>
              <a:off x="4827012" y="1765730"/>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43DB65F1-4FF9-408E-BB9A-46513A98DD7A}"/>
                </a:ext>
              </a:extLst>
            </p:cNvPr>
            <p:cNvSpPr/>
            <p:nvPr/>
          </p:nvSpPr>
          <p:spPr>
            <a:xfrm>
              <a:off x="4827012" y="169941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981CEA3A-2110-456B-8191-39C5C68C7B28}"/>
                </a:ext>
              </a:extLst>
            </p:cNvPr>
            <p:cNvSpPr/>
            <p:nvPr/>
          </p:nvSpPr>
          <p:spPr>
            <a:xfrm>
              <a:off x="4827012" y="1631883"/>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CAB0CBCD-C9D9-47D8-BAC9-A5B170227282}"/>
                </a:ext>
              </a:extLst>
            </p:cNvPr>
            <p:cNvSpPr/>
            <p:nvPr/>
          </p:nvSpPr>
          <p:spPr>
            <a:xfrm>
              <a:off x="4827012" y="1565142"/>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E1855E4B-CC3A-4AE9-A826-83F20653B5FB}"/>
                </a:ext>
              </a:extLst>
            </p:cNvPr>
            <p:cNvSpPr/>
            <p:nvPr/>
          </p:nvSpPr>
          <p:spPr>
            <a:xfrm>
              <a:off x="4827012" y="215951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3F1AA50A-1D66-45CA-BAB7-4627F88B9B9A}"/>
                </a:ext>
              </a:extLst>
            </p:cNvPr>
            <p:cNvSpPr/>
            <p:nvPr/>
          </p:nvSpPr>
          <p:spPr>
            <a:xfrm>
              <a:off x="4827012" y="2090816"/>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B513D35E-FE69-44A7-B713-2923851182F1}"/>
                </a:ext>
              </a:extLst>
            </p:cNvPr>
            <p:cNvSpPr/>
            <p:nvPr/>
          </p:nvSpPr>
          <p:spPr>
            <a:xfrm>
              <a:off x="4827012" y="202293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0AA75FD3-055A-494A-AE32-3CDC1CFD048C}"/>
                </a:ext>
              </a:extLst>
            </p:cNvPr>
            <p:cNvSpPr/>
            <p:nvPr/>
          </p:nvSpPr>
          <p:spPr>
            <a:xfrm>
              <a:off x="4827012" y="1956624"/>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23901404-0BAC-425A-BD1C-B3FBE90CA76E}"/>
                </a:ext>
              </a:extLst>
            </p:cNvPr>
            <p:cNvSpPr/>
            <p:nvPr/>
          </p:nvSpPr>
          <p:spPr>
            <a:xfrm>
              <a:off x="4827012" y="1893435"/>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4BC0DA34-DC42-415B-9B6C-8255B8AA61E2}"/>
                </a:ext>
              </a:extLst>
            </p:cNvPr>
            <p:cNvSpPr/>
            <p:nvPr/>
          </p:nvSpPr>
          <p:spPr>
            <a:xfrm>
              <a:off x="4828439" y="2606034"/>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E3B9B5AE-348C-4D87-8F83-B5B57A147E5C}"/>
                </a:ext>
              </a:extLst>
            </p:cNvPr>
            <p:cNvSpPr/>
            <p:nvPr/>
          </p:nvSpPr>
          <p:spPr>
            <a:xfrm>
              <a:off x="4828439" y="2538366"/>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5530D93D-F03C-4FC6-BBE7-31E1D70810CE}"/>
                </a:ext>
              </a:extLst>
            </p:cNvPr>
            <p:cNvSpPr/>
            <p:nvPr/>
          </p:nvSpPr>
          <p:spPr>
            <a:xfrm>
              <a:off x="4828439" y="246940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0F0877D2-B4CF-44EC-A02D-ECCF821015CF}"/>
                </a:ext>
              </a:extLst>
            </p:cNvPr>
            <p:cNvSpPr/>
            <p:nvPr/>
          </p:nvSpPr>
          <p:spPr>
            <a:xfrm>
              <a:off x="4828439" y="240628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8489E83D-352E-46C7-B235-645B48684042}"/>
                </a:ext>
              </a:extLst>
            </p:cNvPr>
            <p:cNvSpPr/>
            <p:nvPr/>
          </p:nvSpPr>
          <p:spPr>
            <a:xfrm>
              <a:off x="4828729" y="2346556"/>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96A0BB8D-737C-4126-8576-A421E575CD0C}"/>
                </a:ext>
              </a:extLst>
            </p:cNvPr>
            <p:cNvSpPr/>
            <p:nvPr/>
          </p:nvSpPr>
          <p:spPr>
            <a:xfrm>
              <a:off x="4828439" y="2935461"/>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59A42340-13FD-4309-97C2-0954E518F488}"/>
                </a:ext>
              </a:extLst>
            </p:cNvPr>
            <p:cNvSpPr/>
            <p:nvPr/>
          </p:nvSpPr>
          <p:spPr>
            <a:xfrm>
              <a:off x="4828439" y="2872274"/>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C522395A-EB4A-4B0C-8AB5-3597A7DE40B3}"/>
                </a:ext>
              </a:extLst>
            </p:cNvPr>
            <p:cNvSpPr/>
            <p:nvPr/>
          </p:nvSpPr>
          <p:spPr>
            <a:xfrm>
              <a:off x="4828439" y="280595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6083073D-9AF3-4DC8-8CBC-B17034E76F79}"/>
                </a:ext>
              </a:extLst>
            </p:cNvPr>
            <p:cNvSpPr/>
            <p:nvPr/>
          </p:nvSpPr>
          <p:spPr>
            <a:xfrm>
              <a:off x="4828439" y="2738427"/>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05121589-30F8-4A55-9BE0-610AB17104A5}"/>
                </a:ext>
              </a:extLst>
            </p:cNvPr>
            <p:cNvSpPr/>
            <p:nvPr/>
          </p:nvSpPr>
          <p:spPr>
            <a:xfrm>
              <a:off x="4828439" y="2671686"/>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290AE464-B204-4E35-A466-25946E0A26B8}"/>
                </a:ext>
              </a:extLst>
            </p:cNvPr>
            <p:cNvSpPr/>
            <p:nvPr/>
          </p:nvSpPr>
          <p:spPr>
            <a:xfrm>
              <a:off x="4828439" y="3266060"/>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B20E5AE7-D846-4837-8264-23325D589AF0}"/>
                </a:ext>
              </a:extLst>
            </p:cNvPr>
            <p:cNvSpPr/>
            <p:nvPr/>
          </p:nvSpPr>
          <p:spPr>
            <a:xfrm>
              <a:off x="4828439" y="3197360"/>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2BDDDAB5-4151-427B-BC0E-26368A6245DA}"/>
                </a:ext>
              </a:extLst>
            </p:cNvPr>
            <p:cNvSpPr/>
            <p:nvPr/>
          </p:nvSpPr>
          <p:spPr>
            <a:xfrm>
              <a:off x="4828439" y="3129483"/>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3894AFBC-A67B-48CA-9AC2-9150B8B4D4BA}"/>
                </a:ext>
              </a:extLst>
            </p:cNvPr>
            <p:cNvSpPr/>
            <p:nvPr/>
          </p:nvSpPr>
          <p:spPr>
            <a:xfrm>
              <a:off x="4828439" y="3063168"/>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B052C07A-963E-460B-A9F0-2E4C12AC9494}"/>
                </a:ext>
              </a:extLst>
            </p:cNvPr>
            <p:cNvSpPr/>
            <p:nvPr/>
          </p:nvSpPr>
          <p:spPr>
            <a:xfrm>
              <a:off x="4828439" y="299997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DB4DE2AF-7CDC-4F40-A52C-AD2030E37A48}"/>
                </a:ext>
              </a:extLst>
            </p:cNvPr>
            <p:cNvSpPr/>
            <p:nvPr/>
          </p:nvSpPr>
          <p:spPr>
            <a:xfrm flipV="1">
              <a:off x="5080611" y="3386685"/>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D9980EBE-3ABF-4DDD-B50B-C07A6B3C025B}"/>
                </a:ext>
              </a:extLst>
            </p:cNvPr>
            <p:cNvSpPr/>
            <p:nvPr/>
          </p:nvSpPr>
          <p:spPr>
            <a:xfrm flipV="1">
              <a:off x="5206997" y="338948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5684AA52-3FC1-4E45-8780-DF6F6D4EFEDE}"/>
                </a:ext>
              </a:extLst>
            </p:cNvPr>
            <p:cNvSpPr/>
            <p:nvPr/>
          </p:nvSpPr>
          <p:spPr>
            <a:xfrm flipV="1">
              <a:off x="5272409" y="338948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CA23A44E-0DDA-45D0-9723-2D0F5088EB00}"/>
                </a:ext>
              </a:extLst>
            </p:cNvPr>
            <p:cNvSpPr/>
            <p:nvPr/>
          </p:nvSpPr>
          <p:spPr>
            <a:xfrm>
              <a:off x="5016759" y="338679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1D54760A-40A3-4541-B8BE-40DB8A9795F1}"/>
                </a:ext>
              </a:extLst>
            </p:cNvPr>
            <p:cNvSpPr/>
            <p:nvPr/>
          </p:nvSpPr>
          <p:spPr>
            <a:xfrm>
              <a:off x="4955866" y="338679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6A74A988-7120-4BB7-AEC1-71719C0406E3}"/>
                </a:ext>
              </a:extLst>
            </p:cNvPr>
            <p:cNvSpPr/>
            <p:nvPr/>
          </p:nvSpPr>
          <p:spPr>
            <a:xfrm flipV="1">
              <a:off x="5079872" y="3445949"/>
              <a:ext cx="62406" cy="59417"/>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D7E8E24D-F530-41B9-811E-8342115D55BB}"/>
                </a:ext>
              </a:extLst>
            </p:cNvPr>
            <p:cNvSpPr/>
            <p:nvPr/>
          </p:nvSpPr>
          <p:spPr>
            <a:xfrm flipV="1">
              <a:off x="5206258" y="344874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0711D2E7-4F7C-4CFA-A356-9C046F7AB0DD}"/>
                </a:ext>
              </a:extLst>
            </p:cNvPr>
            <p:cNvSpPr/>
            <p:nvPr/>
          </p:nvSpPr>
          <p:spPr>
            <a:xfrm flipV="1">
              <a:off x="5271671" y="3448746"/>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9F4C04D1-6695-42FA-A4F3-339CAA59FFD6}"/>
                </a:ext>
              </a:extLst>
            </p:cNvPr>
            <p:cNvSpPr/>
            <p:nvPr/>
          </p:nvSpPr>
          <p:spPr>
            <a:xfrm>
              <a:off x="5016020" y="3446063"/>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B526327C-9C75-4E4A-AD6B-C9850B767874}"/>
                </a:ext>
              </a:extLst>
            </p:cNvPr>
            <p:cNvSpPr/>
            <p:nvPr/>
          </p:nvSpPr>
          <p:spPr>
            <a:xfrm>
              <a:off x="4955127" y="3446063"/>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04A98734-FBD1-4E45-A1E5-C5A1B8685C93}"/>
                </a:ext>
              </a:extLst>
            </p:cNvPr>
            <p:cNvSpPr/>
            <p:nvPr/>
          </p:nvSpPr>
          <p:spPr>
            <a:xfrm>
              <a:off x="5608489"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59D688B3-FE9B-4E22-A9C1-103CAE2D44ED}"/>
                </a:ext>
              </a:extLst>
            </p:cNvPr>
            <p:cNvSpPr/>
            <p:nvPr/>
          </p:nvSpPr>
          <p:spPr>
            <a:xfrm>
              <a:off x="5015620"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46C307EF-C1E5-4387-A05C-EE8A027CF76A}"/>
                </a:ext>
              </a:extLst>
            </p:cNvPr>
            <p:cNvSpPr/>
            <p:nvPr/>
          </p:nvSpPr>
          <p:spPr>
            <a:xfrm>
              <a:off x="5078026"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44C32454-21BE-4C78-AFB1-48C7BC495FED}"/>
                </a:ext>
              </a:extLst>
            </p:cNvPr>
            <p:cNvSpPr/>
            <p:nvPr/>
          </p:nvSpPr>
          <p:spPr>
            <a:xfrm>
              <a:off x="5144018"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DE3DB18A-A977-45F2-907C-7C1FC0ABC45B}"/>
                </a:ext>
              </a:extLst>
            </p:cNvPr>
            <p:cNvSpPr/>
            <p:nvPr/>
          </p:nvSpPr>
          <p:spPr>
            <a:xfrm>
              <a:off x="5209430"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6D160A81-9280-4068-8A76-35588D20009C}"/>
                </a:ext>
              </a:extLst>
            </p:cNvPr>
            <p:cNvSpPr/>
            <p:nvPr/>
          </p:nvSpPr>
          <p:spPr>
            <a:xfrm>
              <a:off x="5274843"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4399D26E-337D-4700-9156-4E8B43ABBE51}"/>
                </a:ext>
              </a:extLst>
            </p:cNvPr>
            <p:cNvSpPr/>
            <p:nvPr/>
          </p:nvSpPr>
          <p:spPr>
            <a:xfrm>
              <a:off x="5342060"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1213D1D1-E3F9-4272-9421-F9186279CF10}"/>
                </a:ext>
              </a:extLst>
            </p:cNvPr>
            <p:cNvSpPr/>
            <p:nvPr/>
          </p:nvSpPr>
          <p:spPr>
            <a:xfrm>
              <a:off x="5410480"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DB4DE094-BDC4-4C5D-BA19-78BEB3AFFD6A}"/>
                </a:ext>
              </a:extLst>
            </p:cNvPr>
            <p:cNvSpPr/>
            <p:nvPr/>
          </p:nvSpPr>
          <p:spPr>
            <a:xfrm>
              <a:off x="5478887"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F26AC81E-1555-46A6-8773-87A896D7C387}"/>
                </a:ext>
              </a:extLst>
            </p:cNvPr>
            <p:cNvSpPr/>
            <p:nvPr/>
          </p:nvSpPr>
          <p:spPr>
            <a:xfrm>
              <a:off x="5543689" y="3329333"/>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90D70FDE-649E-4A21-BB37-FA71B040F419}"/>
                </a:ext>
              </a:extLst>
            </p:cNvPr>
            <p:cNvSpPr/>
            <p:nvPr/>
          </p:nvSpPr>
          <p:spPr>
            <a:xfrm>
              <a:off x="5670620" y="3327261"/>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33B530EF-1889-41AC-B3B0-542C60FC1517}"/>
                </a:ext>
              </a:extLst>
            </p:cNvPr>
            <p:cNvSpPr/>
            <p:nvPr/>
          </p:nvSpPr>
          <p:spPr>
            <a:xfrm>
              <a:off x="5603640"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43974359-022F-4177-82B1-DD90DF44AB17}"/>
                </a:ext>
              </a:extLst>
            </p:cNvPr>
            <p:cNvSpPr/>
            <p:nvPr/>
          </p:nvSpPr>
          <p:spPr>
            <a:xfrm>
              <a:off x="5010771"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620318D9-EA61-4E0F-9F9D-09D34896FC63}"/>
                </a:ext>
              </a:extLst>
            </p:cNvPr>
            <p:cNvSpPr/>
            <p:nvPr/>
          </p:nvSpPr>
          <p:spPr>
            <a:xfrm>
              <a:off x="5073177"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3739C407-6A36-4CE5-B657-44C1EFB6F82D}"/>
                </a:ext>
              </a:extLst>
            </p:cNvPr>
            <p:cNvSpPr/>
            <p:nvPr/>
          </p:nvSpPr>
          <p:spPr>
            <a:xfrm>
              <a:off x="5139169"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D2AAB89A-5D0A-4C87-B3D8-3F0FBCAFBD6F}"/>
                </a:ext>
              </a:extLst>
            </p:cNvPr>
            <p:cNvSpPr/>
            <p:nvPr/>
          </p:nvSpPr>
          <p:spPr>
            <a:xfrm>
              <a:off x="5204581"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9C26C7FB-2AB9-4ACB-9D2B-A927DF1DFB14}"/>
                </a:ext>
              </a:extLst>
            </p:cNvPr>
            <p:cNvSpPr/>
            <p:nvPr/>
          </p:nvSpPr>
          <p:spPr>
            <a:xfrm>
              <a:off x="5269994"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32FBD3DC-7A23-4F1A-A42D-9D43D6D61470}"/>
                </a:ext>
              </a:extLst>
            </p:cNvPr>
            <p:cNvSpPr/>
            <p:nvPr/>
          </p:nvSpPr>
          <p:spPr>
            <a:xfrm>
              <a:off x="5337211"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ED3815F6-BADC-4024-9B6E-A825AADE8B79}"/>
                </a:ext>
              </a:extLst>
            </p:cNvPr>
            <p:cNvSpPr/>
            <p:nvPr/>
          </p:nvSpPr>
          <p:spPr>
            <a:xfrm>
              <a:off x="5405631"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70E80BEF-52D6-4CC0-95CD-AD932A3018C9}"/>
                </a:ext>
              </a:extLst>
            </p:cNvPr>
            <p:cNvSpPr/>
            <p:nvPr/>
          </p:nvSpPr>
          <p:spPr>
            <a:xfrm>
              <a:off x="5474038"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117E54D1-9BF8-460A-A44A-AF6783C2E4E5}"/>
                </a:ext>
              </a:extLst>
            </p:cNvPr>
            <p:cNvSpPr/>
            <p:nvPr/>
          </p:nvSpPr>
          <p:spPr>
            <a:xfrm>
              <a:off x="5538840" y="1184189"/>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EAC04186-A1D0-4D67-B27F-375723D328E0}"/>
                </a:ext>
              </a:extLst>
            </p:cNvPr>
            <p:cNvSpPr/>
            <p:nvPr/>
          </p:nvSpPr>
          <p:spPr>
            <a:xfrm>
              <a:off x="4885960" y="118418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9F32D51C-EA66-45E0-8F82-C808E1F617BF}"/>
                </a:ext>
              </a:extLst>
            </p:cNvPr>
            <p:cNvSpPr/>
            <p:nvPr/>
          </p:nvSpPr>
          <p:spPr>
            <a:xfrm>
              <a:off x="4947168" y="1184189"/>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288F3F22-17CC-4B4D-B3C1-806D38E1FA50}"/>
                </a:ext>
              </a:extLst>
            </p:cNvPr>
            <p:cNvSpPr/>
            <p:nvPr/>
          </p:nvSpPr>
          <p:spPr>
            <a:xfrm>
              <a:off x="5669796" y="1183125"/>
              <a:ext cx="62406" cy="59417"/>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F431B860-F7E2-4631-B696-AF6EEF9FFCAD}"/>
                </a:ext>
              </a:extLst>
            </p:cNvPr>
            <p:cNvSpPr/>
            <p:nvPr/>
          </p:nvSpPr>
          <p:spPr>
            <a:xfrm>
              <a:off x="4826044" y="1182397"/>
              <a:ext cx="62406" cy="59417"/>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B35281F7-A860-43B7-BAFB-20E3E427C526}"/>
                </a:ext>
              </a:extLst>
            </p:cNvPr>
            <p:cNvSpPr/>
            <p:nvPr/>
          </p:nvSpPr>
          <p:spPr>
            <a:xfrm>
              <a:off x="4893291" y="338668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D640C6C3-B591-49B9-9F32-F620BC6D850A}"/>
                </a:ext>
              </a:extLst>
            </p:cNvPr>
            <p:cNvSpPr/>
            <p:nvPr/>
          </p:nvSpPr>
          <p:spPr>
            <a:xfrm>
              <a:off x="4832398" y="3386685"/>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1A3E98D8-0EB9-46CA-A2E4-D0A505B6CCA4}"/>
                </a:ext>
              </a:extLst>
            </p:cNvPr>
            <p:cNvSpPr/>
            <p:nvPr/>
          </p:nvSpPr>
          <p:spPr>
            <a:xfrm>
              <a:off x="4892553" y="344594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91382210-3F06-42E8-A852-A30338962DCE}"/>
                </a:ext>
              </a:extLst>
            </p:cNvPr>
            <p:cNvSpPr/>
            <p:nvPr/>
          </p:nvSpPr>
          <p:spPr>
            <a:xfrm>
              <a:off x="4831660" y="3445949"/>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32A75071-2351-4371-943D-2281A50BD6EA}"/>
                </a:ext>
              </a:extLst>
            </p:cNvPr>
            <p:cNvSpPr/>
            <p:nvPr/>
          </p:nvSpPr>
          <p:spPr>
            <a:xfrm>
              <a:off x="4892611" y="3329844"/>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14678209-88CF-4C94-ADEC-73E7050D73AF}"/>
                </a:ext>
              </a:extLst>
            </p:cNvPr>
            <p:cNvSpPr/>
            <p:nvPr/>
          </p:nvSpPr>
          <p:spPr>
            <a:xfrm>
              <a:off x="4953819" y="3329844"/>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8A517E7C-BB8A-45C0-B142-D56AF5BAD41B}"/>
                </a:ext>
              </a:extLst>
            </p:cNvPr>
            <p:cNvSpPr/>
            <p:nvPr/>
          </p:nvSpPr>
          <p:spPr>
            <a:xfrm>
              <a:off x="4832695" y="3328052"/>
              <a:ext cx="62406" cy="59417"/>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623584A7-7866-4831-9FF2-A78CEA04965F}"/>
                </a:ext>
              </a:extLst>
            </p:cNvPr>
            <p:cNvSpPr/>
            <p:nvPr/>
          </p:nvSpPr>
          <p:spPr>
            <a:xfrm flipV="1">
              <a:off x="5143254" y="3389482"/>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69CE86F3-5B9F-4469-83BF-C9B2BB812AE0}"/>
                </a:ext>
              </a:extLst>
            </p:cNvPr>
            <p:cNvSpPr/>
            <p:nvPr/>
          </p:nvSpPr>
          <p:spPr>
            <a:xfrm flipV="1">
              <a:off x="5145300" y="3448167"/>
              <a:ext cx="62406" cy="59417"/>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4" name="Group 543">
              <a:extLst>
                <a:ext uri="{FF2B5EF4-FFF2-40B4-BE49-F238E27FC236}">
                  <a16:creationId xmlns:a16="http://schemas.microsoft.com/office/drawing/2014/main" id="{1B25AD5B-3232-438A-8FD3-B0DC45746E8A}"/>
                </a:ext>
              </a:extLst>
            </p:cNvPr>
            <p:cNvGrpSpPr/>
            <p:nvPr/>
          </p:nvGrpSpPr>
          <p:grpSpPr>
            <a:xfrm>
              <a:off x="5338930" y="3385858"/>
              <a:ext cx="396052" cy="179689"/>
              <a:chOff x="10673689" y="3224523"/>
              <a:chExt cx="396052" cy="179689"/>
            </a:xfrm>
          </p:grpSpPr>
          <p:sp>
            <p:nvSpPr>
              <p:cNvPr id="545" name="Rectangle 544">
                <a:extLst>
                  <a:ext uri="{FF2B5EF4-FFF2-40B4-BE49-F238E27FC236}">
                    <a16:creationId xmlns:a16="http://schemas.microsoft.com/office/drawing/2014/main" id="{43A2C7E2-8E0D-4FAC-A5F7-0ADB32D92FEA}"/>
                  </a:ext>
                </a:extLst>
              </p:cNvPr>
              <p:cNvSpPr/>
              <p:nvPr/>
            </p:nvSpPr>
            <p:spPr>
              <a:xfrm flipV="1">
                <a:off x="11007335"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9FABEABE-3FA5-4AF0-9B87-775BFDC4BF9B}"/>
                  </a:ext>
                </a:extLst>
              </p:cNvPr>
              <p:cNvSpPr/>
              <p:nvPr/>
            </p:nvSpPr>
            <p:spPr>
              <a:xfrm flipV="1">
                <a:off x="10673689"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4A58A8AA-806E-4DC8-B2DF-14D24CBD0E8A}"/>
                  </a:ext>
                </a:extLst>
              </p:cNvPr>
              <p:cNvSpPr/>
              <p:nvPr/>
            </p:nvSpPr>
            <p:spPr>
              <a:xfrm flipV="1">
                <a:off x="10740906"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1D96E503-1CD2-47F7-A9DD-63FF4A19D302}"/>
                  </a:ext>
                </a:extLst>
              </p:cNvPr>
              <p:cNvSpPr/>
              <p:nvPr/>
            </p:nvSpPr>
            <p:spPr>
              <a:xfrm flipV="1">
                <a:off x="10809326"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8988EA21-6E54-4F9B-98F0-13373DFB5B64}"/>
                  </a:ext>
                </a:extLst>
              </p:cNvPr>
              <p:cNvSpPr/>
              <p:nvPr/>
            </p:nvSpPr>
            <p:spPr>
              <a:xfrm flipV="1">
                <a:off x="10877733"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40B19AF1-8894-4B7E-9F69-3A40EE194026}"/>
                  </a:ext>
                </a:extLst>
              </p:cNvPr>
              <p:cNvSpPr/>
              <p:nvPr/>
            </p:nvSpPr>
            <p:spPr>
              <a:xfrm flipV="1">
                <a:off x="10942535" y="3224523"/>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1E6349F8-29F6-40D3-94EE-F71B267FCAC5}"/>
                  </a:ext>
                </a:extLst>
              </p:cNvPr>
              <p:cNvSpPr/>
              <p:nvPr/>
            </p:nvSpPr>
            <p:spPr>
              <a:xfrm flipV="1">
                <a:off x="10877046" y="32858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158F3158-99F5-444B-8119-27C222176C0E}"/>
                  </a:ext>
                </a:extLst>
              </p:cNvPr>
              <p:cNvSpPr/>
              <p:nvPr/>
            </p:nvSpPr>
            <p:spPr>
              <a:xfrm flipV="1">
                <a:off x="10812246" y="32858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28226949-B3FD-40A6-9E38-8013B31C7A22}"/>
                  </a:ext>
                </a:extLst>
              </p:cNvPr>
              <p:cNvSpPr/>
              <p:nvPr/>
            </p:nvSpPr>
            <p:spPr>
              <a:xfrm flipV="1">
                <a:off x="10740885" y="32858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E452A359-58B2-4E86-AEE6-FD2A14B4A23E}"/>
                  </a:ext>
                </a:extLst>
              </p:cNvPr>
              <p:cNvSpPr/>
              <p:nvPr/>
            </p:nvSpPr>
            <p:spPr>
              <a:xfrm flipV="1">
                <a:off x="10676085" y="3285898"/>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912EB38A-25A4-442F-ABEC-AB0CEBAE1BAD}"/>
                  </a:ext>
                </a:extLst>
              </p:cNvPr>
              <p:cNvSpPr/>
              <p:nvPr/>
            </p:nvSpPr>
            <p:spPr>
              <a:xfrm flipV="1">
                <a:off x="10877046" y="3344795"/>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95B19107-02A6-48C9-B84C-214B43EC2259}"/>
                  </a:ext>
                </a:extLst>
              </p:cNvPr>
              <p:cNvSpPr/>
              <p:nvPr/>
            </p:nvSpPr>
            <p:spPr>
              <a:xfrm flipV="1">
                <a:off x="10812246" y="3344795"/>
                <a:ext cx="62406" cy="59417"/>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90016068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pic>
        <p:nvPicPr>
          <p:cNvPr id="4" name="Graphic 3">
            <a:extLst>
              <a:ext uri="{FF2B5EF4-FFF2-40B4-BE49-F238E27FC236}">
                <a16:creationId xmlns:a16="http://schemas.microsoft.com/office/drawing/2014/main" id="{445400D1-9B20-4B2B-9433-3E5173EC46F9}"/>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4976632" y="1269790"/>
            <a:ext cx="2079775" cy="4953646"/>
          </a:xfrm>
          <a:prstGeom prst="rect">
            <a:avLst/>
          </a:prstGeom>
        </p:spPr>
      </p:pic>
    </p:spTree>
    <p:extLst>
      <p:ext uri="{BB962C8B-B14F-4D97-AF65-F5344CB8AC3E}">
        <p14:creationId xmlns:p14="http://schemas.microsoft.com/office/powerpoint/2010/main" val="291852840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pic>
        <p:nvPicPr>
          <p:cNvPr id="2" name="Graphic 1">
            <a:extLst>
              <a:ext uri="{FF2B5EF4-FFF2-40B4-BE49-F238E27FC236}">
                <a16:creationId xmlns:a16="http://schemas.microsoft.com/office/drawing/2014/main" id="{BA4E8153-7646-4D78-8B00-9A9C70164686}"/>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3131938" y="2092789"/>
            <a:ext cx="6686550" cy="3743325"/>
          </a:xfrm>
          <a:prstGeom prst="rect">
            <a:avLst/>
          </a:prstGeom>
        </p:spPr>
      </p:pic>
    </p:spTree>
    <p:extLst>
      <p:ext uri="{BB962C8B-B14F-4D97-AF65-F5344CB8AC3E}">
        <p14:creationId xmlns:p14="http://schemas.microsoft.com/office/powerpoint/2010/main" val="75625461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2" name="Group 1">
            <a:extLst>
              <a:ext uri="{FF2B5EF4-FFF2-40B4-BE49-F238E27FC236}">
                <a16:creationId xmlns:a16="http://schemas.microsoft.com/office/drawing/2014/main" id="{6EC31CE5-9B78-40F9-BF2F-FA5885AEE728}"/>
              </a:ext>
            </a:extLst>
          </p:cNvPr>
          <p:cNvGrpSpPr/>
          <p:nvPr/>
        </p:nvGrpSpPr>
        <p:grpSpPr>
          <a:xfrm>
            <a:off x="5581753" y="3326590"/>
            <a:ext cx="1031867" cy="1413539"/>
            <a:chOff x="2724590" y="3739080"/>
            <a:chExt cx="1031867" cy="1413539"/>
          </a:xfrm>
        </p:grpSpPr>
        <p:sp>
          <p:nvSpPr>
            <p:cNvPr id="228" name="Rectangle 227">
              <a:extLst>
                <a:ext uri="{FF2B5EF4-FFF2-40B4-BE49-F238E27FC236}">
                  <a16:creationId xmlns:a16="http://schemas.microsoft.com/office/drawing/2014/main" id="{A7D745E1-7B77-4BEB-AAF8-ABDB55328DA6}"/>
                </a:ext>
              </a:extLst>
            </p:cNvPr>
            <p:cNvSpPr/>
            <p:nvPr/>
          </p:nvSpPr>
          <p:spPr>
            <a:xfrm>
              <a:off x="2807139" y="406041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ED635C10-86E3-4E1D-BEAE-2008D17473BC}"/>
                </a:ext>
              </a:extLst>
            </p:cNvPr>
            <p:cNvSpPr/>
            <p:nvPr/>
          </p:nvSpPr>
          <p:spPr>
            <a:xfrm>
              <a:off x="2807139" y="4568419"/>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06004D53-06CE-4F4D-B4E4-041F8C89D7AE}"/>
                </a:ext>
              </a:extLst>
            </p:cNvPr>
            <p:cNvSpPr/>
            <p:nvPr/>
          </p:nvSpPr>
          <p:spPr>
            <a:xfrm>
              <a:off x="2724591" y="446205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9F020E9F-D7BF-433B-BB63-162896430C15}"/>
                </a:ext>
              </a:extLst>
            </p:cNvPr>
            <p:cNvSpPr/>
            <p:nvPr/>
          </p:nvSpPr>
          <p:spPr>
            <a:xfrm>
              <a:off x="3670741" y="4462056"/>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a:t>
              </a:r>
            </a:p>
          </p:txBody>
        </p:sp>
        <p:sp>
          <p:nvSpPr>
            <p:cNvPr id="232" name="Rectangle 231">
              <a:extLst>
                <a:ext uri="{FF2B5EF4-FFF2-40B4-BE49-F238E27FC236}">
                  <a16:creationId xmlns:a16="http://schemas.microsoft.com/office/drawing/2014/main" id="{6569C751-87AB-42E7-A189-8FD1AE0E6336}"/>
                </a:ext>
              </a:extLst>
            </p:cNvPr>
            <p:cNvSpPr/>
            <p:nvPr/>
          </p:nvSpPr>
          <p:spPr>
            <a:xfrm>
              <a:off x="2724591" y="43779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859C3D8B-117E-44AF-91B6-3D888D7C80E7}"/>
                </a:ext>
              </a:extLst>
            </p:cNvPr>
            <p:cNvSpPr/>
            <p:nvPr/>
          </p:nvSpPr>
          <p:spPr>
            <a:xfrm>
              <a:off x="2724591" y="46747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D314E572-7E5E-421B-AEB1-ADCF91CCF9AD}"/>
                </a:ext>
              </a:extLst>
            </p:cNvPr>
            <p:cNvSpPr/>
            <p:nvPr/>
          </p:nvSpPr>
          <p:spPr>
            <a:xfrm>
              <a:off x="3670741" y="438585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FC1502F6-1159-4D02-9251-F68363A22E99}"/>
                </a:ext>
              </a:extLst>
            </p:cNvPr>
            <p:cNvSpPr/>
            <p:nvPr/>
          </p:nvSpPr>
          <p:spPr>
            <a:xfrm>
              <a:off x="3670741" y="4674780"/>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02AC80C5-30A1-4A41-B967-FF00B3745D62}"/>
                </a:ext>
              </a:extLst>
            </p:cNvPr>
            <p:cNvSpPr/>
            <p:nvPr/>
          </p:nvSpPr>
          <p:spPr>
            <a:xfrm>
              <a:off x="2724591" y="43017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0AF3CDD1-FEDE-4A67-A2EB-A48958CA2A8D}"/>
                </a:ext>
              </a:extLst>
            </p:cNvPr>
            <p:cNvSpPr/>
            <p:nvPr/>
          </p:nvSpPr>
          <p:spPr>
            <a:xfrm>
              <a:off x="2724591" y="422155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2F5C8A82-C083-4317-801D-92795D48C555}"/>
                </a:ext>
              </a:extLst>
            </p:cNvPr>
            <p:cNvSpPr/>
            <p:nvPr/>
          </p:nvSpPr>
          <p:spPr>
            <a:xfrm>
              <a:off x="2724591" y="41366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AE0D1A59-2ABF-48EE-AD77-190B082441EC}"/>
                </a:ext>
              </a:extLst>
            </p:cNvPr>
            <p:cNvSpPr/>
            <p:nvPr/>
          </p:nvSpPr>
          <p:spPr>
            <a:xfrm>
              <a:off x="2724591" y="4060419"/>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43008E0B-5288-4605-8C58-D6824E24168A}"/>
                </a:ext>
              </a:extLst>
            </p:cNvPr>
            <p:cNvSpPr/>
            <p:nvPr/>
          </p:nvSpPr>
          <p:spPr>
            <a:xfrm>
              <a:off x="3670741" y="429775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01B66A52-91A7-43AC-BFE5-FAF8459E12CF}"/>
                </a:ext>
              </a:extLst>
            </p:cNvPr>
            <p:cNvSpPr/>
            <p:nvPr/>
          </p:nvSpPr>
          <p:spPr>
            <a:xfrm>
              <a:off x="3670741" y="421070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91407287-6ADE-491A-A70A-008E07E82235}"/>
                </a:ext>
              </a:extLst>
            </p:cNvPr>
            <p:cNvSpPr/>
            <p:nvPr/>
          </p:nvSpPr>
          <p:spPr>
            <a:xfrm>
              <a:off x="3670741" y="4132385"/>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9AC6C63F-1E55-4463-8308-1B31AA2F7432}"/>
                </a:ext>
              </a:extLst>
            </p:cNvPr>
            <p:cNvSpPr/>
            <p:nvPr/>
          </p:nvSpPr>
          <p:spPr>
            <a:xfrm>
              <a:off x="3670741" y="4058302"/>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9FD7E200-2C44-4CA9-A9BD-29ADD394A1CF}"/>
                </a:ext>
              </a:extLst>
            </p:cNvPr>
            <p:cNvSpPr/>
            <p:nvPr/>
          </p:nvSpPr>
          <p:spPr>
            <a:xfrm>
              <a:off x="2724591" y="475098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C4E339EC-6C71-4F96-B4DC-88E673416BD7}"/>
                </a:ext>
              </a:extLst>
            </p:cNvPr>
            <p:cNvSpPr/>
            <p:nvPr/>
          </p:nvSpPr>
          <p:spPr>
            <a:xfrm>
              <a:off x="2724591" y="483326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3851A72F-3976-4A60-A782-4C18C121CFCC}"/>
                </a:ext>
              </a:extLst>
            </p:cNvPr>
            <p:cNvSpPr/>
            <p:nvPr/>
          </p:nvSpPr>
          <p:spPr>
            <a:xfrm>
              <a:off x="2724591" y="491290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289AA71F-50B6-4763-8594-B403BB9D2AA0}"/>
                </a:ext>
              </a:extLst>
            </p:cNvPr>
            <p:cNvSpPr/>
            <p:nvPr/>
          </p:nvSpPr>
          <p:spPr>
            <a:xfrm>
              <a:off x="2724591" y="4998631"/>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A60BBBBB-A935-43E7-A4A5-E5A71422C9E2}"/>
                </a:ext>
              </a:extLst>
            </p:cNvPr>
            <p:cNvSpPr/>
            <p:nvPr/>
          </p:nvSpPr>
          <p:spPr>
            <a:xfrm>
              <a:off x="3670741" y="499863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1EF11919-9727-47C9-99DC-617550284408}"/>
                </a:ext>
              </a:extLst>
            </p:cNvPr>
            <p:cNvSpPr/>
            <p:nvPr/>
          </p:nvSpPr>
          <p:spPr>
            <a:xfrm>
              <a:off x="3670741" y="492084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04B38374-FC9A-476D-A3DB-4577914D2124}"/>
                </a:ext>
              </a:extLst>
            </p:cNvPr>
            <p:cNvSpPr/>
            <p:nvPr/>
          </p:nvSpPr>
          <p:spPr>
            <a:xfrm>
              <a:off x="3670741" y="484385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9F4FF29F-2859-479B-A3E9-15D3B5EAA23C}"/>
                </a:ext>
              </a:extLst>
            </p:cNvPr>
            <p:cNvSpPr/>
            <p:nvPr/>
          </p:nvSpPr>
          <p:spPr>
            <a:xfrm>
              <a:off x="3670741" y="475891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A1B4FF82-FEA7-4F6C-B622-7612B87446A6}"/>
                </a:ext>
              </a:extLst>
            </p:cNvPr>
            <p:cNvSpPr/>
            <p:nvPr/>
          </p:nvSpPr>
          <p:spPr>
            <a:xfrm>
              <a:off x="3673909"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E87FC6DF-5331-4889-8937-739DCABC24EF}"/>
                </a:ext>
              </a:extLst>
            </p:cNvPr>
            <p:cNvSpPr/>
            <p:nvPr/>
          </p:nvSpPr>
          <p:spPr>
            <a:xfrm>
              <a:off x="2889686"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B82D767B-7096-484A-AD71-F4E06127A936}"/>
                </a:ext>
              </a:extLst>
            </p:cNvPr>
            <p:cNvSpPr/>
            <p:nvPr/>
          </p:nvSpPr>
          <p:spPr>
            <a:xfrm>
              <a:off x="2972233"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304C2E50-E05E-46E5-8832-A2368F230A00}"/>
                </a:ext>
              </a:extLst>
            </p:cNvPr>
            <p:cNvSpPr/>
            <p:nvPr/>
          </p:nvSpPr>
          <p:spPr>
            <a:xfrm>
              <a:off x="3059525"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9750AC58-AB2A-4A71-A6BC-3D615D30B564}"/>
                </a:ext>
              </a:extLst>
            </p:cNvPr>
            <p:cNvSpPr/>
            <p:nvPr/>
          </p:nvSpPr>
          <p:spPr>
            <a:xfrm>
              <a:off x="3146050"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3990D252-C03D-485E-8A58-AD81B7E2DB68}"/>
                </a:ext>
              </a:extLst>
            </p:cNvPr>
            <p:cNvSpPr/>
            <p:nvPr/>
          </p:nvSpPr>
          <p:spPr>
            <a:xfrm>
              <a:off x="3232575"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99D04BD8-05E7-4231-90F0-A24FCB010F8E}"/>
                </a:ext>
              </a:extLst>
            </p:cNvPr>
            <p:cNvSpPr/>
            <p:nvPr/>
          </p:nvSpPr>
          <p:spPr>
            <a:xfrm>
              <a:off x="3321487"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74B51C8F-AEFE-4E41-A788-020E5BC625A5}"/>
                </a:ext>
              </a:extLst>
            </p:cNvPr>
            <p:cNvSpPr/>
            <p:nvPr/>
          </p:nvSpPr>
          <p:spPr>
            <a:xfrm>
              <a:off x="3411990"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903679F0-1921-415C-AA77-6815166EEE31}"/>
                </a:ext>
              </a:extLst>
            </p:cNvPr>
            <p:cNvSpPr/>
            <p:nvPr/>
          </p:nvSpPr>
          <p:spPr>
            <a:xfrm>
              <a:off x="3502477"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3C06A394-1837-4FE0-BC93-AB16D7030649}"/>
                </a:ext>
              </a:extLst>
            </p:cNvPr>
            <p:cNvSpPr/>
            <p:nvPr/>
          </p:nvSpPr>
          <p:spPr>
            <a:xfrm>
              <a:off x="3588194" y="5076419"/>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6C737804-289D-49B0-BB72-397BD69575AA}"/>
                </a:ext>
              </a:extLst>
            </p:cNvPr>
            <p:cNvSpPr/>
            <p:nvPr/>
          </p:nvSpPr>
          <p:spPr>
            <a:xfrm>
              <a:off x="3670741"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B0F8CA6C-A282-4AF1-BBF7-895DEF6BFD8A}"/>
                </a:ext>
              </a:extLst>
            </p:cNvPr>
            <p:cNvSpPr/>
            <p:nvPr/>
          </p:nvSpPr>
          <p:spPr>
            <a:xfrm>
              <a:off x="2886518"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62A5624B-CBF2-4195-B014-E7108CEA5143}"/>
                </a:ext>
              </a:extLst>
            </p:cNvPr>
            <p:cNvSpPr/>
            <p:nvPr/>
          </p:nvSpPr>
          <p:spPr>
            <a:xfrm>
              <a:off x="2969065"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5B3C8BC0-300B-421C-96A0-A1634A532D8D}"/>
                </a:ext>
              </a:extLst>
            </p:cNvPr>
            <p:cNvSpPr/>
            <p:nvPr/>
          </p:nvSpPr>
          <p:spPr>
            <a:xfrm>
              <a:off x="3056357"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EB660CEB-86B5-466E-81BF-72C778AA61D1}"/>
                </a:ext>
              </a:extLst>
            </p:cNvPr>
            <p:cNvSpPr/>
            <p:nvPr/>
          </p:nvSpPr>
          <p:spPr>
            <a:xfrm>
              <a:off x="3142882"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192DB21A-935E-4559-B6F2-4B795868C96E}"/>
                </a:ext>
              </a:extLst>
            </p:cNvPr>
            <p:cNvSpPr/>
            <p:nvPr/>
          </p:nvSpPr>
          <p:spPr>
            <a:xfrm>
              <a:off x="3229407"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FC0FD234-4E39-4E1C-9E35-AEE784DD57AD}"/>
                </a:ext>
              </a:extLst>
            </p:cNvPr>
            <p:cNvSpPr/>
            <p:nvPr/>
          </p:nvSpPr>
          <p:spPr>
            <a:xfrm>
              <a:off x="3318319"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7D6EEE0F-A982-4A0E-AA91-BEBF2B917E19}"/>
                </a:ext>
              </a:extLst>
            </p:cNvPr>
            <p:cNvSpPr/>
            <p:nvPr/>
          </p:nvSpPr>
          <p:spPr>
            <a:xfrm>
              <a:off x="3408822"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7AEFBF2A-32C9-45AD-8F06-3F111A682443}"/>
                </a:ext>
              </a:extLst>
            </p:cNvPr>
            <p:cNvSpPr/>
            <p:nvPr/>
          </p:nvSpPr>
          <p:spPr>
            <a:xfrm>
              <a:off x="3499309"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965B609B-B557-457F-AE79-D3DCB7F4A605}"/>
                </a:ext>
              </a:extLst>
            </p:cNvPr>
            <p:cNvSpPr/>
            <p:nvPr/>
          </p:nvSpPr>
          <p:spPr>
            <a:xfrm>
              <a:off x="3585026" y="3980514"/>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F704C98B-171F-4CF3-956E-0A326FC1825B}"/>
                </a:ext>
              </a:extLst>
            </p:cNvPr>
            <p:cNvSpPr/>
            <p:nvPr/>
          </p:nvSpPr>
          <p:spPr>
            <a:xfrm>
              <a:off x="2724590" y="397945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1ECBBD53-97C7-4159-9068-B93AE39F0D1E}"/>
                </a:ext>
              </a:extLst>
            </p:cNvPr>
            <p:cNvSpPr/>
            <p:nvPr/>
          </p:nvSpPr>
          <p:spPr>
            <a:xfrm>
              <a:off x="2805554" y="3979457"/>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468AF6FC-E0C9-46F6-9158-2A3953DA3460}"/>
                </a:ext>
              </a:extLst>
            </p:cNvPr>
            <p:cNvSpPr/>
            <p:nvPr/>
          </p:nvSpPr>
          <p:spPr>
            <a:xfrm>
              <a:off x="3670741"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289DF695-4BAA-4596-BC3A-50904EDAE989}"/>
                </a:ext>
              </a:extLst>
            </p:cNvPr>
            <p:cNvSpPr/>
            <p:nvPr/>
          </p:nvSpPr>
          <p:spPr>
            <a:xfrm>
              <a:off x="2888088" y="3895584"/>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A2437A49-A6D6-489D-BF40-CD3F54C89580}"/>
                </a:ext>
              </a:extLst>
            </p:cNvPr>
            <p:cNvSpPr/>
            <p:nvPr/>
          </p:nvSpPr>
          <p:spPr>
            <a:xfrm>
              <a:off x="2969037" y="3898232"/>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EBC4FB4D-A6B8-450A-B8C2-20679D0E378E}"/>
                </a:ext>
              </a:extLst>
            </p:cNvPr>
            <p:cNvSpPr/>
            <p:nvPr/>
          </p:nvSpPr>
          <p:spPr>
            <a:xfrm>
              <a:off x="3057165" y="389558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E45AE09B-D042-430B-9CE9-1375B5CB5602}"/>
                </a:ext>
              </a:extLst>
            </p:cNvPr>
            <p:cNvSpPr/>
            <p:nvPr/>
          </p:nvSpPr>
          <p:spPr>
            <a:xfrm>
              <a:off x="3143690" y="3895584"/>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B459BDDD-3A11-4577-AC36-ABE75996273F}"/>
                </a:ext>
              </a:extLst>
            </p:cNvPr>
            <p:cNvSpPr/>
            <p:nvPr/>
          </p:nvSpPr>
          <p:spPr>
            <a:xfrm>
              <a:off x="3229407"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98C2E7B9-D6CE-4F07-BC03-C5347DE71073}"/>
                </a:ext>
              </a:extLst>
            </p:cNvPr>
            <p:cNvSpPr/>
            <p:nvPr/>
          </p:nvSpPr>
          <p:spPr>
            <a:xfrm>
              <a:off x="3318319"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CF8ED81A-51D4-4534-B270-A14E4D864E18}"/>
                </a:ext>
              </a:extLst>
            </p:cNvPr>
            <p:cNvSpPr/>
            <p:nvPr/>
          </p:nvSpPr>
          <p:spPr>
            <a:xfrm>
              <a:off x="3408822"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C07D70E5-603A-432E-9749-303A1104C511}"/>
                </a:ext>
              </a:extLst>
            </p:cNvPr>
            <p:cNvSpPr/>
            <p:nvPr/>
          </p:nvSpPr>
          <p:spPr>
            <a:xfrm>
              <a:off x="3499309"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8676279A-694A-4D28-A5CA-FCE8E9E2F22D}"/>
                </a:ext>
              </a:extLst>
            </p:cNvPr>
            <p:cNvSpPr/>
            <p:nvPr/>
          </p:nvSpPr>
          <p:spPr>
            <a:xfrm>
              <a:off x="3585026" y="3899289"/>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7746F2EF-6D31-4135-9F04-0A223C4A639F}"/>
                </a:ext>
              </a:extLst>
            </p:cNvPr>
            <p:cNvSpPr/>
            <p:nvPr/>
          </p:nvSpPr>
          <p:spPr>
            <a:xfrm>
              <a:off x="2724590" y="38982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C9298F6D-88C4-4157-B710-7D3BC7D70629}"/>
                </a:ext>
              </a:extLst>
            </p:cNvPr>
            <p:cNvSpPr/>
            <p:nvPr/>
          </p:nvSpPr>
          <p:spPr>
            <a:xfrm>
              <a:off x="2805554" y="3898232"/>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FBB276F8-AF41-4B80-82E2-73473C185AF9}"/>
                </a:ext>
              </a:extLst>
            </p:cNvPr>
            <p:cNvSpPr/>
            <p:nvPr/>
          </p:nvSpPr>
          <p:spPr>
            <a:xfrm>
              <a:off x="3670741" y="38203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B4BE141A-3438-4F1A-8806-E6B5364B9C26}"/>
                </a:ext>
              </a:extLst>
            </p:cNvPr>
            <p:cNvSpPr/>
            <p:nvPr/>
          </p:nvSpPr>
          <p:spPr>
            <a:xfrm>
              <a:off x="3585026" y="3820305"/>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E40B798B-002A-41F8-8F1D-6963A282263A}"/>
                </a:ext>
              </a:extLst>
            </p:cNvPr>
            <p:cNvSpPr/>
            <p:nvPr/>
          </p:nvSpPr>
          <p:spPr>
            <a:xfrm>
              <a:off x="3670741" y="373908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E646CC25-4C42-4E3C-A274-99B7028E4514}"/>
                </a:ext>
              </a:extLst>
            </p:cNvPr>
            <p:cNvSpPr/>
            <p:nvPr/>
          </p:nvSpPr>
          <p:spPr>
            <a:xfrm>
              <a:off x="3585026" y="3739080"/>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B5DAFEB9-AE02-41FD-B0B5-B73CB827C494}"/>
                </a:ext>
              </a:extLst>
            </p:cNvPr>
            <p:cNvSpPr/>
            <p:nvPr/>
          </p:nvSpPr>
          <p:spPr>
            <a:xfrm>
              <a:off x="3318291" y="382057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4DF4A908-5C8A-4CB4-935D-1BC1797C28DE}"/>
                </a:ext>
              </a:extLst>
            </p:cNvPr>
            <p:cNvSpPr/>
            <p:nvPr/>
          </p:nvSpPr>
          <p:spPr>
            <a:xfrm>
              <a:off x="3232576" y="3820577"/>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7461FE6A-9140-4ED9-A1BA-8142CB4ED5E5}"/>
                </a:ext>
              </a:extLst>
            </p:cNvPr>
            <p:cNvSpPr/>
            <p:nvPr/>
          </p:nvSpPr>
          <p:spPr>
            <a:xfrm>
              <a:off x="2724590" y="507641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EECD9177-152A-467B-ACD9-246178A50808}"/>
                </a:ext>
              </a:extLst>
            </p:cNvPr>
            <p:cNvSpPr/>
            <p:nvPr/>
          </p:nvSpPr>
          <p:spPr>
            <a:xfrm>
              <a:off x="2805554" y="5076419"/>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F72F3556-1A12-405D-91DD-EC3C8D204CB0}"/>
                </a:ext>
              </a:extLst>
            </p:cNvPr>
            <p:cNvSpPr/>
            <p:nvPr/>
          </p:nvSpPr>
          <p:spPr>
            <a:xfrm>
              <a:off x="2888088" y="3818853"/>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D8BEF70C-B5EC-46B9-A03F-10C848CF1983}"/>
                </a:ext>
              </a:extLst>
            </p:cNvPr>
            <p:cNvSpPr/>
            <p:nvPr/>
          </p:nvSpPr>
          <p:spPr>
            <a:xfrm>
              <a:off x="2969037" y="382150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F0E19271-A149-4496-A8FD-5D9552188DC7}"/>
                </a:ext>
              </a:extLst>
            </p:cNvPr>
            <p:cNvSpPr/>
            <p:nvPr/>
          </p:nvSpPr>
          <p:spPr>
            <a:xfrm>
              <a:off x="3057165" y="381885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3D62AFD3-8B9C-4D64-9E4B-132D39B904C8}"/>
                </a:ext>
              </a:extLst>
            </p:cNvPr>
            <p:cNvSpPr/>
            <p:nvPr/>
          </p:nvSpPr>
          <p:spPr>
            <a:xfrm>
              <a:off x="3143690" y="3818853"/>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DAA5486B-FF48-4543-9A5E-0071B2308CB1}"/>
                </a:ext>
              </a:extLst>
            </p:cNvPr>
            <p:cNvSpPr/>
            <p:nvPr/>
          </p:nvSpPr>
          <p:spPr>
            <a:xfrm>
              <a:off x="2724590" y="382150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CEAABD7F-E9C6-497A-AD4B-AA38553994E0}"/>
                </a:ext>
              </a:extLst>
            </p:cNvPr>
            <p:cNvSpPr/>
            <p:nvPr/>
          </p:nvSpPr>
          <p:spPr>
            <a:xfrm>
              <a:off x="2805554" y="3821501"/>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6271E70F-B3E6-4633-B5F4-906D921EF43D}"/>
              </a:ext>
            </a:extLst>
          </p:cNvPr>
          <p:cNvGrpSpPr/>
          <p:nvPr/>
        </p:nvGrpSpPr>
        <p:grpSpPr>
          <a:xfrm>
            <a:off x="5573804" y="1825610"/>
            <a:ext cx="1031867" cy="1415387"/>
            <a:chOff x="2711080" y="1607476"/>
            <a:chExt cx="1031867" cy="1415387"/>
          </a:xfrm>
        </p:grpSpPr>
        <p:sp>
          <p:nvSpPr>
            <p:cNvPr id="162" name="Rectangle 161">
              <a:extLst>
                <a:ext uri="{FF2B5EF4-FFF2-40B4-BE49-F238E27FC236}">
                  <a16:creationId xmlns:a16="http://schemas.microsoft.com/office/drawing/2014/main" id="{916F8F36-9882-4B61-9D5E-0C978FC71B88}"/>
                </a:ext>
              </a:extLst>
            </p:cNvPr>
            <p:cNvSpPr/>
            <p:nvPr/>
          </p:nvSpPr>
          <p:spPr>
            <a:xfrm>
              <a:off x="2793629" y="1688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2D811ACB-0B5D-40FF-9ADB-03F20B41C793}"/>
                </a:ext>
              </a:extLst>
            </p:cNvPr>
            <p:cNvSpPr/>
            <p:nvPr/>
          </p:nvSpPr>
          <p:spPr>
            <a:xfrm>
              <a:off x="2793629" y="2196438"/>
              <a:ext cx="863602" cy="5080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D84E3A58-38C0-4C60-89D1-65DE99BC85C0}"/>
                </a:ext>
              </a:extLst>
            </p:cNvPr>
            <p:cNvSpPr/>
            <p:nvPr/>
          </p:nvSpPr>
          <p:spPr>
            <a:xfrm>
              <a:off x="2711081" y="2090075"/>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2FD1EC4F-E966-49A6-8227-725AE2335A5D}"/>
                </a:ext>
              </a:extLst>
            </p:cNvPr>
            <p:cNvSpPr/>
            <p:nvPr/>
          </p:nvSpPr>
          <p:spPr>
            <a:xfrm>
              <a:off x="2711081" y="20059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7B9FDB3C-2699-40C5-8C6D-01213ABF8288}"/>
                </a:ext>
              </a:extLst>
            </p:cNvPr>
            <p:cNvSpPr/>
            <p:nvPr/>
          </p:nvSpPr>
          <p:spPr>
            <a:xfrm>
              <a:off x="2711081" y="23028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991BA097-D753-4865-AFA3-35E9DFD0D1B4}"/>
                </a:ext>
              </a:extLst>
            </p:cNvPr>
            <p:cNvSpPr/>
            <p:nvPr/>
          </p:nvSpPr>
          <p:spPr>
            <a:xfrm>
              <a:off x="2711081" y="19297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AB344BB1-BD0B-4A50-9B5B-D3665ABB3897}"/>
                </a:ext>
              </a:extLst>
            </p:cNvPr>
            <p:cNvSpPr/>
            <p:nvPr/>
          </p:nvSpPr>
          <p:spPr>
            <a:xfrm>
              <a:off x="2711081" y="1849570"/>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5EB47B73-D795-409F-9901-FD4E17CE4E1F}"/>
                </a:ext>
              </a:extLst>
            </p:cNvPr>
            <p:cNvSpPr/>
            <p:nvPr/>
          </p:nvSpPr>
          <p:spPr>
            <a:xfrm>
              <a:off x="2711081" y="17646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7E5418F3-972E-4068-B0DB-0172A21F648A}"/>
                </a:ext>
              </a:extLst>
            </p:cNvPr>
            <p:cNvSpPr/>
            <p:nvPr/>
          </p:nvSpPr>
          <p:spPr>
            <a:xfrm>
              <a:off x="2711081" y="1688438"/>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E7536AAD-68F7-4D23-A3E0-BFF41DA14158}"/>
                </a:ext>
              </a:extLst>
            </p:cNvPr>
            <p:cNvSpPr/>
            <p:nvPr/>
          </p:nvSpPr>
          <p:spPr>
            <a:xfrm>
              <a:off x="2711081" y="237900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FAB2AB81-994F-454E-A558-F058F7BEA30E}"/>
                </a:ext>
              </a:extLst>
            </p:cNvPr>
            <p:cNvSpPr/>
            <p:nvPr/>
          </p:nvSpPr>
          <p:spPr>
            <a:xfrm>
              <a:off x="2711081" y="246128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0EC5554-5A41-4DA8-A73F-F5E206E2827A}"/>
                </a:ext>
              </a:extLst>
            </p:cNvPr>
            <p:cNvSpPr/>
            <p:nvPr/>
          </p:nvSpPr>
          <p:spPr>
            <a:xfrm>
              <a:off x="2711081" y="2540925"/>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0594825E-530D-45DB-98E8-54C750C5A239}"/>
                </a:ext>
              </a:extLst>
            </p:cNvPr>
            <p:cNvSpPr/>
            <p:nvPr/>
          </p:nvSpPr>
          <p:spPr>
            <a:xfrm>
              <a:off x="2711081" y="262665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844AEA5E-A109-4FE2-A9E1-A44AB4227208}"/>
                </a:ext>
              </a:extLst>
            </p:cNvPr>
            <p:cNvSpPr/>
            <p:nvPr/>
          </p:nvSpPr>
          <p:spPr>
            <a:xfrm>
              <a:off x="3657231" y="2086371"/>
              <a:ext cx="82548" cy="212725"/>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a:t>
              </a:r>
            </a:p>
          </p:txBody>
        </p:sp>
        <p:sp>
          <p:nvSpPr>
            <p:cNvPr id="176" name="Rectangle 175">
              <a:extLst>
                <a:ext uri="{FF2B5EF4-FFF2-40B4-BE49-F238E27FC236}">
                  <a16:creationId xmlns:a16="http://schemas.microsoft.com/office/drawing/2014/main" id="{9F31FF55-828A-4800-BE94-020523250053}"/>
                </a:ext>
              </a:extLst>
            </p:cNvPr>
            <p:cNvSpPr/>
            <p:nvPr/>
          </p:nvSpPr>
          <p:spPr>
            <a:xfrm flipV="1">
              <a:off x="3657231" y="2299096"/>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5E799E7F-A51F-48B7-BBBD-BE279CB5F61E}"/>
                </a:ext>
              </a:extLst>
            </p:cNvPr>
            <p:cNvSpPr/>
            <p:nvPr/>
          </p:nvSpPr>
          <p:spPr>
            <a:xfrm flipV="1">
              <a:off x="3657231" y="2010172"/>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39ABBBA8-49B5-4C6D-ACF4-3435F1C2F372}"/>
                </a:ext>
              </a:extLst>
            </p:cNvPr>
            <p:cNvSpPr/>
            <p:nvPr/>
          </p:nvSpPr>
          <p:spPr>
            <a:xfrm flipV="1">
              <a:off x="3657231" y="2387201"/>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975A574-4577-4D1D-97E4-DAE74E2C3919}"/>
                </a:ext>
              </a:extLst>
            </p:cNvPr>
            <p:cNvSpPr/>
            <p:nvPr/>
          </p:nvSpPr>
          <p:spPr>
            <a:xfrm flipV="1">
              <a:off x="3657231" y="24742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E1A7B832-41F0-4A20-B367-04D47E22265F}"/>
                </a:ext>
              </a:extLst>
            </p:cNvPr>
            <p:cNvSpPr/>
            <p:nvPr/>
          </p:nvSpPr>
          <p:spPr>
            <a:xfrm flipV="1">
              <a:off x="3657231" y="2552567"/>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F34E16D3-EEBF-4369-88A8-3CA3130A621C}"/>
                </a:ext>
              </a:extLst>
            </p:cNvPr>
            <p:cNvSpPr/>
            <p:nvPr/>
          </p:nvSpPr>
          <p:spPr>
            <a:xfrm flipV="1">
              <a:off x="3657231" y="2626650"/>
              <a:ext cx="82548" cy="76200"/>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0899D42A-807E-424C-BB41-1A7A36865D97}"/>
                </a:ext>
              </a:extLst>
            </p:cNvPr>
            <p:cNvSpPr/>
            <p:nvPr/>
          </p:nvSpPr>
          <p:spPr>
            <a:xfrm flipV="1">
              <a:off x="3657231" y="168632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19E6014D-BD7A-4A5F-AA23-BDAFB1D02D33}"/>
                </a:ext>
              </a:extLst>
            </p:cNvPr>
            <p:cNvSpPr/>
            <p:nvPr/>
          </p:nvSpPr>
          <p:spPr>
            <a:xfrm flipV="1">
              <a:off x="3657231" y="1764109"/>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CFA7D748-86C4-4A21-BD45-9D6B54F292A9}"/>
                </a:ext>
              </a:extLst>
            </p:cNvPr>
            <p:cNvSpPr/>
            <p:nvPr/>
          </p:nvSpPr>
          <p:spPr>
            <a:xfrm flipV="1">
              <a:off x="3657231" y="1841101"/>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12AEEC21-177C-4952-B625-BC77777DF281}"/>
                </a:ext>
              </a:extLst>
            </p:cNvPr>
            <p:cNvSpPr/>
            <p:nvPr/>
          </p:nvSpPr>
          <p:spPr>
            <a:xfrm flipV="1">
              <a:off x="3657231" y="1926033"/>
              <a:ext cx="82548" cy="76200"/>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E7D3F461-956A-42CE-BB42-E168F92B453C}"/>
                </a:ext>
              </a:extLst>
            </p:cNvPr>
            <p:cNvSpPr/>
            <p:nvPr/>
          </p:nvSpPr>
          <p:spPr>
            <a:xfrm>
              <a:off x="3660399"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94212B41-4D58-4309-A4C6-DE61BFBBB952}"/>
                </a:ext>
              </a:extLst>
            </p:cNvPr>
            <p:cNvSpPr/>
            <p:nvPr/>
          </p:nvSpPr>
          <p:spPr>
            <a:xfrm>
              <a:off x="2876176"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8F087704-2454-41A7-90F4-1F338593CD47}"/>
                </a:ext>
              </a:extLst>
            </p:cNvPr>
            <p:cNvSpPr/>
            <p:nvPr/>
          </p:nvSpPr>
          <p:spPr>
            <a:xfrm>
              <a:off x="2958723"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05725BC2-AF52-4EED-B3E5-08B6A449F0F9}"/>
                </a:ext>
              </a:extLst>
            </p:cNvPr>
            <p:cNvSpPr/>
            <p:nvPr/>
          </p:nvSpPr>
          <p:spPr>
            <a:xfrm>
              <a:off x="304601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5216167B-A09E-4B7F-9406-CFE8B149D7C2}"/>
                </a:ext>
              </a:extLst>
            </p:cNvPr>
            <p:cNvSpPr/>
            <p:nvPr/>
          </p:nvSpPr>
          <p:spPr>
            <a:xfrm>
              <a:off x="313254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F99C212A-490B-4B00-B41C-D971DBD953C4}"/>
                </a:ext>
              </a:extLst>
            </p:cNvPr>
            <p:cNvSpPr/>
            <p:nvPr/>
          </p:nvSpPr>
          <p:spPr>
            <a:xfrm>
              <a:off x="3219065"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6B2010CF-41F5-4356-9E97-6900F5F954DC}"/>
                </a:ext>
              </a:extLst>
            </p:cNvPr>
            <p:cNvSpPr/>
            <p:nvPr/>
          </p:nvSpPr>
          <p:spPr>
            <a:xfrm>
              <a:off x="330797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057A599D-8C83-4155-A30D-D896E49BD837}"/>
                </a:ext>
              </a:extLst>
            </p:cNvPr>
            <p:cNvSpPr/>
            <p:nvPr/>
          </p:nvSpPr>
          <p:spPr>
            <a:xfrm>
              <a:off x="3398480"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537F8941-DE36-45AB-A2BB-6D906F5F021D}"/>
                </a:ext>
              </a:extLst>
            </p:cNvPr>
            <p:cNvSpPr/>
            <p:nvPr/>
          </p:nvSpPr>
          <p:spPr>
            <a:xfrm>
              <a:off x="3488967"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1E60EDD5-2127-4128-967C-5E003A9566A6}"/>
                </a:ext>
              </a:extLst>
            </p:cNvPr>
            <p:cNvSpPr/>
            <p:nvPr/>
          </p:nvSpPr>
          <p:spPr>
            <a:xfrm>
              <a:off x="3574684" y="2704438"/>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242A103A-163D-4038-BC4E-086E11F4C516}"/>
                </a:ext>
              </a:extLst>
            </p:cNvPr>
            <p:cNvSpPr/>
            <p:nvPr/>
          </p:nvSpPr>
          <p:spPr>
            <a:xfrm>
              <a:off x="3657231"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EE28EE77-737E-410F-BD29-B58E30589C7B}"/>
                </a:ext>
              </a:extLst>
            </p:cNvPr>
            <p:cNvSpPr/>
            <p:nvPr/>
          </p:nvSpPr>
          <p:spPr>
            <a:xfrm>
              <a:off x="2873008"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21C2D3BB-4393-453D-83F5-56CBF84F4981}"/>
                </a:ext>
              </a:extLst>
            </p:cNvPr>
            <p:cNvSpPr/>
            <p:nvPr/>
          </p:nvSpPr>
          <p:spPr>
            <a:xfrm>
              <a:off x="2955555"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849E5C83-FED9-4F42-B5D4-77C34A388FF2}"/>
                </a:ext>
              </a:extLst>
            </p:cNvPr>
            <p:cNvSpPr/>
            <p:nvPr/>
          </p:nvSpPr>
          <p:spPr>
            <a:xfrm>
              <a:off x="304284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D0709C1F-FFD5-4944-AE89-7EF13FBABA51}"/>
                </a:ext>
              </a:extLst>
            </p:cNvPr>
            <p:cNvSpPr/>
            <p:nvPr/>
          </p:nvSpPr>
          <p:spPr>
            <a:xfrm>
              <a:off x="312937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42292F22-A5FC-4695-AB98-4D7BF67BC8CF}"/>
                </a:ext>
              </a:extLst>
            </p:cNvPr>
            <p:cNvSpPr/>
            <p:nvPr/>
          </p:nvSpPr>
          <p:spPr>
            <a:xfrm>
              <a:off x="3215897"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09D24116-0EA1-4FC8-A845-DEFF4FE0101A}"/>
                </a:ext>
              </a:extLst>
            </p:cNvPr>
            <p:cNvSpPr/>
            <p:nvPr/>
          </p:nvSpPr>
          <p:spPr>
            <a:xfrm>
              <a:off x="330480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4149C0EA-77DF-4D20-A90A-5E428580CD46}"/>
                </a:ext>
              </a:extLst>
            </p:cNvPr>
            <p:cNvSpPr/>
            <p:nvPr/>
          </p:nvSpPr>
          <p:spPr>
            <a:xfrm>
              <a:off x="3395312"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CDEE1DD6-B437-4717-91F2-84D1A87B8345}"/>
                </a:ext>
              </a:extLst>
            </p:cNvPr>
            <p:cNvSpPr/>
            <p:nvPr/>
          </p:nvSpPr>
          <p:spPr>
            <a:xfrm>
              <a:off x="3485799"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5C5D6855-1403-41F4-9FB5-449318961C48}"/>
                </a:ext>
              </a:extLst>
            </p:cNvPr>
            <p:cNvSpPr/>
            <p:nvPr/>
          </p:nvSpPr>
          <p:spPr>
            <a:xfrm>
              <a:off x="3571516" y="1608533"/>
              <a:ext cx="82548" cy="76200"/>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A25A0A73-BDD0-4CBE-A96F-2D72008EF4D2}"/>
                </a:ext>
              </a:extLst>
            </p:cNvPr>
            <p:cNvSpPr/>
            <p:nvPr/>
          </p:nvSpPr>
          <p:spPr>
            <a:xfrm>
              <a:off x="2711080"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764018B2-F92B-47ED-A252-9328A815E9DF}"/>
                </a:ext>
              </a:extLst>
            </p:cNvPr>
            <p:cNvSpPr/>
            <p:nvPr/>
          </p:nvSpPr>
          <p:spPr>
            <a:xfrm>
              <a:off x="2792044" y="1607476"/>
              <a:ext cx="82548" cy="76200"/>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AF39CB9E-681F-4546-8A46-D00A836B4F12}"/>
                </a:ext>
              </a:extLst>
            </p:cNvPr>
            <p:cNvSpPr/>
            <p:nvPr/>
          </p:nvSpPr>
          <p:spPr>
            <a:xfrm>
              <a:off x="2711080"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640D5A33-7E3D-4C71-B937-8469BD0F7BFE}"/>
                </a:ext>
              </a:extLst>
            </p:cNvPr>
            <p:cNvSpPr/>
            <p:nvPr/>
          </p:nvSpPr>
          <p:spPr>
            <a:xfrm>
              <a:off x="2792044" y="270443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BF8442A8-B7A7-4137-BCED-9650B58DAA38}"/>
                </a:ext>
              </a:extLst>
            </p:cNvPr>
            <p:cNvSpPr/>
            <p:nvPr/>
          </p:nvSpPr>
          <p:spPr>
            <a:xfrm flipV="1">
              <a:off x="3657259"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59946CFE-0587-4CA8-AF2E-850AEE5A48D8}"/>
                </a:ext>
              </a:extLst>
            </p:cNvPr>
            <p:cNvSpPr/>
            <p:nvPr/>
          </p:nvSpPr>
          <p:spPr>
            <a:xfrm flipV="1">
              <a:off x="2955555" y="2787783"/>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EA98CA43-92A7-48E5-A834-58F0592F38AA}"/>
                </a:ext>
              </a:extLst>
            </p:cNvPr>
            <p:cNvSpPr/>
            <p:nvPr/>
          </p:nvSpPr>
          <p:spPr>
            <a:xfrm flipV="1">
              <a:off x="3043683"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B11A6021-AFE1-424D-BE4B-77C3D4692E61}"/>
                </a:ext>
              </a:extLst>
            </p:cNvPr>
            <p:cNvSpPr/>
            <p:nvPr/>
          </p:nvSpPr>
          <p:spPr>
            <a:xfrm flipV="1">
              <a:off x="3130208" y="2790431"/>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CD85F5FA-8035-4DA0-B1AE-82BCDC5CB4C2}"/>
                </a:ext>
              </a:extLst>
            </p:cNvPr>
            <p:cNvSpPr/>
            <p:nvPr/>
          </p:nvSpPr>
          <p:spPr>
            <a:xfrm flipV="1">
              <a:off x="3215925"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EDCD01CC-F777-4851-899A-0676C2E52D73}"/>
                </a:ext>
              </a:extLst>
            </p:cNvPr>
            <p:cNvSpPr/>
            <p:nvPr/>
          </p:nvSpPr>
          <p:spPr>
            <a:xfrm flipV="1">
              <a:off x="330483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7A8A474F-6537-4CCF-AD3F-30C5C5A8A124}"/>
                </a:ext>
              </a:extLst>
            </p:cNvPr>
            <p:cNvSpPr/>
            <p:nvPr/>
          </p:nvSpPr>
          <p:spPr>
            <a:xfrm flipV="1">
              <a:off x="3395340"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BE69107C-314B-448E-8E14-B89EE1A81C9D}"/>
                </a:ext>
              </a:extLst>
            </p:cNvPr>
            <p:cNvSpPr/>
            <p:nvPr/>
          </p:nvSpPr>
          <p:spPr>
            <a:xfrm flipV="1">
              <a:off x="3485827"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45A581AD-1FAE-4720-886C-8979A89A2499}"/>
                </a:ext>
              </a:extLst>
            </p:cNvPr>
            <p:cNvSpPr/>
            <p:nvPr/>
          </p:nvSpPr>
          <p:spPr>
            <a:xfrm flipV="1">
              <a:off x="3571544" y="2786726"/>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7A9437F4-4695-430D-B741-14061535877C}"/>
                </a:ext>
              </a:extLst>
            </p:cNvPr>
            <p:cNvSpPr/>
            <p:nvPr/>
          </p:nvSpPr>
          <p:spPr>
            <a:xfrm flipV="1">
              <a:off x="3484918"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CA1D6289-FFE1-44B3-A401-D2DF866BB598}"/>
                </a:ext>
              </a:extLst>
            </p:cNvPr>
            <p:cNvSpPr/>
            <p:nvPr/>
          </p:nvSpPr>
          <p:spPr>
            <a:xfrm flipV="1">
              <a:off x="3399203"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E4AB5942-AF41-40AA-AD91-77B7111C57F1}"/>
                </a:ext>
              </a:extLst>
            </p:cNvPr>
            <p:cNvSpPr/>
            <p:nvPr/>
          </p:nvSpPr>
          <p:spPr>
            <a:xfrm flipV="1">
              <a:off x="3484918"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5FEB5465-9757-496B-8A63-07FC781407C4}"/>
                </a:ext>
              </a:extLst>
            </p:cNvPr>
            <p:cNvSpPr/>
            <p:nvPr/>
          </p:nvSpPr>
          <p:spPr>
            <a:xfrm flipV="1">
              <a:off x="3399203" y="2946663"/>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17EB2C99-FEE9-4ADC-B30F-1DC5FECDB859}"/>
                </a:ext>
              </a:extLst>
            </p:cNvPr>
            <p:cNvSpPr/>
            <p:nvPr/>
          </p:nvSpPr>
          <p:spPr>
            <a:xfrm flipV="1">
              <a:off x="3304809"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0AE12F28-75B1-40A2-8CF1-31BA32AD3D5F}"/>
                </a:ext>
              </a:extLst>
            </p:cNvPr>
            <p:cNvSpPr/>
            <p:nvPr/>
          </p:nvSpPr>
          <p:spPr>
            <a:xfrm flipV="1">
              <a:off x="3219094" y="2865438"/>
              <a:ext cx="82548" cy="76200"/>
            </a:xfrm>
            <a:prstGeom prst="rect">
              <a:avLst/>
            </a:prstGeom>
            <a:solidFill>
              <a:schemeClr val="accent4">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665747AD-4AE2-4AC2-8DA1-C9970E4B1654}"/>
                </a:ext>
              </a:extLst>
            </p:cNvPr>
            <p:cNvSpPr/>
            <p:nvPr/>
          </p:nvSpPr>
          <p:spPr>
            <a:xfrm>
              <a:off x="2874634" y="278857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68B62E2B-77BF-4DD5-9E8E-D66436004D6E}"/>
                </a:ext>
              </a:extLst>
            </p:cNvPr>
            <p:cNvSpPr/>
            <p:nvPr/>
          </p:nvSpPr>
          <p:spPr>
            <a:xfrm>
              <a:off x="2792044"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F04B2DFD-EA01-40A2-BDB6-415FCAD27374}"/>
                </a:ext>
              </a:extLst>
            </p:cNvPr>
            <p:cNvSpPr/>
            <p:nvPr/>
          </p:nvSpPr>
          <p:spPr>
            <a:xfrm>
              <a:off x="2711497" y="2786990"/>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889C352B-055F-4232-9B6E-5E4057A38A4C}"/>
                </a:ext>
              </a:extLst>
            </p:cNvPr>
            <p:cNvSpPr/>
            <p:nvPr/>
          </p:nvSpPr>
          <p:spPr>
            <a:xfrm flipV="1">
              <a:off x="2956392" y="2861861"/>
              <a:ext cx="82548" cy="762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85B049D5-BD7F-42E9-8DEB-5D9027ACE7C2}"/>
                </a:ext>
              </a:extLst>
            </p:cNvPr>
            <p:cNvSpPr/>
            <p:nvPr/>
          </p:nvSpPr>
          <p:spPr>
            <a:xfrm flipV="1">
              <a:off x="3044520" y="286450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08D34AC3-F7D1-411B-9D89-2CF2E74B6B99}"/>
                </a:ext>
              </a:extLst>
            </p:cNvPr>
            <p:cNvSpPr/>
            <p:nvPr/>
          </p:nvSpPr>
          <p:spPr>
            <a:xfrm flipV="1">
              <a:off x="3131045" y="2864509"/>
              <a:ext cx="82548" cy="762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D44640C9-C560-4552-B81B-06A69D35A9AD}"/>
                </a:ext>
              </a:extLst>
            </p:cNvPr>
            <p:cNvSpPr/>
            <p:nvPr/>
          </p:nvSpPr>
          <p:spPr>
            <a:xfrm>
              <a:off x="2875471" y="2862656"/>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61B15E1C-3F60-42E9-BA03-79C5ED045730}"/>
                </a:ext>
              </a:extLst>
            </p:cNvPr>
            <p:cNvSpPr/>
            <p:nvPr/>
          </p:nvSpPr>
          <p:spPr>
            <a:xfrm>
              <a:off x="2792881" y="2861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59DFB22C-3F65-4E23-B32E-8B944E079D35}"/>
                </a:ext>
              </a:extLst>
            </p:cNvPr>
            <p:cNvSpPr/>
            <p:nvPr/>
          </p:nvSpPr>
          <p:spPr>
            <a:xfrm>
              <a:off x="2712334" y="2861068"/>
              <a:ext cx="82548" cy="76200"/>
            </a:xfrm>
            <a:prstGeom prst="rect">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Oval 2">
            <a:extLst>
              <a:ext uri="{FF2B5EF4-FFF2-40B4-BE49-F238E27FC236}">
                <a16:creationId xmlns:a16="http://schemas.microsoft.com/office/drawing/2014/main" id="{7380CC7D-1911-4AA0-BD89-0190909D19E4}"/>
              </a:ext>
            </a:extLst>
          </p:cNvPr>
          <p:cNvSpPr/>
          <p:nvPr/>
        </p:nvSpPr>
        <p:spPr>
          <a:xfrm>
            <a:off x="5356999" y="2960672"/>
            <a:ext cx="974740" cy="62667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07030755-D433-4525-9081-91F28E4FF101}"/>
              </a:ext>
            </a:extLst>
          </p:cNvPr>
          <p:cNvSpPr/>
          <p:nvPr/>
        </p:nvSpPr>
        <p:spPr>
          <a:xfrm>
            <a:off x="7128697" y="1723672"/>
            <a:ext cx="4913322" cy="310067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C9685E0C-A8BA-4462-89CD-D1559F9CC383}"/>
              </a:ext>
            </a:extLst>
          </p:cNvPr>
          <p:cNvCxnSpPr>
            <a:stCxn id="3" idx="1"/>
            <a:endCxn id="151" idx="1"/>
          </p:cNvCxnSpPr>
          <p:nvPr/>
        </p:nvCxnSpPr>
        <p:spPr>
          <a:xfrm flipV="1">
            <a:off x="5499746" y="2177756"/>
            <a:ext cx="2348490" cy="874691"/>
          </a:xfrm>
          <a:prstGeom prst="line">
            <a:avLst/>
          </a:prstGeom>
          <a:ln w="9525"/>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37CDC28E-EC66-4DD5-9F0D-F980879D5636}"/>
              </a:ext>
            </a:extLst>
          </p:cNvPr>
          <p:cNvCxnSpPr>
            <a:stCxn id="3" idx="3"/>
            <a:endCxn id="151" idx="3"/>
          </p:cNvCxnSpPr>
          <p:nvPr/>
        </p:nvCxnSpPr>
        <p:spPr>
          <a:xfrm>
            <a:off x="5499746" y="3495575"/>
            <a:ext cx="2348490" cy="874690"/>
          </a:xfrm>
          <a:prstGeom prst="line">
            <a:avLst/>
          </a:prstGeom>
          <a:ln w="9525"/>
        </p:spPr>
        <p:style>
          <a:lnRef idx="1">
            <a:schemeClr val="dk1"/>
          </a:lnRef>
          <a:fillRef idx="0">
            <a:schemeClr val="dk1"/>
          </a:fillRef>
          <a:effectRef idx="0">
            <a:schemeClr val="dk1"/>
          </a:effectRef>
          <a:fontRef idx="minor">
            <a:schemeClr val="tx1"/>
          </a:fontRef>
        </p:style>
      </p:cxnSp>
      <p:sp>
        <p:nvSpPr>
          <p:cNvPr id="154" name="TextBox 153">
            <a:extLst>
              <a:ext uri="{FF2B5EF4-FFF2-40B4-BE49-F238E27FC236}">
                <a16:creationId xmlns:a16="http://schemas.microsoft.com/office/drawing/2014/main" id="{D917759C-A080-4BD9-AEAF-1EAB6CF1DEBE}"/>
              </a:ext>
            </a:extLst>
          </p:cNvPr>
          <p:cNvSpPr txBox="1"/>
          <p:nvPr/>
        </p:nvSpPr>
        <p:spPr>
          <a:xfrm>
            <a:off x="8804647" y="2077506"/>
            <a:ext cx="1414170" cy="369332"/>
          </a:xfrm>
          <a:prstGeom prst="rect">
            <a:avLst/>
          </a:prstGeom>
          <a:noFill/>
        </p:spPr>
        <p:txBody>
          <a:bodyPr wrap="none" rtlCol="0">
            <a:spAutoFit/>
          </a:bodyPr>
          <a:lstStyle/>
          <a:p>
            <a:r>
              <a:rPr lang="en-US" dirty="0" err="1">
                <a:solidFill>
                  <a:schemeClr val="bg1"/>
                </a:solidFill>
              </a:rPr>
              <a:t>Str</a:t>
            </a:r>
            <a:r>
              <a:rPr lang="en-US" dirty="0">
                <a:solidFill>
                  <a:schemeClr val="bg1"/>
                </a:solidFill>
              </a:rPr>
              <a:t>(a) = 2</a:t>
            </a:r>
            <a:r>
              <a:rPr lang="el-GR" dirty="0">
                <a:solidFill>
                  <a:schemeClr val="bg1"/>
                </a:solidFill>
              </a:rPr>
              <a:t>τ</a:t>
            </a:r>
            <a:r>
              <a:rPr lang="en-US" dirty="0">
                <a:solidFill>
                  <a:schemeClr val="bg1"/>
                </a:solidFill>
              </a:rPr>
              <a:t> -1</a:t>
            </a:r>
          </a:p>
        </p:txBody>
      </p:sp>
      <p:pic>
        <p:nvPicPr>
          <p:cNvPr id="5" name="Graphic 4">
            <a:extLst>
              <a:ext uri="{FF2B5EF4-FFF2-40B4-BE49-F238E27FC236}">
                <a16:creationId xmlns:a16="http://schemas.microsoft.com/office/drawing/2014/main" id="{E5B0F57E-63C0-4B42-90D6-33EABAB341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81871" y="2683588"/>
            <a:ext cx="4398966" cy="1180843"/>
          </a:xfrm>
          <a:prstGeom prst="rect">
            <a:avLst/>
          </a:prstGeom>
        </p:spPr>
      </p:pic>
      <p:sp>
        <p:nvSpPr>
          <p:cNvPr id="155" name="Multiplication Sign 154">
            <a:extLst>
              <a:ext uri="{FF2B5EF4-FFF2-40B4-BE49-F238E27FC236}">
                <a16:creationId xmlns:a16="http://schemas.microsoft.com/office/drawing/2014/main" id="{463D2E1B-7784-4854-9AB5-91688391E523}"/>
              </a:ext>
            </a:extLst>
          </p:cNvPr>
          <p:cNvSpPr/>
          <p:nvPr/>
        </p:nvSpPr>
        <p:spPr>
          <a:xfrm>
            <a:off x="9836462" y="3033286"/>
            <a:ext cx="448867" cy="457209"/>
          </a:xfrm>
          <a:prstGeom prst="mathMultiply">
            <a:avLst/>
          </a:prstGeom>
          <a:solidFill>
            <a:srgbClr val="FF0000">
              <a:alpha val="65000"/>
            </a:srgb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211845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Precise-width Rectangle</a:t>
            </a:r>
            <a:endParaRPr lang="en-US" sz="1600" dirty="0">
              <a:solidFill>
                <a:schemeClr val="bg1"/>
              </a:solidFill>
            </a:endParaRPr>
          </a:p>
        </p:txBody>
      </p:sp>
      <p:grpSp>
        <p:nvGrpSpPr>
          <p:cNvPr id="10" name="Group 9">
            <a:extLst>
              <a:ext uri="{FF2B5EF4-FFF2-40B4-BE49-F238E27FC236}">
                <a16:creationId xmlns:a16="http://schemas.microsoft.com/office/drawing/2014/main" id="{8FE22868-9C94-4E08-B2B8-62D07CF56795}"/>
              </a:ext>
            </a:extLst>
          </p:cNvPr>
          <p:cNvGrpSpPr/>
          <p:nvPr/>
        </p:nvGrpSpPr>
        <p:grpSpPr>
          <a:xfrm>
            <a:off x="2694457" y="4078467"/>
            <a:ext cx="6803085" cy="3580435"/>
            <a:chOff x="2566448" y="4001465"/>
            <a:chExt cx="6803085" cy="3580435"/>
          </a:xfrm>
        </p:grpSpPr>
        <p:sp>
          <p:nvSpPr>
            <p:cNvPr id="157" name="Rectangle 156">
              <a:extLst>
                <a:ext uri="{FF2B5EF4-FFF2-40B4-BE49-F238E27FC236}">
                  <a16:creationId xmlns:a16="http://schemas.microsoft.com/office/drawing/2014/main" id="{936FF8CD-8C3C-4F18-9E07-2A702531C5B6}"/>
                </a:ext>
              </a:extLst>
            </p:cNvPr>
            <p:cNvSpPr/>
            <p:nvPr/>
          </p:nvSpPr>
          <p:spPr>
            <a:xfrm>
              <a:off x="3132908" y="4468482"/>
              <a:ext cx="5665275" cy="3113418"/>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Rectangle 159">
              <a:extLst>
                <a:ext uri="{FF2B5EF4-FFF2-40B4-BE49-F238E27FC236}">
                  <a16:creationId xmlns:a16="http://schemas.microsoft.com/office/drawing/2014/main" id="{7330E91E-2F69-4EEA-A6F0-B7F80D72A970}"/>
                </a:ext>
              </a:extLst>
            </p:cNvPr>
            <p:cNvSpPr/>
            <p:nvPr/>
          </p:nvSpPr>
          <p:spPr>
            <a:xfrm>
              <a:off x="2566448" y="6315208"/>
              <a:ext cx="566460" cy="467013"/>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6984C66C-A314-4121-B977-0DD3BFBAC05D}"/>
                </a:ext>
              </a:extLst>
            </p:cNvPr>
            <p:cNvSpPr/>
            <p:nvPr/>
          </p:nvSpPr>
          <p:spPr>
            <a:xfrm>
              <a:off x="2566448" y="5846125"/>
              <a:ext cx="566460" cy="467013"/>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A8B742FC-34B2-4EE4-9C72-CF22450A69BF}"/>
                </a:ext>
              </a:extLst>
            </p:cNvPr>
            <p:cNvSpPr/>
            <p:nvPr/>
          </p:nvSpPr>
          <p:spPr>
            <a:xfrm>
              <a:off x="2566448" y="5379112"/>
              <a:ext cx="566460" cy="467013"/>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F575E94A-6820-47A5-A064-550C2BC0F1BD}"/>
                </a:ext>
              </a:extLst>
            </p:cNvPr>
            <p:cNvSpPr/>
            <p:nvPr/>
          </p:nvSpPr>
          <p:spPr>
            <a:xfrm>
              <a:off x="2566448" y="4912099"/>
              <a:ext cx="566460" cy="467013"/>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68F93D5F-E3F8-4263-A62C-F873982AF183}"/>
                </a:ext>
              </a:extLst>
            </p:cNvPr>
            <p:cNvSpPr/>
            <p:nvPr/>
          </p:nvSpPr>
          <p:spPr>
            <a:xfrm>
              <a:off x="2567423" y="4456784"/>
              <a:ext cx="566460" cy="467013"/>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C9B443A6-CAFF-43C3-83A3-B62CAE82D0DA}"/>
                </a:ext>
              </a:extLst>
            </p:cNvPr>
            <p:cNvSpPr/>
            <p:nvPr/>
          </p:nvSpPr>
          <p:spPr>
            <a:xfrm flipV="1">
              <a:off x="8798183" y="6335466"/>
              <a:ext cx="566460" cy="467013"/>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FA186C9C-E551-48F3-8E0A-A6166771C7F8}"/>
                </a:ext>
              </a:extLst>
            </p:cNvPr>
            <p:cNvSpPr/>
            <p:nvPr/>
          </p:nvSpPr>
          <p:spPr>
            <a:xfrm flipV="1">
              <a:off x="8803073" y="4468478"/>
              <a:ext cx="566460" cy="467013"/>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BF32DD30-5CCC-44B6-87F8-6639A8EC3915}"/>
                </a:ext>
              </a:extLst>
            </p:cNvPr>
            <p:cNvSpPr/>
            <p:nvPr/>
          </p:nvSpPr>
          <p:spPr>
            <a:xfrm flipV="1">
              <a:off x="8803073" y="4935492"/>
              <a:ext cx="566460" cy="467013"/>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934D7552-94A9-4107-8F30-F8A6224B2CF2}"/>
                </a:ext>
              </a:extLst>
            </p:cNvPr>
            <p:cNvSpPr/>
            <p:nvPr/>
          </p:nvSpPr>
          <p:spPr>
            <a:xfrm flipV="1">
              <a:off x="8798183" y="5403570"/>
              <a:ext cx="566460" cy="467013"/>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98550E1D-ED5C-42DB-A922-E0BC25FE12AE}"/>
                </a:ext>
              </a:extLst>
            </p:cNvPr>
            <p:cNvSpPr/>
            <p:nvPr/>
          </p:nvSpPr>
          <p:spPr>
            <a:xfrm flipV="1">
              <a:off x="8798183" y="5869518"/>
              <a:ext cx="566460" cy="467013"/>
            </a:xfrm>
            <a:prstGeom prst="rect">
              <a:avLst/>
            </a:prstGeom>
            <a:solidFill>
              <a:srgbClr val="E01ED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5A6EF126-FBA9-4E85-BD94-4A9383EB4CC9}"/>
                </a:ext>
              </a:extLst>
            </p:cNvPr>
            <p:cNvSpPr/>
            <p:nvPr/>
          </p:nvSpPr>
          <p:spPr>
            <a:xfrm>
              <a:off x="8803073"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8B283A38-D68A-43F7-BBD1-5E5138F045A7}"/>
                </a:ext>
              </a:extLst>
            </p:cNvPr>
            <p:cNvSpPr/>
            <p:nvPr/>
          </p:nvSpPr>
          <p:spPr>
            <a:xfrm>
              <a:off x="3705275" y="4001467"/>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2D0C3F7D-BCD5-4F82-863D-E9FDC431B830}"/>
                </a:ext>
              </a:extLst>
            </p:cNvPr>
            <p:cNvSpPr/>
            <p:nvPr/>
          </p:nvSpPr>
          <p:spPr>
            <a:xfrm>
              <a:off x="4271735"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A03554A6-CED5-409F-A350-FABCCDE9F76D}"/>
                </a:ext>
              </a:extLst>
            </p:cNvPr>
            <p:cNvSpPr/>
            <p:nvPr/>
          </p:nvSpPr>
          <p:spPr>
            <a:xfrm>
              <a:off x="4838195"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C20A5EC7-A7A7-4B06-B083-DB462E7FAB33}"/>
                </a:ext>
              </a:extLst>
            </p:cNvPr>
            <p:cNvSpPr/>
            <p:nvPr/>
          </p:nvSpPr>
          <p:spPr>
            <a:xfrm>
              <a:off x="5406604"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AE9CF7BB-1378-4C46-A81A-E1CAB67A8256}"/>
                </a:ext>
              </a:extLst>
            </p:cNvPr>
            <p:cNvSpPr/>
            <p:nvPr/>
          </p:nvSpPr>
          <p:spPr>
            <a:xfrm>
              <a:off x="5971115"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FA85B9B7-61BA-48B3-AF0A-0AECE298D383}"/>
                </a:ext>
              </a:extLst>
            </p:cNvPr>
            <p:cNvSpPr/>
            <p:nvPr/>
          </p:nvSpPr>
          <p:spPr>
            <a:xfrm>
              <a:off x="6534292"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3D7174CF-EFAC-46BD-AA69-07ADA9045522}"/>
                </a:ext>
              </a:extLst>
            </p:cNvPr>
            <p:cNvSpPr/>
            <p:nvPr/>
          </p:nvSpPr>
          <p:spPr>
            <a:xfrm>
              <a:off x="7098803"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191B3DE8-DA72-486B-BE87-6E5825EEA398}"/>
                </a:ext>
              </a:extLst>
            </p:cNvPr>
            <p:cNvSpPr/>
            <p:nvPr/>
          </p:nvSpPr>
          <p:spPr>
            <a:xfrm>
              <a:off x="7660031"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78F9E7D3-78B2-4CB8-9050-91F49C928B92}"/>
                </a:ext>
              </a:extLst>
            </p:cNvPr>
            <p:cNvSpPr/>
            <p:nvPr/>
          </p:nvSpPr>
          <p:spPr>
            <a:xfrm>
              <a:off x="8231723" y="4001465"/>
              <a:ext cx="566460" cy="46701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008F7847-303B-488B-9827-99F3402A60AA}"/>
                </a:ext>
              </a:extLst>
            </p:cNvPr>
            <p:cNvSpPr/>
            <p:nvPr/>
          </p:nvSpPr>
          <p:spPr>
            <a:xfrm>
              <a:off x="2566448" y="4001469"/>
              <a:ext cx="566460" cy="467013"/>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B37E400C-FCB8-466F-86E2-179CA339B144}"/>
                </a:ext>
              </a:extLst>
            </p:cNvPr>
            <p:cNvSpPr/>
            <p:nvPr/>
          </p:nvSpPr>
          <p:spPr>
            <a:xfrm>
              <a:off x="3133925" y="4001467"/>
              <a:ext cx="566460" cy="467013"/>
            </a:xfrm>
            <a:prstGeom prst="rec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Connector 11">
            <a:extLst>
              <a:ext uri="{FF2B5EF4-FFF2-40B4-BE49-F238E27FC236}">
                <a16:creationId xmlns:a16="http://schemas.microsoft.com/office/drawing/2014/main" id="{4E13331E-0351-44E8-8639-60E9291E79FC}"/>
              </a:ext>
            </a:extLst>
          </p:cNvPr>
          <p:cNvCxnSpPr/>
          <p:nvPr/>
        </p:nvCxnSpPr>
        <p:spPr>
          <a:xfrm>
            <a:off x="2694457" y="3243714"/>
            <a:ext cx="679819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CB654FF-10F2-4090-AAFA-09690088B5BA}"/>
              </a:ext>
            </a:extLst>
          </p:cNvPr>
          <p:cNvCxnSpPr/>
          <p:nvPr/>
        </p:nvCxnSpPr>
        <p:spPr>
          <a:xfrm>
            <a:off x="2694457" y="3054350"/>
            <a:ext cx="0" cy="374650"/>
          </a:xfrm>
          <a:prstGeom prst="line">
            <a:avLst/>
          </a:prstGeom>
          <a:ln w="19050"/>
        </p:spPr>
        <p:style>
          <a:lnRef idx="1">
            <a:schemeClr val="dk1"/>
          </a:lnRef>
          <a:fillRef idx="0">
            <a:schemeClr val="dk1"/>
          </a:fillRef>
          <a:effectRef idx="0">
            <a:schemeClr val="dk1"/>
          </a:effectRef>
          <a:fontRef idx="minor">
            <a:schemeClr val="tx1"/>
          </a:fontRef>
        </p:style>
      </p:cxnSp>
      <p:cxnSp>
        <p:nvCxnSpPr>
          <p:cNvPr id="373" name="Straight Connector 372">
            <a:extLst>
              <a:ext uri="{FF2B5EF4-FFF2-40B4-BE49-F238E27FC236}">
                <a16:creationId xmlns:a16="http://schemas.microsoft.com/office/drawing/2014/main" id="{2824DA2F-E212-47C8-AED8-803AEEE0E77E}"/>
              </a:ext>
            </a:extLst>
          </p:cNvPr>
          <p:cNvCxnSpPr/>
          <p:nvPr/>
        </p:nvCxnSpPr>
        <p:spPr>
          <a:xfrm>
            <a:off x="9492652" y="3054350"/>
            <a:ext cx="0" cy="374650"/>
          </a:xfrm>
          <a:prstGeom prst="line">
            <a:avLst/>
          </a:prstGeom>
          <a:ln w="19050"/>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CA587E10-AD40-470C-9DF5-62B191315A4E}"/>
              </a:ext>
            </a:extLst>
          </p:cNvPr>
          <p:cNvSpPr/>
          <p:nvPr/>
        </p:nvSpPr>
        <p:spPr>
          <a:xfrm>
            <a:off x="5567608" y="1927010"/>
            <a:ext cx="1051891" cy="1323439"/>
          </a:xfrm>
          <a:prstGeom prst="rect">
            <a:avLst/>
          </a:prstGeom>
        </p:spPr>
        <p:txBody>
          <a:bodyPr wrap="none">
            <a:spAutoFit/>
          </a:bodyPr>
          <a:lstStyle/>
          <a:p>
            <a:r>
              <a:rPr lang="en-US" sz="8000" i="1" dirty="0">
                <a:solidFill>
                  <a:schemeClr val="bg1"/>
                </a:solidFill>
              </a:rPr>
              <a:t>c</a:t>
            </a:r>
            <a:r>
              <a:rPr lang="el-GR" sz="8000" dirty="0">
                <a:solidFill>
                  <a:schemeClr val="bg1"/>
                </a:solidFill>
              </a:rPr>
              <a:t>τ</a:t>
            </a:r>
            <a:endParaRPr lang="en-US" sz="8000" dirty="0"/>
          </a:p>
        </p:txBody>
      </p:sp>
    </p:spTree>
    <p:extLst>
      <p:ext uri="{BB962C8B-B14F-4D97-AF65-F5344CB8AC3E}">
        <p14:creationId xmlns:p14="http://schemas.microsoft.com/office/powerpoint/2010/main" val="229296857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Seed Assembly</a:t>
            </a:r>
            <a:endParaRPr lang="en-US" sz="1600" dirty="0">
              <a:solidFill>
                <a:schemeClr val="bg1"/>
              </a:solidFill>
            </a:endParaRPr>
          </a:p>
        </p:txBody>
      </p:sp>
      <p:pic>
        <p:nvPicPr>
          <p:cNvPr id="2" name="Graphic 1">
            <a:extLst>
              <a:ext uri="{FF2B5EF4-FFF2-40B4-BE49-F238E27FC236}">
                <a16:creationId xmlns:a16="http://schemas.microsoft.com/office/drawing/2014/main" id="{8BCD460F-97EB-4D44-8FE9-477E9EF5C063}"/>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2529003" y="3666698"/>
            <a:ext cx="7133994" cy="2930033"/>
          </a:xfrm>
          <a:prstGeom prst="rect">
            <a:avLst/>
          </a:prstGeom>
        </p:spPr>
      </p:pic>
      <p:pic>
        <p:nvPicPr>
          <p:cNvPr id="4" name="Graphic 3">
            <a:extLst>
              <a:ext uri="{FF2B5EF4-FFF2-40B4-BE49-F238E27FC236}">
                <a16:creationId xmlns:a16="http://schemas.microsoft.com/office/drawing/2014/main" id="{42EC23F8-50C4-4D1C-B839-37E196C6242D}"/>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2719727" y="1320719"/>
            <a:ext cx="6752546" cy="1890713"/>
          </a:xfrm>
          <a:prstGeom prst="rect">
            <a:avLst/>
          </a:prstGeom>
        </p:spPr>
      </p:pic>
      <p:cxnSp>
        <p:nvCxnSpPr>
          <p:cNvPr id="5" name="Straight Connector 4">
            <a:extLst>
              <a:ext uri="{FF2B5EF4-FFF2-40B4-BE49-F238E27FC236}">
                <a16:creationId xmlns:a16="http://schemas.microsoft.com/office/drawing/2014/main" id="{6798F01E-CE2A-4E16-90AF-1A3B828685B4}"/>
              </a:ext>
            </a:extLst>
          </p:cNvPr>
          <p:cNvCxnSpPr>
            <a:cxnSpLocks/>
          </p:cNvCxnSpPr>
          <p:nvPr/>
        </p:nvCxnSpPr>
        <p:spPr>
          <a:xfrm>
            <a:off x="0" y="3370053"/>
            <a:ext cx="12192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7833419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Seed Assembly</a:t>
            </a:r>
            <a:endParaRPr lang="en-US" sz="1600" dirty="0">
              <a:solidFill>
                <a:schemeClr val="bg1"/>
              </a:solidFill>
            </a:endParaRPr>
          </a:p>
        </p:txBody>
      </p:sp>
      <p:pic>
        <p:nvPicPr>
          <p:cNvPr id="3" name="Graphic 2">
            <a:extLst>
              <a:ext uri="{FF2B5EF4-FFF2-40B4-BE49-F238E27FC236}">
                <a16:creationId xmlns:a16="http://schemas.microsoft.com/office/drawing/2014/main" id="{D4D66DEA-15FB-42AA-AA9B-CC2E08254136}"/>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4446587" y="2035174"/>
            <a:ext cx="3444876" cy="3444876"/>
          </a:xfrm>
          <a:prstGeom prst="rect">
            <a:avLst/>
          </a:prstGeom>
        </p:spPr>
      </p:pic>
      <p:sp>
        <p:nvSpPr>
          <p:cNvPr id="6" name="TextBox 5">
            <a:extLst>
              <a:ext uri="{FF2B5EF4-FFF2-40B4-BE49-F238E27FC236}">
                <a16:creationId xmlns:a16="http://schemas.microsoft.com/office/drawing/2014/main" id="{1122EC9E-23B9-42EF-A222-B8E422711869}"/>
              </a:ext>
            </a:extLst>
          </p:cNvPr>
          <p:cNvSpPr txBox="1"/>
          <p:nvPr/>
        </p:nvSpPr>
        <p:spPr>
          <a:xfrm>
            <a:off x="5436985" y="1206306"/>
            <a:ext cx="3127779" cy="369332"/>
          </a:xfrm>
          <a:prstGeom prst="rect">
            <a:avLst/>
          </a:prstGeom>
          <a:noFill/>
        </p:spPr>
        <p:txBody>
          <a:bodyPr wrap="none" rtlCol="0">
            <a:spAutoFit/>
          </a:bodyPr>
          <a:lstStyle/>
          <a:p>
            <a:r>
              <a:rPr lang="en-US" dirty="0">
                <a:solidFill>
                  <a:schemeClr val="bg1"/>
                </a:solidFill>
              </a:rPr>
              <a:t>Unary Encoding of program </a:t>
            </a:r>
            <a:r>
              <a:rPr lang="en-US" i="1" dirty="0">
                <a:solidFill>
                  <a:schemeClr val="bg1"/>
                </a:solidFill>
              </a:rPr>
              <a:t>P</a:t>
            </a:r>
            <a:r>
              <a:rPr lang="en-US" baseline="30000" dirty="0">
                <a:solidFill>
                  <a:schemeClr val="bg1"/>
                </a:solidFill>
              </a:rPr>
              <a:t>1</a:t>
            </a:r>
          </a:p>
        </p:txBody>
      </p:sp>
      <p:sp>
        <p:nvSpPr>
          <p:cNvPr id="5" name="Left Brace 4">
            <a:extLst>
              <a:ext uri="{FF2B5EF4-FFF2-40B4-BE49-F238E27FC236}">
                <a16:creationId xmlns:a16="http://schemas.microsoft.com/office/drawing/2014/main" id="{719164FF-83CA-40CD-8B88-CA377EF76AC4}"/>
              </a:ext>
            </a:extLst>
          </p:cNvPr>
          <p:cNvSpPr/>
          <p:nvPr/>
        </p:nvSpPr>
        <p:spPr>
          <a:xfrm rot="5400000">
            <a:off x="6838692" y="1025138"/>
            <a:ext cx="324366" cy="16383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BD802519-9162-474E-91F8-CC6A03F92D82}"/>
              </a:ext>
            </a:extLst>
          </p:cNvPr>
          <p:cNvSpPr txBox="1"/>
          <p:nvPr/>
        </p:nvSpPr>
        <p:spPr>
          <a:xfrm>
            <a:off x="0" y="6399122"/>
            <a:ext cx="10334304" cy="369332"/>
          </a:xfrm>
          <a:prstGeom prst="rect">
            <a:avLst/>
          </a:prstGeom>
          <a:noFill/>
        </p:spPr>
        <p:txBody>
          <a:bodyPr wrap="none" rtlCol="0">
            <a:spAutoFit/>
          </a:bodyPr>
          <a:lstStyle/>
          <a:p>
            <a:r>
              <a:rPr lang="en-US" baseline="30000" dirty="0">
                <a:solidFill>
                  <a:schemeClr val="bg1"/>
                </a:solidFill>
              </a:rPr>
              <a:t>1</a:t>
            </a:r>
            <a:r>
              <a:rPr lang="en-US" dirty="0">
                <a:solidFill>
                  <a:schemeClr val="bg1"/>
                </a:solidFill>
              </a:rPr>
              <a:t>Let </a:t>
            </a:r>
            <a:r>
              <a:rPr lang="en-US" i="1" dirty="0">
                <a:solidFill>
                  <a:schemeClr val="bg1"/>
                </a:solidFill>
              </a:rPr>
              <a:t>P</a:t>
            </a:r>
            <a:r>
              <a:rPr lang="en-US" dirty="0">
                <a:solidFill>
                  <a:schemeClr val="bg1"/>
                </a:solidFill>
              </a:rPr>
              <a:t> be the binary program used to assemble the shape via the construction of </a:t>
            </a:r>
            <a:r>
              <a:rPr lang="en-US" dirty="0">
                <a:solidFill>
                  <a:sysClr val="windowText" lastClr="000000"/>
                </a:solidFill>
              </a:rPr>
              <a:t>(</a:t>
            </a:r>
            <a:r>
              <a:rPr lang="en-US" dirty="0" err="1">
                <a:solidFill>
                  <a:schemeClr val="bg1"/>
                </a:solidFill>
              </a:rPr>
              <a:t>Soloveichik</a:t>
            </a:r>
            <a:r>
              <a:rPr lang="en-US" dirty="0">
                <a:solidFill>
                  <a:schemeClr val="bg1"/>
                </a:solidFill>
              </a:rPr>
              <a:t>, Winfree, 2007</a:t>
            </a:r>
            <a:r>
              <a:rPr lang="en-US" dirty="0">
                <a:solidFill>
                  <a:sysClr val="windowText" lastClr="000000"/>
                </a:solidFill>
              </a:rPr>
              <a:t>)</a:t>
            </a:r>
            <a:endParaRPr lang="en-US" baseline="30000" dirty="0">
              <a:solidFill>
                <a:schemeClr val="bg1"/>
              </a:solidFill>
            </a:endParaRPr>
          </a:p>
        </p:txBody>
      </p:sp>
    </p:spTree>
    <p:extLst>
      <p:ext uri="{BB962C8B-B14F-4D97-AF65-F5344CB8AC3E}">
        <p14:creationId xmlns:p14="http://schemas.microsoft.com/office/powerpoint/2010/main" val="24703399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A00F37-1E1A-4B12-AE74-74F7B2F7528A}"/>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Seed Assembly</a:t>
            </a:r>
            <a:endParaRPr lang="en-US" sz="1600" dirty="0">
              <a:solidFill>
                <a:schemeClr val="bg1"/>
              </a:solidFill>
            </a:endParaRPr>
          </a:p>
        </p:txBody>
      </p:sp>
      <p:grpSp>
        <p:nvGrpSpPr>
          <p:cNvPr id="2" name="Group 1">
            <a:extLst>
              <a:ext uri="{FF2B5EF4-FFF2-40B4-BE49-F238E27FC236}">
                <a16:creationId xmlns:a16="http://schemas.microsoft.com/office/drawing/2014/main" id="{B3331140-49D5-4ADA-ABE5-C4B538A0FEB1}"/>
              </a:ext>
            </a:extLst>
          </p:cNvPr>
          <p:cNvGrpSpPr/>
          <p:nvPr/>
        </p:nvGrpSpPr>
        <p:grpSpPr>
          <a:xfrm>
            <a:off x="3625849" y="1377950"/>
            <a:ext cx="5029202" cy="5029200"/>
            <a:chOff x="3625849" y="1377950"/>
            <a:chExt cx="5029202" cy="5029200"/>
          </a:xfrm>
        </p:grpSpPr>
        <p:sp>
          <p:nvSpPr>
            <p:cNvPr id="4" name="Rectangle 3">
              <a:extLst>
                <a:ext uri="{FF2B5EF4-FFF2-40B4-BE49-F238E27FC236}">
                  <a16:creationId xmlns:a16="http://schemas.microsoft.com/office/drawing/2014/main" id="{7B0D54EA-8BCB-42F5-9CD9-7FDEE7B6F9AF}"/>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D4D66DEA-15FB-42AA-AA9B-CC2E08254136}"/>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4484687" y="2170112"/>
              <a:ext cx="3444876" cy="3444876"/>
            </a:xfrm>
            <a:prstGeom prst="rect">
              <a:avLst/>
            </a:prstGeom>
          </p:spPr>
        </p:pic>
        <p:cxnSp>
          <p:nvCxnSpPr>
            <p:cNvPr id="5" name="Straight Connector 4">
              <a:extLst>
                <a:ext uri="{FF2B5EF4-FFF2-40B4-BE49-F238E27FC236}">
                  <a16:creationId xmlns:a16="http://schemas.microsoft.com/office/drawing/2014/main" id="{1688008A-415A-4949-A380-7E0E881CFBA8}"/>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033E033-FF2B-4021-9D8C-F510AF9891C7}"/>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C9AA8F1-1731-436E-AC70-3B4D3C4575DB}"/>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F9829EA7-2F9E-4A98-8E63-49EC9474F62B}"/>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sp>
        <p:nvSpPr>
          <p:cNvPr id="15" name="TextBox 14">
            <a:extLst>
              <a:ext uri="{FF2B5EF4-FFF2-40B4-BE49-F238E27FC236}">
                <a16:creationId xmlns:a16="http://schemas.microsoft.com/office/drawing/2014/main" id="{B6F4966F-45F3-4EB7-A3D9-324DC9C7898B}"/>
              </a:ext>
            </a:extLst>
          </p:cNvPr>
          <p:cNvSpPr txBox="1"/>
          <p:nvPr/>
        </p:nvSpPr>
        <p:spPr>
          <a:xfrm>
            <a:off x="9513887" y="2239872"/>
            <a:ext cx="1742785" cy="923330"/>
          </a:xfrm>
          <a:prstGeom prst="rect">
            <a:avLst/>
          </a:prstGeom>
          <a:noFill/>
        </p:spPr>
        <p:txBody>
          <a:bodyPr wrap="none" rtlCol="0">
            <a:spAutoFit/>
          </a:bodyPr>
          <a:lstStyle/>
          <a:p>
            <a:r>
              <a:rPr lang="en-US" dirty="0">
                <a:solidFill>
                  <a:schemeClr val="bg1"/>
                </a:solidFill>
              </a:rPr>
              <a:t>Conversion to </a:t>
            </a:r>
            <a:r>
              <a:rPr lang="en-US" i="1" dirty="0">
                <a:solidFill>
                  <a:schemeClr val="bg1"/>
                </a:solidFill>
              </a:rPr>
              <a:t>P</a:t>
            </a:r>
            <a:r>
              <a:rPr lang="en-US" dirty="0">
                <a:solidFill>
                  <a:schemeClr val="bg1"/>
                </a:solidFill>
              </a:rPr>
              <a:t> </a:t>
            </a:r>
            <a:br>
              <a:rPr lang="en-US" dirty="0">
                <a:solidFill>
                  <a:schemeClr val="bg1"/>
                </a:solidFill>
              </a:rPr>
            </a:br>
            <a:r>
              <a:rPr lang="en-US" dirty="0">
                <a:solidFill>
                  <a:schemeClr val="bg1"/>
                </a:solidFill>
              </a:rPr>
              <a:t>via O(1)-size </a:t>
            </a:r>
            <a:br>
              <a:rPr lang="en-US" dirty="0">
                <a:solidFill>
                  <a:schemeClr val="bg1"/>
                </a:solidFill>
              </a:rPr>
            </a:br>
            <a:r>
              <a:rPr lang="en-US" dirty="0">
                <a:solidFill>
                  <a:schemeClr val="bg1"/>
                </a:solidFill>
              </a:rPr>
              <a:t>TM simulation</a:t>
            </a:r>
          </a:p>
        </p:txBody>
      </p:sp>
      <p:cxnSp>
        <p:nvCxnSpPr>
          <p:cNvPr id="17" name="Straight Connector 16">
            <a:extLst>
              <a:ext uri="{FF2B5EF4-FFF2-40B4-BE49-F238E27FC236}">
                <a16:creationId xmlns:a16="http://schemas.microsoft.com/office/drawing/2014/main" id="{764305B0-E835-4482-A39B-6AA623D38026}"/>
              </a:ext>
            </a:extLst>
          </p:cNvPr>
          <p:cNvCxnSpPr>
            <a:endCxn id="15" idx="1"/>
          </p:cNvCxnSpPr>
          <p:nvPr/>
        </p:nvCxnSpPr>
        <p:spPr>
          <a:xfrm>
            <a:off x="8737600" y="2006600"/>
            <a:ext cx="776287" cy="694937"/>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424652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Box 85">
            <a:extLst>
              <a:ext uri="{FF2B5EF4-FFF2-40B4-BE49-F238E27FC236}">
                <a16:creationId xmlns:a16="http://schemas.microsoft.com/office/drawing/2014/main" id="{D472E268-4BAB-4585-A27B-5A93EF79CCD0}"/>
              </a:ext>
            </a:extLst>
          </p:cNvPr>
          <p:cNvSpPr txBox="1"/>
          <p:nvPr/>
        </p:nvSpPr>
        <p:spPr>
          <a:xfrm>
            <a:off x="0" y="373996"/>
            <a:ext cx="12192000" cy="646331"/>
          </a:xfrm>
          <a:prstGeom prst="rect">
            <a:avLst/>
          </a:prstGeom>
          <a:noFill/>
        </p:spPr>
        <p:txBody>
          <a:bodyPr wrap="square" rtlCol="0">
            <a:spAutoFit/>
          </a:bodyPr>
          <a:lstStyle/>
          <a:p>
            <a:pPr algn="ctr"/>
            <a:r>
              <a:rPr lang="en-US" sz="3600" dirty="0">
                <a:solidFill>
                  <a:schemeClr val="bg1"/>
                </a:solidFill>
              </a:rPr>
              <a:t>Process Overview</a:t>
            </a:r>
            <a:endParaRPr lang="en-US" sz="1600" dirty="0">
              <a:solidFill>
                <a:schemeClr val="bg1"/>
              </a:solidFill>
            </a:endParaRPr>
          </a:p>
        </p:txBody>
      </p:sp>
      <p:grpSp>
        <p:nvGrpSpPr>
          <p:cNvPr id="113" name="Group 112">
            <a:extLst>
              <a:ext uri="{FF2B5EF4-FFF2-40B4-BE49-F238E27FC236}">
                <a16:creationId xmlns:a16="http://schemas.microsoft.com/office/drawing/2014/main" id="{BBAF5B42-D6CF-4495-99FE-9918AEE05F1A}"/>
              </a:ext>
            </a:extLst>
          </p:cNvPr>
          <p:cNvGrpSpPr/>
          <p:nvPr/>
        </p:nvGrpSpPr>
        <p:grpSpPr>
          <a:xfrm>
            <a:off x="1182053" y="2285903"/>
            <a:ext cx="3082056" cy="2892752"/>
            <a:chOff x="3625849" y="1377950"/>
            <a:chExt cx="5029202" cy="5029200"/>
          </a:xfrm>
        </p:grpSpPr>
        <p:sp>
          <p:nvSpPr>
            <p:cNvPr id="114" name="Rectangle 113">
              <a:extLst>
                <a:ext uri="{FF2B5EF4-FFF2-40B4-BE49-F238E27FC236}">
                  <a16:creationId xmlns:a16="http://schemas.microsoft.com/office/drawing/2014/main" id="{BE580C90-2A26-4495-AEAD-363817904946}"/>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5" name="Graphic 114">
              <a:extLst>
                <a:ext uri="{FF2B5EF4-FFF2-40B4-BE49-F238E27FC236}">
                  <a16:creationId xmlns:a16="http://schemas.microsoft.com/office/drawing/2014/main" id="{0E9F2EF3-A987-4BB0-9143-38019A89EB35}"/>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4484687" y="2170112"/>
              <a:ext cx="3444876" cy="3444876"/>
            </a:xfrm>
            <a:prstGeom prst="rect">
              <a:avLst/>
            </a:prstGeom>
          </p:spPr>
        </p:pic>
        <p:cxnSp>
          <p:nvCxnSpPr>
            <p:cNvPr id="116" name="Straight Connector 115">
              <a:extLst>
                <a:ext uri="{FF2B5EF4-FFF2-40B4-BE49-F238E27FC236}">
                  <a16:creationId xmlns:a16="http://schemas.microsoft.com/office/drawing/2014/main" id="{D00A3438-9E27-4000-917E-7099B03822CF}"/>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17" name="Straight Connector 116">
              <a:extLst>
                <a:ext uri="{FF2B5EF4-FFF2-40B4-BE49-F238E27FC236}">
                  <a16:creationId xmlns:a16="http://schemas.microsoft.com/office/drawing/2014/main" id="{64A6CABA-E200-47A8-BA12-71266A9FA53F}"/>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a:extLst>
                <a:ext uri="{FF2B5EF4-FFF2-40B4-BE49-F238E27FC236}">
                  <a16:creationId xmlns:a16="http://schemas.microsoft.com/office/drawing/2014/main" id="{998DF166-DEE2-43A9-AC23-C11CD642B5A5}"/>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E2F48F3D-2317-4357-887E-9C918DF864EE}"/>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nvGrpSpPr>
          <p:cNvPr id="2" name="Group 1">
            <a:extLst>
              <a:ext uri="{FF2B5EF4-FFF2-40B4-BE49-F238E27FC236}">
                <a16:creationId xmlns:a16="http://schemas.microsoft.com/office/drawing/2014/main" id="{97AC1936-B832-46B2-ABDA-526380212FBD}"/>
              </a:ext>
            </a:extLst>
          </p:cNvPr>
          <p:cNvGrpSpPr/>
          <p:nvPr/>
        </p:nvGrpSpPr>
        <p:grpSpPr>
          <a:xfrm>
            <a:off x="7927893" y="2651743"/>
            <a:ext cx="3633581" cy="2161071"/>
            <a:chOff x="9144936" y="4747514"/>
            <a:chExt cx="2631981" cy="1375957"/>
          </a:xfrm>
        </p:grpSpPr>
        <p:grpSp>
          <p:nvGrpSpPr>
            <p:cNvPr id="84" name="Group 83">
              <a:extLst>
                <a:ext uri="{FF2B5EF4-FFF2-40B4-BE49-F238E27FC236}">
                  <a16:creationId xmlns:a16="http://schemas.microsoft.com/office/drawing/2014/main" id="{6AA3889E-F78E-4523-A264-6F846E7FB73E}"/>
                </a:ext>
              </a:extLst>
            </p:cNvPr>
            <p:cNvGrpSpPr/>
            <p:nvPr/>
          </p:nvGrpSpPr>
          <p:grpSpPr>
            <a:xfrm>
              <a:off x="9144936" y="4747514"/>
              <a:ext cx="2631981" cy="1375957"/>
              <a:chOff x="8043901" y="3744165"/>
              <a:chExt cx="3456965" cy="2084033"/>
            </a:xfrm>
          </p:grpSpPr>
          <p:sp>
            <p:nvSpPr>
              <p:cNvPr id="87" name="Rectangle 86">
                <a:extLst>
                  <a:ext uri="{FF2B5EF4-FFF2-40B4-BE49-F238E27FC236}">
                    <a16:creationId xmlns:a16="http://schemas.microsoft.com/office/drawing/2014/main" id="{A239E98D-75A0-4D16-A481-7EE2F4A75940}"/>
                  </a:ext>
                </a:extLst>
              </p:cNvPr>
              <p:cNvSpPr/>
              <p:nvPr/>
            </p:nvSpPr>
            <p:spPr>
              <a:xfrm>
                <a:off x="9426688" y="3744166"/>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1E3B1C78-D1B1-4C00-8AEA-F2D199185AFB}"/>
                  </a:ext>
                </a:extLst>
              </p:cNvPr>
              <p:cNvSpPr/>
              <p:nvPr/>
            </p:nvSpPr>
            <p:spPr>
              <a:xfrm>
                <a:off x="10118080" y="3744166"/>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03E25DA-02A2-4825-B8F0-C207A78A9E87}"/>
                  </a:ext>
                </a:extLst>
              </p:cNvPr>
              <p:cNvSpPr/>
              <p:nvPr/>
            </p:nvSpPr>
            <p:spPr>
              <a:xfrm>
                <a:off x="8735295" y="4438036"/>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Rectangle 89">
                <a:extLst>
                  <a:ext uri="{FF2B5EF4-FFF2-40B4-BE49-F238E27FC236}">
                    <a16:creationId xmlns:a16="http://schemas.microsoft.com/office/drawing/2014/main" id="{8F24B9F1-C4F8-4451-B3F5-C3E131090ACF}"/>
                  </a:ext>
                </a:extLst>
              </p:cNvPr>
              <p:cNvSpPr/>
              <p:nvPr/>
            </p:nvSpPr>
            <p:spPr>
              <a:xfrm>
                <a:off x="8735295" y="5131369"/>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C031B53F-9F8E-4BAA-9A93-224007E6886E}"/>
                  </a:ext>
                </a:extLst>
              </p:cNvPr>
              <p:cNvSpPr/>
              <p:nvPr/>
            </p:nvSpPr>
            <p:spPr>
              <a:xfrm>
                <a:off x="10118080" y="4440995"/>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4D4E4AEF-6BC1-4818-B972-28292D807A88}"/>
                  </a:ext>
                </a:extLst>
              </p:cNvPr>
              <p:cNvSpPr/>
              <p:nvPr/>
            </p:nvSpPr>
            <p:spPr>
              <a:xfrm>
                <a:off x="9426688" y="5131369"/>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BAD2BC36-1659-46E8-9CE4-1AEC37E813C5}"/>
                  </a:ext>
                </a:extLst>
              </p:cNvPr>
              <p:cNvSpPr/>
              <p:nvPr/>
            </p:nvSpPr>
            <p:spPr>
              <a:xfrm>
                <a:off x="10118080" y="5129485"/>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FA5C77B9-01BF-46ED-ACEE-B26E1D2AE5DC}"/>
                  </a:ext>
                </a:extLst>
              </p:cNvPr>
              <p:cNvSpPr/>
              <p:nvPr/>
            </p:nvSpPr>
            <p:spPr>
              <a:xfrm>
                <a:off x="8043901" y="5129485"/>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AA147827-C48B-49D5-A92A-3E30812A5446}"/>
                  </a:ext>
                </a:extLst>
              </p:cNvPr>
              <p:cNvSpPr/>
              <p:nvPr/>
            </p:nvSpPr>
            <p:spPr>
              <a:xfrm>
                <a:off x="10809472" y="3744166"/>
                <a:ext cx="691394" cy="696829"/>
              </a:xfrm>
              <a:prstGeom prst="rect">
                <a:avLst/>
              </a:prstGeom>
              <a:pattFill prst="lgGrid">
                <a:fgClr>
                  <a:schemeClr val="bg1"/>
                </a:fgClr>
                <a:bgClr>
                  <a:schemeClr val="tx1">
                    <a:lumMod val="6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991E3F8E-FED7-4EAC-9386-5BCB35417D17}"/>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A20EBB4D-BDD6-40B6-B541-AC013FEAB837}"/>
                </a:ext>
              </a:extLst>
            </p:cNvPr>
            <p:cNvGrpSpPr/>
            <p:nvPr/>
          </p:nvGrpSpPr>
          <p:grpSpPr>
            <a:xfrm>
              <a:off x="9671333" y="4748136"/>
              <a:ext cx="526395" cy="456876"/>
              <a:chOff x="3625849" y="1377950"/>
              <a:chExt cx="5029202" cy="5029200"/>
            </a:xfrm>
          </p:grpSpPr>
          <p:sp>
            <p:nvSpPr>
              <p:cNvPr id="127" name="Rectangle 126">
                <a:extLst>
                  <a:ext uri="{FF2B5EF4-FFF2-40B4-BE49-F238E27FC236}">
                    <a16:creationId xmlns:a16="http://schemas.microsoft.com/office/drawing/2014/main" id="{2A02F45C-6F99-48F8-8886-74AC9E751D8C}"/>
                  </a:ext>
                </a:extLst>
              </p:cNvPr>
              <p:cNvSpPr/>
              <p:nvPr/>
            </p:nvSpPr>
            <p:spPr>
              <a:xfrm>
                <a:off x="3625850" y="1377950"/>
                <a:ext cx="5029200" cy="5029200"/>
              </a:xfrm>
              <a:prstGeom prst="rect">
                <a:avLst/>
              </a:prstGeom>
              <a:solidFill>
                <a:schemeClr val="tx1">
                  <a:lumMod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8" name="Graphic 127">
                <a:extLst>
                  <a:ext uri="{FF2B5EF4-FFF2-40B4-BE49-F238E27FC236}">
                    <a16:creationId xmlns:a16="http://schemas.microsoft.com/office/drawing/2014/main" id="{3E3E6691-480A-4958-A16E-4E4E53B16D00}"/>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4484687" y="2170112"/>
                <a:ext cx="3444876" cy="3444876"/>
              </a:xfrm>
              <a:prstGeom prst="rect">
                <a:avLst/>
              </a:prstGeom>
            </p:spPr>
          </p:pic>
          <p:cxnSp>
            <p:nvCxnSpPr>
              <p:cNvPr id="129" name="Straight Connector 128">
                <a:extLst>
                  <a:ext uri="{FF2B5EF4-FFF2-40B4-BE49-F238E27FC236}">
                    <a16:creationId xmlns:a16="http://schemas.microsoft.com/office/drawing/2014/main" id="{A8465028-DB55-41AF-B7A0-77D3C4E503D7}"/>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B8364249-15B6-4CCE-AE7F-9E0C46DAF725}"/>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BACAF45B-D5FD-4BBD-B885-80FCE6F2CA67}"/>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3D4F24EE-12C0-4D8D-9251-1DEB4A7D9BA7}"/>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sp>
        <p:nvSpPr>
          <p:cNvPr id="133" name="TextBox 132">
            <a:extLst>
              <a:ext uri="{FF2B5EF4-FFF2-40B4-BE49-F238E27FC236}">
                <a16:creationId xmlns:a16="http://schemas.microsoft.com/office/drawing/2014/main" id="{D93F4305-23C7-4A6A-B100-BCC472FF908A}"/>
              </a:ext>
            </a:extLst>
          </p:cNvPr>
          <p:cNvSpPr txBox="1"/>
          <p:nvPr/>
        </p:nvSpPr>
        <p:spPr>
          <a:xfrm>
            <a:off x="4662107" y="2824984"/>
            <a:ext cx="2944076" cy="646331"/>
          </a:xfrm>
          <a:prstGeom prst="rect">
            <a:avLst/>
          </a:prstGeom>
          <a:noFill/>
        </p:spPr>
        <p:txBody>
          <a:bodyPr wrap="none" rtlCol="0">
            <a:spAutoFit/>
          </a:bodyPr>
          <a:lstStyle/>
          <a:p>
            <a:r>
              <a:rPr lang="en-US" dirty="0">
                <a:solidFill>
                  <a:schemeClr val="bg1"/>
                </a:solidFill>
              </a:rPr>
              <a:t>O(1)-sized TM simulations of</a:t>
            </a:r>
            <a:br>
              <a:rPr lang="en-US" dirty="0">
                <a:solidFill>
                  <a:schemeClr val="bg1"/>
                </a:solidFill>
              </a:rPr>
            </a:br>
            <a:r>
              <a:rPr lang="en-US" dirty="0">
                <a:solidFill>
                  <a:schemeClr val="bg1"/>
                </a:solidFill>
              </a:rPr>
              <a:t>(</a:t>
            </a:r>
            <a:r>
              <a:rPr lang="en-US" dirty="0" err="1">
                <a:solidFill>
                  <a:schemeClr val="bg1"/>
                </a:solidFill>
              </a:rPr>
              <a:t>Soloveichik</a:t>
            </a:r>
            <a:r>
              <a:rPr lang="en-US" dirty="0">
                <a:solidFill>
                  <a:schemeClr val="bg1"/>
                </a:solidFill>
              </a:rPr>
              <a:t>, Winfree, 2007)</a:t>
            </a:r>
          </a:p>
        </p:txBody>
      </p:sp>
      <p:sp>
        <p:nvSpPr>
          <p:cNvPr id="134" name="Arrow: Right 133">
            <a:extLst>
              <a:ext uri="{FF2B5EF4-FFF2-40B4-BE49-F238E27FC236}">
                <a16:creationId xmlns:a16="http://schemas.microsoft.com/office/drawing/2014/main" id="{BF22E6DA-F474-474D-9672-C1F0040CE24E}"/>
              </a:ext>
            </a:extLst>
          </p:cNvPr>
          <p:cNvSpPr/>
          <p:nvPr/>
        </p:nvSpPr>
        <p:spPr>
          <a:xfrm>
            <a:off x="5796920" y="3565501"/>
            <a:ext cx="1025797" cy="722588"/>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072533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9C74E98-9962-45C7-BEF8-A8FB4A02ED14}"/>
              </a:ext>
            </a:extLst>
          </p:cNvPr>
          <p:cNvGraphicFramePr>
            <a:graphicFrameLocks noGrp="1"/>
          </p:cNvGraphicFramePr>
          <p:nvPr/>
        </p:nvGraphicFramePr>
        <p:xfrm>
          <a:off x="3145322" y="2449416"/>
          <a:ext cx="5901352" cy="1959168"/>
        </p:xfrm>
        <a:graphic>
          <a:graphicData uri="http://schemas.openxmlformats.org/drawingml/2006/table">
            <a:tbl>
              <a:tblPr firstRow="1" bandRow="1">
                <a:tableStyleId>{D27102A9-8310-4765-A935-A1911B00CA55}</a:tableStyleId>
              </a:tblPr>
              <a:tblGrid>
                <a:gridCol w="2950676">
                  <a:extLst>
                    <a:ext uri="{9D8B030D-6E8A-4147-A177-3AD203B41FA5}">
                      <a16:colId xmlns:a16="http://schemas.microsoft.com/office/drawing/2014/main" val="2592576974"/>
                    </a:ext>
                  </a:extLst>
                </a:gridCol>
                <a:gridCol w="2950676">
                  <a:extLst>
                    <a:ext uri="{9D8B030D-6E8A-4147-A177-3AD203B41FA5}">
                      <a16:colId xmlns:a16="http://schemas.microsoft.com/office/drawing/2014/main" val="2222684993"/>
                    </a:ext>
                  </a:extLst>
                </a:gridCol>
              </a:tblGrid>
              <a:tr h="441415">
                <a:tc>
                  <a:txBody>
                    <a:bodyPr/>
                    <a:lstStyle/>
                    <a:p>
                      <a:pPr algn="ctr"/>
                      <a:r>
                        <a:rPr lang="en-US" dirty="0">
                          <a:solidFill>
                            <a:sysClr val="windowText" lastClr="000000"/>
                          </a:solidFill>
                        </a:rPr>
                        <a:t>Model</a:t>
                      </a:r>
                    </a:p>
                  </a:txBody>
                  <a:tcPr anchor="ctr"/>
                </a:tc>
                <a:tc>
                  <a:txBody>
                    <a:bodyPr/>
                    <a:lstStyle/>
                    <a:p>
                      <a:pPr algn="ctr"/>
                      <a:r>
                        <a:rPr lang="en-US" dirty="0">
                          <a:solidFill>
                            <a:sysClr val="windowText" lastClr="000000"/>
                          </a:solidFill>
                        </a:rPr>
                        <a:t>No. of Tile Types</a:t>
                      </a:r>
                    </a:p>
                  </a:txBody>
                  <a:tcPr anchor="ctr"/>
                </a:tc>
                <a:extLst>
                  <a:ext uri="{0D108BD9-81ED-4DB2-BD59-A6C34878D82A}">
                    <a16:rowId xmlns:a16="http://schemas.microsoft.com/office/drawing/2014/main" val="1662199568"/>
                  </a:ext>
                </a:extLst>
              </a:tr>
              <a:tr h="761894">
                <a:tc>
                  <a:txBody>
                    <a:bodyPr/>
                    <a:lstStyle/>
                    <a:p>
                      <a:pPr algn="ctr"/>
                      <a:r>
                        <a:rPr lang="en-US" sz="2000" dirty="0" err="1">
                          <a:solidFill>
                            <a:sysClr val="windowText" lastClr="000000">
                              <a:alpha val="50000"/>
                            </a:sysClr>
                          </a:solidFill>
                        </a:rPr>
                        <a:t>aTAM</a:t>
                      </a:r>
                      <a:endParaRPr lang="en-US" sz="2000" dirty="0">
                        <a:solidFill>
                          <a:sysClr val="windowText" lastClr="000000">
                            <a:alpha val="50000"/>
                          </a:sysClr>
                        </a:solidFill>
                      </a:endParaRPr>
                    </a:p>
                    <a:p>
                      <a:pPr algn="ctr"/>
                      <a:r>
                        <a:rPr lang="en-US" sz="1600" dirty="0">
                          <a:solidFill>
                            <a:sysClr val="windowText" lastClr="000000">
                              <a:alpha val="50000"/>
                            </a:sysClr>
                          </a:solidFill>
                        </a:rPr>
                        <a:t>(</a:t>
                      </a:r>
                      <a:r>
                        <a:rPr lang="en-US" sz="1600" dirty="0" err="1">
                          <a:solidFill>
                            <a:schemeClr val="bg1">
                              <a:alpha val="50000"/>
                            </a:schemeClr>
                          </a:solidFill>
                        </a:rPr>
                        <a:t>Soloveichik</a:t>
                      </a:r>
                      <a:r>
                        <a:rPr lang="en-US" sz="1600" dirty="0">
                          <a:solidFill>
                            <a:schemeClr val="bg1">
                              <a:alpha val="50000"/>
                            </a:schemeClr>
                          </a:solidFill>
                        </a:rPr>
                        <a:t>, </a:t>
                      </a:r>
                      <a:r>
                        <a:rPr lang="en-US" sz="1600" dirty="0" err="1">
                          <a:solidFill>
                            <a:schemeClr val="bg1">
                              <a:alpha val="50000"/>
                            </a:schemeClr>
                          </a:solidFill>
                        </a:rPr>
                        <a:t>Winfree</a:t>
                      </a:r>
                      <a:r>
                        <a:rPr lang="en-US" sz="1600" dirty="0">
                          <a:solidFill>
                            <a:schemeClr val="bg1">
                              <a:alpha val="50000"/>
                            </a:schemeClr>
                          </a:solidFill>
                        </a:rPr>
                        <a:t>, 2007</a:t>
                      </a:r>
                      <a:r>
                        <a:rPr lang="en-US" sz="1600" dirty="0">
                          <a:solidFill>
                            <a:sysClr val="windowText" lastClr="000000">
                              <a:alpha val="50000"/>
                            </a:sysClr>
                          </a:solidFill>
                        </a:rPr>
                        <a:t>)</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3465126599"/>
                  </a:ext>
                </a:extLst>
              </a:tr>
              <a:tr h="755859">
                <a:tc>
                  <a:txBody>
                    <a:bodyPr/>
                    <a:lstStyle/>
                    <a:p>
                      <a:pPr algn="ctr"/>
                      <a:r>
                        <a:rPr lang="en-US" sz="2000" dirty="0">
                          <a:solidFill>
                            <a:sysClr val="windowText" lastClr="000000"/>
                          </a:solidFill>
                        </a:rPr>
                        <a:t>Negative Glue 2HAM</a:t>
                      </a:r>
                    </a:p>
                    <a:p>
                      <a:pPr algn="ctr"/>
                      <a:r>
                        <a:rPr lang="en-US" sz="2000" dirty="0">
                          <a:solidFill>
                            <a:sysClr val="windowText" lastClr="000000"/>
                          </a:solidFill>
                        </a:rPr>
                        <a:t>(growth-only)</a:t>
                      </a:r>
                    </a:p>
                  </a:txBody>
                  <a:tcPr anchor="ctr"/>
                </a:tc>
                <a:tc>
                  <a:txBody>
                    <a:bodyPr/>
                    <a:lstStyle/>
                    <a:p>
                      <a:pPr algn="ctr"/>
                      <a:endParaRPr lang="en-US" dirty="0">
                        <a:solidFill>
                          <a:sysClr val="windowText" lastClr="000000"/>
                        </a:solidFill>
                      </a:endParaRPr>
                    </a:p>
                    <a:p>
                      <a:pPr algn="ctr"/>
                      <a:endParaRPr lang="en-US" dirty="0">
                        <a:solidFill>
                          <a:sysClr val="windowText" lastClr="000000"/>
                        </a:solidFill>
                      </a:endParaRPr>
                    </a:p>
                  </a:txBody>
                  <a:tcPr anchor="ctr"/>
                </a:tc>
                <a:extLst>
                  <a:ext uri="{0D108BD9-81ED-4DB2-BD59-A6C34878D82A}">
                    <a16:rowId xmlns:a16="http://schemas.microsoft.com/office/drawing/2014/main" val="834905310"/>
                  </a:ext>
                </a:extLst>
              </a:tr>
            </a:tbl>
          </a:graphicData>
        </a:graphic>
      </p:graphicFrame>
      <p:grpSp>
        <p:nvGrpSpPr>
          <p:cNvPr id="26" name="Group 25">
            <a:extLst>
              <a:ext uri="{FF2B5EF4-FFF2-40B4-BE49-F238E27FC236}">
                <a16:creationId xmlns:a16="http://schemas.microsoft.com/office/drawing/2014/main" id="{4C0E9DED-153D-4879-B969-154B54345376}"/>
              </a:ext>
            </a:extLst>
          </p:cNvPr>
          <p:cNvGrpSpPr/>
          <p:nvPr/>
        </p:nvGrpSpPr>
        <p:grpSpPr>
          <a:xfrm>
            <a:off x="6344268" y="2781146"/>
            <a:ext cx="2414811" cy="867770"/>
            <a:chOff x="4543200" y="4407239"/>
            <a:chExt cx="2414811" cy="867770"/>
          </a:xfrm>
        </p:grpSpPr>
        <p:grpSp>
          <p:nvGrpSpPr>
            <p:cNvPr id="27" name="Group 26">
              <a:extLst>
                <a:ext uri="{FF2B5EF4-FFF2-40B4-BE49-F238E27FC236}">
                  <a16:creationId xmlns:a16="http://schemas.microsoft.com/office/drawing/2014/main" id="{F6B5E656-DF8B-4DD7-A1AE-6003B723F67B}"/>
                </a:ext>
              </a:extLst>
            </p:cNvPr>
            <p:cNvGrpSpPr/>
            <p:nvPr/>
          </p:nvGrpSpPr>
          <p:grpSpPr>
            <a:xfrm>
              <a:off x="5321099" y="4474789"/>
              <a:ext cx="1636912" cy="800220"/>
              <a:chOff x="5678286" y="3403227"/>
              <a:chExt cx="1636912" cy="800220"/>
            </a:xfrm>
          </p:grpSpPr>
          <p:sp>
            <p:nvSpPr>
              <p:cNvPr id="29" name="TextBox 28">
                <a:extLst>
                  <a:ext uri="{FF2B5EF4-FFF2-40B4-BE49-F238E27FC236}">
                    <a16:creationId xmlns:a16="http://schemas.microsoft.com/office/drawing/2014/main" id="{03CC1786-500B-4C8B-9FE7-55E17918C04D}"/>
                  </a:ext>
                </a:extLst>
              </p:cNvPr>
              <p:cNvSpPr txBox="1"/>
              <p:nvPr/>
            </p:nvSpPr>
            <p:spPr>
              <a:xfrm>
                <a:off x="5678286" y="3803337"/>
                <a:ext cx="1636912" cy="400110"/>
              </a:xfrm>
              <a:prstGeom prst="rect">
                <a:avLst/>
              </a:prstGeom>
              <a:noFill/>
            </p:spPr>
            <p:txBody>
              <a:bodyPr wrap="square" rtlCol="0">
                <a:spAutoFit/>
              </a:bodyPr>
              <a:lstStyle/>
              <a:p>
                <a:r>
                  <a:rPr lang="en-US" sz="2000" dirty="0">
                    <a:solidFill>
                      <a:schemeClr val="bg1">
                        <a:alpha val="50000"/>
                      </a:schemeClr>
                    </a:solidFill>
                  </a:rPr>
                  <a:t>log(K(S))</a:t>
                </a:r>
              </a:p>
            </p:txBody>
          </p:sp>
          <p:cxnSp>
            <p:nvCxnSpPr>
              <p:cNvPr id="30" name="Straight Connector 29">
                <a:extLst>
                  <a:ext uri="{FF2B5EF4-FFF2-40B4-BE49-F238E27FC236}">
                    <a16:creationId xmlns:a16="http://schemas.microsoft.com/office/drawing/2014/main" id="{C98B2380-1241-4E53-812F-D66E9B58E1BA}"/>
                  </a:ext>
                </a:extLst>
              </p:cNvPr>
              <p:cNvCxnSpPr>
                <a:cxnSpLocks/>
              </p:cNvCxnSpPr>
              <p:nvPr/>
            </p:nvCxnSpPr>
            <p:spPr>
              <a:xfrm>
                <a:off x="5759158" y="3817867"/>
                <a:ext cx="961805" cy="0"/>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FD79B5C4-6FB9-422A-8C81-761D62F2641B}"/>
                  </a:ext>
                </a:extLst>
              </p:cNvPr>
              <p:cNvSpPr txBox="1"/>
              <p:nvPr/>
            </p:nvSpPr>
            <p:spPr>
              <a:xfrm>
                <a:off x="5878726" y="3403227"/>
                <a:ext cx="1117476" cy="400110"/>
              </a:xfrm>
              <a:prstGeom prst="rect">
                <a:avLst/>
              </a:prstGeom>
              <a:noFill/>
            </p:spPr>
            <p:txBody>
              <a:bodyPr wrap="square" rtlCol="0">
                <a:spAutoFit/>
              </a:bodyPr>
              <a:lstStyle/>
              <a:p>
                <a:r>
                  <a:rPr lang="en-US" sz="2000" dirty="0">
                    <a:solidFill>
                      <a:schemeClr val="bg1">
                        <a:alpha val="50000"/>
                      </a:schemeClr>
                    </a:solidFill>
                  </a:rPr>
                  <a:t>K(S)</a:t>
                </a:r>
              </a:p>
            </p:txBody>
          </p:sp>
        </p:grpSp>
        <p:sp>
          <p:nvSpPr>
            <p:cNvPr id="28" name="TextBox 27">
              <a:extLst>
                <a:ext uri="{FF2B5EF4-FFF2-40B4-BE49-F238E27FC236}">
                  <a16:creationId xmlns:a16="http://schemas.microsoft.com/office/drawing/2014/main" id="{9E95B950-4135-4BDF-979E-DDD874BCC880}"/>
                </a:ext>
              </a:extLst>
            </p:cNvPr>
            <p:cNvSpPr txBox="1"/>
            <p:nvPr/>
          </p:nvSpPr>
          <p:spPr>
            <a:xfrm>
              <a:off x="4543200" y="4407239"/>
              <a:ext cx="2270173" cy="830997"/>
            </a:xfrm>
            <a:prstGeom prst="rect">
              <a:avLst/>
            </a:prstGeom>
            <a:noFill/>
          </p:spPr>
          <p:txBody>
            <a:bodyPr wrap="none" rtlCol="0">
              <a:spAutoFit/>
            </a:bodyPr>
            <a:lstStyle/>
            <a:p>
              <a:r>
                <a:rPr lang="en-US" sz="4800" dirty="0">
                  <a:solidFill>
                    <a:schemeClr val="bg1">
                      <a:alpha val="50000"/>
                    </a:schemeClr>
                  </a:solidFill>
                </a:rPr>
                <a:t>O(        )</a:t>
              </a:r>
            </a:p>
          </p:txBody>
        </p:sp>
      </p:grpSp>
      <p:sp>
        <p:nvSpPr>
          <p:cNvPr id="11" name="TextBox 10">
            <a:extLst>
              <a:ext uri="{FF2B5EF4-FFF2-40B4-BE49-F238E27FC236}">
                <a16:creationId xmlns:a16="http://schemas.microsoft.com/office/drawing/2014/main" id="{7181A62A-1F99-4EEB-A429-C4ADEC883EA0}"/>
              </a:ext>
            </a:extLst>
          </p:cNvPr>
          <p:cNvSpPr txBox="1"/>
          <p:nvPr/>
        </p:nvSpPr>
        <p:spPr>
          <a:xfrm>
            <a:off x="-1" y="373996"/>
            <a:ext cx="12191999" cy="646331"/>
          </a:xfrm>
          <a:prstGeom prst="rect">
            <a:avLst/>
          </a:prstGeom>
          <a:noFill/>
        </p:spPr>
        <p:txBody>
          <a:bodyPr wrap="square" rtlCol="0">
            <a:spAutoFit/>
          </a:bodyPr>
          <a:lstStyle/>
          <a:p>
            <a:pPr algn="ctr"/>
            <a:r>
              <a:rPr lang="en-US" sz="3600" dirty="0">
                <a:solidFill>
                  <a:schemeClr val="bg1"/>
                </a:solidFill>
              </a:rPr>
              <a:t>Self-Assembly of Shapes</a:t>
            </a:r>
          </a:p>
        </p:txBody>
      </p:sp>
      <p:sp>
        <p:nvSpPr>
          <p:cNvPr id="13" name="TextBox 12">
            <a:extLst>
              <a:ext uri="{FF2B5EF4-FFF2-40B4-BE49-F238E27FC236}">
                <a16:creationId xmlns:a16="http://schemas.microsoft.com/office/drawing/2014/main" id="{497AD119-EA03-410C-9172-B917F5A79600}"/>
              </a:ext>
            </a:extLst>
          </p:cNvPr>
          <p:cNvSpPr txBox="1"/>
          <p:nvPr/>
        </p:nvSpPr>
        <p:spPr>
          <a:xfrm>
            <a:off x="6750156" y="3528374"/>
            <a:ext cx="1346844" cy="830997"/>
          </a:xfrm>
          <a:prstGeom prst="rect">
            <a:avLst/>
          </a:prstGeom>
          <a:noFill/>
        </p:spPr>
        <p:txBody>
          <a:bodyPr wrap="none" rtlCol="0">
            <a:spAutoFit/>
          </a:bodyPr>
          <a:lstStyle/>
          <a:p>
            <a:r>
              <a:rPr lang="en-US" sz="4800" dirty="0">
                <a:solidFill>
                  <a:schemeClr val="bg1"/>
                </a:solidFill>
              </a:rPr>
              <a:t>O(1)</a:t>
            </a:r>
          </a:p>
        </p:txBody>
      </p:sp>
    </p:spTree>
    <p:extLst>
      <p:ext uri="{BB962C8B-B14F-4D97-AF65-F5344CB8AC3E}">
        <p14:creationId xmlns:p14="http://schemas.microsoft.com/office/powerpoint/2010/main" val="54208614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Outline</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bg1"/>
                </a:solidFill>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constant scale</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constant tile types</a:t>
            </a:r>
          </a:p>
          <a:p>
            <a:pPr lvl="0">
              <a:lnSpc>
                <a:spcPct val="200000"/>
              </a:lnSpc>
              <a:buClr>
                <a:srgbClr val="000000"/>
              </a:buClr>
              <a:buSzPts val="2800"/>
            </a:pPr>
            <a:r>
              <a:rPr lang="en-US" sz="2800" dirty="0">
                <a:solidFill>
                  <a:srgbClr val="FA9930"/>
                </a:solidFill>
                <a:latin typeface="Calibri" panose="020F0502020204030204" pitchFamily="34" charset="0"/>
                <a:ea typeface="Quicksand"/>
                <a:cs typeface="Calibri" panose="020F0502020204030204" pitchFamily="34" charset="0"/>
                <a:sym typeface="Quicksand"/>
              </a:rPr>
              <a:t>Guided Assembly</a:t>
            </a:r>
            <a:endParaRPr lang="en-US" sz="2800"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a:t>
            </a:r>
            <a:r>
              <a:rPr lang="en-US" sz="2800" dirty="0">
                <a:solidFill>
                  <a:schemeClr val="dk1"/>
                </a:solidFill>
                <a:latin typeface="Calibri" panose="020F0502020204030204" pitchFamily="34" charset="0"/>
                <a:ea typeface="Quicksand"/>
                <a:cs typeface="Calibri" panose="020F0502020204030204" pitchFamily="34" charset="0"/>
                <a:sym typeface="Quicksand"/>
              </a:rPr>
              <a:t>universal constructors</a:t>
            </a:r>
            <a:endPar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9" name="Picture 8">
            <a:extLst>
              <a:ext uri="{FF2B5EF4-FFF2-40B4-BE49-F238E27FC236}">
                <a16:creationId xmlns:a16="http://schemas.microsoft.com/office/drawing/2014/main" id="{0F41244C-C405-4742-9224-7CB913E3B4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6504" y="1484103"/>
            <a:ext cx="2214881" cy="2214881"/>
          </a:xfrm>
          <a:prstGeom prst="rect">
            <a:avLst/>
          </a:prstGeom>
        </p:spPr>
      </p:pic>
      <p:pic>
        <p:nvPicPr>
          <p:cNvPr id="10" name="Picture 9">
            <a:extLst>
              <a:ext uri="{FF2B5EF4-FFF2-40B4-BE49-F238E27FC236}">
                <a16:creationId xmlns:a16="http://schemas.microsoft.com/office/drawing/2014/main" id="{BEEE5719-CBC2-4EF0-A268-43464255DE9B}"/>
              </a:ext>
            </a:extLst>
          </p:cNvPr>
          <p:cNvPicPr>
            <a:picLocks noChangeAspect="1"/>
          </p:cNvPicPr>
          <p:nvPr/>
        </p:nvPicPr>
        <p:blipFill>
          <a:blip r:embed="rId3"/>
          <a:stretch>
            <a:fillRect/>
          </a:stretch>
        </p:blipFill>
        <p:spPr>
          <a:xfrm>
            <a:off x="327889" y="2341930"/>
            <a:ext cx="2295871" cy="1096799"/>
          </a:xfrm>
          <a:prstGeom prst="rect">
            <a:avLst/>
          </a:prstGeom>
        </p:spPr>
      </p:pic>
      <p:grpSp>
        <p:nvGrpSpPr>
          <p:cNvPr id="11" name="Group 10">
            <a:extLst>
              <a:ext uri="{FF2B5EF4-FFF2-40B4-BE49-F238E27FC236}">
                <a16:creationId xmlns:a16="http://schemas.microsoft.com/office/drawing/2014/main" id="{565ABF02-590D-46B7-94EE-96FF013056A5}"/>
              </a:ext>
            </a:extLst>
          </p:cNvPr>
          <p:cNvGrpSpPr/>
          <p:nvPr/>
        </p:nvGrpSpPr>
        <p:grpSpPr>
          <a:xfrm>
            <a:off x="9158413" y="1975690"/>
            <a:ext cx="2631981" cy="1375957"/>
            <a:chOff x="9144936" y="4747514"/>
            <a:chExt cx="2631981" cy="1375957"/>
          </a:xfrm>
        </p:grpSpPr>
        <p:grpSp>
          <p:nvGrpSpPr>
            <p:cNvPr id="12" name="Group 11">
              <a:extLst>
                <a:ext uri="{FF2B5EF4-FFF2-40B4-BE49-F238E27FC236}">
                  <a16:creationId xmlns:a16="http://schemas.microsoft.com/office/drawing/2014/main" id="{ECB23BDE-457E-4AE3-9E93-37935D9D2C58}"/>
                </a:ext>
              </a:extLst>
            </p:cNvPr>
            <p:cNvGrpSpPr/>
            <p:nvPr/>
          </p:nvGrpSpPr>
          <p:grpSpPr>
            <a:xfrm>
              <a:off x="9144936" y="4747514"/>
              <a:ext cx="2631981" cy="1375957"/>
              <a:chOff x="8043901" y="3744165"/>
              <a:chExt cx="3456965" cy="2084033"/>
            </a:xfrm>
          </p:grpSpPr>
          <p:sp>
            <p:nvSpPr>
              <p:cNvPr id="20" name="Rectangle 19">
                <a:extLst>
                  <a:ext uri="{FF2B5EF4-FFF2-40B4-BE49-F238E27FC236}">
                    <a16:creationId xmlns:a16="http://schemas.microsoft.com/office/drawing/2014/main" id="{62C1E30C-0E50-4086-8964-59D12A5A79FA}"/>
                  </a:ext>
                </a:extLst>
              </p:cNvPr>
              <p:cNvSpPr/>
              <p:nvPr/>
            </p:nvSpPr>
            <p:spPr>
              <a:xfrm>
                <a:off x="9426688"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3AC44AB-478F-4A92-8F93-5C81E0A43E7A}"/>
                  </a:ext>
                </a:extLst>
              </p:cNvPr>
              <p:cNvSpPr/>
              <p:nvPr/>
            </p:nvSpPr>
            <p:spPr>
              <a:xfrm>
                <a:off x="10118080"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F88B626-B2EA-4FC1-BE68-23619D961C21}"/>
                  </a:ext>
                </a:extLst>
              </p:cNvPr>
              <p:cNvSpPr/>
              <p:nvPr/>
            </p:nvSpPr>
            <p:spPr>
              <a:xfrm>
                <a:off x="8735295" y="443803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62B6D470-5656-4111-A45F-762B7D01C8CF}"/>
                  </a:ext>
                </a:extLst>
              </p:cNvPr>
              <p:cNvSpPr/>
              <p:nvPr/>
            </p:nvSpPr>
            <p:spPr>
              <a:xfrm>
                <a:off x="8735295"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9AD1106-B2AA-44E9-9D06-2923003B6B87}"/>
                  </a:ext>
                </a:extLst>
              </p:cNvPr>
              <p:cNvSpPr/>
              <p:nvPr/>
            </p:nvSpPr>
            <p:spPr>
              <a:xfrm>
                <a:off x="10118080" y="444099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B053DA-AC79-4DD2-904B-ED80F58FC287}"/>
                  </a:ext>
                </a:extLst>
              </p:cNvPr>
              <p:cNvSpPr/>
              <p:nvPr/>
            </p:nvSpPr>
            <p:spPr>
              <a:xfrm>
                <a:off x="9426688"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A93E7F0-69D4-4D27-8340-17DB0447C7A9}"/>
                  </a:ext>
                </a:extLst>
              </p:cNvPr>
              <p:cNvSpPr/>
              <p:nvPr/>
            </p:nvSpPr>
            <p:spPr>
              <a:xfrm>
                <a:off x="10118080" y="5129485"/>
                <a:ext cx="691394" cy="696829"/>
              </a:xfrm>
              <a:prstGeom prst="rect">
                <a:avLst/>
              </a:prstGeom>
              <a:pattFill prst="lgGrid">
                <a:fgClr>
                  <a:schemeClr val="tx1">
                    <a:lumMod val="95000"/>
                    <a:lumOff val="5000"/>
                  </a:schemeClr>
                </a:fgClr>
                <a:bgClr>
                  <a:schemeClr val="bg1">
                    <a:lumMod val="65000"/>
                  </a:schemeClr>
                </a:bgClr>
              </a:patt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E7B6CE0-A2B6-4AF4-B72B-5ED73BFEA884}"/>
                  </a:ext>
                </a:extLst>
              </p:cNvPr>
              <p:cNvSpPr/>
              <p:nvPr/>
            </p:nvSpPr>
            <p:spPr>
              <a:xfrm>
                <a:off x="8043901" y="512948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A2977784-C0CE-4CE1-824E-7F50056DBDB6}"/>
                  </a:ext>
                </a:extLst>
              </p:cNvPr>
              <p:cNvSpPr/>
              <p:nvPr/>
            </p:nvSpPr>
            <p:spPr>
              <a:xfrm>
                <a:off x="10809472"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A01A4E6-E96A-4F07-ACEC-4E679F926166}"/>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E53FECF8-F321-4B30-84E5-6B9B79F71EB1}"/>
                </a:ext>
              </a:extLst>
            </p:cNvPr>
            <p:cNvGrpSpPr/>
            <p:nvPr/>
          </p:nvGrpSpPr>
          <p:grpSpPr>
            <a:xfrm>
              <a:off x="9671333" y="4748136"/>
              <a:ext cx="526395" cy="456876"/>
              <a:chOff x="3625849" y="1377950"/>
              <a:chExt cx="5029202" cy="5029200"/>
            </a:xfrm>
          </p:grpSpPr>
          <p:sp>
            <p:nvSpPr>
              <p:cNvPr id="14" name="Rectangle 13">
                <a:extLst>
                  <a:ext uri="{FF2B5EF4-FFF2-40B4-BE49-F238E27FC236}">
                    <a16:creationId xmlns:a16="http://schemas.microsoft.com/office/drawing/2014/main" id="{9A07E9BB-76C5-429A-B2B6-F282D42E038D}"/>
                  </a:ext>
                </a:extLst>
              </p:cNvPr>
              <p:cNvSpPr/>
              <p:nvPr/>
            </p:nvSpPr>
            <p:spPr>
              <a:xfrm>
                <a:off x="3625850" y="1377950"/>
                <a:ext cx="5029200" cy="50292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59F3D21A-A93F-4B5A-A0E0-216155383F9E}"/>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16" name="Straight Connector 15">
                <a:extLst>
                  <a:ext uri="{FF2B5EF4-FFF2-40B4-BE49-F238E27FC236}">
                    <a16:creationId xmlns:a16="http://schemas.microsoft.com/office/drawing/2014/main" id="{03439403-A192-42B9-9225-554E8A291089}"/>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8D48644-FFCE-4392-ABBF-2F5879121F33}"/>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5C762F5-C092-4F41-BC32-D060E6A0782D}"/>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2847A537-0872-4060-8C08-6EB5A811C9FC}"/>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62766883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6A3972-BFF3-4EF8-BEA4-4C3307AC8AFE}"/>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Manually-Controlled Particles</a:t>
            </a:r>
          </a:p>
        </p:txBody>
      </p:sp>
      <p:grpSp>
        <p:nvGrpSpPr>
          <p:cNvPr id="7" name="Group 6">
            <a:extLst>
              <a:ext uri="{FF2B5EF4-FFF2-40B4-BE49-F238E27FC236}">
                <a16:creationId xmlns:a16="http://schemas.microsoft.com/office/drawing/2014/main" id="{3676BB30-793E-45FF-A1E0-668DF98C3399}"/>
              </a:ext>
            </a:extLst>
          </p:cNvPr>
          <p:cNvGrpSpPr/>
          <p:nvPr/>
        </p:nvGrpSpPr>
        <p:grpSpPr>
          <a:xfrm>
            <a:off x="555442" y="1813739"/>
            <a:ext cx="4995728" cy="4678599"/>
            <a:chOff x="3114357" y="1551365"/>
            <a:chExt cx="4995728" cy="4678599"/>
          </a:xfrm>
        </p:grpSpPr>
        <p:pic>
          <p:nvPicPr>
            <p:cNvPr id="5" name="Picture 4">
              <a:extLst>
                <a:ext uri="{FF2B5EF4-FFF2-40B4-BE49-F238E27FC236}">
                  <a16:creationId xmlns:a16="http://schemas.microsoft.com/office/drawing/2014/main" id="{79D3004C-7E5E-4F9F-941A-CABD92A485A7}"/>
                </a:ext>
              </a:extLst>
            </p:cNvPr>
            <p:cNvPicPr>
              <a:picLocks noChangeAspect="1"/>
            </p:cNvPicPr>
            <p:nvPr/>
          </p:nvPicPr>
          <p:blipFill>
            <a:blip r:embed="rId3"/>
            <a:stretch>
              <a:fillRect/>
            </a:stretch>
          </p:blipFill>
          <p:spPr>
            <a:xfrm>
              <a:off x="3114357" y="1551365"/>
              <a:ext cx="4995728" cy="3755269"/>
            </a:xfrm>
            <a:prstGeom prst="rect">
              <a:avLst/>
            </a:prstGeom>
          </p:spPr>
        </p:pic>
        <p:sp>
          <p:nvSpPr>
            <p:cNvPr id="6" name="TextBox 5">
              <a:extLst>
                <a:ext uri="{FF2B5EF4-FFF2-40B4-BE49-F238E27FC236}">
                  <a16:creationId xmlns:a16="http://schemas.microsoft.com/office/drawing/2014/main" id="{9B1BB78E-F545-46AA-A156-F362BE40CC23}"/>
                </a:ext>
              </a:extLst>
            </p:cNvPr>
            <p:cNvSpPr txBox="1"/>
            <p:nvPr/>
          </p:nvSpPr>
          <p:spPr>
            <a:xfrm>
              <a:off x="3114357" y="5306634"/>
              <a:ext cx="4995728" cy="923330"/>
            </a:xfrm>
            <a:prstGeom prst="rect">
              <a:avLst/>
            </a:prstGeom>
            <a:noFill/>
          </p:spPr>
          <p:txBody>
            <a:bodyPr wrap="square" rtlCol="0">
              <a:spAutoFit/>
            </a:bodyPr>
            <a:lstStyle/>
            <a:p>
              <a:r>
                <a:rPr lang="en-US" dirty="0">
                  <a:solidFill>
                    <a:schemeClr val="bg1"/>
                  </a:solidFill>
                  <a:latin typeface="Calibri" panose="020F0502020204030204" pitchFamily="34" charset="0"/>
                  <a:cs typeface="Calibri" panose="020F0502020204030204" pitchFamily="34" charset="0"/>
                </a:rPr>
                <a:t>Martel et al. [2009]</a:t>
              </a:r>
              <a:br>
                <a:rPr lang="en-US" dirty="0">
                  <a:solidFill>
                    <a:schemeClr val="bg1"/>
                  </a:solidFill>
                  <a:latin typeface="Calibri" panose="020F0502020204030204" pitchFamily="34" charset="0"/>
                  <a:cs typeface="Calibri" panose="020F0502020204030204" pitchFamily="34" charset="0"/>
                </a:rPr>
              </a:br>
              <a:r>
                <a:rPr lang="en-US" dirty="0">
                  <a:solidFill>
                    <a:schemeClr val="bg1"/>
                  </a:solidFill>
                  <a:latin typeface="Calibri" panose="020F0502020204030204" pitchFamily="34" charset="0"/>
                  <a:cs typeface="Calibri" panose="020F0502020204030204" pitchFamily="34" charset="0"/>
                </a:rPr>
                <a:t>MRI-based Medical Nanorobotic Platform for the Control of Magnetic Nanoparticles</a:t>
              </a:r>
            </a:p>
          </p:txBody>
        </p:sp>
      </p:grpSp>
      <p:grpSp>
        <p:nvGrpSpPr>
          <p:cNvPr id="8" name="Group 7">
            <a:extLst>
              <a:ext uri="{FF2B5EF4-FFF2-40B4-BE49-F238E27FC236}">
                <a16:creationId xmlns:a16="http://schemas.microsoft.com/office/drawing/2014/main" id="{A1D468DC-3DA1-4B51-9275-F35AB7FBB677}"/>
              </a:ext>
            </a:extLst>
          </p:cNvPr>
          <p:cNvGrpSpPr/>
          <p:nvPr/>
        </p:nvGrpSpPr>
        <p:grpSpPr>
          <a:xfrm>
            <a:off x="6640830" y="2489351"/>
            <a:ext cx="4995728" cy="3359083"/>
            <a:chOff x="6579870" y="2487817"/>
            <a:chExt cx="4995728" cy="3359083"/>
          </a:xfrm>
        </p:grpSpPr>
        <p:pic>
          <p:nvPicPr>
            <p:cNvPr id="1026" name="Picture 2">
              <a:extLst>
                <a:ext uri="{FF2B5EF4-FFF2-40B4-BE49-F238E27FC236}">
                  <a16:creationId xmlns:a16="http://schemas.microsoft.com/office/drawing/2014/main" id="{A67C456F-C496-46AD-8B6F-3465CC76B4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9871" y="2487817"/>
              <a:ext cx="4995727" cy="298975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2702C0F-9B2A-4EA9-B47D-19844B9321BF}"/>
                </a:ext>
              </a:extLst>
            </p:cNvPr>
            <p:cNvSpPr txBox="1"/>
            <p:nvPr/>
          </p:nvSpPr>
          <p:spPr>
            <a:xfrm>
              <a:off x="6579870" y="5477568"/>
              <a:ext cx="4995728" cy="369332"/>
            </a:xfrm>
            <a:prstGeom prst="rect">
              <a:avLst/>
            </a:prstGeom>
            <a:noFill/>
          </p:spPr>
          <p:txBody>
            <a:bodyPr wrap="square" rtlCol="0">
              <a:spAutoFit/>
            </a:bodyPr>
            <a:lstStyle/>
            <a:p>
              <a:r>
                <a:rPr lang="en-US" dirty="0">
                  <a:solidFill>
                    <a:schemeClr val="bg1"/>
                  </a:solidFill>
                  <a:latin typeface="Calibri" panose="020F0502020204030204" pitchFamily="34" charset="0"/>
                  <a:cs typeface="Calibri" panose="020F0502020204030204" pitchFamily="34" charset="0"/>
                </a:rPr>
                <a:t>http://sitn.hms.harvard.edu/</a:t>
              </a:r>
            </a:p>
          </p:txBody>
        </p:sp>
      </p:grpSp>
    </p:spTree>
    <p:extLst>
      <p:ext uri="{BB962C8B-B14F-4D97-AF65-F5344CB8AC3E}">
        <p14:creationId xmlns:p14="http://schemas.microsoft.com/office/powerpoint/2010/main" val="193933676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C75E78-F95F-47F3-9272-DD1476F07844}"/>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Particles Controlled by Global Signals</a:t>
            </a:r>
          </a:p>
        </p:txBody>
      </p:sp>
      <p:grpSp>
        <p:nvGrpSpPr>
          <p:cNvPr id="2" name="Group 1">
            <a:extLst>
              <a:ext uri="{FF2B5EF4-FFF2-40B4-BE49-F238E27FC236}">
                <a16:creationId xmlns:a16="http://schemas.microsoft.com/office/drawing/2014/main" id="{9EEAC70F-522D-44A4-848C-76C71EEFC70B}"/>
              </a:ext>
            </a:extLst>
          </p:cNvPr>
          <p:cNvGrpSpPr/>
          <p:nvPr/>
        </p:nvGrpSpPr>
        <p:grpSpPr>
          <a:xfrm>
            <a:off x="2546350" y="1744158"/>
            <a:ext cx="6336815" cy="3400348"/>
            <a:chOff x="2546350" y="1744158"/>
            <a:chExt cx="6336815" cy="3400348"/>
          </a:xfrm>
        </p:grpSpPr>
        <p:sp>
          <p:nvSpPr>
            <p:cNvPr id="4" name="Oval 3">
              <a:extLst>
                <a:ext uri="{FF2B5EF4-FFF2-40B4-BE49-F238E27FC236}">
                  <a16:creationId xmlns:a16="http://schemas.microsoft.com/office/drawing/2014/main" id="{C9F2902C-8E02-4B8B-B7CB-C4EA4CEF9205}"/>
                </a:ext>
              </a:extLst>
            </p:cNvPr>
            <p:cNvSpPr/>
            <p:nvPr/>
          </p:nvSpPr>
          <p:spPr>
            <a:xfrm>
              <a:off x="3143153" y="3750844"/>
              <a:ext cx="457200" cy="418273"/>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5" name="Oval 4">
              <a:extLst>
                <a:ext uri="{FF2B5EF4-FFF2-40B4-BE49-F238E27FC236}">
                  <a16:creationId xmlns:a16="http://schemas.microsoft.com/office/drawing/2014/main" id="{656BFD61-3118-4D05-9203-B83A733966FB}"/>
                </a:ext>
              </a:extLst>
            </p:cNvPr>
            <p:cNvSpPr/>
            <p:nvPr/>
          </p:nvSpPr>
          <p:spPr>
            <a:xfrm>
              <a:off x="5096432" y="3162679"/>
              <a:ext cx="457200" cy="418273"/>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6" name="Oval 5">
              <a:extLst>
                <a:ext uri="{FF2B5EF4-FFF2-40B4-BE49-F238E27FC236}">
                  <a16:creationId xmlns:a16="http://schemas.microsoft.com/office/drawing/2014/main" id="{61656D1E-6169-41DD-A92C-D0DC599C0D0E}"/>
                </a:ext>
              </a:extLst>
            </p:cNvPr>
            <p:cNvSpPr/>
            <p:nvPr/>
          </p:nvSpPr>
          <p:spPr>
            <a:xfrm>
              <a:off x="2546350" y="2590306"/>
              <a:ext cx="457200" cy="418273"/>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7" name="Oval 6">
              <a:extLst>
                <a:ext uri="{FF2B5EF4-FFF2-40B4-BE49-F238E27FC236}">
                  <a16:creationId xmlns:a16="http://schemas.microsoft.com/office/drawing/2014/main" id="{C31A6812-57B0-497F-A17D-97BD4E8B52D2}"/>
                </a:ext>
              </a:extLst>
            </p:cNvPr>
            <p:cNvSpPr/>
            <p:nvPr/>
          </p:nvSpPr>
          <p:spPr>
            <a:xfrm>
              <a:off x="6338899" y="4677372"/>
              <a:ext cx="457200" cy="418273"/>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8" name="Oval 7">
              <a:extLst>
                <a:ext uri="{FF2B5EF4-FFF2-40B4-BE49-F238E27FC236}">
                  <a16:creationId xmlns:a16="http://schemas.microsoft.com/office/drawing/2014/main" id="{051935E6-C9DD-4917-8333-79CADDBA74E6}"/>
                </a:ext>
              </a:extLst>
            </p:cNvPr>
            <p:cNvSpPr/>
            <p:nvPr/>
          </p:nvSpPr>
          <p:spPr>
            <a:xfrm>
              <a:off x="7504585" y="3008579"/>
              <a:ext cx="457200" cy="418273"/>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9" name="Oval 8">
              <a:extLst>
                <a:ext uri="{FF2B5EF4-FFF2-40B4-BE49-F238E27FC236}">
                  <a16:creationId xmlns:a16="http://schemas.microsoft.com/office/drawing/2014/main" id="{CCE344D0-F5B8-4B2F-84B8-2F8ABB99E466}"/>
                </a:ext>
              </a:extLst>
            </p:cNvPr>
            <p:cNvSpPr/>
            <p:nvPr/>
          </p:nvSpPr>
          <p:spPr>
            <a:xfrm>
              <a:off x="4405397" y="4726233"/>
              <a:ext cx="457200" cy="418273"/>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10" name="Oval 9">
              <a:extLst>
                <a:ext uri="{FF2B5EF4-FFF2-40B4-BE49-F238E27FC236}">
                  <a16:creationId xmlns:a16="http://schemas.microsoft.com/office/drawing/2014/main" id="{FCFCD3C0-E355-4E87-B2BB-0970722F3205}"/>
                </a:ext>
              </a:extLst>
            </p:cNvPr>
            <p:cNvSpPr/>
            <p:nvPr/>
          </p:nvSpPr>
          <p:spPr>
            <a:xfrm>
              <a:off x="6192317" y="1744158"/>
              <a:ext cx="457200" cy="418273"/>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11" name="Oval 10">
              <a:extLst>
                <a:ext uri="{FF2B5EF4-FFF2-40B4-BE49-F238E27FC236}">
                  <a16:creationId xmlns:a16="http://schemas.microsoft.com/office/drawing/2014/main" id="{295E210C-CC05-4D43-B74A-1C7751D9D8BA}"/>
                </a:ext>
              </a:extLst>
            </p:cNvPr>
            <p:cNvSpPr/>
            <p:nvPr/>
          </p:nvSpPr>
          <p:spPr>
            <a:xfrm>
              <a:off x="8425965" y="4287421"/>
              <a:ext cx="457200" cy="418273"/>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grpSp>
      <p:sp>
        <p:nvSpPr>
          <p:cNvPr id="12" name="TextBox 11">
            <a:extLst>
              <a:ext uri="{FF2B5EF4-FFF2-40B4-BE49-F238E27FC236}">
                <a16:creationId xmlns:a16="http://schemas.microsoft.com/office/drawing/2014/main" id="{6D62198C-9FFA-48F2-9913-8583D878E777}"/>
              </a:ext>
            </a:extLst>
          </p:cNvPr>
          <p:cNvSpPr txBox="1"/>
          <p:nvPr/>
        </p:nvSpPr>
        <p:spPr>
          <a:xfrm>
            <a:off x="0" y="6119336"/>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Erik D. </a:t>
            </a:r>
            <a:r>
              <a:rPr lang="en-US" sz="1400" dirty="0" err="1">
                <a:solidFill>
                  <a:schemeClr val="bg1"/>
                </a:solidFill>
                <a:latin typeface="Dubai Light" panose="020B0303030403030204" pitchFamily="34" charset="-78"/>
                <a:cs typeface="Dubai Light" panose="020B0303030403030204" pitchFamily="34" charset="-78"/>
              </a:rPr>
              <a:t>Demaine</a:t>
            </a:r>
            <a:r>
              <a:rPr lang="en-US" sz="1400" dirty="0">
                <a:solidFill>
                  <a:schemeClr val="bg1"/>
                </a:solidFill>
                <a:latin typeface="Dubai Light" panose="020B0303030403030204" pitchFamily="34" charset="-78"/>
                <a:cs typeface="Dubai Light" panose="020B0303030403030204" pitchFamily="34" charset="-78"/>
              </a:rPr>
              <a:t>, Sandor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a:t>
            </a:r>
            <a:r>
              <a:rPr lang="en-US" sz="1400" dirty="0" err="1">
                <a:solidFill>
                  <a:schemeClr val="bg1"/>
                </a:solidFill>
                <a:latin typeface="Dubai Light" panose="020B0303030403030204" pitchFamily="34" charset="-78"/>
                <a:cs typeface="Dubai Light" panose="020B0303030403030204" pitchFamily="34" charset="-78"/>
              </a:rPr>
              <a:t>Golnaz</a:t>
            </a:r>
            <a:r>
              <a:rPr lang="en-US" sz="1400" dirty="0">
                <a:solidFill>
                  <a:schemeClr val="bg1"/>
                </a:solidFill>
                <a:latin typeface="Dubai Light" panose="020B0303030403030204" pitchFamily="34" charset="-78"/>
                <a:cs typeface="Dubai Light" panose="020B0303030403030204" pitchFamily="34" charset="-78"/>
              </a:rPr>
              <a:t> Habibi, and James </a:t>
            </a:r>
            <a:r>
              <a:rPr lang="en-US" sz="1400" dirty="0" err="1">
                <a:solidFill>
                  <a:schemeClr val="bg1"/>
                </a:solidFill>
                <a:latin typeface="Dubai Light" panose="020B0303030403030204" pitchFamily="34" charset="-78"/>
                <a:cs typeface="Dubai Light" panose="020B0303030403030204" pitchFamily="34" charset="-78"/>
              </a:rPr>
              <a:t>McLurkin</a:t>
            </a:r>
            <a:r>
              <a:rPr lang="en-US" sz="1400" dirty="0">
                <a:solidFill>
                  <a:schemeClr val="bg1"/>
                </a:solidFill>
                <a:latin typeface="Dubai Light" panose="020B0303030403030204" pitchFamily="34" charset="-78"/>
                <a:cs typeface="Dubai Light" panose="020B0303030403030204" pitchFamily="34" charset="-78"/>
              </a:rPr>
              <a:t>,</a:t>
            </a:r>
          </a:p>
          <a:p>
            <a:r>
              <a:rPr lang="en-US" sz="1400" dirty="0" err="1">
                <a:solidFill>
                  <a:schemeClr val="bg1"/>
                </a:solidFill>
                <a:latin typeface="Dubai Light" panose="020B0303030403030204" pitchFamily="34" charset="-78"/>
                <a:cs typeface="Dubai Light" panose="020B0303030403030204" pitchFamily="34" charset="-78"/>
              </a:rPr>
              <a:t>Reconguring</a:t>
            </a:r>
            <a:r>
              <a:rPr lang="en-US" sz="1400" dirty="0">
                <a:solidFill>
                  <a:schemeClr val="bg1"/>
                </a:solidFill>
                <a:latin typeface="Dubai Light" panose="020B0303030403030204" pitchFamily="34" charset="-78"/>
                <a:cs typeface="Dubai Light" panose="020B0303030403030204" pitchFamily="34" charset="-78"/>
              </a:rPr>
              <a:t> massive particle swarms with limited, global control,</a:t>
            </a:r>
          </a:p>
          <a:p>
            <a:r>
              <a:rPr lang="en-US" sz="1400" dirty="0">
                <a:solidFill>
                  <a:schemeClr val="bg1"/>
                </a:solidFill>
                <a:latin typeface="Dubai Light" panose="020B0303030403030204" pitchFamily="34" charset="-78"/>
                <a:cs typeface="Dubai Light" panose="020B0303030403030204" pitchFamily="34" charset="-78"/>
              </a:rPr>
              <a:t>Algorithms for Sensor Systems (2014).</a:t>
            </a:r>
          </a:p>
        </p:txBody>
      </p:sp>
      <p:sp>
        <p:nvSpPr>
          <p:cNvPr id="14" name="TextBox 13">
            <a:extLst>
              <a:ext uri="{FF2B5EF4-FFF2-40B4-BE49-F238E27FC236}">
                <a16:creationId xmlns:a16="http://schemas.microsoft.com/office/drawing/2014/main" id="{9741CFD8-0AF3-4ED3-A129-D9C233865BD6}"/>
              </a:ext>
            </a:extLst>
          </p:cNvPr>
          <p:cNvSpPr txBox="1"/>
          <p:nvPr/>
        </p:nvSpPr>
        <p:spPr>
          <a:xfrm>
            <a:off x="328932" y="1390215"/>
            <a:ext cx="3042821"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Global Signals</a:t>
            </a:r>
          </a:p>
        </p:txBody>
      </p:sp>
    </p:spTree>
    <p:extLst>
      <p:ext uri="{BB962C8B-B14F-4D97-AF65-F5344CB8AC3E}">
        <p14:creationId xmlns:p14="http://schemas.microsoft.com/office/powerpoint/2010/main" val="579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path" presetSubtype="0" accel="50000" decel="50000" fill="hold"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C75E78-F95F-47F3-9272-DD1476F07844}"/>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Robotic Motion Planning</a:t>
            </a:r>
          </a:p>
        </p:txBody>
      </p:sp>
      <p:pic>
        <p:nvPicPr>
          <p:cNvPr id="2052" name="Picture 4" descr="https://cdn.shopify.com/s/files/1/0832/8429/products/tilt-teetering-logic-maze-p7186-21418_image.jpg?v=1503665475">
            <a:extLst>
              <a:ext uri="{FF2B5EF4-FFF2-40B4-BE49-F238E27FC236}">
                <a16:creationId xmlns:a16="http://schemas.microsoft.com/office/drawing/2014/main" id="{4B238C2C-20FF-48EC-8738-8F2FD1BA9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5644" y="1521693"/>
            <a:ext cx="4093860" cy="40938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E1D67FAF-8EC5-47E7-84FE-A1228205F686}"/>
              </a:ext>
            </a:extLst>
          </p:cNvPr>
          <p:cNvPicPr>
            <a:picLocks noChangeAspect="1"/>
          </p:cNvPicPr>
          <p:nvPr/>
        </p:nvPicPr>
        <p:blipFill>
          <a:blip r:embed="rId4"/>
          <a:stretch>
            <a:fillRect/>
          </a:stretch>
        </p:blipFill>
        <p:spPr>
          <a:xfrm>
            <a:off x="913077" y="2086348"/>
            <a:ext cx="4460064" cy="3340743"/>
          </a:xfrm>
          <a:prstGeom prst="rect">
            <a:avLst/>
          </a:prstGeom>
        </p:spPr>
      </p:pic>
      <p:sp>
        <p:nvSpPr>
          <p:cNvPr id="17" name="TextBox 16">
            <a:extLst>
              <a:ext uri="{FF2B5EF4-FFF2-40B4-BE49-F238E27FC236}">
                <a16:creationId xmlns:a16="http://schemas.microsoft.com/office/drawing/2014/main" id="{D3D2D2CA-8B11-4025-B739-AE56F326ADFF}"/>
              </a:ext>
            </a:extLst>
          </p:cNvPr>
          <p:cNvSpPr txBox="1"/>
          <p:nvPr/>
        </p:nvSpPr>
        <p:spPr>
          <a:xfrm>
            <a:off x="814021" y="5393493"/>
            <a:ext cx="4490653"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Mega Maze – Phillips Media</a:t>
            </a:r>
          </a:p>
        </p:txBody>
      </p:sp>
      <p:sp>
        <p:nvSpPr>
          <p:cNvPr id="18" name="TextBox 17">
            <a:extLst>
              <a:ext uri="{FF2B5EF4-FFF2-40B4-BE49-F238E27FC236}">
                <a16:creationId xmlns:a16="http://schemas.microsoft.com/office/drawing/2014/main" id="{54BA6295-5F48-425D-8C11-4A1A7898A8B2}"/>
              </a:ext>
            </a:extLst>
          </p:cNvPr>
          <p:cNvSpPr txBox="1"/>
          <p:nvPr/>
        </p:nvSpPr>
        <p:spPr>
          <a:xfrm>
            <a:off x="7452718" y="5615553"/>
            <a:ext cx="2494337"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Tilt – </a:t>
            </a:r>
            <a:r>
              <a:rPr lang="en-US" sz="3000" dirty="0" err="1">
                <a:solidFill>
                  <a:schemeClr val="bg1"/>
                </a:solidFill>
                <a:latin typeface="Dubai Light" panose="020B0303030403030204" pitchFamily="34" charset="-78"/>
                <a:cs typeface="Dubai Light" panose="020B0303030403030204" pitchFamily="34" charset="-78"/>
              </a:rPr>
              <a:t>Thinkfun</a:t>
            </a:r>
            <a:endParaRPr lang="en-US" sz="3000" dirty="0">
              <a:solidFill>
                <a:schemeClr val="bg1"/>
              </a:solidFill>
              <a:latin typeface="Dubai Light" panose="020B0303030403030204" pitchFamily="34" charset="-78"/>
              <a:cs typeface="Dubai Light" panose="020B0303030403030204" pitchFamily="34" charset="-78"/>
            </a:endParaRPr>
          </a:p>
        </p:txBody>
      </p:sp>
      <p:sp>
        <p:nvSpPr>
          <p:cNvPr id="19" name="TextBox 18">
            <a:extLst>
              <a:ext uri="{FF2B5EF4-FFF2-40B4-BE49-F238E27FC236}">
                <a16:creationId xmlns:a16="http://schemas.microsoft.com/office/drawing/2014/main" id="{6FFD3759-74C7-475A-9A39-BD0A882DF8E1}"/>
              </a:ext>
            </a:extLst>
          </p:cNvPr>
          <p:cNvSpPr txBox="1"/>
          <p:nvPr/>
        </p:nvSpPr>
        <p:spPr>
          <a:xfrm>
            <a:off x="0" y="6119336"/>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Erik D. </a:t>
            </a:r>
            <a:r>
              <a:rPr lang="en-US" sz="1400" dirty="0" err="1">
                <a:solidFill>
                  <a:schemeClr val="bg1"/>
                </a:solidFill>
                <a:latin typeface="Dubai Light" panose="020B0303030403030204" pitchFamily="34" charset="-78"/>
                <a:cs typeface="Dubai Light" panose="020B0303030403030204" pitchFamily="34" charset="-78"/>
              </a:rPr>
              <a:t>Demaine</a:t>
            </a:r>
            <a:r>
              <a:rPr lang="en-US" sz="1400" dirty="0">
                <a:solidFill>
                  <a:schemeClr val="bg1"/>
                </a:solidFill>
                <a:latin typeface="Dubai Light" panose="020B0303030403030204" pitchFamily="34" charset="-78"/>
                <a:cs typeface="Dubai Light" panose="020B0303030403030204" pitchFamily="34" charset="-78"/>
              </a:rPr>
              <a:t>, Sandor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a:t>
            </a:r>
            <a:r>
              <a:rPr lang="en-US" sz="1400" dirty="0" err="1">
                <a:solidFill>
                  <a:schemeClr val="bg1"/>
                </a:solidFill>
                <a:latin typeface="Dubai Light" panose="020B0303030403030204" pitchFamily="34" charset="-78"/>
                <a:cs typeface="Dubai Light" panose="020B0303030403030204" pitchFamily="34" charset="-78"/>
              </a:rPr>
              <a:t>Golnaz</a:t>
            </a:r>
            <a:r>
              <a:rPr lang="en-US" sz="1400" dirty="0">
                <a:solidFill>
                  <a:schemeClr val="bg1"/>
                </a:solidFill>
                <a:latin typeface="Dubai Light" panose="020B0303030403030204" pitchFamily="34" charset="-78"/>
                <a:cs typeface="Dubai Light" panose="020B0303030403030204" pitchFamily="34" charset="-78"/>
              </a:rPr>
              <a:t> Habibi, and James </a:t>
            </a:r>
            <a:r>
              <a:rPr lang="en-US" sz="1400" dirty="0" err="1">
                <a:solidFill>
                  <a:schemeClr val="bg1"/>
                </a:solidFill>
                <a:latin typeface="Dubai Light" panose="020B0303030403030204" pitchFamily="34" charset="-78"/>
                <a:cs typeface="Dubai Light" panose="020B0303030403030204" pitchFamily="34" charset="-78"/>
              </a:rPr>
              <a:t>McLurkin</a:t>
            </a:r>
            <a:r>
              <a:rPr lang="en-US" sz="1400" dirty="0">
                <a:solidFill>
                  <a:schemeClr val="bg1"/>
                </a:solidFill>
                <a:latin typeface="Dubai Light" panose="020B0303030403030204" pitchFamily="34" charset="-78"/>
                <a:cs typeface="Dubai Light" panose="020B0303030403030204" pitchFamily="34" charset="-78"/>
              </a:rPr>
              <a:t>,</a:t>
            </a:r>
          </a:p>
          <a:p>
            <a:r>
              <a:rPr lang="en-US" sz="1400" dirty="0" err="1">
                <a:solidFill>
                  <a:schemeClr val="bg1"/>
                </a:solidFill>
                <a:latin typeface="Dubai Light" panose="020B0303030403030204" pitchFamily="34" charset="-78"/>
                <a:cs typeface="Dubai Light" panose="020B0303030403030204" pitchFamily="34" charset="-78"/>
              </a:rPr>
              <a:t>Reconguring</a:t>
            </a:r>
            <a:r>
              <a:rPr lang="en-US" sz="1400" dirty="0">
                <a:solidFill>
                  <a:schemeClr val="bg1"/>
                </a:solidFill>
                <a:latin typeface="Dubai Light" panose="020B0303030403030204" pitchFamily="34" charset="-78"/>
                <a:cs typeface="Dubai Light" panose="020B0303030403030204" pitchFamily="34" charset="-78"/>
              </a:rPr>
              <a:t> massive particle swarms with limited, global control,</a:t>
            </a:r>
          </a:p>
          <a:p>
            <a:r>
              <a:rPr lang="en-US" sz="1400" dirty="0">
                <a:solidFill>
                  <a:schemeClr val="bg1"/>
                </a:solidFill>
                <a:latin typeface="Dubai Light" panose="020B0303030403030204" pitchFamily="34" charset="-78"/>
                <a:cs typeface="Dubai Light" panose="020B0303030403030204" pitchFamily="34" charset="-78"/>
              </a:rPr>
              <a:t>Algorithms for Sensor Systems (2014).</a:t>
            </a:r>
          </a:p>
        </p:txBody>
      </p:sp>
    </p:spTree>
    <p:extLst>
      <p:ext uri="{BB962C8B-B14F-4D97-AF65-F5344CB8AC3E}">
        <p14:creationId xmlns:p14="http://schemas.microsoft.com/office/powerpoint/2010/main" val="101747188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42" name="Group 141">
            <a:extLst>
              <a:ext uri="{FF2B5EF4-FFF2-40B4-BE49-F238E27FC236}">
                <a16:creationId xmlns:a16="http://schemas.microsoft.com/office/drawing/2014/main" id="{59A1B8F1-BA3E-4609-9F84-8540EDCEE9DC}"/>
              </a:ext>
            </a:extLst>
          </p:cNvPr>
          <p:cNvGrpSpPr/>
          <p:nvPr/>
        </p:nvGrpSpPr>
        <p:grpSpPr>
          <a:xfrm>
            <a:off x="4778862" y="2232766"/>
            <a:ext cx="2634276" cy="2634276"/>
            <a:chOff x="1230819" y="2109690"/>
            <a:chExt cx="2634276" cy="2634276"/>
          </a:xfrm>
        </p:grpSpPr>
        <p:grpSp>
          <p:nvGrpSpPr>
            <p:cNvPr id="345" name="Group 344">
              <a:extLst>
                <a:ext uri="{FF2B5EF4-FFF2-40B4-BE49-F238E27FC236}">
                  <a16:creationId xmlns:a16="http://schemas.microsoft.com/office/drawing/2014/main" id="{5A285095-E8E9-41D3-808A-E78AEED3DD3F}"/>
                </a:ext>
              </a:extLst>
            </p:cNvPr>
            <p:cNvGrpSpPr/>
            <p:nvPr/>
          </p:nvGrpSpPr>
          <p:grpSpPr>
            <a:xfrm>
              <a:off x="1232162" y="2109690"/>
              <a:ext cx="2629167" cy="2634276"/>
              <a:chOff x="1232162" y="2109690"/>
              <a:chExt cx="2629167" cy="2634276"/>
            </a:xfrm>
          </p:grpSpPr>
          <p:cxnSp>
            <p:nvCxnSpPr>
              <p:cNvPr id="321" name="Straight Connector 320">
                <a:extLst>
                  <a:ext uri="{FF2B5EF4-FFF2-40B4-BE49-F238E27FC236}">
                    <a16:creationId xmlns:a16="http://schemas.microsoft.com/office/drawing/2014/main" id="{5D713881-8160-44B6-B864-55C807F2100E}"/>
                  </a:ext>
                </a:extLst>
              </p:cNvPr>
              <p:cNvCxnSpPr>
                <a:cxnSpLocks/>
              </p:cNvCxnSpPr>
              <p:nvPr/>
            </p:nvCxnSpPr>
            <p:spPr>
              <a:xfrm>
                <a:off x="1232162" y="2116837"/>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31" name="Straight Connector 330">
                <a:extLst>
                  <a:ext uri="{FF2B5EF4-FFF2-40B4-BE49-F238E27FC236}">
                    <a16:creationId xmlns:a16="http://schemas.microsoft.com/office/drawing/2014/main" id="{05689B9B-734B-49B8-998A-6244A20C5712}"/>
                  </a:ext>
                </a:extLst>
              </p:cNvPr>
              <p:cNvCxnSpPr>
                <a:cxnSpLocks/>
              </p:cNvCxnSpPr>
              <p:nvPr/>
            </p:nvCxnSpPr>
            <p:spPr>
              <a:xfrm>
                <a:off x="1466640" y="211683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32" name="Straight Connector 331">
                <a:extLst>
                  <a:ext uri="{FF2B5EF4-FFF2-40B4-BE49-F238E27FC236}">
                    <a16:creationId xmlns:a16="http://schemas.microsoft.com/office/drawing/2014/main" id="{4348B0B5-D39A-435F-ACCF-E3AB1D132C7B}"/>
                  </a:ext>
                </a:extLst>
              </p:cNvPr>
              <p:cNvCxnSpPr>
                <a:cxnSpLocks/>
              </p:cNvCxnSpPr>
              <p:nvPr/>
            </p:nvCxnSpPr>
            <p:spPr>
              <a:xfrm>
                <a:off x="1706002" y="211683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33" name="Straight Connector 332">
                <a:extLst>
                  <a:ext uri="{FF2B5EF4-FFF2-40B4-BE49-F238E27FC236}">
                    <a16:creationId xmlns:a16="http://schemas.microsoft.com/office/drawing/2014/main" id="{3A12C747-DACF-4706-A42B-944341E6E9BD}"/>
                  </a:ext>
                </a:extLst>
              </p:cNvPr>
              <p:cNvCxnSpPr>
                <a:cxnSpLocks/>
              </p:cNvCxnSpPr>
              <p:nvPr/>
            </p:nvCxnSpPr>
            <p:spPr>
              <a:xfrm>
                <a:off x="1944243" y="2114453"/>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34" name="Straight Connector 333">
                <a:extLst>
                  <a:ext uri="{FF2B5EF4-FFF2-40B4-BE49-F238E27FC236}">
                    <a16:creationId xmlns:a16="http://schemas.microsoft.com/office/drawing/2014/main" id="{C404D05F-E305-4A98-B631-794FB8CD8506}"/>
                  </a:ext>
                </a:extLst>
              </p:cNvPr>
              <p:cNvCxnSpPr>
                <a:cxnSpLocks/>
              </p:cNvCxnSpPr>
              <p:nvPr/>
            </p:nvCxnSpPr>
            <p:spPr>
              <a:xfrm>
                <a:off x="2182571" y="2109690"/>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35" name="Straight Connector 334">
                <a:extLst>
                  <a:ext uri="{FF2B5EF4-FFF2-40B4-BE49-F238E27FC236}">
                    <a16:creationId xmlns:a16="http://schemas.microsoft.com/office/drawing/2014/main" id="{203BC5B8-161A-4017-885D-9F4B3B093992}"/>
                  </a:ext>
                </a:extLst>
              </p:cNvPr>
              <p:cNvCxnSpPr>
                <a:cxnSpLocks/>
              </p:cNvCxnSpPr>
              <p:nvPr/>
            </p:nvCxnSpPr>
            <p:spPr>
              <a:xfrm>
                <a:off x="2422964" y="2121338"/>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38" name="Straight Connector 337">
                <a:extLst>
                  <a:ext uri="{FF2B5EF4-FFF2-40B4-BE49-F238E27FC236}">
                    <a16:creationId xmlns:a16="http://schemas.microsoft.com/office/drawing/2014/main" id="{1F1C1471-5D3E-4D30-8103-3FD7CA74EBB9}"/>
                  </a:ext>
                </a:extLst>
              </p:cNvPr>
              <p:cNvCxnSpPr>
                <a:cxnSpLocks/>
              </p:cNvCxnSpPr>
              <p:nvPr/>
            </p:nvCxnSpPr>
            <p:spPr>
              <a:xfrm>
                <a:off x="2658398" y="2122807"/>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39" name="Straight Connector 338">
                <a:extLst>
                  <a:ext uri="{FF2B5EF4-FFF2-40B4-BE49-F238E27FC236}">
                    <a16:creationId xmlns:a16="http://schemas.microsoft.com/office/drawing/2014/main" id="{2BB16CD8-0207-4252-8323-401F8BB2B5BD}"/>
                  </a:ext>
                </a:extLst>
              </p:cNvPr>
              <p:cNvCxnSpPr>
                <a:cxnSpLocks/>
              </p:cNvCxnSpPr>
              <p:nvPr/>
            </p:nvCxnSpPr>
            <p:spPr>
              <a:xfrm>
                <a:off x="2896639" y="212042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40" name="Straight Connector 339">
                <a:extLst>
                  <a:ext uri="{FF2B5EF4-FFF2-40B4-BE49-F238E27FC236}">
                    <a16:creationId xmlns:a16="http://schemas.microsoft.com/office/drawing/2014/main" id="{B3E08FF1-853F-4C64-B1A5-428B3AB243B5}"/>
                  </a:ext>
                </a:extLst>
              </p:cNvPr>
              <p:cNvCxnSpPr>
                <a:cxnSpLocks/>
              </p:cNvCxnSpPr>
              <p:nvPr/>
            </p:nvCxnSpPr>
            <p:spPr>
              <a:xfrm>
                <a:off x="3134967" y="2115662"/>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41" name="Straight Connector 340">
                <a:extLst>
                  <a:ext uri="{FF2B5EF4-FFF2-40B4-BE49-F238E27FC236}">
                    <a16:creationId xmlns:a16="http://schemas.microsoft.com/office/drawing/2014/main" id="{20CE1AD1-8DB7-46F5-9EB5-5F1E9BEF88C8}"/>
                  </a:ext>
                </a:extLst>
              </p:cNvPr>
              <p:cNvCxnSpPr>
                <a:cxnSpLocks/>
              </p:cNvCxnSpPr>
              <p:nvPr/>
            </p:nvCxnSpPr>
            <p:spPr>
              <a:xfrm>
                <a:off x="3372174" y="211683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43" name="Straight Connector 342">
                <a:extLst>
                  <a:ext uri="{FF2B5EF4-FFF2-40B4-BE49-F238E27FC236}">
                    <a16:creationId xmlns:a16="http://schemas.microsoft.com/office/drawing/2014/main" id="{F8B69C74-362D-4467-B416-6AB4FD0D206B}"/>
                  </a:ext>
                </a:extLst>
              </p:cNvPr>
              <p:cNvCxnSpPr>
                <a:cxnSpLocks/>
              </p:cNvCxnSpPr>
              <p:nvPr/>
            </p:nvCxnSpPr>
            <p:spPr>
              <a:xfrm>
                <a:off x="3613175" y="211683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44" name="Straight Connector 343">
                <a:extLst>
                  <a:ext uri="{FF2B5EF4-FFF2-40B4-BE49-F238E27FC236}">
                    <a16:creationId xmlns:a16="http://schemas.microsoft.com/office/drawing/2014/main" id="{112B260E-32C3-4C90-8E85-32126867B64D}"/>
                  </a:ext>
                </a:extLst>
              </p:cNvPr>
              <p:cNvCxnSpPr>
                <a:cxnSpLocks/>
              </p:cNvCxnSpPr>
              <p:nvPr/>
            </p:nvCxnSpPr>
            <p:spPr>
              <a:xfrm>
                <a:off x="3854958" y="2116834"/>
                <a:ext cx="6371" cy="2621159"/>
              </a:xfrm>
              <a:prstGeom prst="line">
                <a:avLst/>
              </a:prstGeom>
            </p:spPr>
            <p:style>
              <a:lnRef idx="1">
                <a:schemeClr val="dk1"/>
              </a:lnRef>
              <a:fillRef idx="0">
                <a:schemeClr val="dk1"/>
              </a:fillRef>
              <a:effectRef idx="0">
                <a:schemeClr val="dk1"/>
              </a:effectRef>
              <a:fontRef idx="minor">
                <a:schemeClr val="tx1"/>
              </a:fontRef>
            </p:style>
          </p:cxnSp>
        </p:grpSp>
        <p:grpSp>
          <p:nvGrpSpPr>
            <p:cNvPr id="346" name="Group 345">
              <a:extLst>
                <a:ext uri="{FF2B5EF4-FFF2-40B4-BE49-F238E27FC236}">
                  <a16:creationId xmlns:a16="http://schemas.microsoft.com/office/drawing/2014/main" id="{6D47C23D-DFDB-4BCB-84BF-70EAB395FD02}"/>
                </a:ext>
              </a:extLst>
            </p:cNvPr>
            <p:cNvGrpSpPr/>
            <p:nvPr/>
          </p:nvGrpSpPr>
          <p:grpSpPr>
            <a:xfrm rot="5400000">
              <a:off x="1233373" y="2110276"/>
              <a:ext cx="2629167" cy="2634276"/>
              <a:chOff x="1232162" y="2109690"/>
              <a:chExt cx="2629167" cy="2634276"/>
            </a:xfrm>
          </p:grpSpPr>
          <p:cxnSp>
            <p:nvCxnSpPr>
              <p:cNvPr id="347" name="Straight Connector 346">
                <a:extLst>
                  <a:ext uri="{FF2B5EF4-FFF2-40B4-BE49-F238E27FC236}">
                    <a16:creationId xmlns:a16="http://schemas.microsoft.com/office/drawing/2014/main" id="{200FA411-F87E-41F4-A4AD-4B5DC1672C3E}"/>
                  </a:ext>
                </a:extLst>
              </p:cNvPr>
              <p:cNvCxnSpPr>
                <a:cxnSpLocks/>
              </p:cNvCxnSpPr>
              <p:nvPr/>
            </p:nvCxnSpPr>
            <p:spPr>
              <a:xfrm>
                <a:off x="1232162" y="2116837"/>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48" name="Straight Connector 347">
                <a:extLst>
                  <a:ext uri="{FF2B5EF4-FFF2-40B4-BE49-F238E27FC236}">
                    <a16:creationId xmlns:a16="http://schemas.microsoft.com/office/drawing/2014/main" id="{873E14CE-3313-44AC-A425-9404AB032EFD}"/>
                  </a:ext>
                </a:extLst>
              </p:cNvPr>
              <p:cNvCxnSpPr>
                <a:cxnSpLocks/>
              </p:cNvCxnSpPr>
              <p:nvPr/>
            </p:nvCxnSpPr>
            <p:spPr>
              <a:xfrm>
                <a:off x="1466640" y="211683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49" name="Straight Connector 348">
                <a:extLst>
                  <a:ext uri="{FF2B5EF4-FFF2-40B4-BE49-F238E27FC236}">
                    <a16:creationId xmlns:a16="http://schemas.microsoft.com/office/drawing/2014/main" id="{B12648A7-18EB-4135-8209-FB651C0A2F08}"/>
                  </a:ext>
                </a:extLst>
              </p:cNvPr>
              <p:cNvCxnSpPr>
                <a:cxnSpLocks/>
              </p:cNvCxnSpPr>
              <p:nvPr/>
            </p:nvCxnSpPr>
            <p:spPr>
              <a:xfrm>
                <a:off x="1706002" y="211683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0" name="Straight Connector 349">
                <a:extLst>
                  <a:ext uri="{FF2B5EF4-FFF2-40B4-BE49-F238E27FC236}">
                    <a16:creationId xmlns:a16="http://schemas.microsoft.com/office/drawing/2014/main" id="{5474B4DC-A9A0-480D-A95C-B798ACE5DF47}"/>
                  </a:ext>
                </a:extLst>
              </p:cNvPr>
              <p:cNvCxnSpPr>
                <a:cxnSpLocks/>
              </p:cNvCxnSpPr>
              <p:nvPr/>
            </p:nvCxnSpPr>
            <p:spPr>
              <a:xfrm>
                <a:off x="1944243" y="2114453"/>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1" name="Straight Connector 350">
                <a:extLst>
                  <a:ext uri="{FF2B5EF4-FFF2-40B4-BE49-F238E27FC236}">
                    <a16:creationId xmlns:a16="http://schemas.microsoft.com/office/drawing/2014/main" id="{510126E4-9284-4DFF-B14F-2801177D6630}"/>
                  </a:ext>
                </a:extLst>
              </p:cNvPr>
              <p:cNvCxnSpPr>
                <a:cxnSpLocks/>
              </p:cNvCxnSpPr>
              <p:nvPr/>
            </p:nvCxnSpPr>
            <p:spPr>
              <a:xfrm>
                <a:off x="2182571" y="2109690"/>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2" name="Straight Connector 351">
                <a:extLst>
                  <a:ext uri="{FF2B5EF4-FFF2-40B4-BE49-F238E27FC236}">
                    <a16:creationId xmlns:a16="http://schemas.microsoft.com/office/drawing/2014/main" id="{0F5EA4D3-D785-4383-B4E0-86AAC9E74C2D}"/>
                  </a:ext>
                </a:extLst>
              </p:cNvPr>
              <p:cNvCxnSpPr>
                <a:cxnSpLocks/>
              </p:cNvCxnSpPr>
              <p:nvPr/>
            </p:nvCxnSpPr>
            <p:spPr>
              <a:xfrm>
                <a:off x="2422964" y="2121338"/>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3" name="Straight Connector 352">
                <a:extLst>
                  <a:ext uri="{FF2B5EF4-FFF2-40B4-BE49-F238E27FC236}">
                    <a16:creationId xmlns:a16="http://schemas.microsoft.com/office/drawing/2014/main" id="{C9ABA953-875D-4A29-A41F-078DFEF88788}"/>
                  </a:ext>
                </a:extLst>
              </p:cNvPr>
              <p:cNvCxnSpPr>
                <a:cxnSpLocks/>
              </p:cNvCxnSpPr>
              <p:nvPr/>
            </p:nvCxnSpPr>
            <p:spPr>
              <a:xfrm>
                <a:off x="2658398" y="2122807"/>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4" name="Straight Connector 353">
                <a:extLst>
                  <a:ext uri="{FF2B5EF4-FFF2-40B4-BE49-F238E27FC236}">
                    <a16:creationId xmlns:a16="http://schemas.microsoft.com/office/drawing/2014/main" id="{AAEC9225-39BD-4D5D-97B5-0141F3A97FB0}"/>
                  </a:ext>
                </a:extLst>
              </p:cNvPr>
              <p:cNvCxnSpPr>
                <a:cxnSpLocks/>
              </p:cNvCxnSpPr>
              <p:nvPr/>
            </p:nvCxnSpPr>
            <p:spPr>
              <a:xfrm>
                <a:off x="2896639" y="212042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5" name="Straight Connector 354">
                <a:extLst>
                  <a:ext uri="{FF2B5EF4-FFF2-40B4-BE49-F238E27FC236}">
                    <a16:creationId xmlns:a16="http://schemas.microsoft.com/office/drawing/2014/main" id="{7972C9DA-129B-4EC1-93A2-A15CEABA1D4D}"/>
                  </a:ext>
                </a:extLst>
              </p:cNvPr>
              <p:cNvCxnSpPr>
                <a:cxnSpLocks/>
              </p:cNvCxnSpPr>
              <p:nvPr/>
            </p:nvCxnSpPr>
            <p:spPr>
              <a:xfrm>
                <a:off x="3134967" y="2115662"/>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6" name="Straight Connector 355">
                <a:extLst>
                  <a:ext uri="{FF2B5EF4-FFF2-40B4-BE49-F238E27FC236}">
                    <a16:creationId xmlns:a16="http://schemas.microsoft.com/office/drawing/2014/main" id="{2A68E66D-C2A5-4200-8AB2-6BC00289F4B8}"/>
                  </a:ext>
                </a:extLst>
              </p:cNvPr>
              <p:cNvCxnSpPr>
                <a:cxnSpLocks/>
              </p:cNvCxnSpPr>
              <p:nvPr/>
            </p:nvCxnSpPr>
            <p:spPr>
              <a:xfrm>
                <a:off x="3372174" y="211683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7" name="Straight Connector 356">
                <a:extLst>
                  <a:ext uri="{FF2B5EF4-FFF2-40B4-BE49-F238E27FC236}">
                    <a16:creationId xmlns:a16="http://schemas.microsoft.com/office/drawing/2014/main" id="{D3EF940F-B81B-46A1-8599-DDC6AAA6E07E}"/>
                  </a:ext>
                </a:extLst>
              </p:cNvPr>
              <p:cNvCxnSpPr>
                <a:cxnSpLocks/>
              </p:cNvCxnSpPr>
              <p:nvPr/>
            </p:nvCxnSpPr>
            <p:spPr>
              <a:xfrm>
                <a:off x="3613175" y="2116835"/>
                <a:ext cx="6371" cy="2621159"/>
              </a:xfrm>
              <a:prstGeom prst="line">
                <a:avLst/>
              </a:prstGeom>
            </p:spPr>
            <p:style>
              <a:lnRef idx="1">
                <a:schemeClr val="dk1"/>
              </a:lnRef>
              <a:fillRef idx="0">
                <a:schemeClr val="dk1"/>
              </a:fillRef>
              <a:effectRef idx="0">
                <a:schemeClr val="dk1"/>
              </a:effectRef>
              <a:fontRef idx="minor">
                <a:schemeClr val="tx1"/>
              </a:fontRef>
            </p:style>
          </p:cxnSp>
          <p:cxnSp>
            <p:nvCxnSpPr>
              <p:cNvPr id="358" name="Straight Connector 357">
                <a:extLst>
                  <a:ext uri="{FF2B5EF4-FFF2-40B4-BE49-F238E27FC236}">
                    <a16:creationId xmlns:a16="http://schemas.microsoft.com/office/drawing/2014/main" id="{92DC5240-1917-4B32-ADD7-B90FA414D84B}"/>
                  </a:ext>
                </a:extLst>
              </p:cNvPr>
              <p:cNvCxnSpPr>
                <a:cxnSpLocks/>
              </p:cNvCxnSpPr>
              <p:nvPr/>
            </p:nvCxnSpPr>
            <p:spPr>
              <a:xfrm>
                <a:off x="3854958" y="2116834"/>
                <a:ext cx="6371" cy="2621159"/>
              </a:xfrm>
              <a:prstGeom prst="line">
                <a:avLst/>
              </a:prstGeom>
            </p:spPr>
            <p:style>
              <a:lnRef idx="1">
                <a:schemeClr val="dk1"/>
              </a:lnRef>
              <a:fillRef idx="0">
                <a:schemeClr val="dk1"/>
              </a:fillRef>
              <a:effectRef idx="0">
                <a:schemeClr val="dk1"/>
              </a:effectRef>
              <a:fontRef idx="minor">
                <a:schemeClr val="tx1"/>
              </a:fontRef>
            </p:style>
          </p:cxnSp>
        </p:grpSp>
      </p:grpSp>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Tilt Assembly Model</a:t>
            </a:r>
          </a:p>
        </p:txBody>
      </p:sp>
      <p:sp>
        <p:nvSpPr>
          <p:cNvPr id="291" name="TextBox 290">
            <a:extLst>
              <a:ext uri="{FF2B5EF4-FFF2-40B4-BE49-F238E27FC236}">
                <a16:creationId xmlns:a16="http://schemas.microsoft.com/office/drawing/2014/main" id="{D61EC2C7-BCA0-42D5-8360-2CEE9B9B8DA5}"/>
              </a:ext>
            </a:extLst>
          </p:cNvPr>
          <p:cNvSpPr txBox="1"/>
          <p:nvPr/>
        </p:nvSpPr>
        <p:spPr>
          <a:xfrm>
            <a:off x="8827031" y="1343896"/>
            <a:ext cx="2560637"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Commands: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295" name="Oval 294">
            <a:extLst>
              <a:ext uri="{FF2B5EF4-FFF2-40B4-BE49-F238E27FC236}">
                <a16:creationId xmlns:a16="http://schemas.microsoft.com/office/drawing/2014/main" id="{861D6EC6-F25F-4035-9129-4C05993EC985}"/>
              </a:ext>
            </a:extLst>
          </p:cNvPr>
          <p:cNvSpPr/>
          <p:nvPr/>
        </p:nvSpPr>
        <p:spPr>
          <a:xfrm>
            <a:off x="10576374" y="319323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6" name="Graphic 295">
            <a:extLst>
              <a:ext uri="{FF2B5EF4-FFF2-40B4-BE49-F238E27FC236}">
                <a16:creationId xmlns:a16="http://schemas.microsoft.com/office/drawing/2014/main" id="{827F003E-7827-4FF5-B605-3B517FEA0E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50231" y="3163547"/>
            <a:ext cx="640080" cy="640080"/>
          </a:xfrm>
          <a:prstGeom prst="rect">
            <a:avLst/>
          </a:prstGeom>
        </p:spPr>
      </p:pic>
      <p:sp>
        <p:nvSpPr>
          <p:cNvPr id="297" name="Oval 296">
            <a:extLst>
              <a:ext uri="{FF2B5EF4-FFF2-40B4-BE49-F238E27FC236}">
                <a16:creationId xmlns:a16="http://schemas.microsoft.com/office/drawing/2014/main" id="{746F9CAC-CEF1-49B8-AC63-0105E58AEB8F}"/>
              </a:ext>
            </a:extLst>
          </p:cNvPr>
          <p:cNvSpPr/>
          <p:nvPr/>
        </p:nvSpPr>
        <p:spPr>
          <a:xfrm rot="16200000">
            <a:off x="9800854" y="227363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8" name="Graphic 297">
            <a:extLst>
              <a:ext uri="{FF2B5EF4-FFF2-40B4-BE49-F238E27FC236}">
                <a16:creationId xmlns:a16="http://schemas.microsoft.com/office/drawing/2014/main" id="{92D126D0-450F-4AA1-BBE1-7108630347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9774711" y="2243946"/>
            <a:ext cx="640080" cy="640080"/>
          </a:xfrm>
          <a:prstGeom prst="rect">
            <a:avLst/>
          </a:prstGeom>
        </p:spPr>
      </p:pic>
      <p:sp>
        <p:nvSpPr>
          <p:cNvPr id="299" name="Oval 298">
            <a:extLst>
              <a:ext uri="{FF2B5EF4-FFF2-40B4-BE49-F238E27FC236}">
                <a16:creationId xmlns:a16="http://schemas.microsoft.com/office/drawing/2014/main" id="{A5B06FAB-E390-42EB-825A-D855B33FDA8E}"/>
              </a:ext>
            </a:extLst>
          </p:cNvPr>
          <p:cNvSpPr/>
          <p:nvPr/>
        </p:nvSpPr>
        <p:spPr>
          <a:xfrm flipH="1">
            <a:off x="8922394" y="319323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0" name="Graphic 299">
            <a:extLst>
              <a:ext uri="{FF2B5EF4-FFF2-40B4-BE49-F238E27FC236}">
                <a16:creationId xmlns:a16="http://schemas.microsoft.com/office/drawing/2014/main" id="{E03A9B45-1BB5-4637-ADED-925AE1CEFA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8896251" y="3163547"/>
            <a:ext cx="640080" cy="640080"/>
          </a:xfrm>
          <a:prstGeom prst="rect">
            <a:avLst/>
          </a:prstGeom>
        </p:spPr>
      </p:pic>
      <p:sp>
        <p:nvSpPr>
          <p:cNvPr id="301" name="Oval 300">
            <a:extLst>
              <a:ext uri="{FF2B5EF4-FFF2-40B4-BE49-F238E27FC236}">
                <a16:creationId xmlns:a16="http://schemas.microsoft.com/office/drawing/2014/main" id="{656C6160-547C-43CE-A356-5901D71F58DD}"/>
              </a:ext>
            </a:extLst>
          </p:cNvPr>
          <p:cNvSpPr/>
          <p:nvPr/>
        </p:nvSpPr>
        <p:spPr>
          <a:xfrm rot="5400000">
            <a:off x="9752200" y="4018575"/>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2" name="Graphic 301">
            <a:extLst>
              <a:ext uri="{FF2B5EF4-FFF2-40B4-BE49-F238E27FC236}">
                <a16:creationId xmlns:a16="http://schemas.microsoft.com/office/drawing/2014/main" id="{DBC12934-1AC6-4C25-9D18-50379F4BE7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9726057" y="3988890"/>
            <a:ext cx="640080" cy="640080"/>
          </a:xfrm>
          <a:prstGeom prst="rect">
            <a:avLst/>
          </a:prstGeom>
        </p:spPr>
      </p:pic>
      <p:sp>
        <p:nvSpPr>
          <p:cNvPr id="247" name="Rectangle 246">
            <a:extLst>
              <a:ext uri="{FF2B5EF4-FFF2-40B4-BE49-F238E27FC236}">
                <a16:creationId xmlns:a16="http://schemas.microsoft.com/office/drawing/2014/main" id="{854BA629-7238-47F2-AD82-6BC2A838048F}"/>
              </a:ext>
            </a:extLst>
          </p:cNvPr>
          <p:cNvSpPr/>
          <p:nvPr/>
        </p:nvSpPr>
        <p:spPr>
          <a:xfrm rot="5400000">
            <a:off x="6213797" y="24791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66DFBA1C-3086-48FD-A112-F520DF064597}"/>
              </a:ext>
            </a:extLst>
          </p:cNvPr>
          <p:cNvSpPr/>
          <p:nvPr/>
        </p:nvSpPr>
        <p:spPr>
          <a:xfrm rot="5400000">
            <a:off x="6687638" y="247983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D4B13BA2-6A33-466B-9EEE-37120BA792CB}"/>
              </a:ext>
            </a:extLst>
          </p:cNvPr>
          <p:cNvSpPr/>
          <p:nvPr/>
        </p:nvSpPr>
        <p:spPr>
          <a:xfrm rot="5400000">
            <a:off x="5262743" y="247918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D908196-384F-474B-82ED-340D75D9C156}"/>
              </a:ext>
            </a:extLst>
          </p:cNvPr>
          <p:cNvGrpSpPr/>
          <p:nvPr/>
        </p:nvGrpSpPr>
        <p:grpSpPr>
          <a:xfrm>
            <a:off x="4784664" y="2241176"/>
            <a:ext cx="2619865" cy="2621799"/>
            <a:chOff x="1228153" y="1651269"/>
            <a:chExt cx="2619865" cy="2621799"/>
          </a:xfrm>
        </p:grpSpPr>
        <p:sp>
          <p:nvSpPr>
            <p:cNvPr id="110" name="Rectangle 109">
              <a:extLst>
                <a:ext uri="{FF2B5EF4-FFF2-40B4-BE49-F238E27FC236}">
                  <a16:creationId xmlns:a16="http://schemas.microsoft.com/office/drawing/2014/main" id="{BCA325F6-CA98-4EA6-A83A-C1C03488E902}"/>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3989382F-E58F-4CFA-8B1A-B24545FD0085}"/>
                </a:ext>
              </a:extLst>
            </p:cNvPr>
            <p:cNvSpPr/>
            <p:nvPr/>
          </p:nvSpPr>
          <p:spPr>
            <a:xfrm>
              <a:off x="1465578"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11FF1F5E-B928-4509-B9E9-2E3467303944}"/>
                </a:ext>
              </a:extLst>
            </p:cNvPr>
            <p:cNvSpPr/>
            <p:nvPr/>
          </p:nvSpPr>
          <p:spPr>
            <a:xfrm>
              <a:off x="1704328" y="23669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7D802EC5-73CD-4DDC-A86E-62680718F826}"/>
                </a:ext>
              </a:extLst>
            </p:cNvPr>
            <p:cNvSpPr/>
            <p:nvPr/>
          </p:nvSpPr>
          <p:spPr>
            <a:xfrm>
              <a:off x="3129783" y="332315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487127E-0479-4186-B15C-461AA6E6548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280">
              <a:extLst>
                <a:ext uri="{FF2B5EF4-FFF2-40B4-BE49-F238E27FC236}">
                  <a16:creationId xmlns:a16="http://schemas.microsoft.com/office/drawing/2014/main" id="{04A7CE13-1C6D-4915-B825-0EF0BEBAD4C8}"/>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a:extLst>
                <a:ext uri="{FF2B5EF4-FFF2-40B4-BE49-F238E27FC236}">
                  <a16:creationId xmlns:a16="http://schemas.microsoft.com/office/drawing/2014/main" id="{5953FD64-DD63-46D5-93DE-EBA6C34B1C37}"/>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9" name="Rectangle 288">
              <a:extLst>
                <a:ext uri="{FF2B5EF4-FFF2-40B4-BE49-F238E27FC236}">
                  <a16:creationId xmlns:a16="http://schemas.microsoft.com/office/drawing/2014/main" id="{742E1EB8-4AEA-439A-977B-BD21DA01BD5B}"/>
                </a:ext>
              </a:extLst>
            </p:cNvPr>
            <p:cNvSpPr/>
            <p:nvPr/>
          </p:nvSpPr>
          <p:spPr>
            <a:xfrm>
              <a:off x="2179196" y="37948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DB043C40-C21F-48FB-9A89-FFC46AECBA74}"/>
                </a:ext>
              </a:extLst>
            </p:cNvPr>
            <p:cNvSpPr/>
            <p:nvPr/>
          </p:nvSpPr>
          <p:spPr>
            <a:xfrm>
              <a:off x="2654546" y="284446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0B2671E3-9BDD-4588-9DB3-25EACD42AD3F}"/>
              </a:ext>
            </a:extLst>
          </p:cNvPr>
          <p:cNvGrpSpPr/>
          <p:nvPr/>
        </p:nvGrpSpPr>
        <p:grpSpPr>
          <a:xfrm>
            <a:off x="719232" y="1343896"/>
            <a:ext cx="3185080" cy="4992725"/>
            <a:chOff x="5518011" y="1410214"/>
            <a:chExt cx="3185080" cy="4992725"/>
          </a:xfrm>
        </p:grpSpPr>
        <p:sp>
          <p:nvSpPr>
            <p:cNvPr id="303" name="TextBox 302">
              <a:extLst>
                <a:ext uri="{FF2B5EF4-FFF2-40B4-BE49-F238E27FC236}">
                  <a16:creationId xmlns:a16="http://schemas.microsoft.com/office/drawing/2014/main" id="{9A5648BB-5FFA-415F-B984-3FFC72D8ADFB}"/>
                </a:ext>
              </a:extLst>
            </p:cNvPr>
            <p:cNvSpPr txBox="1"/>
            <p:nvPr/>
          </p:nvSpPr>
          <p:spPr>
            <a:xfrm>
              <a:off x="5525995" y="1410214"/>
              <a:ext cx="2158155"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Elements: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304" name="TextBox 303">
              <a:extLst>
                <a:ext uri="{FF2B5EF4-FFF2-40B4-BE49-F238E27FC236}">
                  <a16:creationId xmlns:a16="http://schemas.microsoft.com/office/drawing/2014/main" id="{11845EBA-C444-4466-9A51-E35792E96603}"/>
                </a:ext>
              </a:extLst>
            </p:cNvPr>
            <p:cNvSpPr txBox="1"/>
            <p:nvPr/>
          </p:nvSpPr>
          <p:spPr>
            <a:xfrm>
              <a:off x="5518011" y="2150234"/>
              <a:ext cx="1156407"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Board:</a:t>
              </a:r>
            </a:p>
          </p:txBody>
        </p:sp>
        <p:sp>
          <p:nvSpPr>
            <p:cNvPr id="361" name="TextBox 360">
              <a:extLst>
                <a:ext uri="{FF2B5EF4-FFF2-40B4-BE49-F238E27FC236}">
                  <a16:creationId xmlns:a16="http://schemas.microsoft.com/office/drawing/2014/main" id="{40F41579-DECC-4BC7-8098-AB2393F32B48}"/>
                </a:ext>
              </a:extLst>
            </p:cNvPr>
            <p:cNvSpPr txBox="1"/>
            <p:nvPr/>
          </p:nvSpPr>
          <p:spPr>
            <a:xfrm>
              <a:off x="5518011" y="3629143"/>
              <a:ext cx="2177840"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Polyominoes:</a:t>
              </a:r>
            </a:p>
          </p:txBody>
        </p:sp>
        <p:grpSp>
          <p:nvGrpSpPr>
            <p:cNvPr id="153" name="Group 152">
              <a:extLst>
                <a:ext uri="{FF2B5EF4-FFF2-40B4-BE49-F238E27FC236}">
                  <a16:creationId xmlns:a16="http://schemas.microsoft.com/office/drawing/2014/main" id="{968C6A23-5B12-4C3F-8013-858FDDB04258}"/>
                </a:ext>
              </a:extLst>
            </p:cNvPr>
            <p:cNvGrpSpPr/>
            <p:nvPr/>
          </p:nvGrpSpPr>
          <p:grpSpPr>
            <a:xfrm>
              <a:off x="5812678" y="2647586"/>
              <a:ext cx="1657584" cy="862130"/>
              <a:chOff x="5828523" y="2704122"/>
              <a:chExt cx="1657584" cy="862130"/>
            </a:xfrm>
          </p:grpSpPr>
          <p:sp>
            <p:nvSpPr>
              <p:cNvPr id="359" name="Rectangle 358">
                <a:extLst>
                  <a:ext uri="{FF2B5EF4-FFF2-40B4-BE49-F238E27FC236}">
                    <a16:creationId xmlns:a16="http://schemas.microsoft.com/office/drawing/2014/main" id="{FCB0CF9D-DE5E-43AF-986F-731E176B7B81}"/>
                  </a:ext>
                </a:extLst>
              </p:cNvPr>
              <p:cNvSpPr/>
              <p:nvPr/>
            </p:nvSpPr>
            <p:spPr>
              <a:xfrm rot="5400000">
                <a:off x="5829031" y="316876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8BACC1ED-8136-4DEE-9B9F-48DD1A5EF3FB}"/>
                  </a:ext>
                </a:extLst>
              </p:cNvPr>
              <p:cNvSpPr/>
              <p:nvPr/>
            </p:nvSpPr>
            <p:spPr>
              <a:xfrm rot="5400000">
                <a:off x="5830852" y="2810113"/>
                <a:ext cx="237744" cy="23876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TextBox 362">
                <a:extLst>
                  <a:ext uri="{FF2B5EF4-FFF2-40B4-BE49-F238E27FC236}">
                    <a16:creationId xmlns:a16="http://schemas.microsoft.com/office/drawing/2014/main" id="{D422FD70-9A04-4AC2-B7FF-50FACDEFECB4}"/>
                  </a:ext>
                </a:extLst>
              </p:cNvPr>
              <p:cNvSpPr txBox="1"/>
              <p:nvPr/>
            </p:nvSpPr>
            <p:spPr>
              <a:xfrm>
                <a:off x="6067283" y="2704122"/>
                <a:ext cx="968086"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Free</a:t>
                </a:r>
              </a:p>
            </p:txBody>
          </p:sp>
          <p:sp>
            <p:nvSpPr>
              <p:cNvPr id="364" name="TextBox 363">
                <a:extLst>
                  <a:ext uri="{FF2B5EF4-FFF2-40B4-BE49-F238E27FC236}">
                    <a16:creationId xmlns:a16="http://schemas.microsoft.com/office/drawing/2014/main" id="{3E61303E-7E5E-4A7B-9086-FDBD0EB3B53D}"/>
                  </a:ext>
                </a:extLst>
              </p:cNvPr>
              <p:cNvSpPr txBox="1"/>
              <p:nvPr/>
            </p:nvSpPr>
            <p:spPr>
              <a:xfrm>
                <a:off x="6065462" y="3073809"/>
                <a:ext cx="1420645"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Blocked</a:t>
                </a:r>
              </a:p>
            </p:txBody>
          </p:sp>
        </p:grpSp>
        <p:grpSp>
          <p:nvGrpSpPr>
            <p:cNvPr id="154" name="Group 153">
              <a:extLst>
                <a:ext uri="{FF2B5EF4-FFF2-40B4-BE49-F238E27FC236}">
                  <a16:creationId xmlns:a16="http://schemas.microsoft.com/office/drawing/2014/main" id="{F9E74D4A-7159-43F6-BFCD-E28ECBDBA7FC}"/>
                </a:ext>
              </a:extLst>
            </p:cNvPr>
            <p:cNvGrpSpPr/>
            <p:nvPr/>
          </p:nvGrpSpPr>
          <p:grpSpPr>
            <a:xfrm>
              <a:off x="5810857" y="5060964"/>
              <a:ext cx="477520" cy="237744"/>
              <a:chOff x="5976620" y="5328914"/>
              <a:chExt cx="477520" cy="237744"/>
            </a:xfrm>
          </p:grpSpPr>
          <p:sp>
            <p:nvSpPr>
              <p:cNvPr id="367" name="Rectangle 366">
                <a:extLst>
                  <a:ext uri="{FF2B5EF4-FFF2-40B4-BE49-F238E27FC236}">
                    <a16:creationId xmlns:a16="http://schemas.microsoft.com/office/drawing/2014/main" id="{2C517F13-06BA-4A6F-A001-D89C1AF35732}"/>
                  </a:ext>
                </a:extLst>
              </p:cNvPr>
              <p:cNvSpPr/>
              <p:nvPr/>
            </p:nvSpPr>
            <p:spPr>
              <a:xfrm rot="5400000">
                <a:off x="5977128" y="53284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6C767175-9C77-4F38-BB93-7E61076036D9}"/>
                  </a:ext>
                </a:extLst>
              </p:cNvPr>
              <p:cNvSpPr/>
              <p:nvPr/>
            </p:nvSpPr>
            <p:spPr>
              <a:xfrm rot="5400000">
                <a:off x="6215888" y="532840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D0FCFE0B-F740-4003-8179-92A4EB296082}"/>
                  </a:ext>
                </a:extLst>
              </p:cNvPr>
              <p:cNvSpPr/>
              <p:nvPr/>
            </p:nvSpPr>
            <p:spPr>
              <a:xfrm rot="5400000">
                <a:off x="6196012" y="5389842"/>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0" name="Group 369">
              <a:extLst>
                <a:ext uri="{FF2B5EF4-FFF2-40B4-BE49-F238E27FC236}">
                  <a16:creationId xmlns:a16="http://schemas.microsoft.com/office/drawing/2014/main" id="{A46136F8-1E81-49C1-BB71-1CA5A8066AA4}"/>
                </a:ext>
              </a:extLst>
            </p:cNvPr>
            <p:cNvGrpSpPr/>
            <p:nvPr/>
          </p:nvGrpSpPr>
          <p:grpSpPr>
            <a:xfrm>
              <a:off x="5812678" y="4143254"/>
              <a:ext cx="1221504" cy="862130"/>
              <a:chOff x="5828523" y="2704122"/>
              <a:chExt cx="1221504" cy="862130"/>
            </a:xfrm>
          </p:grpSpPr>
          <p:sp>
            <p:nvSpPr>
              <p:cNvPr id="371" name="Rectangle 370">
                <a:extLst>
                  <a:ext uri="{FF2B5EF4-FFF2-40B4-BE49-F238E27FC236}">
                    <a16:creationId xmlns:a16="http://schemas.microsoft.com/office/drawing/2014/main" id="{F410468F-1EBA-4002-8CE2-38D73ED4C719}"/>
                  </a:ext>
                </a:extLst>
              </p:cNvPr>
              <p:cNvSpPr/>
              <p:nvPr/>
            </p:nvSpPr>
            <p:spPr>
              <a:xfrm rot="5400000">
                <a:off x="5829031" y="316876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072A1F32-BF49-4452-86A5-381B08B74FC1}"/>
                  </a:ext>
                </a:extLst>
              </p:cNvPr>
              <p:cNvSpPr/>
              <p:nvPr/>
            </p:nvSpPr>
            <p:spPr>
              <a:xfrm rot="5400000">
                <a:off x="5830852" y="28101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3" name="TextBox 372">
                <a:extLst>
                  <a:ext uri="{FF2B5EF4-FFF2-40B4-BE49-F238E27FC236}">
                    <a16:creationId xmlns:a16="http://schemas.microsoft.com/office/drawing/2014/main" id="{9253279A-55CD-4AA3-B8B7-5B35CFC653EE}"/>
                  </a:ext>
                </a:extLst>
              </p:cNvPr>
              <p:cNvSpPr txBox="1"/>
              <p:nvPr/>
            </p:nvSpPr>
            <p:spPr>
              <a:xfrm>
                <a:off x="6067283" y="2704122"/>
                <a:ext cx="896143"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Red</a:t>
                </a:r>
              </a:p>
            </p:txBody>
          </p:sp>
          <p:sp>
            <p:nvSpPr>
              <p:cNvPr id="374" name="TextBox 373">
                <a:extLst>
                  <a:ext uri="{FF2B5EF4-FFF2-40B4-BE49-F238E27FC236}">
                    <a16:creationId xmlns:a16="http://schemas.microsoft.com/office/drawing/2014/main" id="{D5D08BF8-5832-43CB-9E5B-998A32A80289}"/>
                  </a:ext>
                </a:extLst>
              </p:cNvPr>
              <p:cNvSpPr txBox="1"/>
              <p:nvPr/>
            </p:nvSpPr>
            <p:spPr>
              <a:xfrm>
                <a:off x="6065462" y="3073809"/>
                <a:ext cx="984565"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Blue</a:t>
                </a:r>
              </a:p>
            </p:txBody>
          </p:sp>
        </p:grpSp>
        <p:sp>
          <p:nvSpPr>
            <p:cNvPr id="375" name="TextBox 374">
              <a:extLst>
                <a:ext uri="{FF2B5EF4-FFF2-40B4-BE49-F238E27FC236}">
                  <a16:creationId xmlns:a16="http://schemas.microsoft.com/office/drawing/2014/main" id="{9871CB3C-A783-46D3-B7B5-748E470111FE}"/>
                </a:ext>
              </a:extLst>
            </p:cNvPr>
            <p:cNvSpPr txBox="1"/>
            <p:nvPr/>
          </p:nvSpPr>
          <p:spPr>
            <a:xfrm>
              <a:off x="6325132" y="4965497"/>
              <a:ext cx="1561646"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Combine</a:t>
              </a:r>
            </a:p>
          </p:txBody>
        </p:sp>
        <p:grpSp>
          <p:nvGrpSpPr>
            <p:cNvPr id="376" name="Group 375">
              <a:extLst>
                <a:ext uri="{FF2B5EF4-FFF2-40B4-BE49-F238E27FC236}">
                  <a16:creationId xmlns:a16="http://schemas.microsoft.com/office/drawing/2014/main" id="{53260BFF-4DFA-471D-ACD8-0E685B25BCFA}"/>
                </a:ext>
              </a:extLst>
            </p:cNvPr>
            <p:cNvGrpSpPr/>
            <p:nvPr/>
          </p:nvGrpSpPr>
          <p:grpSpPr>
            <a:xfrm>
              <a:off x="5810857" y="5521997"/>
              <a:ext cx="477520" cy="237744"/>
              <a:chOff x="5976620" y="5328914"/>
              <a:chExt cx="477520" cy="237744"/>
            </a:xfrm>
            <a:solidFill>
              <a:srgbClr val="FF0000"/>
            </a:solidFill>
          </p:grpSpPr>
          <p:sp>
            <p:nvSpPr>
              <p:cNvPr id="377" name="Rectangle 376">
                <a:extLst>
                  <a:ext uri="{FF2B5EF4-FFF2-40B4-BE49-F238E27FC236}">
                    <a16:creationId xmlns:a16="http://schemas.microsoft.com/office/drawing/2014/main" id="{37464376-2C0C-47E6-B2A7-1E0856BDE397}"/>
                  </a:ext>
                </a:extLst>
              </p:cNvPr>
              <p:cNvSpPr/>
              <p:nvPr/>
            </p:nvSpPr>
            <p:spPr>
              <a:xfrm rot="5400000">
                <a:off x="597712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4B9BD021-7EC3-4509-8C52-3F6C665557DA}"/>
                  </a:ext>
                </a:extLst>
              </p:cNvPr>
              <p:cNvSpPr/>
              <p:nvPr/>
            </p:nvSpPr>
            <p:spPr>
              <a:xfrm rot="5400000">
                <a:off x="621588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0" name="TextBox 379">
              <a:extLst>
                <a:ext uri="{FF2B5EF4-FFF2-40B4-BE49-F238E27FC236}">
                  <a16:creationId xmlns:a16="http://schemas.microsoft.com/office/drawing/2014/main" id="{A9A15903-2ADB-44E6-87A2-94BF6224ACE3}"/>
                </a:ext>
              </a:extLst>
            </p:cNvPr>
            <p:cNvSpPr txBox="1"/>
            <p:nvPr/>
          </p:nvSpPr>
          <p:spPr>
            <a:xfrm>
              <a:off x="6325132" y="5426530"/>
              <a:ext cx="2377959"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Don’t Combine</a:t>
              </a:r>
            </a:p>
          </p:txBody>
        </p:sp>
        <p:grpSp>
          <p:nvGrpSpPr>
            <p:cNvPr id="381" name="Group 380">
              <a:extLst>
                <a:ext uri="{FF2B5EF4-FFF2-40B4-BE49-F238E27FC236}">
                  <a16:creationId xmlns:a16="http://schemas.microsoft.com/office/drawing/2014/main" id="{4F8410F2-4255-4EE9-8788-412AD02F9639}"/>
                </a:ext>
              </a:extLst>
            </p:cNvPr>
            <p:cNvGrpSpPr/>
            <p:nvPr/>
          </p:nvGrpSpPr>
          <p:grpSpPr>
            <a:xfrm>
              <a:off x="5810857" y="6005963"/>
              <a:ext cx="477520" cy="237744"/>
              <a:chOff x="5976620" y="5328914"/>
              <a:chExt cx="477520" cy="237744"/>
            </a:xfrm>
            <a:solidFill>
              <a:srgbClr val="0070C0"/>
            </a:solidFill>
          </p:grpSpPr>
          <p:sp>
            <p:nvSpPr>
              <p:cNvPr id="382" name="Rectangle 381">
                <a:extLst>
                  <a:ext uri="{FF2B5EF4-FFF2-40B4-BE49-F238E27FC236}">
                    <a16:creationId xmlns:a16="http://schemas.microsoft.com/office/drawing/2014/main" id="{6B6A2A0D-49C4-47DB-90E0-E3E798A302AB}"/>
                  </a:ext>
                </a:extLst>
              </p:cNvPr>
              <p:cNvSpPr/>
              <p:nvPr/>
            </p:nvSpPr>
            <p:spPr>
              <a:xfrm rot="5400000">
                <a:off x="597712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5A58F393-E4EF-48B5-97E3-4AB5D9B029AD}"/>
                  </a:ext>
                </a:extLst>
              </p:cNvPr>
              <p:cNvSpPr/>
              <p:nvPr/>
            </p:nvSpPr>
            <p:spPr>
              <a:xfrm rot="5400000">
                <a:off x="621588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4" name="TextBox 383">
              <a:extLst>
                <a:ext uri="{FF2B5EF4-FFF2-40B4-BE49-F238E27FC236}">
                  <a16:creationId xmlns:a16="http://schemas.microsoft.com/office/drawing/2014/main" id="{52910CCE-7904-4EE8-ACA1-07E4913B9602}"/>
                </a:ext>
              </a:extLst>
            </p:cNvPr>
            <p:cNvSpPr txBox="1"/>
            <p:nvPr/>
          </p:nvSpPr>
          <p:spPr>
            <a:xfrm>
              <a:off x="6325132" y="5910496"/>
              <a:ext cx="2377959"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Don’t Combine</a:t>
              </a:r>
            </a:p>
          </p:txBody>
        </p:sp>
      </p:grpSp>
      <p:sp>
        <p:nvSpPr>
          <p:cNvPr id="117" name="Rectangle 116">
            <a:extLst>
              <a:ext uri="{FF2B5EF4-FFF2-40B4-BE49-F238E27FC236}">
                <a16:creationId xmlns:a16="http://schemas.microsoft.com/office/drawing/2014/main" id="{40342951-1C3A-4009-8270-E16B53D58936}"/>
              </a:ext>
            </a:extLst>
          </p:cNvPr>
          <p:cNvSpPr/>
          <p:nvPr/>
        </p:nvSpPr>
        <p:spPr>
          <a:xfrm rot="5400000">
            <a:off x="5973126" y="438445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TextBox 117">
            <a:extLst>
              <a:ext uri="{FF2B5EF4-FFF2-40B4-BE49-F238E27FC236}">
                <a16:creationId xmlns:a16="http://schemas.microsoft.com/office/drawing/2014/main" id="{C1E218DB-2A0E-474F-A77E-63327C50E4D4}"/>
              </a:ext>
            </a:extLst>
          </p:cNvPr>
          <p:cNvSpPr txBox="1"/>
          <p:nvPr/>
        </p:nvSpPr>
        <p:spPr>
          <a:xfrm>
            <a:off x="4514214" y="4886946"/>
            <a:ext cx="3384453"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Configuration C</a:t>
            </a:r>
          </a:p>
        </p:txBody>
      </p:sp>
    </p:spTree>
    <p:extLst>
      <p:ext uri="{BB962C8B-B14F-4D97-AF65-F5344CB8AC3E}">
        <p14:creationId xmlns:p14="http://schemas.microsoft.com/office/powerpoint/2010/main" val="410609056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extBox 120">
            <a:extLst>
              <a:ext uri="{FF2B5EF4-FFF2-40B4-BE49-F238E27FC236}">
                <a16:creationId xmlns:a16="http://schemas.microsoft.com/office/drawing/2014/main" id="{6DE254DA-536F-4F73-921F-C5EFF26AFC63}"/>
              </a:ext>
            </a:extLst>
          </p:cNvPr>
          <p:cNvSpPr txBox="1"/>
          <p:nvPr/>
        </p:nvSpPr>
        <p:spPr>
          <a:xfrm>
            <a:off x="4514214" y="4886946"/>
            <a:ext cx="3384453"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Configuration C</a:t>
            </a:r>
          </a:p>
        </p:txBody>
      </p:sp>
      <p:sp>
        <p:nvSpPr>
          <p:cNvPr id="118" name="Oval 117">
            <a:extLst>
              <a:ext uri="{FF2B5EF4-FFF2-40B4-BE49-F238E27FC236}">
                <a16:creationId xmlns:a16="http://schemas.microsoft.com/office/drawing/2014/main" id="{7F36A17B-3E7C-42C1-94C2-EB8C92E9A5E9}"/>
              </a:ext>
            </a:extLst>
          </p:cNvPr>
          <p:cNvSpPr/>
          <p:nvPr/>
        </p:nvSpPr>
        <p:spPr>
          <a:xfrm flipH="1">
            <a:off x="9751040" y="401503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D942450D-C5F4-4372-8B9B-3C2872DB5240}"/>
              </a:ext>
            </a:extLst>
          </p:cNvPr>
          <p:cNvSpPr/>
          <p:nvPr/>
        </p:nvSpPr>
        <p:spPr>
          <a:xfrm flipH="1">
            <a:off x="8924508" y="319178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CB62AD12-598F-4DE6-9B8E-C7E93B6F3CB5}"/>
              </a:ext>
            </a:extLst>
          </p:cNvPr>
          <p:cNvSpPr/>
          <p:nvPr/>
        </p:nvSpPr>
        <p:spPr>
          <a:xfrm flipH="1">
            <a:off x="9748658" y="402211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56CF9C0F-00A3-4CE4-9714-B23F3D06D4C2}"/>
              </a:ext>
            </a:extLst>
          </p:cNvPr>
          <p:cNvSpPr/>
          <p:nvPr/>
        </p:nvSpPr>
        <p:spPr>
          <a:xfrm flipH="1">
            <a:off x="8922393" y="319181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Tilt Assembly Model</a:t>
            </a:r>
          </a:p>
        </p:txBody>
      </p:sp>
      <p:sp>
        <p:nvSpPr>
          <p:cNvPr id="291" name="TextBox 290">
            <a:extLst>
              <a:ext uri="{FF2B5EF4-FFF2-40B4-BE49-F238E27FC236}">
                <a16:creationId xmlns:a16="http://schemas.microsoft.com/office/drawing/2014/main" id="{D61EC2C7-BCA0-42D5-8360-2CEE9B9B8DA5}"/>
              </a:ext>
            </a:extLst>
          </p:cNvPr>
          <p:cNvSpPr txBox="1"/>
          <p:nvPr/>
        </p:nvSpPr>
        <p:spPr>
          <a:xfrm>
            <a:off x="8827031" y="1343896"/>
            <a:ext cx="2560637"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Commands: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295" name="Oval 294">
            <a:extLst>
              <a:ext uri="{FF2B5EF4-FFF2-40B4-BE49-F238E27FC236}">
                <a16:creationId xmlns:a16="http://schemas.microsoft.com/office/drawing/2014/main" id="{861D6EC6-F25F-4035-9129-4C05993EC985}"/>
              </a:ext>
            </a:extLst>
          </p:cNvPr>
          <p:cNvSpPr/>
          <p:nvPr/>
        </p:nvSpPr>
        <p:spPr>
          <a:xfrm>
            <a:off x="10576374" y="319323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6" name="Graphic 295">
            <a:extLst>
              <a:ext uri="{FF2B5EF4-FFF2-40B4-BE49-F238E27FC236}">
                <a16:creationId xmlns:a16="http://schemas.microsoft.com/office/drawing/2014/main" id="{827F003E-7827-4FF5-B605-3B517FEA0E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50231" y="3163547"/>
            <a:ext cx="640080" cy="640080"/>
          </a:xfrm>
          <a:prstGeom prst="rect">
            <a:avLst/>
          </a:prstGeom>
        </p:spPr>
      </p:pic>
      <p:sp>
        <p:nvSpPr>
          <p:cNvPr id="297" name="Oval 296">
            <a:extLst>
              <a:ext uri="{FF2B5EF4-FFF2-40B4-BE49-F238E27FC236}">
                <a16:creationId xmlns:a16="http://schemas.microsoft.com/office/drawing/2014/main" id="{746F9CAC-CEF1-49B8-AC63-0105E58AEB8F}"/>
              </a:ext>
            </a:extLst>
          </p:cNvPr>
          <p:cNvSpPr/>
          <p:nvPr/>
        </p:nvSpPr>
        <p:spPr>
          <a:xfrm rot="16200000">
            <a:off x="9800854" y="227363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8" name="Graphic 297">
            <a:extLst>
              <a:ext uri="{FF2B5EF4-FFF2-40B4-BE49-F238E27FC236}">
                <a16:creationId xmlns:a16="http://schemas.microsoft.com/office/drawing/2014/main" id="{92D126D0-450F-4AA1-BBE1-7108630347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9774711" y="2243946"/>
            <a:ext cx="640080" cy="640080"/>
          </a:xfrm>
          <a:prstGeom prst="rect">
            <a:avLst/>
          </a:prstGeom>
        </p:spPr>
      </p:pic>
      <p:sp>
        <p:nvSpPr>
          <p:cNvPr id="299" name="Oval 298">
            <a:extLst>
              <a:ext uri="{FF2B5EF4-FFF2-40B4-BE49-F238E27FC236}">
                <a16:creationId xmlns:a16="http://schemas.microsoft.com/office/drawing/2014/main" id="{A5B06FAB-E390-42EB-825A-D855B33FDA8E}"/>
              </a:ext>
            </a:extLst>
          </p:cNvPr>
          <p:cNvSpPr/>
          <p:nvPr/>
        </p:nvSpPr>
        <p:spPr>
          <a:xfrm flipH="1">
            <a:off x="8922394" y="319323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0" name="Graphic 299">
            <a:extLst>
              <a:ext uri="{FF2B5EF4-FFF2-40B4-BE49-F238E27FC236}">
                <a16:creationId xmlns:a16="http://schemas.microsoft.com/office/drawing/2014/main" id="{E03A9B45-1BB5-4637-ADED-925AE1CEFA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8896251" y="3163547"/>
            <a:ext cx="640080" cy="640080"/>
          </a:xfrm>
          <a:prstGeom prst="rect">
            <a:avLst/>
          </a:prstGeom>
        </p:spPr>
      </p:pic>
      <p:sp>
        <p:nvSpPr>
          <p:cNvPr id="301" name="Oval 300">
            <a:extLst>
              <a:ext uri="{FF2B5EF4-FFF2-40B4-BE49-F238E27FC236}">
                <a16:creationId xmlns:a16="http://schemas.microsoft.com/office/drawing/2014/main" id="{656C6160-547C-43CE-A356-5901D71F58DD}"/>
              </a:ext>
            </a:extLst>
          </p:cNvPr>
          <p:cNvSpPr/>
          <p:nvPr/>
        </p:nvSpPr>
        <p:spPr>
          <a:xfrm rot="5400000">
            <a:off x="9752200" y="4018575"/>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2" name="Graphic 301">
            <a:extLst>
              <a:ext uri="{FF2B5EF4-FFF2-40B4-BE49-F238E27FC236}">
                <a16:creationId xmlns:a16="http://schemas.microsoft.com/office/drawing/2014/main" id="{DBC12934-1AC6-4C25-9D18-50379F4BE7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9726057" y="3988890"/>
            <a:ext cx="640080" cy="640080"/>
          </a:xfrm>
          <a:prstGeom prst="rect">
            <a:avLst/>
          </a:prstGeom>
        </p:spPr>
      </p:pic>
      <p:sp>
        <p:nvSpPr>
          <p:cNvPr id="247" name="Rectangle 246">
            <a:extLst>
              <a:ext uri="{FF2B5EF4-FFF2-40B4-BE49-F238E27FC236}">
                <a16:creationId xmlns:a16="http://schemas.microsoft.com/office/drawing/2014/main" id="{854BA629-7238-47F2-AD82-6BC2A838048F}"/>
              </a:ext>
            </a:extLst>
          </p:cNvPr>
          <p:cNvSpPr/>
          <p:nvPr/>
        </p:nvSpPr>
        <p:spPr>
          <a:xfrm rot="5400000">
            <a:off x="6213797" y="24791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66DFBA1C-3086-48FD-A112-F520DF064597}"/>
              </a:ext>
            </a:extLst>
          </p:cNvPr>
          <p:cNvSpPr/>
          <p:nvPr/>
        </p:nvSpPr>
        <p:spPr>
          <a:xfrm rot="5400000">
            <a:off x="6687638" y="247983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D4B13BA2-6A33-466B-9EEE-37120BA792CB}"/>
              </a:ext>
            </a:extLst>
          </p:cNvPr>
          <p:cNvSpPr/>
          <p:nvPr/>
        </p:nvSpPr>
        <p:spPr>
          <a:xfrm rot="5400000">
            <a:off x="5262743" y="247918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3B886B82-2764-4921-ABFB-BE3F65318B23}"/>
              </a:ext>
            </a:extLst>
          </p:cNvPr>
          <p:cNvSpPr/>
          <p:nvPr/>
        </p:nvSpPr>
        <p:spPr>
          <a:xfrm rot="5400000">
            <a:off x="5973126" y="438445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908196-384F-474B-82ED-340D75D9C156}"/>
              </a:ext>
            </a:extLst>
          </p:cNvPr>
          <p:cNvGrpSpPr/>
          <p:nvPr/>
        </p:nvGrpSpPr>
        <p:grpSpPr>
          <a:xfrm>
            <a:off x="4784664" y="2241176"/>
            <a:ext cx="2619865" cy="2621799"/>
            <a:chOff x="1228153" y="1651269"/>
            <a:chExt cx="2619865" cy="2621799"/>
          </a:xfrm>
        </p:grpSpPr>
        <p:sp>
          <p:nvSpPr>
            <p:cNvPr id="110" name="Rectangle 109">
              <a:extLst>
                <a:ext uri="{FF2B5EF4-FFF2-40B4-BE49-F238E27FC236}">
                  <a16:creationId xmlns:a16="http://schemas.microsoft.com/office/drawing/2014/main" id="{BCA325F6-CA98-4EA6-A83A-C1C03488E902}"/>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3989382F-E58F-4CFA-8B1A-B24545FD0085}"/>
                </a:ext>
              </a:extLst>
            </p:cNvPr>
            <p:cNvSpPr/>
            <p:nvPr/>
          </p:nvSpPr>
          <p:spPr>
            <a:xfrm>
              <a:off x="1465578"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11FF1F5E-B928-4509-B9E9-2E3467303944}"/>
                </a:ext>
              </a:extLst>
            </p:cNvPr>
            <p:cNvSpPr/>
            <p:nvPr/>
          </p:nvSpPr>
          <p:spPr>
            <a:xfrm>
              <a:off x="1704328" y="23669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7D802EC5-73CD-4DDC-A86E-62680718F826}"/>
                </a:ext>
              </a:extLst>
            </p:cNvPr>
            <p:cNvSpPr/>
            <p:nvPr/>
          </p:nvSpPr>
          <p:spPr>
            <a:xfrm>
              <a:off x="3129783" y="332315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487127E-0479-4186-B15C-461AA6E6548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280">
              <a:extLst>
                <a:ext uri="{FF2B5EF4-FFF2-40B4-BE49-F238E27FC236}">
                  <a16:creationId xmlns:a16="http://schemas.microsoft.com/office/drawing/2014/main" id="{04A7CE13-1C6D-4915-B825-0EF0BEBAD4C8}"/>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a:extLst>
                <a:ext uri="{FF2B5EF4-FFF2-40B4-BE49-F238E27FC236}">
                  <a16:creationId xmlns:a16="http://schemas.microsoft.com/office/drawing/2014/main" id="{5953FD64-DD63-46D5-93DE-EBA6C34B1C37}"/>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9" name="Rectangle 288">
              <a:extLst>
                <a:ext uri="{FF2B5EF4-FFF2-40B4-BE49-F238E27FC236}">
                  <a16:creationId xmlns:a16="http://schemas.microsoft.com/office/drawing/2014/main" id="{742E1EB8-4AEA-439A-977B-BD21DA01BD5B}"/>
                </a:ext>
              </a:extLst>
            </p:cNvPr>
            <p:cNvSpPr/>
            <p:nvPr/>
          </p:nvSpPr>
          <p:spPr>
            <a:xfrm>
              <a:off x="2179196" y="37948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DB043C40-C21F-48FB-9A89-FFC46AECBA74}"/>
                </a:ext>
              </a:extLst>
            </p:cNvPr>
            <p:cNvSpPr/>
            <p:nvPr/>
          </p:nvSpPr>
          <p:spPr>
            <a:xfrm>
              <a:off x="2654546" y="284446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0B2671E3-9BDD-4588-9DB3-25EACD42AD3F}"/>
              </a:ext>
            </a:extLst>
          </p:cNvPr>
          <p:cNvGrpSpPr/>
          <p:nvPr/>
        </p:nvGrpSpPr>
        <p:grpSpPr>
          <a:xfrm>
            <a:off x="719232" y="1343896"/>
            <a:ext cx="3185080" cy="4992725"/>
            <a:chOff x="5518011" y="1410214"/>
            <a:chExt cx="3185080" cy="4992725"/>
          </a:xfrm>
        </p:grpSpPr>
        <p:sp>
          <p:nvSpPr>
            <p:cNvPr id="303" name="TextBox 302">
              <a:extLst>
                <a:ext uri="{FF2B5EF4-FFF2-40B4-BE49-F238E27FC236}">
                  <a16:creationId xmlns:a16="http://schemas.microsoft.com/office/drawing/2014/main" id="{9A5648BB-5FFA-415F-B984-3FFC72D8ADFB}"/>
                </a:ext>
              </a:extLst>
            </p:cNvPr>
            <p:cNvSpPr txBox="1"/>
            <p:nvPr/>
          </p:nvSpPr>
          <p:spPr>
            <a:xfrm>
              <a:off x="5525995" y="1410214"/>
              <a:ext cx="2158155"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Elements: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304" name="TextBox 303">
              <a:extLst>
                <a:ext uri="{FF2B5EF4-FFF2-40B4-BE49-F238E27FC236}">
                  <a16:creationId xmlns:a16="http://schemas.microsoft.com/office/drawing/2014/main" id="{11845EBA-C444-4466-9A51-E35792E96603}"/>
                </a:ext>
              </a:extLst>
            </p:cNvPr>
            <p:cNvSpPr txBox="1"/>
            <p:nvPr/>
          </p:nvSpPr>
          <p:spPr>
            <a:xfrm>
              <a:off x="5518011" y="2150234"/>
              <a:ext cx="1156407"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Board:</a:t>
              </a:r>
            </a:p>
          </p:txBody>
        </p:sp>
        <p:sp>
          <p:nvSpPr>
            <p:cNvPr id="361" name="TextBox 360">
              <a:extLst>
                <a:ext uri="{FF2B5EF4-FFF2-40B4-BE49-F238E27FC236}">
                  <a16:creationId xmlns:a16="http://schemas.microsoft.com/office/drawing/2014/main" id="{40F41579-DECC-4BC7-8098-AB2393F32B48}"/>
                </a:ext>
              </a:extLst>
            </p:cNvPr>
            <p:cNvSpPr txBox="1"/>
            <p:nvPr/>
          </p:nvSpPr>
          <p:spPr>
            <a:xfrm>
              <a:off x="5518011" y="3629143"/>
              <a:ext cx="2177840"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Polyominoes:</a:t>
              </a:r>
            </a:p>
          </p:txBody>
        </p:sp>
        <p:grpSp>
          <p:nvGrpSpPr>
            <p:cNvPr id="153" name="Group 152">
              <a:extLst>
                <a:ext uri="{FF2B5EF4-FFF2-40B4-BE49-F238E27FC236}">
                  <a16:creationId xmlns:a16="http://schemas.microsoft.com/office/drawing/2014/main" id="{968C6A23-5B12-4C3F-8013-858FDDB04258}"/>
                </a:ext>
              </a:extLst>
            </p:cNvPr>
            <p:cNvGrpSpPr/>
            <p:nvPr/>
          </p:nvGrpSpPr>
          <p:grpSpPr>
            <a:xfrm>
              <a:off x="5812678" y="2647586"/>
              <a:ext cx="1657584" cy="862130"/>
              <a:chOff x="5828523" y="2704122"/>
              <a:chExt cx="1657584" cy="862130"/>
            </a:xfrm>
          </p:grpSpPr>
          <p:sp>
            <p:nvSpPr>
              <p:cNvPr id="359" name="Rectangle 358">
                <a:extLst>
                  <a:ext uri="{FF2B5EF4-FFF2-40B4-BE49-F238E27FC236}">
                    <a16:creationId xmlns:a16="http://schemas.microsoft.com/office/drawing/2014/main" id="{FCB0CF9D-DE5E-43AF-986F-731E176B7B81}"/>
                  </a:ext>
                </a:extLst>
              </p:cNvPr>
              <p:cNvSpPr/>
              <p:nvPr/>
            </p:nvSpPr>
            <p:spPr>
              <a:xfrm rot="5400000">
                <a:off x="5829031" y="316876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8BACC1ED-8136-4DEE-9B9F-48DD1A5EF3FB}"/>
                  </a:ext>
                </a:extLst>
              </p:cNvPr>
              <p:cNvSpPr/>
              <p:nvPr/>
            </p:nvSpPr>
            <p:spPr>
              <a:xfrm rot="5400000">
                <a:off x="5830852" y="2810113"/>
                <a:ext cx="237744" cy="23876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TextBox 362">
                <a:extLst>
                  <a:ext uri="{FF2B5EF4-FFF2-40B4-BE49-F238E27FC236}">
                    <a16:creationId xmlns:a16="http://schemas.microsoft.com/office/drawing/2014/main" id="{D422FD70-9A04-4AC2-B7FF-50FACDEFECB4}"/>
                  </a:ext>
                </a:extLst>
              </p:cNvPr>
              <p:cNvSpPr txBox="1"/>
              <p:nvPr/>
            </p:nvSpPr>
            <p:spPr>
              <a:xfrm>
                <a:off x="6067283" y="2704122"/>
                <a:ext cx="968086"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Free</a:t>
                </a:r>
              </a:p>
            </p:txBody>
          </p:sp>
          <p:sp>
            <p:nvSpPr>
              <p:cNvPr id="364" name="TextBox 363">
                <a:extLst>
                  <a:ext uri="{FF2B5EF4-FFF2-40B4-BE49-F238E27FC236}">
                    <a16:creationId xmlns:a16="http://schemas.microsoft.com/office/drawing/2014/main" id="{3E61303E-7E5E-4A7B-9086-FDBD0EB3B53D}"/>
                  </a:ext>
                </a:extLst>
              </p:cNvPr>
              <p:cNvSpPr txBox="1"/>
              <p:nvPr/>
            </p:nvSpPr>
            <p:spPr>
              <a:xfrm>
                <a:off x="6065462" y="3073809"/>
                <a:ext cx="1420645"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Blocked</a:t>
                </a:r>
              </a:p>
            </p:txBody>
          </p:sp>
        </p:grpSp>
        <p:grpSp>
          <p:nvGrpSpPr>
            <p:cNvPr id="154" name="Group 153">
              <a:extLst>
                <a:ext uri="{FF2B5EF4-FFF2-40B4-BE49-F238E27FC236}">
                  <a16:creationId xmlns:a16="http://schemas.microsoft.com/office/drawing/2014/main" id="{F9E74D4A-7159-43F6-BFCD-E28ECBDBA7FC}"/>
                </a:ext>
              </a:extLst>
            </p:cNvPr>
            <p:cNvGrpSpPr/>
            <p:nvPr/>
          </p:nvGrpSpPr>
          <p:grpSpPr>
            <a:xfrm>
              <a:off x="5810857" y="5060964"/>
              <a:ext cx="477520" cy="237744"/>
              <a:chOff x="5976620" y="5328914"/>
              <a:chExt cx="477520" cy="237744"/>
            </a:xfrm>
          </p:grpSpPr>
          <p:sp>
            <p:nvSpPr>
              <p:cNvPr id="367" name="Rectangle 366">
                <a:extLst>
                  <a:ext uri="{FF2B5EF4-FFF2-40B4-BE49-F238E27FC236}">
                    <a16:creationId xmlns:a16="http://schemas.microsoft.com/office/drawing/2014/main" id="{2C517F13-06BA-4A6F-A001-D89C1AF35732}"/>
                  </a:ext>
                </a:extLst>
              </p:cNvPr>
              <p:cNvSpPr/>
              <p:nvPr/>
            </p:nvSpPr>
            <p:spPr>
              <a:xfrm rot="5400000">
                <a:off x="5977128" y="53284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6C767175-9C77-4F38-BB93-7E61076036D9}"/>
                  </a:ext>
                </a:extLst>
              </p:cNvPr>
              <p:cNvSpPr/>
              <p:nvPr/>
            </p:nvSpPr>
            <p:spPr>
              <a:xfrm rot="5400000">
                <a:off x="6215888" y="532840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D0FCFE0B-F740-4003-8179-92A4EB296082}"/>
                  </a:ext>
                </a:extLst>
              </p:cNvPr>
              <p:cNvSpPr/>
              <p:nvPr/>
            </p:nvSpPr>
            <p:spPr>
              <a:xfrm rot="5400000">
                <a:off x="6196012" y="5389842"/>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0" name="Group 369">
              <a:extLst>
                <a:ext uri="{FF2B5EF4-FFF2-40B4-BE49-F238E27FC236}">
                  <a16:creationId xmlns:a16="http://schemas.microsoft.com/office/drawing/2014/main" id="{A46136F8-1E81-49C1-BB71-1CA5A8066AA4}"/>
                </a:ext>
              </a:extLst>
            </p:cNvPr>
            <p:cNvGrpSpPr/>
            <p:nvPr/>
          </p:nvGrpSpPr>
          <p:grpSpPr>
            <a:xfrm>
              <a:off x="5812678" y="4143254"/>
              <a:ext cx="1221504" cy="862130"/>
              <a:chOff x="5828523" y="2704122"/>
              <a:chExt cx="1221504" cy="862130"/>
            </a:xfrm>
          </p:grpSpPr>
          <p:sp>
            <p:nvSpPr>
              <p:cNvPr id="371" name="Rectangle 370">
                <a:extLst>
                  <a:ext uri="{FF2B5EF4-FFF2-40B4-BE49-F238E27FC236}">
                    <a16:creationId xmlns:a16="http://schemas.microsoft.com/office/drawing/2014/main" id="{F410468F-1EBA-4002-8CE2-38D73ED4C719}"/>
                  </a:ext>
                </a:extLst>
              </p:cNvPr>
              <p:cNvSpPr/>
              <p:nvPr/>
            </p:nvSpPr>
            <p:spPr>
              <a:xfrm rot="5400000">
                <a:off x="5829031" y="316876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072A1F32-BF49-4452-86A5-381B08B74FC1}"/>
                  </a:ext>
                </a:extLst>
              </p:cNvPr>
              <p:cNvSpPr/>
              <p:nvPr/>
            </p:nvSpPr>
            <p:spPr>
              <a:xfrm rot="5400000">
                <a:off x="5830852" y="28101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3" name="TextBox 372">
                <a:extLst>
                  <a:ext uri="{FF2B5EF4-FFF2-40B4-BE49-F238E27FC236}">
                    <a16:creationId xmlns:a16="http://schemas.microsoft.com/office/drawing/2014/main" id="{9253279A-55CD-4AA3-B8B7-5B35CFC653EE}"/>
                  </a:ext>
                </a:extLst>
              </p:cNvPr>
              <p:cNvSpPr txBox="1"/>
              <p:nvPr/>
            </p:nvSpPr>
            <p:spPr>
              <a:xfrm>
                <a:off x="6067283" y="2704122"/>
                <a:ext cx="896143"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Red</a:t>
                </a:r>
              </a:p>
            </p:txBody>
          </p:sp>
          <p:sp>
            <p:nvSpPr>
              <p:cNvPr id="374" name="TextBox 373">
                <a:extLst>
                  <a:ext uri="{FF2B5EF4-FFF2-40B4-BE49-F238E27FC236}">
                    <a16:creationId xmlns:a16="http://schemas.microsoft.com/office/drawing/2014/main" id="{D5D08BF8-5832-43CB-9E5B-998A32A80289}"/>
                  </a:ext>
                </a:extLst>
              </p:cNvPr>
              <p:cNvSpPr txBox="1"/>
              <p:nvPr/>
            </p:nvSpPr>
            <p:spPr>
              <a:xfrm>
                <a:off x="6065462" y="3073809"/>
                <a:ext cx="984565"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Blue</a:t>
                </a:r>
              </a:p>
            </p:txBody>
          </p:sp>
        </p:grpSp>
        <p:sp>
          <p:nvSpPr>
            <p:cNvPr id="375" name="TextBox 374">
              <a:extLst>
                <a:ext uri="{FF2B5EF4-FFF2-40B4-BE49-F238E27FC236}">
                  <a16:creationId xmlns:a16="http://schemas.microsoft.com/office/drawing/2014/main" id="{9871CB3C-A783-46D3-B7B5-748E470111FE}"/>
                </a:ext>
              </a:extLst>
            </p:cNvPr>
            <p:cNvSpPr txBox="1"/>
            <p:nvPr/>
          </p:nvSpPr>
          <p:spPr>
            <a:xfrm>
              <a:off x="6325132" y="4965497"/>
              <a:ext cx="1561646"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Combine</a:t>
              </a:r>
            </a:p>
          </p:txBody>
        </p:sp>
        <p:grpSp>
          <p:nvGrpSpPr>
            <p:cNvPr id="376" name="Group 375">
              <a:extLst>
                <a:ext uri="{FF2B5EF4-FFF2-40B4-BE49-F238E27FC236}">
                  <a16:creationId xmlns:a16="http://schemas.microsoft.com/office/drawing/2014/main" id="{53260BFF-4DFA-471D-ACD8-0E685B25BCFA}"/>
                </a:ext>
              </a:extLst>
            </p:cNvPr>
            <p:cNvGrpSpPr/>
            <p:nvPr/>
          </p:nvGrpSpPr>
          <p:grpSpPr>
            <a:xfrm>
              <a:off x="5810857" y="5521997"/>
              <a:ext cx="477520" cy="237744"/>
              <a:chOff x="5976620" y="5328914"/>
              <a:chExt cx="477520" cy="237744"/>
            </a:xfrm>
            <a:solidFill>
              <a:srgbClr val="FF0000"/>
            </a:solidFill>
          </p:grpSpPr>
          <p:sp>
            <p:nvSpPr>
              <p:cNvPr id="377" name="Rectangle 376">
                <a:extLst>
                  <a:ext uri="{FF2B5EF4-FFF2-40B4-BE49-F238E27FC236}">
                    <a16:creationId xmlns:a16="http://schemas.microsoft.com/office/drawing/2014/main" id="{37464376-2C0C-47E6-B2A7-1E0856BDE397}"/>
                  </a:ext>
                </a:extLst>
              </p:cNvPr>
              <p:cNvSpPr/>
              <p:nvPr/>
            </p:nvSpPr>
            <p:spPr>
              <a:xfrm rot="5400000">
                <a:off x="597712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4B9BD021-7EC3-4509-8C52-3F6C665557DA}"/>
                  </a:ext>
                </a:extLst>
              </p:cNvPr>
              <p:cNvSpPr/>
              <p:nvPr/>
            </p:nvSpPr>
            <p:spPr>
              <a:xfrm rot="5400000">
                <a:off x="621588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0" name="TextBox 379">
              <a:extLst>
                <a:ext uri="{FF2B5EF4-FFF2-40B4-BE49-F238E27FC236}">
                  <a16:creationId xmlns:a16="http://schemas.microsoft.com/office/drawing/2014/main" id="{A9A15903-2ADB-44E6-87A2-94BF6224ACE3}"/>
                </a:ext>
              </a:extLst>
            </p:cNvPr>
            <p:cNvSpPr txBox="1"/>
            <p:nvPr/>
          </p:nvSpPr>
          <p:spPr>
            <a:xfrm>
              <a:off x="6325132" y="5426530"/>
              <a:ext cx="2377959"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Don’t Combine</a:t>
              </a:r>
            </a:p>
          </p:txBody>
        </p:sp>
        <p:grpSp>
          <p:nvGrpSpPr>
            <p:cNvPr id="381" name="Group 380">
              <a:extLst>
                <a:ext uri="{FF2B5EF4-FFF2-40B4-BE49-F238E27FC236}">
                  <a16:creationId xmlns:a16="http://schemas.microsoft.com/office/drawing/2014/main" id="{4F8410F2-4255-4EE9-8788-412AD02F9639}"/>
                </a:ext>
              </a:extLst>
            </p:cNvPr>
            <p:cNvGrpSpPr/>
            <p:nvPr/>
          </p:nvGrpSpPr>
          <p:grpSpPr>
            <a:xfrm>
              <a:off x="5810857" y="6005963"/>
              <a:ext cx="477520" cy="237744"/>
              <a:chOff x="5976620" y="5328914"/>
              <a:chExt cx="477520" cy="237744"/>
            </a:xfrm>
            <a:solidFill>
              <a:srgbClr val="0070C0"/>
            </a:solidFill>
          </p:grpSpPr>
          <p:sp>
            <p:nvSpPr>
              <p:cNvPr id="382" name="Rectangle 381">
                <a:extLst>
                  <a:ext uri="{FF2B5EF4-FFF2-40B4-BE49-F238E27FC236}">
                    <a16:creationId xmlns:a16="http://schemas.microsoft.com/office/drawing/2014/main" id="{6B6A2A0D-49C4-47DB-90E0-E3E798A302AB}"/>
                  </a:ext>
                </a:extLst>
              </p:cNvPr>
              <p:cNvSpPr/>
              <p:nvPr/>
            </p:nvSpPr>
            <p:spPr>
              <a:xfrm rot="5400000">
                <a:off x="597712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5A58F393-E4EF-48B5-97E3-4AB5D9B029AD}"/>
                  </a:ext>
                </a:extLst>
              </p:cNvPr>
              <p:cNvSpPr/>
              <p:nvPr/>
            </p:nvSpPr>
            <p:spPr>
              <a:xfrm rot="5400000">
                <a:off x="621588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4" name="TextBox 383">
              <a:extLst>
                <a:ext uri="{FF2B5EF4-FFF2-40B4-BE49-F238E27FC236}">
                  <a16:creationId xmlns:a16="http://schemas.microsoft.com/office/drawing/2014/main" id="{52910CCE-7904-4EE8-ACA1-07E4913B9602}"/>
                </a:ext>
              </a:extLst>
            </p:cNvPr>
            <p:cNvSpPr txBox="1"/>
            <p:nvPr/>
          </p:nvSpPr>
          <p:spPr>
            <a:xfrm>
              <a:off x="6325132" y="5910496"/>
              <a:ext cx="2377959"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Don’t Combine</a:t>
              </a:r>
            </a:p>
          </p:txBody>
        </p:sp>
      </p:grpSp>
      <p:sp>
        <p:nvSpPr>
          <p:cNvPr id="120" name="TextBox 119">
            <a:extLst>
              <a:ext uri="{FF2B5EF4-FFF2-40B4-BE49-F238E27FC236}">
                <a16:creationId xmlns:a16="http://schemas.microsoft.com/office/drawing/2014/main" id="{7A2B8D08-EB0E-46F6-AE72-8A4A8A592675}"/>
              </a:ext>
            </a:extLst>
          </p:cNvPr>
          <p:cNvSpPr txBox="1"/>
          <p:nvPr/>
        </p:nvSpPr>
        <p:spPr>
          <a:xfrm>
            <a:off x="4514214" y="4886946"/>
            <a:ext cx="3516540"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Configuration C</a:t>
            </a:r>
            <a:r>
              <a:rPr lang="en-US" sz="4400" baseline="30000" dirty="0">
                <a:solidFill>
                  <a:schemeClr val="bg1"/>
                </a:solidFill>
              </a:rPr>
              <a:t>′</a:t>
            </a:r>
            <a:endParaRPr lang="en-US" sz="4400" baseline="30000" dirty="0">
              <a:solidFill>
                <a:schemeClr val="bg1"/>
              </a:solidFill>
              <a:latin typeface="Dubai Light" panose="020B0303030403030204" pitchFamily="34" charset="-78"/>
              <a:cs typeface="Dubai Light" panose="020B0303030403030204" pitchFamily="34" charset="-78"/>
            </a:endParaRPr>
          </a:p>
        </p:txBody>
      </p:sp>
      <p:sp>
        <p:nvSpPr>
          <p:cNvPr id="94" name="TextBox 93">
            <a:extLst>
              <a:ext uri="{FF2B5EF4-FFF2-40B4-BE49-F238E27FC236}">
                <a16:creationId xmlns:a16="http://schemas.microsoft.com/office/drawing/2014/main" id="{1B8D31E8-DB50-4DF9-AE44-1FC6424543A4}"/>
              </a:ext>
            </a:extLst>
          </p:cNvPr>
          <p:cNvSpPr txBox="1"/>
          <p:nvPr/>
        </p:nvSpPr>
        <p:spPr>
          <a:xfrm>
            <a:off x="5628640" y="5966626"/>
            <a:ext cx="6563359"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Erik D. </a:t>
            </a:r>
            <a:r>
              <a:rPr lang="en-US" sz="1400" dirty="0" err="1">
                <a:solidFill>
                  <a:schemeClr val="bg1"/>
                </a:solidFill>
                <a:latin typeface="Dubai Light" panose="020B0303030403030204" pitchFamily="34" charset="-78"/>
                <a:cs typeface="Dubai Light" panose="020B0303030403030204" pitchFamily="34" charset="-78"/>
              </a:rPr>
              <a:t>Demaine</a:t>
            </a:r>
            <a:r>
              <a:rPr lang="en-US" sz="1400" dirty="0">
                <a:solidFill>
                  <a:schemeClr val="bg1"/>
                </a:solidFill>
                <a:latin typeface="Dubai Light" panose="020B0303030403030204" pitchFamily="34" charset="-78"/>
                <a:cs typeface="Dubai Light" panose="020B0303030403030204" pitchFamily="34" charset="-78"/>
              </a:rPr>
              <a:t>, Sandor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a:t>
            </a:r>
            <a:r>
              <a:rPr lang="en-US" sz="1400" dirty="0" err="1">
                <a:solidFill>
                  <a:schemeClr val="bg1"/>
                </a:solidFill>
                <a:latin typeface="Dubai Light" panose="020B0303030403030204" pitchFamily="34" charset="-78"/>
                <a:cs typeface="Dubai Light" panose="020B0303030403030204" pitchFamily="34" charset="-78"/>
              </a:rPr>
              <a:t>Golnaz</a:t>
            </a:r>
            <a:r>
              <a:rPr lang="en-US" sz="1400" dirty="0">
                <a:solidFill>
                  <a:schemeClr val="bg1"/>
                </a:solidFill>
                <a:latin typeface="Dubai Light" panose="020B0303030403030204" pitchFamily="34" charset="-78"/>
                <a:cs typeface="Dubai Light" panose="020B0303030403030204" pitchFamily="34" charset="-78"/>
              </a:rPr>
              <a:t> Habibi, and James </a:t>
            </a:r>
            <a:r>
              <a:rPr lang="en-US" sz="1400" dirty="0" err="1">
                <a:solidFill>
                  <a:schemeClr val="bg1"/>
                </a:solidFill>
                <a:latin typeface="Dubai Light" panose="020B0303030403030204" pitchFamily="34" charset="-78"/>
                <a:cs typeface="Dubai Light" panose="020B0303030403030204" pitchFamily="34" charset="-78"/>
              </a:rPr>
              <a:t>McLurkin</a:t>
            </a:r>
            <a:r>
              <a:rPr lang="en-US" sz="1400" dirty="0">
                <a:solidFill>
                  <a:schemeClr val="bg1"/>
                </a:solidFill>
                <a:latin typeface="Dubai Light" panose="020B0303030403030204" pitchFamily="34" charset="-78"/>
                <a:cs typeface="Dubai Light" panose="020B0303030403030204" pitchFamily="34" charset="-78"/>
              </a:rPr>
              <a:t>,</a:t>
            </a:r>
          </a:p>
          <a:p>
            <a:r>
              <a:rPr lang="en-US" sz="1400" dirty="0" err="1">
                <a:solidFill>
                  <a:schemeClr val="bg1"/>
                </a:solidFill>
                <a:latin typeface="Dubai Light" panose="020B0303030403030204" pitchFamily="34" charset="-78"/>
                <a:cs typeface="Dubai Light" panose="020B0303030403030204" pitchFamily="34" charset="-78"/>
              </a:rPr>
              <a:t>Reconguring</a:t>
            </a:r>
            <a:r>
              <a:rPr lang="en-US" sz="1400" dirty="0">
                <a:solidFill>
                  <a:schemeClr val="bg1"/>
                </a:solidFill>
                <a:latin typeface="Dubai Light" panose="020B0303030403030204" pitchFamily="34" charset="-78"/>
                <a:cs typeface="Dubai Light" panose="020B0303030403030204" pitchFamily="34" charset="-78"/>
              </a:rPr>
              <a:t> massive particle swarms with limited, global control,</a:t>
            </a:r>
          </a:p>
          <a:p>
            <a:r>
              <a:rPr lang="en-US" sz="1400" dirty="0">
                <a:solidFill>
                  <a:schemeClr val="bg1"/>
                </a:solidFill>
                <a:latin typeface="Dubai Light" panose="020B0303030403030204" pitchFamily="34" charset="-78"/>
                <a:cs typeface="Dubai Light" panose="020B0303030403030204" pitchFamily="34" charset="-78"/>
              </a:rPr>
              <a:t>Algorithms for Sensor Systems (2014).</a:t>
            </a:r>
          </a:p>
        </p:txBody>
      </p:sp>
    </p:spTree>
    <p:extLst>
      <p:ext uri="{BB962C8B-B14F-4D97-AF65-F5344CB8AC3E}">
        <p14:creationId xmlns:p14="http://schemas.microsoft.com/office/powerpoint/2010/main" val="1385415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300" fill="hold"/>
                                        <p:tgtEl>
                                          <p:spTgt spid="301"/>
                                        </p:tgtEl>
                                        <p:attrNameLst>
                                          <p:attrName>fillcolor</p:attrName>
                                        </p:attrNameLst>
                                      </p:cBhvr>
                                      <p:to>
                                        <a:srgbClr val="2DD741"/>
                                      </p:to>
                                    </p:animClr>
                                    <p:set>
                                      <p:cBhvr>
                                        <p:cTn id="7" dur="300" fill="hold"/>
                                        <p:tgtEl>
                                          <p:spTgt spid="301"/>
                                        </p:tgtEl>
                                        <p:attrNameLst>
                                          <p:attrName>fill.type</p:attrName>
                                        </p:attrNameLst>
                                      </p:cBhvr>
                                      <p:to>
                                        <p:strVal val="solid"/>
                                      </p:to>
                                    </p:set>
                                    <p:set>
                                      <p:cBhvr>
                                        <p:cTn id="8" dur="300" fill="hold"/>
                                        <p:tgtEl>
                                          <p:spTgt spid="301"/>
                                        </p:tgtEl>
                                        <p:attrNameLst>
                                          <p:attrName>fill.on</p:attrName>
                                        </p:attrNameLst>
                                      </p:cBhvr>
                                      <p:to>
                                        <p:strVal val="true"/>
                                      </p:to>
                                    </p:set>
                                  </p:childTnLst>
                                  <p:subTnLst>
                                    <p:set>
                                      <p:cBhvr override="childStyle">
                                        <p:cTn dur="1" fill="hold" display="0" masterRel="nextClick" afterEffect="1"/>
                                        <p:tgtEl>
                                          <p:spTgt spid="301"/>
                                        </p:tgtEl>
                                        <p:attrNameLst>
                                          <p:attrName>style.visibility</p:attrName>
                                        </p:attrNameLst>
                                      </p:cBhvr>
                                      <p:to>
                                        <p:strVal val="hidden"/>
                                      </p:to>
                                    </p:set>
                                  </p:subTnLst>
                                </p:cTn>
                              </p:par>
                              <p:par>
                                <p:cTn id="9" presetID="1" presetClass="exit" presetSubtype="0" fill="hold" grpId="0" nodeType="withEffect">
                                  <p:stCondLst>
                                    <p:cond delay="0"/>
                                  </p:stCondLst>
                                  <p:childTnLst>
                                    <p:set>
                                      <p:cBhvr>
                                        <p:cTn id="10" dur="1" fill="hold">
                                          <p:stCondLst>
                                            <p:cond delay="0"/>
                                          </p:stCondLst>
                                        </p:cTn>
                                        <p:tgtEl>
                                          <p:spTgt spid="121"/>
                                        </p:tgtEl>
                                        <p:attrNameLst>
                                          <p:attrName>style.visibility</p:attrName>
                                        </p:attrNameLst>
                                      </p:cBhvr>
                                      <p:to>
                                        <p:strVal val="hidden"/>
                                      </p:to>
                                    </p:set>
                                  </p:childTnLst>
                                  <p:subTnLst>
                                    <p:set>
                                      <p:cBhvr override="childStyle">
                                        <p:cTn dur="1" fill="hold" display="0" masterRel="sameClick" afterEffect="1">
                                          <p:stCondLst>
                                            <p:cond evt="end" delay="0">
                                              <p:tn val="9"/>
                                            </p:cond>
                                          </p:stCondLst>
                                        </p:cTn>
                                        <p:tgtEl>
                                          <p:spTgt spid="121"/>
                                        </p:tgtEl>
                                        <p:attrNameLst>
                                          <p:attrName>style.visibility</p:attrName>
                                        </p:attrNameLst>
                                      </p:cBhvr>
                                      <p:to>
                                        <p:strVal val="hidden"/>
                                      </p:to>
                                    </p:set>
                                  </p:subTnLst>
                                </p:cTn>
                              </p:par>
                              <p:par>
                                <p:cTn id="11" presetID="42" presetClass="path" presetSubtype="0" fill="hold" grpId="0" nodeType="withEffect">
                                  <p:stCondLst>
                                    <p:cond delay="0"/>
                                  </p:stCondLst>
                                  <p:childTnLst>
                                    <p:animMotion origin="layout" path="M 3.75E-6 4.81481E-6 L 3.75E-6 0.03472 " pathEditMode="relative" rAng="0" ptsTypes="AA">
                                      <p:cBhvr>
                                        <p:cTn id="12" dur="100" fill="hold"/>
                                        <p:tgtEl>
                                          <p:spTgt spid="284"/>
                                        </p:tgtEl>
                                        <p:attrNameLst>
                                          <p:attrName>ppt_x</p:attrName>
                                          <p:attrName>ppt_y</p:attrName>
                                        </p:attrNameLst>
                                      </p:cBhvr>
                                      <p:rCtr x="0" y="1736"/>
                                    </p:animMotion>
                                  </p:childTnLst>
                                </p:cTn>
                              </p:par>
                              <p:par>
                                <p:cTn id="13" presetID="42" presetClass="path" presetSubtype="0" fill="hold" grpId="0" nodeType="withEffect">
                                  <p:stCondLst>
                                    <p:cond delay="0"/>
                                  </p:stCondLst>
                                  <p:childTnLst>
                                    <p:animMotion origin="layout" path="M -1.04167E-6 4.81481E-6 L -0.00026 0.10439 " pathEditMode="relative" rAng="0" ptsTypes="AA">
                                      <p:cBhvr>
                                        <p:cTn id="14" dur="300" fill="hold"/>
                                        <p:tgtEl>
                                          <p:spTgt spid="247"/>
                                        </p:tgtEl>
                                        <p:attrNameLst>
                                          <p:attrName>ppt_x</p:attrName>
                                          <p:attrName>ppt_y</p:attrName>
                                        </p:attrNameLst>
                                      </p:cBhvr>
                                      <p:rCtr x="-13" y="5208"/>
                                    </p:animMotion>
                                  </p:childTnLst>
                                </p:cTn>
                              </p:par>
                              <p:par>
                                <p:cTn id="15" presetID="42" presetClass="path" presetSubtype="0" fill="hold" grpId="0" nodeType="withEffect">
                                  <p:stCondLst>
                                    <p:cond delay="0"/>
                                  </p:stCondLst>
                                  <p:childTnLst>
                                    <p:animMotion origin="layout" path="M -3.125E-6 4.81481E-6 L -3.125E-6 0.17384 " pathEditMode="relative" rAng="0" ptsTypes="AA">
                                      <p:cBhvr>
                                        <p:cTn id="16" dur="500" fill="hold"/>
                                        <p:tgtEl>
                                          <p:spTgt spid="249"/>
                                        </p:tgtEl>
                                        <p:attrNameLst>
                                          <p:attrName>ppt_x</p:attrName>
                                          <p:attrName>ppt_y</p:attrName>
                                        </p:attrNameLst>
                                      </p:cBhvr>
                                      <p:rCtr x="0" y="8681"/>
                                    </p:animMotion>
                                  </p:childTnLst>
                                </p:cTn>
                              </p:par>
                            </p:childTnLst>
                          </p:cTn>
                        </p:par>
                      </p:childTnLst>
                    </p:cTn>
                  </p:par>
                  <p:par>
                    <p:cTn id="17" fill="hold">
                      <p:stCondLst>
                        <p:cond delay="indefinite"/>
                      </p:stCondLst>
                      <p:childTnLst>
                        <p:par>
                          <p:cTn id="18" fill="hold">
                            <p:stCondLst>
                              <p:cond delay="0"/>
                            </p:stCondLst>
                            <p:childTnLst>
                              <p:par>
                                <p:cTn id="19" presetID="1" presetClass="emph" presetSubtype="2" fill="hold" nodeType="clickEffect">
                                  <p:stCondLst>
                                    <p:cond delay="0"/>
                                  </p:stCondLst>
                                  <p:childTnLst>
                                    <p:animClr clrSpc="rgb" dir="cw">
                                      <p:cBhvr>
                                        <p:cTn id="20" dur="300" fill="hold"/>
                                        <p:tgtEl>
                                          <p:spTgt spid="299"/>
                                        </p:tgtEl>
                                        <p:attrNameLst>
                                          <p:attrName>fillcolor</p:attrName>
                                        </p:attrNameLst>
                                      </p:cBhvr>
                                      <p:to>
                                        <a:srgbClr val="2DD741"/>
                                      </p:to>
                                    </p:animClr>
                                    <p:set>
                                      <p:cBhvr>
                                        <p:cTn id="21" dur="300" fill="hold"/>
                                        <p:tgtEl>
                                          <p:spTgt spid="299"/>
                                        </p:tgtEl>
                                        <p:attrNameLst>
                                          <p:attrName>fill.type</p:attrName>
                                        </p:attrNameLst>
                                      </p:cBhvr>
                                      <p:to>
                                        <p:strVal val="solid"/>
                                      </p:to>
                                    </p:set>
                                    <p:set>
                                      <p:cBhvr>
                                        <p:cTn id="22" dur="300" fill="hold"/>
                                        <p:tgtEl>
                                          <p:spTgt spid="299"/>
                                        </p:tgtEl>
                                        <p:attrNameLst>
                                          <p:attrName>fill.on</p:attrName>
                                        </p:attrNameLst>
                                      </p:cBhvr>
                                      <p:to>
                                        <p:strVal val="true"/>
                                      </p:to>
                                    </p:set>
                                  </p:childTnLst>
                                  <p:subTnLst>
                                    <p:set>
                                      <p:cBhvr override="childStyle">
                                        <p:cTn dur="1" fill="hold" display="0" masterRel="nextClick" afterEffect="1"/>
                                        <p:tgtEl>
                                          <p:spTgt spid="299"/>
                                        </p:tgtEl>
                                        <p:attrNameLst>
                                          <p:attrName>style.visibility</p:attrName>
                                        </p:attrNameLst>
                                      </p:cBhvr>
                                      <p:to>
                                        <p:strVal val="hidden"/>
                                      </p:to>
                                    </p:set>
                                  </p:subTnLst>
                                </p:cTn>
                              </p:par>
                              <p:par>
                                <p:cTn id="23" presetID="35" presetClass="path" presetSubtype="0" fill="hold" grpId="1" nodeType="withEffect">
                                  <p:stCondLst>
                                    <p:cond delay="0"/>
                                  </p:stCondLst>
                                  <p:childTnLst>
                                    <p:animMotion origin="layout" path="M 3.75E-6 0.03472 L -0.01953 0.03495 " pathEditMode="relative" rAng="0" ptsTypes="AA">
                                      <p:cBhvr>
                                        <p:cTn id="24" dur="100" fill="hold"/>
                                        <p:tgtEl>
                                          <p:spTgt spid="284"/>
                                        </p:tgtEl>
                                        <p:attrNameLst>
                                          <p:attrName>ppt_x</p:attrName>
                                          <p:attrName>ppt_y</p:attrName>
                                        </p:attrNameLst>
                                      </p:cBhvr>
                                      <p:rCtr x="-977" y="0"/>
                                    </p:animMotion>
                                  </p:childTnLst>
                                </p:cTn>
                              </p:par>
                              <p:par>
                                <p:cTn id="25" presetID="35" presetClass="path" presetSubtype="0" fill="hold" grpId="1" nodeType="withEffect">
                                  <p:stCondLst>
                                    <p:cond delay="0"/>
                                  </p:stCondLst>
                                  <p:childTnLst>
                                    <p:animMotion origin="layout" path="M -0.00026 0.10439 L -0.09752 0.10462 " pathEditMode="relative" rAng="0" ptsTypes="AA">
                                      <p:cBhvr>
                                        <p:cTn id="26" dur="500" fill="hold"/>
                                        <p:tgtEl>
                                          <p:spTgt spid="247"/>
                                        </p:tgtEl>
                                        <p:attrNameLst>
                                          <p:attrName>ppt_x</p:attrName>
                                          <p:attrName>ppt_y</p:attrName>
                                        </p:attrNameLst>
                                      </p:cBhvr>
                                      <p:rCtr x="-4870" y="0"/>
                                    </p:animMotion>
                                  </p:childTnLst>
                                </p:cTn>
                              </p:par>
                              <p:par>
                                <p:cTn id="27" presetID="35" presetClass="path" presetSubtype="0" fill="hold" grpId="1" nodeType="withEffect">
                                  <p:stCondLst>
                                    <p:cond delay="0"/>
                                  </p:stCondLst>
                                  <p:childTnLst>
                                    <p:animMotion origin="layout" path="M -3.125E-6 0.17384 L -0.13632 0.17407 " pathEditMode="relative" rAng="0" ptsTypes="AA">
                                      <p:cBhvr>
                                        <p:cTn id="28" dur="700" fill="hold"/>
                                        <p:tgtEl>
                                          <p:spTgt spid="249"/>
                                        </p:tgtEl>
                                        <p:attrNameLst>
                                          <p:attrName>ppt_x</p:attrName>
                                          <p:attrName>ppt_y</p:attrName>
                                        </p:attrNameLst>
                                      </p:cBhvr>
                                      <p:rCtr x="-6823" y="0"/>
                                    </p:animMotion>
                                  </p:childTnLst>
                                </p:cTn>
                              </p:par>
                            </p:childTnLst>
                          </p:cTn>
                        </p:par>
                      </p:childTnLst>
                    </p:cTn>
                  </p:par>
                  <p:par>
                    <p:cTn id="29" fill="hold">
                      <p:stCondLst>
                        <p:cond delay="indefinite"/>
                      </p:stCondLst>
                      <p:childTnLst>
                        <p:par>
                          <p:cTn id="30" fill="hold">
                            <p:stCondLst>
                              <p:cond delay="0"/>
                            </p:stCondLst>
                            <p:childTnLst>
                              <p:par>
                                <p:cTn id="31" presetID="1" presetClass="emph" presetSubtype="2" fill="hold" nodeType="clickEffect">
                                  <p:stCondLst>
                                    <p:cond delay="0"/>
                                  </p:stCondLst>
                                  <p:childTnLst>
                                    <p:animClr clrSpc="rgb" dir="cw">
                                      <p:cBhvr>
                                        <p:cTn id="32" dur="300" fill="hold"/>
                                        <p:tgtEl>
                                          <p:spTgt spid="297"/>
                                        </p:tgtEl>
                                        <p:attrNameLst>
                                          <p:attrName>fillcolor</p:attrName>
                                        </p:attrNameLst>
                                      </p:cBhvr>
                                      <p:to>
                                        <a:srgbClr val="2DD741"/>
                                      </p:to>
                                    </p:animClr>
                                    <p:set>
                                      <p:cBhvr>
                                        <p:cTn id="33" dur="300" fill="hold"/>
                                        <p:tgtEl>
                                          <p:spTgt spid="297"/>
                                        </p:tgtEl>
                                        <p:attrNameLst>
                                          <p:attrName>fill.type</p:attrName>
                                        </p:attrNameLst>
                                      </p:cBhvr>
                                      <p:to>
                                        <p:strVal val="solid"/>
                                      </p:to>
                                    </p:set>
                                    <p:set>
                                      <p:cBhvr>
                                        <p:cTn id="34" dur="300" fill="hold"/>
                                        <p:tgtEl>
                                          <p:spTgt spid="297"/>
                                        </p:tgtEl>
                                        <p:attrNameLst>
                                          <p:attrName>fill.on</p:attrName>
                                        </p:attrNameLst>
                                      </p:cBhvr>
                                      <p:to>
                                        <p:strVal val="true"/>
                                      </p:to>
                                    </p:set>
                                  </p:childTnLst>
                                  <p:subTnLst>
                                    <p:set>
                                      <p:cBhvr override="childStyle">
                                        <p:cTn dur="1" fill="hold" display="0" masterRel="nextClick" afterEffect="1"/>
                                        <p:tgtEl>
                                          <p:spTgt spid="297"/>
                                        </p:tgtEl>
                                        <p:attrNameLst>
                                          <p:attrName>style.visibility</p:attrName>
                                        </p:attrNameLst>
                                      </p:cBhvr>
                                      <p:to>
                                        <p:strVal val="hidden"/>
                                      </p:to>
                                    </p:set>
                                  </p:subTnLst>
                                </p:cTn>
                              </p:par>
                              <p:par>
                                <p:cTn id="35" presetID="64" presetClass="path" presetSubtype="0" fill="hold" grpId="2" nodeType="withEffect">
                                  <p:stCondLst>
                                    <p:cond delay="0"/>
                                  </p:stCondLst>
                                  <p:childTnLst>
                                    <p:animMotion origin="layout" path="M -0.09752 0.10462 L -0.09766 0.06967 " pathEditMode="relative" rAng="0" ptsTypes="AA">
                                      <p:cBhvr>
                                        <p:cTn id="36" dur="100" fill="hold"/>
                                        <p:tgtEl>
                                          <p:spTgt spid="247"/>
                                        </p:tgtEl>
                                        <p:attrNameLst>
                                          <p:attrName>ppt_x</p:attrName>
                                          <p:attrName>ppt_y</p:attrName>
                                        </p:attrNameLst>
                                      </p:cBhvr>
                                      <p:rCtr x="-13" y="-1759"/>
                                    </p:animMotion>
                                  </p:childTnLst>
                                </p:cTn>
                              </p:par>
                              <p:par>
                                <p:cTn id="37" presetID="64" presetClass="path" presetSubtype="0" fill="hold" grpId="2" nodeType="withEffect">
                                  <p:stCondLst>
                                    <p:cond delay="0"/>
                                  </p:stCondLst>
                                  <p:childTnLst>
                                    <p:animMotion origin="layout" path="M -0.13632 0.17407 L -0.13633 0.10462 " pathEditMode="relative" rAng="0" ptsTypes="AA">
                                      <p:cBhvr>
                                        <p:cTn id="38" dur="200" fill="hold"/>
                                        <p:tgtEl>
                                          <p:spTgt spid="249"/>
                                        </p:tgtEl>
                                        <p:attrNameLst>
                                          <p:attrName>ppt_x</p:attrName>
                                          <p:attrName>ppt_y</p:attrName>
                                        </p:attrNameLst>
                                      </p:cBhvr>
                                      <p:rCtr x="-13" y="-3472"/>
                                    </p:animMotion>
                                  </p:childTnLst>
                                </p:cTn>
                              </p:par>
                              <p:par>
                                <p:cTn id="39" presetID="64" presetClass="path" presetSubtype="0" fill="hold" grpId="0" nodeType="withEffect">
                                  <p:stCondLst>
                                    <p:cond delay="0"/>
                                  </p:stCondLst>
                                  <p:childTnLst>
                                    <p:animMotion origin="layout" path="M 6.25E-7 -2.96296E-6 L 0.00026 -0.27777 " pathEditMode="relative" rAng="0" ptsTypes="AA">
                                      <p:cBhvr>
                                        <p:cTn id="40" dur="800" fill="hold"/>
                                        <p:tgtEl>
                                          <p:spTgt spid="285"/>
                                        </p:tgtEl>
                                        <p:attrNameLst>
                                          <p:attrName>ppt_x</p:attrName>
                                          <p:attrName>ppt_y</p:attrName>
                                        </p:attrNameLst>
                                      </p:cBhvr>
                                      <p:rCtr x="13" y="-13889"/>
                                    </p:animMotion>
                                  </p:childTnLst>
                                </p:cTn>
                              </p:par>
                            </p:childTnLst>
                          </p:cTn>
                        </p:par>
                      </p:childTnLst>
                    </p:cTn>
                  </p:par>
                  <p:par>
                    <p:cTn id="41" fill="hold">
                      <p:stCondLst>
                        <p:cond delay="indefinite"/>
                      </p:stCondLst>
                      <p:childTnLst>
                        <p:par>
                          <p:cTn id="42" fill="hold">
                            <p:stCondLst>
                              <p:cond delay="0"/>
                            </p:stCondLst>
                            <p:childTnLst>
                              <p:par>
                                <p:cTn id="43" presetID="1" presetClass="emph" presetSubtype="2" fill="hold" nodeType="clickEffect">
                                  <p:stCondLst>
                                    <p:cond delay="0"/>
                                  </p:stCondLst>
                                  <p:childTnLst>
                                    <p:animClr clrSpc="rgb" dir="cw">
                                      <p:cBhvr>
                                        <p:cTn id="44" dur="300" fill="hold"/>
                                        <p:tgtEl>
                                          <p:spTgt spid="116"/>
                                        </p:tgtEl>
                                        <p:attrNameLst>
                                          <p:attrName>fillcolor</p:attrName>
                                        </p:attrNameLst>
                                      </p:cBhvr>
                                      <p:to>
                                        <a:srgbClr val="2DD741"/>
                                      </p:to>
                                    </p:animClr>
                                    <p:set>
                                      <p:cBhvr>
                                        <p:cTn id="45" dur="300" fill="hold"/>
                                        <p:tgtEl>
                                          <p:spTgt spid="116"/>
                                        </p:tgtEl>
                                        <p:attrNameLst>
                                          <p:attrName>fill.type</p:attrName>
                                        </p:attrNameLst>
                                      </p:cBhvr>
                                      <p:to>
                                        <p:strVal val="solid"/>
                                      </p:to>
                                    </p:set>
                                    <p:set>
                                      <p:cBhvr>
                                        <p:cTn id="46" dur="300" fill="hold"/>
                                        <p:tgtEl>
                                          <p:spTgt spid="116"/>
                                        </p:tgtEl>
                                        <p:attrNameLst>
                                          <p:attrName>fill.on</p:attrName>
                                        </p:attrNameLst>
                                      </p:cBhvr>
                                      <p:to>
                                        <p:strVal val="true"/>
                                      </p:to>
                                    </p:set>
                                  </p:childTnLst>
                                  <p:subTnLst>
                                    <p:set>
                                      <p:cBhvr override="childStyle">
                                        <p:cTn dur="1" fill="hold" display="0" masterRel="nextClick" afterEffect="1"/>
                                        <p:tgtEl>
                                          <p:spTgt spid="116"/>
                                        </p:tgtEl>
                                        <p:attrNameLst>
                                          <p:attrName>style.visibility</p:attrName>
                                        </p:attrNameLst>
                                      </p:cBhvr>
                                      <p:to>
                                        <p:strVal val="hidden"/>
                                      </p:to>
                                    </p:set>
                                  </p:subTnLst>
                                </p:cTn>
                              </p:par>
                              <p:par>
                                <p:cTn id="47" presetID="35" presetClass="path" presetSubtype="0" fill="hold" grpId="1" nodeType="withEffect">
                                  <p:stCondLst>
                                    <p:cond delay="0"/>
                                  </p:stCondLst>
                                  <p:childTnLst>
                                    <p:animMotion origin="layout" path="M 0.00026 -0.27777 L -0.0582 -0.27778 " pathEditMode="relative" rAng="0" ptsTypes="AA">
                                      <p:cBhvr>
                                        <p:cTn id="48" dur="300" fill="hold"/>
                                        <p:tgtEl>
                                          <p:spTgt spid="285"/>
                                        </p:tgtEl>
                                        <p:attrNameLst>
                                          <p:attrName>ppt_x</p:attrName>
                                          <p:attrName>ppt_y</p:attrName>
                                        </p:attrNameLst>
                                      </p:cBhvr>
                                      <p:rCtr x="-2891" y="46"/>
                                    </p:animMotion>
                                  </p:childTnLst>
                                </p:cTn>
                              </p:par>
                            </p:childTnLst>
                          </p:cTn>
                        </p:par>
                      </p:childTnLst>
                    </p:cTn>
                  </p:par>
                  <p:par>
                    <p:cTn id="49" fill="hold">
                      <p:stCondLst>
                        <p:cond delay="indefinite"/>
                      </p:stCondLst>
                      <p:childTnLst>
                        <p:par>
                          <p:cTn id="50" fill="hold">
                            <p:stCondLst>
                              <p:cond delay="0"/>
                            </p:stCondLst>
                            <p:childTnLst>
                              <p:par>
                                <p:cTn id="51" presetID="1" presetClass="emph" presetSubtype="2" fill="hold" nodeType="clickEffect">
                                  <p:stCondLst>
                                    <p:cond delay="0"/>
                                  </p:stCondLst>
                                  <p:childTnLst>
                                    <p:animClr clrSpc="rgb" dir="cw">
                                      <p:cBhvr>
                                        <p:cTn id="52" dur="300" fill="hold"/>
                                        <p:tgtEl>
                                          <p:spTgt spid="117"/>
                                        </p:tgtEl>
                                        <p:attrNameLst>
                                          <p:attrName>fillcolor</p:attrName>
                                        </p:attrNameLst>
                                      </p:cBhvr>
                                      <p:to>
                                        <a:srgbClr val="2DD741"/>
                                      </p:to>
                                    </p:animClr>
                                    <p:set>
                                      <p:cBhvr>
                                        <p:cTn id="53" dur="300" fill="hold"/>
                                        <p:tgtEl>
                                          <p:spTgt spid="117"/>
                                        </p:tgtEl>
                                        <p:attrNameLst>
                                          <p:attrName>fill.type</p:attrName>
                                        </p:attrNameLst>
                                      </p:cBhvr>
                                      <p:to>
                                        <p:strVal val="solid"/>
                                      </p:to>
                                    </p:set>
                                    <p:set>
                                      <p:cBhvr>
                                        <p:cTn id="54" dur="300" fill="hold"/>
                                        <p:tgtEl>
                                          <p:spTgt spid="117"/>
                                        </p:tgtEl>
                                        <p:attrNameLst>
                                          <p:attrName>fill.on</p:attrName>
                                        </p:attrNameLst>
                                      </p:cBhvr>
                                      <p:to>
                                        <p:strVal val="true"/>
                                      </p:to>
                                    </p:set>
                                  </p:childTnLst>
                                  <p:subTnLst>
                                    <p:set>
                                      <p:cBhvr override="childStyle">
                                        <p:cTn dur="1" fill="hold" display="0" masterRel="nextClick" afterEffect="1"/>
                                        <p:tgtEl>
                                          <p:spTgt spid="117"/>
                                        </p:tgtEl>
                                        <p:attrNameLst>
                                          <p:attrName>style.visibility</p:attrName>
                                        </p:attrNameLst>
                                      </p:cBhvr>
                                      <p:to>
                                        <p:strVal val="hidden"/>
                                      </p:to>
                                    </p:set>
                                  </p:subTnLst>
                                </p:cTn>
                              </p:par>
                              <p:par>
                                <p:cTn id="55" presetID="42" presetClass="path" presetSubtype="0" fill="hold" grpId="2" nodeType="withEffect">
                                  <p:stCondLst>
                                    <p:cond delay="0"/>
                                  </p:stCondLst>
                                  <p:childTnLst>
                                    <p:animMotion origin="layout" path="M -0.01953 0.03495 L -0.01966 0.20925 " pathEditMode="relative" rAng="0" ptsTypes="AA">
                                      <p:cBhvr>
                                        <p:cTn id="56" dur="500" fill="hold"/>
                                        <p:tgtEl>
                                          <p:spTgt spid="284"/>
                                        </p:tgtEl>
                                        <p:attrNameLst>
                                          <p:attrName>ppt_x</p:attrName>
                                          <p:attrName>ppt_y</p:attrName>
                                        </p:attrNameLst>
                                      </p:cBhvr>
                                      <p:rCtr x="0" y="8704"/>
                                    </p:animMotion>
                                  </p:childTnLst>
                                </p:cTn>
                              </p:par>
                              <p:par>
                                <p:cTn id="57" presetID="42" presetClass="path" presetSubtype="0" fill="hold" grpId="3" nodeType="withEffect">
                                  <p:stCondLst>
                                    <p:cond delay="0"/>
                                  </p:stCondLst>
                                  <p:childTnLst>
                                    <p:animMotion origin="layout" path="M -0.09766 0.06967 L -0.09779 0.24375 " pathEditMode="relative" rAng="0" ptsTypes="AA">
                                      <p:cBhvr>
                                        <p:cTn id="58" dur="500" fill="hold"/>
                                        <p:tgtEl>
                                          <p:spTgt spid="247"/>
                                        </p:tgtEl>
                                        <p:attrNameLst>
                                          <p:attrName>ppt_x</p:attrName>
                                          <p:attrName>ppt_y</p:attrName>
                                        </p:attrNameLst>
                                      </p:cBhvr>
                                      <p:rCtr x="-13" y="8704"/>
                                    </p:animMotion>
                                  </p:childTnLst>
                                </p:cTn>
                              </p:par>
                              <p:par>
                                <p:cTn id="59" presetID="42" presetClass="path" presetSubtype="0" fill="hold" grpId="3" nodeType="withEffect">
                                  <p:stCondLst>
                                    <p:cond delay="0"/>
                                  </p:stCondLst>
                                  <p:childTnLst>
                                    <p:animMotion origin="layout" path="M -0.13632 0.10462 L -0.13646 0.27777 " pathEditMode="relative" rAng="0" ptsTypes="AA">
                                      <p:cBhvr>
                                        <p:cTn id="60" dur="500" fill="hold"/>
                                        <p:tgtEl>
                                          <p:spTgt spid="249"/>
                                        </p:tgtEl>
                                        <p:attrNameLst>
                                          <p:attrName>ppt_x</p:attrName>
                                          <p:attrName>ppt_y</p:attrName>
                                        </p:attrNameLst>
                                      </p:cBhvr>
                                      <p:rCtr x="-13" y="8657"/>
                                    </p:animMotion>
                                  </p:childTnLst>
                                </p:cTn>
                              </p:par>
                              <p:par>
                                <p:cTn id="61" presetID="42" presetClass="path" presetSubtype="0" fill="hold" grpId="2" nodeType="withEffect">
                                  <p:stCondLst>
                                    <p:cond delay="0"/>
                                  </p:stCondLst>
                                  <p:childTnLst>
                                    <p:animMotion origin="layout" path="M -0.0582 -0.27777 L -0.0582 -0.24305 " pathEditMode="relative" rAng="0" ptsTypes="AA">
                                      <p:cBhvr>
                                        <p:cTn id="62" dur="100" fill="hold"/>
                                        <p:tgtEl>
                                          <p:spTgt spid="285"/>
                                        </p:tgtEl>
                                        <p:attrNameLst>
                                          <p:attrName>ppt_x</p:attrName>
                                          <p:attrName>ppt_y</p:attrName>
                                        </p:attrNameLst>
                                      </p:cBhvr>
                                      <p:rCtr x="13" y="1736"/>
                                    </p:animMotion>
                                  </p:childTnLst>
                                </p:cTn>
                              </p:par>
                            </p:childTnLst>
                          </p:cTn>
                        </p:par>
                      </p:childTnLst>
                    </p:cTn>
                  </p:par>
                  <p:par>
                    <p:cTn id="63" fill="hold">
                      <p:stCondLst>
                        <p:cond delay="indefinite"/>
                      </p:stCondLst>
                      <p:childTnLst>
                        <p:par>
                          <p:cTn id="64" fill="hold">
                            <p:stCondLst>
                              <p:cond delay="0"/>
                            </p:stCondLst>
                            <p:childTnLst>
                              <p:par>
                                <p:cTn id="65" presetID="1" presetClass="emph" presetSubtype="2" fill="hold" nodeType="clickEffect">
                                  <p:stCondLst>
                                    <p:cond delay="0"/>
                                  </p:stCondLst>
                                  <p:childTnLst>
                                    <p:animClr clrSpc="rgb" dir="cw">
                                      <p:cBhvr>
                                        <p:cTn id="66" dur="300" fill="hold"/>
                                        <p:tgtEl>
                                          <p:spTgt spid="119"/>
                                        </p:tgtEl>
                                        <p:attrNameLst>
                                          <p:attrName>fillcolor</p:attrName>
                                        </p:attrNameLst>
                                      </p:cBhvr>
                                      <p:to>
                                        <a:srgbClr val="2DD741"/>
                                      </p:to>
                                    </p:animClr>
                                    <p:set>
                                      <p:cBhvr>
                                        <p:cTn id="67" dur="300" fill="hold"/>
                                        <p:tgtEl>
                                          <p:spTgt spid="119"/>
                                        </p:tgtEl>
                                        <p:attrNameLst>
                                          <p:attrName>fill.type</p:attrName>
                                        </p:attrNameLst>
                                      </p:cBhvr>
                                      <p:to>
                                        <p:strVal val="solid"/>
                                      </p:to>
                                    </p:set>
                                    <p:set>
                                      <p:cBhvr>
                                        <p:cTn id="68" dur="300" fill="hold"/>
                                        <p:tgtEl>
                                          <p:spTgt spid="119"/>
                                        </p:tgtEl>
                                        <p:attrNameLst>
                                          <p:attrName>fill.on</p:attrName>
                                        </p:attrNameLst>
                                      </p:cBhvr>
                                      <p:to>
                                        <p:strVal val="true"/>
                                      </p:to>
                                    </p:set>
                                  </p:childTnLst>
                                  <p:subTnLst>
                                    <p:set>
                                      <p:cBhvr override="childStyle">
                                        <p:cTn dur="1" fill="hold" display="0" masterRel="nextClick" afterEffect="1"/>
                                        <p:tgtEl>
                                          <p:spTgt spid="119"/>
                                        </p:tgtEl>
                                        <p:attrNameLst>
                                          <p:attrName>style.visibility</p:attrName>
                                        </p:attrNameLst>
                                      </p:cBhvr>
                                      <p:to>
                                        <p:strVal val="hidden"/>
                                      </p:to>
                                    </p:set>
                                  </p:subTnLst>
                                </p:cTn>
                              </p:par>
                              <p:par>
                                <p:cTn id="69" presetID="35" presetClass="path" presetSubtype="0" fill="hold" grpId="3" nodeType="withEffect">
                                  <p:stCondLst>
                                    <p:cond delay="0"/>
                                  </p:stCondLst>
                                  <p:childTnLst>
                                    <p:animMotion origin="layout" path="M -0.0582 -0.24305 L -0.07773 -0.24283 " pathEditMode="relative" rAng="0" ptsTypes="AA">
                                      <p:cBhvr>
                                        <p:cTn id="70" dur="100" fill="hold"/>
                                        <p:tgtEl>
                                          <p:spTgt spid="285"/>
                                        </p:tgtEl>
                                        <p:attrNameLst>
                                          <p:attrName>ppt_x</p:attrName>
                                          <p:attrName>ppt_y</p:attrName>
                                        </p:attrNameLst>
                                      </p:cBhvr>
                                      <p:rCtr x="-977" y="-46"/>
                                    </p:animMotion>
                                  </p:childTnLst>
                                </p:cTn>
                              </p:par>
                            </p:childTnLst>
                          </p:cTn>
                        </p:par>
                      </p:childTnLst>
                    </p:cTn>
                  </p:par>
                  <p:par>
                    <p:cTn id="71" fill="hold">
                      <p:stCondLst>
                        <p:cond delay="indefinite"/>
                      </p:stCondLst>
                      <p:childTnLst>
                        <p:par>
                          <p:cTn id="72" fill="hold">
                            <p:stCondLst>
                              <p:cond delay="0"/>
                            </p:stCondLst>
                            <p:childTnLst>
                              <p:par>
                                <p:cTn id="73" presetID="1" presetClass="emph" presetSubtype="2" fill="hold" nodeType="clickEffect">
                                  <p:stCondLst>
                                    <p:cond delay="0"/>
                                  </p:stCondLst>
                                  <p:childTnLst>
                                    <p:animClr clrSpc="rgb" dir="cw">
                                      <p:cBhvr>
                                        <p:cTn id="74" dur="300" fill="hold"/>
                                        <p:tgtEl>
                                          <p:spTgt spid="118"/>
                                        </p:tgtEl>
                                        <p:attrNameLst>
                                          <p:attrName>fillcolor</p:attrName>
                                        </p:attrNameLst>
                                      </p:cBhvr>
                                      <p:to>
                                        <a:srgbClr val="2DD741"/>
                                      </p:to>
                                    </p:animClr>
                                    <p:set>
                                      <p:cBhvr>
                                        <p:cTn id="75" dur="300" fill="hold"/>
                                        <p:tgtEl>
                                          <p:spTgt spid="118"/>
                                        </p:tgtEl>
                                        <p:attrNameLst>
                                          <p:attrName>fill.type</p:attrName>
                                        </p:attrNameLst>
                                      </p:cBhvr>
                                      <p:to>
                                        <p:strVal val="solid"/>
                                      </p:to>
                                    </p:set>
                                    <p:set>
                                      <p:cBhvr>
                                        <p:cTn id="76" dur="300" fill="hold"/>
                                        <p:tgtEl>
                                          <p:spTgt spid="118"/>
                                        </p:tgtEl>
                                        <p:attrNameLst>
                                          <p:attrName>fill.on</p:attrName>
                                        </p:attrNameLst>
                                      </p:cBhvr>
                                      <p:to>
                                        <p:strVal val="true"/>
                                      </p:to>
                                    </p:set>
                                  </p:childTnLst>
                                  <p:subTnLst>
                                    <p:set>
                                      <p:cBhvr override="childStyle">
                                        <p:cTn dur="1" fill="hold" display="0" masterRel="nextClick" afterEffect="1"/>
                                        <p:tgtEl>
                                          <p:spTgt spid="118"/>
                                        </p:tgtEl>
                                        <p:attrNameLst>
                                          <p:attrName>style.visibility</p:attrName>
                                        </p:attrNameLst>
                                      </p:cBhvr>
                                      <p:to>
                                        <p:strVal val="hidden"/>
                                      </p:to>
                                    </p:set>
                                  </p:subTnLst>
                                </p:cTn>
                              </p:par>
                              <p:par>
                                <p:cTn id="77" presetID="42" presetClass="path" presetSubtype="0" fill="hold" grpId="4" nodeType="withEffect">
                                  <p:stCondLst>
                                    <p:cond delay="0"/>
                                  </p:stCondLst>
                                  <p:childTnLst>
                                    <p:animMotion origin="layout" path="M -0.07773 -0.24282 L -0.07773 -0.1037 " pathEditMode="relative" rAng="0" ptsTypes="AA">
                                      <p:cBhvr>
                                        <p:cTn id="78" dur="400" fill="hold"/>
                                        <p:tgtEl>
                                          <p:spTgt spid="285"/>
                                        </p:tgtEl>
                                        <p:attrNameLst>
                                          <p:attrName>ppt_x</p:attrName>
                                          <p:attrName>ppt_y</p:attrName>
                                        </p:attrNameLst>
                                      </p:cBhvr>
                                      <p:rCtr x="0" y="7037"/>
                                    </p:animMotion>
                                  </p:childTnLst>
                                </p:cTn>
                              </p:par>
                            </p:childTnLst>
                          </p:cTn>
                        </p:par>
                      </p:childTnLst>
                    </p:cTn>
                  </p:par>
                  <p:par>
                    <p:cTn id="79" fill="hold">
                      <p:stCondLst>
                        <p:cond delay="indefinite"/>
                      </p:stCondLst>
                      <p:childTnLst>
                        <p:par>
                          <p:cTn id="80" fill="hold">
                            <p:stCondLst>
                              <p:cond delay="0"/>
                            </p:stCondLst>
                            <p:childTnLst>
                              <p:par>
                                <p:cTn id="81" presetID="1" presetClass="emph" presetSubtype="2" fill="hold" nodeType="clickEffect">
                                  <p:stCondLst>
                                    <p:cond delay="0"/>
                                  </p:stCondLst>
                                  <p:childTnLst>
                                    <p:animClr clrSpc="rgb" dir="cw">
                                      <p:cBhvr>
                                        <p:cTn id="82" dur="300" fill="hold"/>
                                        <p:tgtEl>
                                          <p:spTgt spid="295"/>
                                        </p:tgtEl>
                                        <p:attrNameLst>
                                          <p:attrName>fillcolor</p:attrName>
                                        </p:attrNameLst>
                                      </p:cBhvr>
                                      <p:to>
                                        <a:srgbClr val="2DD741"/>
                                      </p:to>
                                    </p:animClr>
                                    <p:set>
                                      <p:cBhvr>
                                        <p:cTn id="83" dur="300" fill="hold"/>
                                        <p:tgtEl>
                                          <p:spTgt spid="295"/>
                                        </p:tgtEl>
                                        <p:attrNameLst>
                                          <p:attrName>fill.type</p:attrName>
                                        </p:attrNameLst>
                                      </p:cBhvr>
                                      <p:to>
                                        <p:strVal val="solid"/>
                                      </p:to>
                                    </p:set>
                                    <p:set>
                                      <p:cBhvr>
                                        <p:cTn id="84" dur="300" fill="hold"/>
                                        <p:tgtEl>
                                          <p:spTgt spid="295"/>
                                        </p:tgtEl>
                                        <p:attrNameLst>
                                          <p:attrName>fill.on</p:attrName>
                                        </p:attrNameLst>
                                      </p:cBhvr>
                                      <p:to>
                                        <p:strVal val="true"/>
                                      </p:to>
                                    </p:set>
                                  </p:childTnLst>
                                </p:cTn>
                              </p:par>
                              <p:par>
                                <p:cTn id="85" presetID="63" presetClass="path" presetSubtype="0" fill="hold" grpId="3" nodeType="withEffect">
                                  <p:stCondLst>
                                    <p:cond delay="0"/>
                                  </p:stCondLst>
                                  <p:childTnLst>
                                    <p:animMotion origin="layout" path="M -0.01967 0.20925 L 0.01901 0.20995 " pathEditMode="relative" rAng="0" ptsTypes="AA">
                                      <p:cBhvr>
                                        <p:cTn id="86" dur="200" fill="hold"/>
                                        <p:tgtEl>
                                          <p:spTgt spid="284"/>
                                        </p:tgtEl>
                                        <p:attrNameLst>
                                          <p:attrName>ppt_x</p:attrName>
                                          <p:attrName>ppt_y</p:attrName>
                                        </p:attrNameLst>
                                      </p:cBhvr>
                                      <p:rCtr x="1927" y="23"/>
                                    </p:animMotion>
                                  </p:childTnLst>
                                </p:cTn>
                              </p:par>
                              <p:par>
                                <p:cTn id="87" presetID="63" presetClass="path" presetSubtype="0" fill="hold" grpId="4" nodeType="withEffect">
                                  <p:stCondLst>
                                    <p:cond delay="0"/>
                                  </p:stCondLst>
                                  <p:childTnLst>
                                    <p:animMotion origin="layout" path="M -0.09778 0.24375 L -0.05885 0.24328 " pathEditMode="relative" rAng="0" ptsTypes="AA">
                                      <p:cBhvr>
                                        <p:cTn id="88" dur="200" fill="hold"/>
                                        <p:tgtEl>
                                          <p:spTgt spid="247"/>
                                        </p:tgtEl>
                                        <p:attrNameLst>
                                          <p:attrName>ppt_x</p:attrName>
                                          <p:attrName>ppt_y</p:attrName>
                                        </p:attrNameLst>
                                      </p:cBhvr>
                                      <p:rCtr x="1927" y="0"/>
                                    </p:animMotion>
                                  </p:childTnLst>
                                </p:cTn>
                              </p:par>
                              <p:par>
                                <p:cTn id="89" presetID="63" presetClass="path" presetSubtype="0" fill="hold" grpId="4" nodeType="withEffect">
                                  <p:stCondLst>
                                    <p:cond delay="0"/>
                                  </p:stCondLst>
                                  <p:childTnLst>
                                    <p:animMotion origin="layout" path="M -0.13646 0.27777 L -0.09739 0.27824 " pathEditMode="relative" rAng="0" ptsTypes="AA">
                                      <p:cBhvr>
                                        <p:cTn id="90" dur="200" fill="hold"/>
                                        <p:tgtEl>
                                          <p:spTgt spid="249"/>
                                        </p:tgtEl>
                                        <p:attrNameLst>
                                          <p:attrName>ppt_x</p:attrName>
                                          <p:attrName>ppt_y</p:attrName>
                                        </p:attrNameLst>
                                      </p:cBhvr>
                                      <p:rCtr x="1953" y="23"/>
                                    </p:animMotion>
                                  </p:childTnLst>
                                </p:cTn>
                              </p:par>
                              <p:par>
                                <p:cTn id="91" presetID="63" presetClass="path" presetSubtype="0" fill="hold" grpId="5" nodeType="withEffect">
                                  <p:stCondLst>
                                    <p:cond delay="0"/>
                                  </p:stCondLst>
                                  <p:childTnLst>
                                    <p:animMotion origin="layout" path="M -0.07773 -0.1037 L 0.11758 -0.10416 " pathEditMode="relative" rAng="0" ptsTypes="AA">
                                      <p:cBhvr>
                                        <p:cTn id="92" dur="1000" fill="hold"/>
                                        <p:tgtEl>
                                          <p:spTgt spid="285"/>
                                        </p:tgtEl>
                                        <p:attrNameLst>
                                          <p:attrName>ppt_x</p:attrName>
                                          <p:attrName>ppt_y</p:attrName>
                                        </p:attrNameLst>
                                      </p:cBhvr>
                                      <p:rCtr x="9766" y="-23"/>
                                    </p:animMotion>
                                  </p:childTnLst>
                                  <p:subTnLst>
                                    <p:set>
                                      <p:cBhvr override="childStyle">
                                        <p:cTn dur="1" fill="hold" display="0" masterRel="sameClick" afterEffect="1">
                                          <p:stCondLst>
                                            <p:cond evt="end" delay="0">
                                              <p:tn val="91"/>
                                            </p:cond>
                                          </p:stCondLst>
                                        </p:cTn>
                                        <p:tgtEl>
                                          <p:spTgt spid="285"/>
                                        </p:tgtEl>
                                        <p:attrNameLst>
                                          <p:attrName>style.visibility</p:attrName>
                                        </p:attrNameLst>
                                      </p:cBhvr>
                                      <p:to>
                                        <p:strVal val="hidden"/>
                                      </p:to>
                                    </p:set>
                                  </p:subTnLst>
                                </p:cTn>
                              </p:par>
                            </p:childTnLst>
                          </p:cTn>
                        </p:par>
                        <p:par>
                          <p:cTn id="93" fill="hold">
                            <p:stCondLst>
                              <p:cond delay="1000"/>
                            </p:stCondLst>
                            <p:childTnLst>
                              <p:par>
                                <p:cTn id="94" presetID="1" presetClass="entr" presetSubtype="0" fill="hold" grpId="0" nodeType="afterEffect">
                                  <p:stCondLst>
                                    <p:cond delay="0"/>
                                  </p:stCondLst>
                                  <p:childTnLst>
                                    <p:set>
                                      <p:cBhvr>
                                        <p:cTn id="95"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P spid="247" grpId="0" animBg="1"/>
      <p:bldP spid="247" grpId="1" animBg="1"/>
      <p:bldP spid="247" grpId="2" animBg="1"/>
      <p:bldP spid="247" grpId="3" animBg="1"/>
      <p:bldP spid="247" grpId="4" animBg="1"/>
      <p:bldP spid="249" grpId="0" animBg="1"/>
      <p:bldP spid="249" grpId="1" animBg="1"/>
      <p:bldP spid="249" grpId="2" animBg="1"/>
      <p:bldP spid="249" grpId="3" animBg="1"/>
      <p:bldP spid="249" grpId="4" animBg="1"/>
      <p:bldP spid="284" grpId="0" animBg="1"/>
      <p:bldP spid="284" grpId="1" animBg="1"/>
      <p:bldP spid="284" grpId="2" animBg="1"/>
      <p:bldP spid="284" grpId="3" animBg="1"/>
      <p:bldP spid="285" grpId="0" animBg="1"/>
      <p:bldP spid="285" grpId="1" animBg="1"/>
      <p:bldP spid="285" grpId="2" animBg="1"/>
      <p:bldP spid="285" grpId="3" animBg="1"/>
      <p:bldP spid="285" grpId="4" animBg="1"/>
      <p:bldP spid="285" grpId="5" animBg="1"/>
      <p:bldP spid="120"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6" name="Group 335">
            <a:extLst>
              <a:ext uri="{FF2B5EF4-FFF2-40B4-BE49-F238E27FC236}">
                <a16:creationId xmlns:a16="http://schemas.microsoft.com/office/drawing/2014/main" id="{DEEAFCA0-088C-4412-80CD-D4280B0E4859}"/>
              </a:ext>
            </a:extLst>
          </p:cNvPr>
          <p:cNvGrpSpPr/>
          <p:nvPr/>
        </p:nvGrpSpPr>
        <p:grpSpPr>
          <a:xfrm>
            <a:off x="2674768" y="3198412"/>
            <a:ext cx="1190885" cy="1420464"/>
            <a:chOff x="5499725" y="3203422"/>
            <a:chExt cx="1190885" cy="1420464"/>
          </a:xfrm>
        </p:grpSpPr>
        <p:sp>
          <p:nvSpPr>
            <p:cNvPr id="337" name="Rectangle 336">
              <a:extLst>
                <a:ext uri="{FF2B5EF4-FFF2-40B4-BE49-F238E27FC236}">
                  <a16:creationId xmlns:a16="http://schemas.microsoft.com/office/drawing/2014/main" id="{01EAF77D-90BE-4100-BB35-D9D3191CA7A4}"/>
                </a:ext>
              </a:extLst>
            </p:cNvPr>
            <p:cNvSpPr/>
            <p:nvPr/>
          </p:nvSpPr>
          <p:spPr>
            <a:xfrm rot="5400000">
              <a:off x="5974497" y="39148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9B370402-AF5F-4086-AE7A-6C03946ECEE4}"/>
                </a:ext>
              </a:extLst>
            </p:cNvPr>
            <p:cNvSpPr/>
            <p:nvPr/>
          </p:nvSpPr>
          <p:spPr>
            <a:xfrm rot="5400000">
              <a:off x="5502663" y="41505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9" name="Rectangle 338">
              <a:extLst>
                <a:ext uri="{FF2B5EF4-FFF2-40B4-BE49-F238E27FC236}">
                  <a16:creationId xmlns:a16="http://schemas.microsoft.com/office/drawing/2014/main" id="{CA1BCFB6-B184-4C37-BDE4-ED9182A6CC98}"/>
                </a:ext>
              </a:extLst>
            </p:cNvPr>
            <p:cNvSpPr/>
            <p:nvPr/>
          </p:nvSpPr>
          <p:spPr>
            <a:xfrm rot="5400000">
              <a:off x="6214596" y="391359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0" name="Rectangle 339">
              <a:extLst>
                <a:ext uri="{FF2B5EF4-FFF2-40B4-BE49-F238E27FC236}">
                  <a16:creationId xmlns:a16="http://schemas.microsoft.com/office/drawing/2014/main" id="{7C66BCA8-612C-4AE8-9C69-277367E27EBE}"/>
                </a:ext>
              </a:extLst>
            </p:cNvPr>
            <p:cNvSpPr/>
            <p:nvPr/>
          </p:nvSpPr>
          <p:spPr>
            <a:xfrm rot="5400000">
              <a:off x="5502065" y="43856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C08AED29-8146-41AA-8D84-7C59F7A95AF7}"/>
                </a:ext>
              </a:extLst>
            </p:cNvPr>
            <p:cNvSpPr/>
            <p:nvPr/>
          </p:nvSpPr>
          <p:spPr>
            <a:xfrm rot="5400000">
              <a:off x="6451571" y="39114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68FA73C0-12EC-4C4B-86A4-70328A043E71}"/>
                </a:ext>
              </a:extLst>
            </p:cNvPr>
            <p:cNvSpPr/>
            <p:nvPr/>
          </p:nvSpPr>
          <p:spPr>
            <a:xfrm rot="5400000">
              <a:off x="5733837" y="391624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3" name="Rectangle 342">
              <a:extLst>
                <a:ext uri="{FF2B5EF4-FFF2-40B4-BE49-F238E27FC236}">
                  <a16:creationId xmlns:a16="http://schemas.microsoft.com/office/drawing/2014/main" id="{EE8E0CCF-F857-4F55-BEC1-6EC75108C47B}"/>
                </a:ext>
              </a:extLst>
            </p:cNvPr>
            <p:cNvSpPr/>
            <p:nvPr/>
          </p:nvSpPr>
          <p:spPr>
            <a:xfrm rot="5400000">
              <a:off x="5502065" y="39153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4022F4B1-92B4-4FE0-BC6B-D78D79DD8830}"/>
                </a:ext>
              </a:extLst>
            </p:cNvPr>
            <p:cNvSpPr/>
            <p:nvPr/>
          </p:nvSpPr>
          <p:spPr>
            <a:xfrm rot="5400000">
              <a:off x="6451383" y="3670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5" name="Rectangle 344">
              <a:extLst>
                <a:ext uri="{FF2B5EF4-FFF2-40B4-BE49-F238E27FC236}">
                  <a16:creationId xmlns:a16="http://schemas.microsoft.com/office/drawing/2014/main" id="{7AC556F4-6D16-4D2E-AB2E-672007F5579F}"/>
                </a:ext>
              </a:extLst>
            </p:cNvPr>
            <p:cNvSpPr/>
            <p:nvPr/>
          </p:nvSpPr>
          <p:spPr>
            <a:xfrm rot="5400000">
              <a:off x="6452358" y="3433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B4F95A32-04E5-4F84-A777-A50C136E326B}"/>
                </a:ext>
              </a:extLst>
            </p:cNvPr>
            <p:cNvSpPr/>
            <p:nvPr/>
          </p:nvSpPr>
          <p:spPr>
            <a:xfrm rot="5400000">
              <a:off x="6451571" y="41467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7" name="Rectangle 346">
              <a:extLst>
                <a:ext uri="{FF2B5EF4-FFF2-40B4-BE49-F238E27FC236}">
                  <a16:creationId xmlns:a16="http://schemas.microsoft.com/office/drawing/2014/main" id="{58B7D119-3E8C-4408-B600-387F624372FC}"/>
                </a:ext>
              </a:extLst>
            </p:cNvPr>
            <p:cNvSpPr/>
            <p:nvPr/>
          </p:nvSpPr>
          <p:spPr>
            <a:xfrm rot="5400000">
              <a:off x="6451571" y="43831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3076E9B7-8305-4BD7-B117-657016CDDD61}"/>
                </a:ext>
              </a:extLst>
            </p:cNvPr>
            <p:cNvSpPr/>
            <p:nvPr/>
          </p:nvSpPr>
          <p:spPr>
            <a:xfrm rot="5400000">
              <a:off x="5500638" y="367617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9" name="Rectangle 348">
              <a:extLst>
                <a:ext uri="{FF2B5EF4-FFF2-40B4-BE49-F238E27FC236}">
                  <a16:creationId xmlns:a16="http://schemas.microsoft.com/office/drawing/2014/main" id="{3AE12845-1BB2-46E9-A701-000011CE535D}"/>
                </a:ext>
              </a:extLst>
            </p:cNvPr>
            <p:cNvSpPr/>
            <p:nvPr/>
          </p:nvSpPr>
          <p:spPr>
            <a:xfrm rot="5400000">
              <a:off x="5500233" y="344007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50DD7447-D432-4FFA-BFE6-9F2978778E8C}"/>
                </a:ext>
              </a:extLst>
            </p:cNvPr>
            <p:cNvSpPr/>
            <p:nvPr/>
          </p:nvSpPr>
          <p:spPr>
            <a:xfrm rot="5400000">
              <a:off x="5738401" y="32051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B3F17530-B932-4DDB-8BEA-86A5347B75BE}"/>
                </a:ext>
              </a:extLst>
            </p:cNvPr>
            <p:cNvSpPr/>
            <p:nvPr/>
          </p:nvSpPr>
          <p:spPr>
            <a:xfrm rot="5400000">
              <a:off x="5976709" y="3202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2" name="Rectangle 351">
              <a:extLst>
                <a:ext uri="{FF2B5EF4-FFF2-40B4-BE49-F238E27FC236}">
                  <a16:creationId xmlns:a16="http://schemas.microsoft.com/office/drawing/2014/main" id="{B58B8396-7F10-4B88-9375-D716EB207EE9}"/>
                </a:ext>
              </a:extLst>
            </p:cNvPr>
            <p:cNvSpPr/>
            <p:nvPr/>
          </p:nvSpPr>
          <p:spPr>
            <a:xfrm rot="5400000">
              <a:off x="6211808" y="320554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E371A67E-03DF-4FAE-A62E-2B4F521E91CB}"/>
                </a:ext>
              </a:extLst>
            </p:cNvPr>
            <p:cNvSpPr/>
            <p:nvPr/>
          </p:nvSpPr>
          <p:spPr>
            <a:xfrm rot="5400000">
              <a:off x="6213247" y="343359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4" name="Rectangle 353">
              <a:extLst>
                <a:ext uri="{FF2B5EF4-FFF2-40B4-BE49-F238E27FC236}">
                  <a16:creationId xmlns:a16="http://schemas.microsoft.com/office/drawing/2014/main" id="{11A67A3A-23DE-4737-AAF9-3B3C8958943D}"/>
                </a:ext>
              </a:extLst>
            </p:cNvPr>
            <p:cNvSpPr/>
            <p:nvPr/>
          </p:nvSpPr>
          <p:spPr>
            <a:xfrm rot="5400000">
              <a:off x="5739044" y="34401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7" name="Group 366">
            <a:extLst>
              <a:ext uri="{FF2B5EF4-FFF2-40B4-BE49-F238E27FC236}">
                <a16:creationId xmlns:a16="http://schemas.microsoft.com/office/drawing/2014/main" id="{DF248396-939E-443C-AD94-2033DF27A9CA}"/>
              </a:ext>
            </a:extLst>
          </p:cNvPr>
          <p:cNvGrpSpPr/>
          <p:nvPr/>
        </p:nvGrpSpPr>
        <p:grpSpPr>
          <a:xfrm>
            <a:off x="2658566" y="3203725"/>
            <a:ext cx="1190885" cy="1420464"/>
            <a:chOff x="5499725" y="3203422"/>
            <a:chExt cx="1190885" cy="1420464"/>
          </a:xfrm>
        </p:grpSpPr>
        <p:sp>
          <p:nvSpPr>
            <p:cNvPr id="368" name="Rectangle 367">
              <a:extLst>
                <a:ext uri="{FF2B5EF4-FFF2-40B4-BE49-F238E27FC236}">
                  <a16:creationId xmlns:a16="http://schemas.microsoft.com/office/drawing/2014/main" id="{F84C7CB7-045D-4256-BD24-D0D1C8308657}"/>
                </a:ext>
              </a:extLst>
            </p:cNvPr>
            <p:cNvSpPr/>
            <p:nvPr/>
          </p:nvSpPr>
          <p:spPr>
            <a:xfrm rot="5400000">
              <a:off x="5974497" y="39148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9DADC4D9-E369-43D9-8BAC-CD8C3D860945}"/>
                </a:ext>
              </a:extLst>
            </p:cNvPr>
            <p:cNvSpPr/>
            <p:nvPr/>
          </p:nvSpPr>
          <p:spPr>
            <a:xfrm rot="5400000">
              <a:off x="5502663" y="41505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0" name="Rectangle 369">
              <a:extLst>
                <a:ext uri="{FF2B5EF4-FFF2-40B4-BE49-F238E27FC236}">
                  <a16:creationId xmlns:a16="http://schemas.microsoft.com/office/drawing/2014/main" id="{DA57D291-C3A1-4321-846D-50B322715F0B}"/>
                </a:ext>
              </a:extLst>
            </p:cNvPr>
            <p:cNvSpPr/>
            <p:nvPr/>
          </p:nvSpPr>
          <p:spPr>
            <a:xfrm rot="5400000">
              <a:off x="6214596" y="391359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1" name="Rectangle 370">
              <a:extLst>
                <a:ext uri="{FF2B5EF4-FFF2-40B4-BE49-F238E27FC236}">
                  <a16:creationId xmlns:a16="http://schemas.microsoft.com/office/drawing/2014/main" id="{0AB4B47D-B375-464D-9BAA-09D1445EA0EB}"/>
                </a:ext>
              </a:extLst>
            </p:cNvPr>
            <p:cNvSpPr/>
            <p:nvPr/>
          </p:nvSpPr>
          <p:spPr>
            <a:xfrm rot="5400000">
              <a:off x="5502065" y="43856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00268E21-9271-4E52-A391-1C545250B646}"/>
                </a:ext>
              </a:extLst>
            </p:cNvPr>
            <p:cNvSpPr/>
            <p:nvPr/>
          </p:nvSpPr>
          <p:spPr>
            <a:xfrm rot="5400000">
              <a:off x="6451571" y="39114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7E49D070-0458-4C28-9DBE-CD328E33A79E}"/>
                </a:ext>
              </a:extLst>
            </p:cNvPr>
            <p:cNvSpPr/>
            <p:nvPr/>
          </p:nvSpPr>
          <p:spPr>
            <a:xfrm rot="5400000">
              <a:off x="5733837" y="391624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4" name="Rectangle 373">
              <a:extLst>
                <a:ext uri="{FF2B5EF4-FFF2-40B4-BE49-F238E27FC236}">
                  <a16:creationId xmlns:a16="http://schemas.microsoft.com/office/drawing/2014/main" id="{67E0D0FC-F4CC-495C-A3B3-820F00CBDEE2}"/>
                </a:ext>
              </a:extLst>
            </p:cNvPr>
            <p:cNvSpPr/>
            <p:nvPr/>
          </p:nvSpPr>
          <p:spPr>
            <a:xfrm rot="5400000">
              <a:off x="5502065" y="39153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E2D7F5BA-9FFD-41D1-B433-3BBF0D4AA365}"/>
                </a:ext>
              </a:extLst>
            </p:cNvPr>
            <p:cNvSpPr/>
            <p:nvPr/>
          </p:nvSpPr>
          <p:spPr>
            <a:xfrm rot="5400000">
              <a:off x="6451383" y="3670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6" name="Rectangle 375">
              <a:extLst>
                <a:ext uri="{FF2B5EF4-FFF2-40B4-BE49-F238E27FC236}">
                  <a16:creationId xmlns:a16="http://schemas.microsoft.com/office/drawing/2014/main" id="{6791A5B0-7D3C-476D-B177-3DBD6585947A}"/>
                </a:ext>
              </a:extLst>
            </p:cNvPr>
            <p:cNvSpPr/>
            <p:nvPr/>
          </p:nvSpPr>
          <p:spPr>
            <a:xfrm rot="5400000">
              <a:off x="6452358" y="3433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1F8D953E-6692-47D4-A9A6-A793C25BDAF9}"/>
                </a:ext>
              </a:extLst>
            </p:cNvPr>
            <p:cNvSpPr/>
            <p:nvPr/>
          </p:nvSpPr>
          <p:spPr>
            <a:xfrm rot="5400000">
              <a:off x="6451571" y="41467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8" name="Rectangle 377">
              <a:extLst>
                <a:ext uri="{FF2B5EF4-FFF2-40B4-BE49-F238E27FC236}">
                  <a16:creationId xmlns:a16="http://schemas.microsoft.com/office/drawing/2014/main" id="{270826AD-95D4-4624-BF6F-33A95CA4491B}"/>
                </a:ext>
              </a:extLst>
            </p:cNvPr>
            <p:cNvSpPr/>
            <p:nvPr/>
          </p:nvSpPr>
          <p:spPr>
            <a:xfrm rot="5400000">
              <a:off x="6451571" y="43831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BE28EB61-A68D-4EF1-A4A6-4889C70EFA12}"/>
                </a:ext>
              </a:extLst>
            </p:cNvPr>
            <p:cNvSpPr/>
            <p:nvPr/>
          </p:nvSpPr>
          <p:spPr>
            <a:xfrm rot="5400000">
              <a:off x="5500638" y="367617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0" name="Rectangle 379">
              <a:extLst>
                <a:ext uri="{FF2B5EF4-FFF2-40B4-BE49-F238E27FC236}">
                  <a16:creationId xmlns:a16="http://schemas.microsoft.com/office/drawing/2014/main" id="{712F6CD0-4B83-4B9B-80BB-58E6E2F68F4D}"/>
                </a:ext>
              </a:extLst>
            </p:cNvPr>
            <p:cNvSpPr/>
            <p:nvPr/>
          </p:nvSpPr>
          <p:spPr>
            <a:xfrm rot="5400000">
              <a:off x="5500233" y="344007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18018B03-A08E-4241-A723-823D8314A875}"/>
                </a:ext>
              </a:extLst>
            </p:cNvPr>
            <p:cNvSpPr/>
            <p:nvPr/>
          </p:nvSpPr>
          <p:spPr>
            <a:xfrm rot="5400000">
              <a:off x="5738401" y="32051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8F661322-08C4-41EC-8C7B-1E70C4F4CC10}"/>
                </a:ext>
              </a:extLst>
            </p:cNvPr>
            <p:cNvSpPr/>
            <p:nvPr/>
          </p:nvSpPr>
          <p:spPr>
            <a:xfrm rot="5400000">
              <a:off x="5976709" y="3202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3" name="Rectangle 382">
              <a:extLst>
                <a:ext uri="{FF2B5EF4-FFF2-40B4-BE49-F238E27FC236}">
                  <a16:creationId xmlns:a16="http://schemas.microsoft.com/office/drawing/2014/main" id="{C4DD609A-FA1F-4CFE-B629-9B6666AB3791}"/>
                </a:ext>
              </a:extLst>
            </p:cNvPr>
            <p:cNvSpPr/>
            <p:nvPr/>
          </p:nvSpPr>
          <p:spPr>
            <a:xfrm rot="5400000">
              <a:off x="6211808" y="320554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0D8617FB-B579-4EC3-A342-F810C04AA36E}"/>
                </a:ext>
              </a:extLst>
            </p:cNvPr>
            <p:cNvSpPr/>
            <p:nvPr/>
          </p:nvSpPr>
          <p:spPr>
            <a:xfrm rot="5400000">
              <a:off x="6213247" y="343359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5" name="Rectangle 384">
              <a:extLst>
                <a:ext uri="{FF2B5EF4-FFF2-40B4-BE49-F238E27FC236}">
                  <a16:creationId xmlns:a16="http://schemas.microsoft.com/office/drawing/2014/main" id="{1D1EB8CE-183D-4721-9B8B-013935608189}"/>
                </a:ext>
              </a:extLst>
            </p:cNvPr>
            <p:cNvSpPr/>
            <p:nvPr/>
          </p:nvSpPr>
          <p:spPr>
            <a:xfrm rot="5400000">
              <a:off x="5739044" y="34401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8" name="Group 397">
            <a:extLst>
              <a:ext uri="{FF2B5EF4-FFF2-40B4-BE49-F238E27FC236}">
                <a16:creationId xmlns:a16="http://schemas.microsoft.com/office/drawing/2014/main" id="{6183C8DB-6725-4533-AC36-1D3BB0D8C2F0}"/>
              </a:ext>
            </a:extLst>
          </p:cNvPr>
          <p:cNvGrpSpPr/>
          <p:nvPr/>
        </p:nvGrpSpPr>
        <p:grpSpPr>
          <a:xfrm>
            <a:off x="2669200" y="3198391"/>
            <a:ext cx="1190885" cy="1420464"/>
            <a:chOff x="5499725" y="3203422"/>
            <a:chExt cx="1190885" cy="1420464"/>
          </a:xfrm>
        </p:grpSpPr>
        <p:sp>
          <p:nvSpPr>
            <p:cNvPr id="399" name="Rectangle 398">
              <a:extLst>
                <a:ext uri="{FF2B5EF4-FFF2-40B4-BE49-F238E27FC236}">
                  <a16:creationId xmlns:a16="http://schemas.microsoft.com/office/drawing/2014/main" id="{A8846948-CE26-4D65-A4DA-79AECCBE35AD}"/>
                </a:ext>
              </a:extLst>
            </p:cNvPr>
            <p:cNvSpPr/>
            <p:nvPr/>
          </p:nvSpPr>
          <p:spPr>
            <a:xfrm rot="5400000">
              <a:off x="5974497" y="39148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B8012306-435F-4B28-A3EA-3733AF06B1FE}"/>
                </a:ext>
              </a:extLst>
            </p:cNvPr>
            <p:cNvSpPr/>
            <p:nvPr/>
          </p:nvSpPr>
          <p:spPr>
            <a:xfrm rot="5400000">
              <a:off x="5502663" y="41505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1" name="Rectangle 400">
              <a:extLst>
                <a:ext uri="{FF2B5EF4-FFF2-40B4-BE49-F238E27FC236}">
                  <a16:creationId xmlns:a16="http://schemas.microsoft.com/office/drawing/2014/main" id="{1A0F2317-7F67-4221-97F9-7D33EC2D870D}"/>
                </a:ext>
              </a:extLst>
            </p:cNvPr>
            <p:cNvSpPr/>
            <p:nvPr/>
          </p:nvSpPr>
          <p:spPr>
            <a:xfrm rot="5400000">
              <a:off x="6214596" y="391359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2" name="Rectangle 401">
              <a:extLst>
                <a:ext uri="{FF2B5EF4-FFF2-40B4-BE49-F238E27FC236}">
                  <a16:creationId xmlns:a16="http://schemas.microsoft.com/office/drawing/2014/main" id="{FA2C29E5-9FDE-41FE-AEA0-D4B439D0A519}"/>
                </a:ext>
              </a:extLst>
            </p:cNvPr>
            <p:cNvSpPr/>
            <p:nvPr/>
          </p:nvSpPr>
          <p:spPr>
            <a:xfrm rot="5400000">
              <a:off x="5502065" y="43856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1A974DEB-D5E1-4ABE-B6FA-2CF5BDB50808}"/>
                </a:ext>
              </a:extLst>
            </p:cNvPr>
            <p:cNvSpPr/>
            <p:nvPr/>
          </p:nvSpPr>
          <p:spPr>
            <a:xfrm rot="5400000">
              <a:off x="6451571" y="39114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A09531F9-1460-4FD0-A115-B02139A4A6CD}"/>
                </a:ext>
              </a:extLst>
            </p:cNvPr>
            <p:cNvSpPr/>
            <p:nvPr/>
          </p:nvSpPr>
          <p:spPr>
            <a:xfrm rot="5400000">
              <a:off x="5733837" y="391624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5" name="Rectangle 404">
              <a:extLst>
                <a:ext uri="{FF2B5EF4-FFF2-40B4-BE49-F238E27FC236}">
                  <a16:creationId xmlns:a16="http://schemas.microsoft.com/office/drawing/2014/main" id="{6E407583-AF4A-4386-A05E-A1B7F8441728}"/>
                </a:ext>
              </a:extLst>
            </p:cNvPr>
            <p:cNvSpPr/>
            <p:nvPr/>
          </p:nvSpPr>
          <p:spPr>
            <a:xfrm rot="5400000">
              <a:off x="5502065" y="39153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DD240C67-5DFF-4AEF-A68B-A03F252FC89B}"/>
                </a:ext>
              </a:extLst>
            </p:cNvPr>
            <p:cNvSpPr/>
            <p:nvPr/>
          </p:nvSpPr>
          <p:spPr>
            <a:xfrm rot="5400000">
              <a:off x="6451383" y="3670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7" name="Rectangle 406">
              <a:extLst>
                <a:ext uri="{FF2B5EF4-FFF2-40B4-BE49-F238E27FC236}">
                  <a16:creationId xmlns:a16="http://schemas.microsoft.com/office/drawing/2014/main" id="{C38852DA-ACF3-4C9D-8075-F3291C17C1DE}"/>
                </a:ext>
              </a:extLst>
            </p:cNvPr>
            <p:cNvSpPr/>
            <p:nvPr/>
          </p:nvSpPr>
          <p:spPr>
            <a:xfrm rot="5400000">
              <a:off x="6452358" y="3433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8777AD39-837A-4D92-B596-4678156363B0}"/>
                </a:ext>
              </a:extLst>
            </p:cNvPr>
            <p:cNvSpPr/>
            <p:nvPr/>
          </p:nvSpPr>
          <p:spPr>
            <a:xfrm rot="5400000">
              <a:off x="6451571" y="41467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9" name="Rectangle 408">
              <a:extLst>
                <a:ext uri="{FF2B5EF4-FFF2-40B4-BE49-F238E27FC236}">
                  <a16:creationId xmlns:a16="http://schemas.microsoft.com/office/drawing/2014/main" id="{198D8F3F-DA89-4DCC-92C5-03DCA405F580}"/>
                </a:ext>
              </a:extLst>
            </p:cNvPr>
            <p:cNvSpPr/>
            <p:nvPr/>
          </p:nvSpPr>
          <p:spPr>
            <a:xfrm rot="5400000">
              <a:off x="6451571" y="43831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A3494043-3D13-41AD-B5A7-12685AF50DED}"/>
                </a:ext>
              </a:extLst>
            </p:cNvPr>
            <p:cNvSpPr/>
            <p:nvPr/>
          </p:nvSpPr>
          <p:spPr>
            <a:xfrm rot="5400000">
              <a:off x="5500638" y="367617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 name="Rectangle 410">
              <a:extLst>
                <a:ext uri="{FF2B5EF4-FFF2-40B4-BE49-F238E27FC236}">
                  <a16:creationId xmlns:a16="http://schemas.microsoft.com/office/drawing/2014/main" id="{50E4A3F3-2BA5-441D-97D3-C67FB69F3EC8}"/>
                </a:ext>
              </a:extLst>
            </p:cNvPr>
            <p:cNvSpPr/>
            <p:nvPr/>
          </p:nvSpPr>
          <p:spPr>
            <a:xfrm rot="5400000">
              <a:off x="5500233" y="344007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A623B770-4195-4C2A-B46F-E69177E532FE}"/>
                </a:ext>
              </a:extLst>
            </p:cNvPr>
            <p:cNvSpPr/>
            <p:nvPr/>
          </p:nvSpPr>
          <p:spPr>
            <a:xfrm rot="5400000">
              <a:off x="5738401" y="32051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A0213F19-D9F1-42AD-8C9A-E5CE10D7B5D0}"/>
                </a:ext>
              </a:extLst>
            </p:cNvPr>
            <p:cNvSpPr/>
            <p:nvPr/>
          </p:nvSpPr>
          <p:spPr>
            <a:xfrm rot="5400000">
              <a:off x="5976709" y="3202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4" name="Rectangle 413">
              <a:extLst>
                <a:ext uri="{FF2B5EF4-FFF2-40B4-BE49-F238E27FC236}">
                  <a16:creationId xmlns:a16="http://schemas.microsoft.com/office/drawing/2014/main" id="{2F92D906-3AEB-4709-8034-606207AAB45F}"/>
                </a:ext>
              </a:extLst>
            </p:cNvPr>
            <p:cNvSpPr/>
            <p:nvPr/>
          </p:nvSpPr>
          <p:spPr>
            <a:xfrm rot="5400000">
              <a:off x="6211808" y="320554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A10597B8-887C-42DB-9F4B-8647E48207DF}"/>
                </a:ext>
              </a:extLst>
            </p:cNvPr>
            <p:cNvSpPr/>
            <p:nvPr/>
          </p:nvSpPr>
          <p:spPr>
            <a:xfrm rot="5400000">
              <a:off x="6213247" y="343359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6" name="Rectangle 415">
              <a:extLst>
                <a:ext uri="{FF2B5EF4-FFF2-40B4-BE49-F238E27FC236}">
                  <a16:creationId xmlns:a16="http://schemas.microsoft.com/office/drawing/2014/main" id="{7AD27908-7DA8-4D9E-9DFC-2A0730DECFC2}"/>
                </a:ext>
              </a:extLst>
            </p:cNvPr>
            <p:cNvSpPr/>
            <p:nvPr/>
          </p:nvSpPr>
          <p:spPr>
            <a:xfrm rot="5400000">
              <a:off x="5739044" y="34401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86" name="Group 485">
            <a:extLst>
              <a:ext uri="{FF2B5EF4-FFF2-40B4-BE49-F238E27FC236}">
                <a16:creationId xmlns:a16="http://schemas.microsoft.com/office/drawing/2014/main" id="{EF6E2868-C855-4CE0-A900-1AD221273B46}"/>
              </a:ext>
            </a:extLst>
          </p:cNvPr>
          <p:cNvGrpSpPr/>
          <p:nvPr/>
        </p:nvGrpSpPr>
        <p:grpSpPr>
          <a:xfrm>
            <a:off x="2668226" y="3205437"/>
            <a:ext cx="1190885" cy="1420464"/>
            <a:chOff x="5499725" y="3203422"/>
            <a:chExt cx="1190885" cy="1420464"/>
          </a:xfrm>
        </p:grpSpPr>
        <p:sp>
          <p:nvSpPr>
            <p:cNvPr id="487" name="Rectangle 486">
              <a:extLst>
                <a:ext uri="{FF2B5EF4-FFF2-40B4-BE49-F238E27FC236}">
                  <a16:creationId xmlns:a16="http://schemas.microsoft.com/office/drawing/2014/main" id="{2153F393-EA6D-406C-AF67-99F7B7AF1AE2}"/>
                </a:ext>
              </a:extLst>
            </p:cNvPr>
            <p:cNvSpPr/>
            <p:nvPr/>
          </p:nvSpPr>
          <p:spPr>
            <a:xfrm rot="5400000">
              <a:off x="5974497" y="39148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9AEF356A-CBB0-4ADE-BB07-249A7D766F92}"/>
                </a:ext>
              </a:extLst>
            </p:cNvPr>
            <p:cNvSpPr/>
            <p:nvPr/>
          </p:nvSpPr>
          <p:spPr>
            <a:xfrm rot="5400000">
              <a:off x="5502663" y="41505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9" name="Rectangle 488">
              <a:extLst>
                <a:ext uri="{FF2B5EF4-FFF2-40B4-BE49-F238E27FC236}">
                  <a16:creationId xmlns:a16="http://schemas.microsoft.com/office/drawing/2014/main" id="{9963D535-76FB-485C-8B5F-9904E9C3182C}"/>
                </a:ext>
              </a:extLst>
            </p:cNvPr>
            <p:cNvSpPr/>
            <p:nvPr/>
          </p:nvSpPr>
          <p:spPr>
            <a:xfrm rot="5400000">
              <a:off x="6214596" y="391359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0" name="Rectangle 489">
              <a:extLst>
                <a:ext uri="{FF2B5EF4-FFF2-40B4-BE49-F238E27FC236}">
                  <a16:creationId xmlns:a16="http://schemas.microsoft.com/office/drawing/2014/main" id="{83C4E19E-0790-44AC-89BB-FADB89C7F345}"/>
                </a:ext>
              </a:extLst>
            </p:cNvPr>
            <p:cNvSpPr/>
            <p:nvPr/>
          </p:nvSpPr>
          <p:spPr>
            <a:xfrm rot="5400000">
              <a:off x="5502065" y="43856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9D0B1D5C-B0E0-4F1B-8AD6-0E731576F3AE}"/>
                </a:ext>
              </a:extLst>
            </p:cNvPr>
            <p:cNvSpPr/>
            <p:nvPr/>
          </p:nvSpPr>
          <p:spPr>
            <a:xfrm rot="5400000">
              <a:off x="6451571" y="39114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AD273457-0230-49A7-BFA9-1A21AA3FCBE1}"/>
                </a:ext>
              </a:extLst>
            </p:cNvPr>
            <p:cNvSpPr/>
            <p:nvPr/>
          </p:nvSpPr>
          <p:spPr>
            <a:xfrm rot="5400000">
              <a:off x="5733837" y="391624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3" name="Rectangle 492">
              <a:extLst>
                <a:ext uri="{FF2B5EF4-FFF2-40B4-BE49-F238E27FC236}">
                  <a16:creationId xmlns:a16="http://schemas.microsoft.com/office/drawing/2014/main" id="{A17AA71C-478B-4390-A4B7-68C22A35E66E}"/>
                </a:ext>
              </a:extLst>
            </p:cNvPr>
            <p:cNvSpPr/>
            <p:nvPr/>
          </p:nvSpPr>
          <p:spPr>
            <a:xfrm rot="5400000">
              <a:off x="5502065" y="39153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DABB41E2-D4B2-479F-A0A5-DC2EACB7959F}"/>
                </a:ext>
              </a:extLst>
            </p:cNvPr>
            <p:cNvSpPr/>
            <p:nvPr/>
          </p:nvSpPr>
          <p:spPr>
            <a:xfrm rot="5400000">
              <a:off x="6451383" y="3670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5" name="Rectangle 494">
              <a:extLst>
                <a:ext uri="{FF2B5EF4-FFF2-40B4-BE49-F238E27FC236}">
                  <a16:creationId xmlns:a16="http://schemas.microsoft.com/office/drawing/2014/main" id="{A1905BC5-6483-410B-8332-5A633FD3D245}"/>
                </a:ext>
              </a:extLst>
            </p:cNvPr>
            <p:cNvSpPr/>
            <p:nvPr/>
          </p:nvSpPr>
          <p:spPr>
            <a:xfrm rot="5400000">
              <a:off x="6452358" y="3433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684C5BE5-5BD1-4E85-8DC1-FC7ED6A80918}"/>
                </a:ext>
              </a:extLst>
            </p:cNvPr>
            <p:cNvSpPr/>
            <p:nvPr/>
          </p:nvSpPr>
          <p:spPr>
            <a:xfrm rot="5400000">
              <a:off x="6451571" y="41467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7" name="Rectangle 496">
              <a:extLst>
                <a:ext uri="{FF2B5EF4-FFF2-40B4-BE49-F238E27FC236}">
                  <a16:creationId xmlns:a16="http://schemas.microsoft.com/office/drawing/2014/main" id="{42964A0C-80FF-439B-99A3-A00C64C65265}"/>
                </a:ext>
              </a:extLst>
            </p:cNvPr>
            <p:cNvSpPr/>
            <p:nvPr/>
          </p:nvSpPr>
          <p:spPr>
            <a:xfrm rot="5400000">
              <a:off x="6451571" y="43831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E44E4C88-4282-409D-91FD-6498E8971F46}"/>
                </a:ext>
              </a:extLst>
            </p:cNvPr>
            <p:cNvSpPr/>
            <p:nvPr/>
          </p:nvSpPr>
          <p:spPr>
            <a:xfrm rot="5400000">
              <a:off x="5500638" y="367617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9" name="Rectangle 498">
              <a:extLst>
                <a:ext uri="{FF2B5EF4-FFF2-40B4-BE49-F238E27FC236}">
                  <a16:creationId xmlns:a16="http://schemas.microsoft.com/office/drawing/2014/main" id="{EF39F602-05DE-47B0-AF0D-12B0BD404C4D}"/>
                </a:ext>
              </a:extLst>
            </p:cNvPr>
            <p:cNvSpPr/>
            <p:nvPr/>
          </p:nvSpPr>
          <p:spPr>
            <a:xfrm rot="5400000">
              <a:off x="5500233" y="344007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8E85C40B-9C53-4AE6-86F1-15A067A30020}"/>
                </a:ext>
              </a:extLst>
            </p:cNvPr>
            <p:cNvSpPr/>
            <p:nvPr/>
          </p:nvSpPr>
          <p:spPr>
            <a:xfrm rot="5400000">
              <a:off x="5738401" y="32051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0BB6B420-FE11-49A3-8031-F45A12A27E6D}"/>
                </a:ext>
              </a:extLst>
            </p:cNvPr>
            <p:cNvSpPr/>
            <p:nvPr/>
          </p:nvSpPr>
          <p:spPr>
            <a:xfrm rot="5400000">
              <a:off x="5976709" y="3202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2" name="Rectangle 501">
              <a:extLst>
                <a:ext uri="{FF2B5EF4-FFF2-40B4-BE49-F238E27FC236}">
                  <a16:creationId xmlns:a16="http://schemas.microsoft.com/office/drawing/2014/main" id="{20FED9B7-C43A-47FC-AB90-439666C410B2}"/>
                </a:ext>
              </a:extLst>
            </p:cNvPr>
            <p:cNvSpPr/>
            <p:nvPr/>
          </p:nvSpPr>
          <p:spPr>
            <a:xfrm rot="5400000">
              <a:off x="6211808" y="320554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460AD485-2067-45D7-A773-997FF5771E51}"/>
                </a:ext>
              </a:extLst>
            </p:cNvPr>
            <p:cNvSpPr/>
            <p:nvPr/>
          </p:nvSpPr>
          <p:spPr>
            <a:xfrm rot="5400000">
              <a:off x="6213247" y="343359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4" name="Rectangle 503">
              <a:extLst>
                <a:ext uri="{FF2B5EF4-FFF2-40B4-BE49-F238E27FC236}">
                  <a16:creationId xmlns:a16="http://schemas.microsoft.com/office/drawing/2014/main" id="{5ED93446-DB75-48EE-8FE0-07BBDB52BFD0}"/>
                </a:ext>
              </a:extLst>
            </p:cNvPr>
            <p:cNvSpPr/>
            <p:nvPr/>
          </p:nvSpPr>
          <p:spPr>
            <a:xfrm rot="5400000">
              <a:off x="5739044" y="34401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05" name="Group 504">
            <a:extLst>
              <a:ext uri="{FF2B5EF4-FFF2-40B4-BE49-F238E27FC236}">
                <a16:creationId xmlns:a16="http://schemas.microsoft.com/office/drawing/2014/main" id="{B8C8DE0B-C24A-4C9A-8299-3C8A6ECEA0FA}"/>
              </a:ext>
            </a:extLst>
          </p:cNvPr>
          <p:cNvGrpSpPr/>
          <p:nvPr/>
        </p:nvGrpSpPr>
        <p:grpSpPr>
          <a:xfrm>
            <a:off x="2652024" y="3210750"/>
            <a:ext cx="1190885" cy="1420464"/>
            <a:chOff x="5499725" y="3203422"/>
            <a:chExt cx="1190885" cy="1420464"/>
          </a:xfrm>
        </p:grpSpPr>
        <p:sp>
          <p:nvSpPr>
            <p:cNvPr id="506" name="Rectangle 505">
              <a:extLst>
                <a:ext uri="{FF2B5EF4-FFF2-40B4-BE49-F238E27FC236}">
                  <a16:creationId xmlns:a16="http://schemas.microsoft.com/office/drawing/2014/main" id="{5D5E1AC6-95B7-43D0-9871-80F2A90E3817}"/>
                </a:ext>
              </a:extLst>
            </p:cNvPr>
            <p:cNvSpPr/>
            <p:nvPr/>
          </p:nvSpPr>
          <p:spPr>
            <a:xfrm rot="5400000">
              <a:off x="5974497" y="39148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BB0CFB96-9C1B-4981-9EC1-6FE54309C6CC}"/>
                </a:ext>
              </a:extLst>
            </p:cNvPr>
            <p:cNvSpPr/>
            <p:nvPr/>
          </p:nvSpPr>
          <p:spPr>
            <a:xfrm rot="5400000">
              <a:off x="5502663" y="41505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8" name="Rectangle 507">
              <a:extLst>
                <a:ext uri="{FF2B5EF4-FFF2-40B4-BE49-F238E27FC236}">
                  <a16:creationId xmlns:a16="http://schemas.microsoft.com/office/drawing/2014/main" id="{C63C04B5-D84E-48A3-8C4C-E06BA884DEC2}"/>
                </a:ext>
              </a:extLst>
            </p:cNvPr>
            <p:cNvSpPr/>
            <p:nvPr/>
          </p:nvSpPr>
          <p:spPr>
            <a:xfrm rot="5400000">
              <a:off x="6214596" y="391359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9" name="Rectangle 508">
              <a:extLst>
                <a:ext uri="{FF2B5EF4-FFF2-40B4-BE49-F238E27FC236}">
                  <a16:creationId xmlns:a16="http://schemas.microsoft.com/office/drawing/2014/main" id="{F5E1F8C0-AE40-4DEF-A6ED-B4AF7F44E0A5}"/>
                </a:ext>
              </a:extLst>
            </p:cNvPr>
            <p:cNvSpPr/>
            <p:nvPr/>
          </p:nvSpPr>
          <p:spPr>
            <a:xfrm rot="5400000">
              <a:off x="5502065" y="43856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77408085-7F48-4516-B52E-ED75FC536499}"/>
                </a:ext>
              </a:extLst>
            </p:cNvPr>
            <p:cNvSpPr/>
            <p:nvPr/>
          </p:nvSpPr>
          <p:spPr>
            <a:xfrm rot="5400000">
              <a:off x="6451571" y="39114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1EC35302-FF2A-450E-8318-EF683EEDD6F2}"/>
                </a:ext>
              </a:extLst>
            </p:cNvPr>
            <p:cNvSpPr/>
            <p:nvPr/>
          </p:nvSpPr>
          <p:spPr>
            <a:xfrm rot="5400000">
              <a:off x="5733837" y="391624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 name="Rectangle 511">
              <a:extLst>
                <a:ext uri="{FF2B5EF4-FFF2-40B4-BE49-F238E27FC236}">
                  <a16:creationId xmlns:a16="http://schemas.microsoft.com/office/drawing/2014/main" id="{1F5B4933-6A2D-467C-8CE7-7E0A8D806F4C}"/>
                </a:ext>
              </a:extLst>
            </p:cNvPr>
            <p:cNvSpPr/>
            <p:nvPr/>
          </p:nvSpPr>
          <p:spPr>
            <a:xfrm rot="5400000">
              <a:off x="5502065" y="39153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EEE879EC-9222-4BA1-AAE9-DA934E52A355}"/>
                </a:ext>
              </a:extLst>
            </p:cNvPr>
            <p:cNvSpPr/>
            <p:nvPr/>
          </p:nvSpPr>
          <p:spPr>
            <a:xfrm rot="5400000">
              <a:off x="6451383" y="3670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4" name="Rectangle 513">
              <a:extLst>
                <a:ext uri="{FF2B5EF4-FFF2-40B4-BE49-F238E27FC236}">
                  <a16:creationId xmlns:a16="http://schemas.microsoft.com/office/drawing/2014/main" id="{B1EDD6A6-79AB-44FA-B3EA-0C30AD4CBCE9}"/>
                </a:ext>
              </a:extLst>
            </p:cNvPr>
            <p:cNvSpPr/>
            <p:nvPr/>
          </p:nvSpPr>
          <p:spPr>
            <a:xfrm rot="5400000">
              <a:off x="6452358" y="3433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63868698-812D-4B34-B91F-DDB057697B39}"/>
                </a:ext>
              </a:extLst>
            </p:cNvPr>
            <p:cNvSpPr/>
            <p:nvPr/>
          </p:nvSpPr>
          <p:spPr>
            <a:xfrm rot="5400000">
              <a:off x="6451571" y="41467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6" name="Rectangle 515">
              <a:extLst>
                <a:ext uri="{FF2B5EF4-FFF2-40B4-BE49-F238E27FC236}">
                  <a16:creationId xmlns:a16="http://schemas.microsoft.com/office/drawing/2014/main" id="{EA4B4E4C-38EE-44BF-8132-397A0D329928}"/>
                </a:ext>
              </a:extLst>
            </p:cNvPr>
            <p:cNvSpPr/>
            <p:nvPr/>
          </p:nvSpPr>
          <p:spPr>
            <a:xfrm rot="5400000">
              <a:off x="6451571" y="43831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E80C4219-57F0-427C-85D9-B9F6E4A879AF}"/>
                </a:ext>
              </a:extLst>
            </p:cNvPr>
            <p:cNvSpPr/>
            <p:nvPr/>
          </p:nvSpPr>
          <p:spPr>
            <a:xfrm rot="5400000">
              <a:off x="5500638" y="367617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8" name="Rectangle 517">
              <a:extLst>
                <a:ext uri="{FF2B5EF4-FFF2-40B4-BE49-F238E27FC236}">
                  <a16:creationId xmlns:a16="http://schemas.microsoft.com/office/drawing/2014/main" id="{E4419BDD-73D7-4019-A09C-588B0F3A83B7}"/>
                </a:ext>
              </a:extLst>
            </p:cNvPr>
            <p:cNvSpPr/>
            <p:nvPr/>
          </p:nvSpPr>
          <p:spPr>
            <a:xfrm rot="5400000">
              <a:off x="5500233" y="344007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A7AC3775-2CCC-4EEE-8193-EE19C2A75F13}"/>
                </a:ext>
              </a:extLst>
            </p:cNvPr>
            <p:cNvSpPr/>
            <p:nvPr/>
          </p:nvSpPr>
          <p:spPr>
            <a:xfrm rot="5400000">
              <a:off x="5738401" y="32051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A01C6DB4-8589-458B-9217-D2FDDE831C2E}"/>
                </a:ext>
              </a:extLst>
            </p:cNvPr>
            <p:cNvSpPr/>
            <p:nvPr/>
          </p:nvSpPr>
          <p:spPr>
            <a:xfrm rot="5400000">
              <a:off x="5976709" y="3202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1" name="Rectangle 520">
              <a:extLst>
                <a:ext uri="{FF2B5EF4-FFF2-40B4-BE49-F238E27FC236}">
                  <a16:creationId xmlns:a16="http://schemas.microsoft.com/office/drawing/2014/main" id="{2C751E20-C02A-4D84-8679-6A4B778C31FE}"/>
                </a:ext>
              </a:extLst>
            </p:cNvPr>
            <p:cNvSpPr/>
            <p:nvPr/>
          </p:nvSpPr>
          <p:spPr>
            <a:xfrm rot="5400000">
              <a:off x="6211808" y="320554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B9526CD4-1B60-4A0F-8D50-D17CAA336869}"/>
                </a:ext>
              </a:extLst>
            </p:cNvPr>
            <p:cNvSpPr/>
            <p:nvPr/>
          </p:nvSpPr>
          <p:spPr>
            <a:xfrm rot="5400000">
              <a:off x="6213247" y="343359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3" name="Rectangle 522">
              <a:extLst>
                <a:ext uri="{FF2B5EF4-FFF2-40B4-BE49-F238E27FC236}">
                  <a16:creationId xmlns:a16="http://schemas.microsoft.com/office/drawing/2014/main" id="{E8177908-C79C-40C8-A938-22ABEE4ADC55}"/>
                </a:ext>
              </a:extLst>
            </p:cNvPr>
            <p:cNvSpPr/>
            <p:nvPr/>
          </p:nvSpPr>
          <p:spPr>
            <a:xfrm rot="5400000">
              <a:off x="5739044" y="34401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Micro-Factories</a:t>
            </a:r>
          </a:p>
        </p:txBody>
      </p:sp>
      <p:grpSp>
        <p:nvGrpSpPr>
          <p:cNvPr id="322" name="Group 321">
            <a:extLst>
              <a:ext uri="{FF2B5EF4-FFF2-40B4-BE49-F238E27FC236}">
                <a16:creationId xmlns:a16="http://schemas.microsoft.com/office/drawing/2014/main" id="{05FEB042-18C7-47B7-BEAB-160A486E5AD8}"/>
              </a:ext>
            </a:extLst>
          </p:cNvPr>
          <p:cNvGrpSpPr/>
          <p:nvPr/>
        </p:nvGrpSpPr>
        <p:grpSpPr>
          <a:xfrm>
            <a:off x="2669200" y="3196165"/>
            <a:ext cx="1190885" cy="1420464"/>
            <a:chOff x="5499725" y="3203422"/>
            <a:chExt cx="1190885" cy="1420464"/>
          </a:xfrm>
        </p:grpSpPr>
        <p:sp>
          <p:nvSpPr>
            <p:cNvPr id="303" name="Rectangle 302">
              <a:extLst>
                <a:ext uri="{FF2B5EF4-FFF2-40B4-BE49-F238E27FC236}">
                  <a16:creationId xmlns:a16="http://schemas.microsoft.com/office/drawing/2014/main" id="{ABEF53C7-0345-4468-AB4D-1A4416A65FF6}"/>
                </a:ext>
              </a:extLst>
            </p:cNvPr>
            <p:cNvSpPr/>
            <p:nvPr/>
          </p:nvSpPr>
          <p:spPr>
            <a:xfrm rot="5400000">
              <a:off x="5974497" y="39148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FEC5A7C8-33E5-4B88-B209-CC3449F09F4B}"/>
                </a:ext>
              </a:extLst>
            </p:cNvPr>
            <p:cNvSpPr/>
            <p:nvPr/>
          </p:nvSpPr>
          <p:spPr>
            <a:xfrm rot="5400000">
              <a:off x="5502663" y="41505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5" name="Rectangle 304">
              <a:extLst>
                <a:ext uri="{FF2B5EF4-FFF2-40B4-BE49-F238E27FC236}">
                  <a16:creationId xmlns:a16="http://schemas.microsoft.com/office/drawing/2014/main" id="{95950FF5-0BF1-4073-B54F-F4EE9EA49DDD}"/>
                </a:ext>
              </a:extLst>
            </p:cNvPr>
            <p:cNvSpPr/>
            <p:nvPr/>
          </p:nvSpPr>
          <p:spPr>
            <a:xfrm rot="5400000">
              <a:off x="6214596" y="391359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Rectangle 305">
              <a:extLst>
                <a:ext uri="{FF2B5EF4-FFF2-40B4-BE49-F238E27FC236}">
                  <a16:creationId xmlns:a16="http://schemas.microsoft.com/office/drawing/2014/main" id="{DB57CBB0-A6A2-44CC-9CC2-6139C08954ED}"/>
                </a:ext>
              </a:extLst>
            </p:cNvPr>
            <p:cNvSpPr/>
            <p:nvPr/>
          </p:nvSpPr>
          <p:spPr>
            <a:xfrm rot="5400000">
              <a:off x="5502065" y="43856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CB2AAEFD-B221-4975-8319-06B6E529E690}"/>
                </a:ext>
              </a:extLst>
            </p:cNvPr>
            <p:cNvSpPr/>
            <p:nvPr/>
          </p:nvSpPr>
          <p:spPr>
            <a:xfrm rot="5400000">
              <a:off x="6451571" y="39114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F02BD1C0-FA10-4379-BFB6-389C47108C3E}"/>
                </a:ext>
              </a:extLst>
            </p:cNvPr>
            <p:cNvSpPr/>
            <p:nvPr/>
          </p:nvSpPr>
          <p:spPr>
            <a:xfrm rot="5400000">
              <a:off x="5733837" y="391624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 name="Rectangle 308">
              <a:extLst>
                <a:ext uri="{FF2B5EF4-FFF2-40B4-BE49-F238E27FC236}">
                  <a16:creationId xmlns:a16="http://schemas.microsoft.com/office/drawing/2014/main" id="{18A85885-BC95-4DC5-AC45-489BB67747E8}"/>
                </a:ext>
              </a:extLst>
            </p:cNvPr>
            <p:cNvSpPr/>
            <p:nvPr/>
          </p:nvSpPr>
          <p:spPr>
            <a:xfrm rot="5400000">
              <a:off x="5502065" y="39153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3B5B6F60-86E3-4985-B318-8240CA819F23}"/>
                </a:ext>
              </a:extLst>
            </p:cNvPr>
            <p:cNvSpPr/>
            <p:nvPr/>
          </p:nvSpPr>
          <p:spPr>
            <a:xfrm rot="5400000">
              <a:off x="6451383" y="3670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1" name="Rectangle 310">
              <a:extLst>
                <a:ext uri="{FF2B5EF4-FFF2-40B4-BE49-F238E27FC236}">
                  <a16:creationId xmlns:a16="http://schemas.microsoft.com/office/drawing/2014/main" id="{1B2F3A21-93A2-415A-B9EE-9CF30D62A5A1}"/>
                </a:ext>
              </a:extLst>
            </p:cNvPr>
            <p:cNvSpPr/>
            <p:nvPr/>
          </p:nvSpPr>
          <p:spPr>
            <a:xfrm rot="5400000">
              <a:off x="6452358" y="3433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02AE57BF-0902-49B1-B1A2-6A000AE10BB9}"/>
                </a:ext>
              </a:extLst>
            </p:cNvPr>
            <p:cNvSpPr/>
            <p:nvPr/>
          </p:nvSpPr>
          <p:spPr>
            <a:xfrm rot="5400000">
              <a:off x="6451571" y="41467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3" name="Rectangle 312">
              <a:extLst>
                <a:ext uri="{FF2B5EF4-FFF2-40B4-BE49-F238E27FC236}">
                  <a16:creationId xmlns:a16="http://schemas.microsoft.com/office/drawing/2014/main" id="{5E5094BC-F982-468B-A6AF-49C6A419A6D3}"/>
                </a:ext>
              </a:extLst>
            </p:cNvPr>
            <p:cNvSpPr/>
            <p:nvPr/>
          </p:nvSpPr>
          <p:spPr>
            <a:xfrm rot="5400000">
              <a:off x="6451571" y="43831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61112D17-34E7-47DD-B825-2D002D042D46}"/>
                </a:ext>
              </a:extLst>
            </p:cNvPr>
            <p:cNvSpPr/>
            <p:nvPr/>
          </p:nvSpPr>
          <p:spPr>
            <a:xfrm rot="5400000">
              <a:off x="5500638" y="367617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5" name="Rectangle 314">
              <a:extLst>
                <a:ext uri="{FF2B5EF4-FFF2-40B4-BE49-F238E27FC236}">
                  <a16:creationId xmlns:a16="http://schemas.microsoft.com/office/drawing/2014/main" id="{C7CF9496-A69F-4AB0-BC60-6193177CE9AD}"/>
                </a:ext>
              </a:extLst>
            </p:cNvPr>
            <p:cNvSpPr/>
            <p:nvPr/>
          </p:nvSpPr>
          <p:spPr>
            <a:xfrm rot="5400000">
              <a:off x="5500233" y="344007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83BF9412-E34B-4C69-86C5-05503BA11517}"/>
                </a:ext>
              </a:extLst>
            </p:cNvPr>
            <p:cNvSpPr/>
            <p:nvPr/>
          </p:nvSpPr>
          <p:spPr>
            <a:xfrm rot="5400000">
              <a:off x="5738401" y="32051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570081DD-6994-4E54-B324-3A60A34B4ABC}"/>
                </a:ext>
              </a:extLst>
            </p:cNvPr>
            <p:cNvSpPr/>
            <p:nvPr/>
          </p:nvSpPr>
          <p:spPr>
            <a:xfrm rot="5400000">
              <a:off x="5976709" y="3202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8" name="Rectangle 317">
              <a:extLst>
                <a:ext uri="{FF2B5EF4-FFF2-40B4-BE49-F238E27FC236}">
                  <a16:creationId xmlns:a16="http://schemas.microsoft.com/office/drawing/2014/main" id="{B9ED3584-E488-4268-9B39-6979B49EAA59}"/>
                </a:ext>
              </a:extLst>
            </p:cNvPr>
            <p:cNvSpPr/>
            <p:nvPr/>
          </p:nvSpPr>
          <p:spPr>
            <a:xfrm rot="5400000">
              <a:off x="6211808" y="320554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E2E446CD-1430-46A9-B3BA-134F62DF1181}"/>
                </a:ext>
              </a:extLst>
            </p:cNvPr>
            <p:cNvSpPr/>
            <p:nvPr/>
          </p:nvSpPr>
          <p:spPr>
            <a:xfrm rot="5400000">
              <a:off x="6213247" y="343359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0" name="Rectangle 319">
              <a:extLst>
                <a:ext uri="{FF2B5EF4-FFF2-40B4-BE49-F238E27FC236}">
                  <a16:creationId xmlns:a16="http://schemas.microsoft.com/office/drawing/2014/main" id="{ECF514F1-66AB-4DA6-9150-D305F4019E5F}"/>
                </a:ext>
              </a:extLst>
            </p:cNvPr>
            <p:cNvSpPr/>
            <p:nvPr/>
          </p:nvSpPr>
          <p:spPr>
            <a:xfrm rot="5400000">
              <a:off x="5739044" y="34401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02" name="Rectangle 301">
            <a:extLst>
              <a:ext uri="{FF2B5EF4-FFF2-40B4-BE49-F238E27FC236}">
                <a16:creationId xmlns:a16="http://schemas.microsoft.com/office/drawing/2014/main" id="{02DC1527-9CC2-4D06-A618-2643D48EA60A}"/>
              </a:ext>
            </a:extLst>
          </p:cNvPr>
          <p:cNvSpPr/>
          <p:nvPr/>
        </p:nvSpPr>
        <p:spPr>
          <a:xfrm>
            <a:off x="1359293" y="2119052"/>
            <a:ext cx="2619814" cy="2619896"/>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3" name="TextBox 322">
            <a:extLst>
              <a:ext uri="{FF2B5EF4-FFF2-40B4-BE49-F238E27FC236}">
                <a16:creationId xmlns:a16="http://schemas.microsoft.com/office/drawing/2014/main" id="{B53C4918-EF7F-4D76-8B31-94A0BABCBD23}"/>
              </a:ext>
            </a:extLst>
          </p:cNvPr>
          <p:cNvSpPr txBox="1"/>
          <p:nvPr/>
        </p:nvSpPr>
        <p:spPr>
          <a:xfrm>
            <a:off x="0" y="6084926"/>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Sandor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Phillip </a:t>
            </a:r>
            <a:r>
              <a:rPr lang="en-US" sz="1400" dirty="0" err="1">
                <a:solidFill>
                  <a:schemeClr val="bg1"/>
                </a:solidFill>
                <a:latin typeface="Dubai Light" panose="020B0303030403030204" pitchFamily="34" charset="-78"/>
                <a:cs typeface="Dubai Light" panose="020B0303030403030204" pitchFamily="34" charset="-78"/>
              </a:rPr>
              <a:t>Keldenich</a:t>
            </a:r>
            <a:r>
              <a:rPr lang="en-US" sz="1400" dirty="0">
                <a:solidFill>
                  <a:schemeClr val="bg1"/>
                </a:solidFill>
                <a:latin typeface="Dubai Light" panose="020B0303030403030204" pitchFamily="34" charset="-78"/>
                <a:cs typeface="Dubai Light" panose="020B0303030403030204" pitchFamily="34" charset="-78"/>
              </a:rPr>
              <a:t>, Dominik </a:t>
            </a:r>
            <a:r>
              <a:rPr lang="en-US" sz="1400" dirty="0" err="1">
                <a:solidFill>
                  <a:schemeClr val="bg1"/>
                </a:solidFill>
                <a:latin typeface="Dubai Light" panose="020B0303030403030204" pitchFamily="34" charset="-78"/>
                <a:cs typeface="Dubai Light" panose="020B0303030403030204" pitchFamily="34" charset="-78"/>
              </a:rPr>
              <a:t>Krupke</a:t>
            </a:r>
            <a:r>
              <a:rPr lang="en-US" sz="1400" dirty="0">
                <a:solidFill>
                  <a:schemeClr val="bg1"/>
                </a:solidFill>
                <a:latin typeface="Dubai Light" panose="020B0303030403030204" pitchFamily="34" charset="-78"/>
                <a:cs typeface="Dubai Light" panose="020B0303030403030204" pitchFamily="34" charset="-78"/>
              </a:rPr>
              <a:t>, Christian </a:t>
            </a:r>
            <a:r>
              <a:rPr lang="en-US" sz="1400" dirty="0" err="1">
                <a:solidFill>
                  <a:schemeClr val="bg1"/>
                </a:solidFill>
                <a:latin typeface="Dubai Light" panose="020B0303030403030204" pitchFamily="34" charset="-78"/>
                <a:cs typeface="Dubai Light" panose="020B0303030403030204" pitchFamily="34" charset="-78"/>
              </a:rPr>
              <a:t>Rieck</a:t>
            </a:r>
            <a:r>
              <a:rPr lang="en-US" sz="1400" dirty="0">
                <a:solidFill>
                  <a:schemeClr val="bg1"/>
                </a:solidFill>
                <a:latin typeface="Dubai Light" panose="020B0303030403030204" pitchFamily="34" charset="-78"/>
                <a:cs typeface="Dubai Light" panose="020B0303030403030204" pitchFamily="34" charset="-78"/>
              </a:rPr>
              <a:t>, Christian Scheer, and Arne Schmidt, </a:t>
            </a:r>
          </a:p>
          <a:p>
            <a:r>
              <a:rPr lang="en-US" sz="1400" dirty="0">
                <a:solidFill>
                  <a:schemeClr val="bg1"/>
                </a:solidFill>
                <a:latin typeface="Dubai Light" panose="020B0303030403030204" pitchFamily="34" charset="-78"/>
                <a:cs typeface="Dubai Light" panose="020B0303030403030204" pitchFamily="34" charset="-78"/>
              </a:rPr>
              <a:t>Tilt Assembly: Algorithms for Micro-Factories that Build Objects with Uniform External Forces</a:t>
            </a:r>
          </a:p>
          <a:p>
            <a:r>
              <a:rPr lang="en-US" sz="1400" dirty="0">
                <a:solidFill>
                  <a:schemeClr val="bg1"/>
                </a:solidFill>
                <a:latin typeface="Dubai Light" panose="020B0303030403030204" pitchFamily="34" charset="-78"/>
                <a:cs typeface="Dubai Light" panose="020B0303030403030204" pitchFamily="34" charset="-78"/>
              </a:rPr>
              <a:t>28th International Symposium on Algorithms and Computation (ISAAC </a:t>
            </a:r>
            <a:r>
              <a:rPr lang="de-DE" sz="1400" dirty="0">
                <a:solidFill>
                  <a:schemeClr val="bg1"/>
                </a:solidFill>
                <a:latin typeface="Dubai Light" panose="020B0303030403030204" pitchFamily="34" charset="-78"/>
                <a:cs typeface="Dubai Light" panose="020B0303030403030204" pitchFamily="34" charset="-78"/>
              </a:rPr>
              <a:t>2017)</a:t>
            </a:r>
            <a:endParaRPr lang="en-US" sz="1400" dirty="0">
              <a:solidFill>
                <a:schemeClr val="bg1"/>
              </a:solidFill>
              <a:latin typeface="Dubai Light" panose="020B0303030403030204" pitchFamily="34" charset="-78"/>
              <a:cs typeface="Dubai Light" panose="020B0303030403030204" pitchFamily="34" charset="-78"/>
            </a:endParaRPr>
          </a:p>
        </p:txBody>
      </p:sp>
      <p:sp>
        <p:nvSpPr>
          <p:cNvPr id="324" name="Oval 323">
            <a:extLst>
              <a:ext uri="{FF2B5EF4-FFF2-40B4-BE49-F238E27FC236}">
                <a16:creationId xmlns:a16="http://schemas.microsoft.com/office/drawing/2014/main" id="{57A3869B-70BF-4205-9EF4-6959F8F54416}"/>
              </a:ext>
            </a:extLst>
          </p:cNvPr>
          <p:cNvSpPr/>
          <p:nvPr/>
        </p:nvSpPr>
        <p:spPr>
          <a:xfrm flipH="1">
            <a:off x="2368371" y="4015075"/>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a:extLst>
              <a:ext uri="{FF2B5EF4-FFF2-40B4-BE49-F238E27FC236}">
                <a16:creationId xmlns:a16="http://schemas.microsoft.com/office/drawing/2014/main" id="{86E4A595-7878-491E-B67B-704DB138153C}"/>
              </a:ext>
            </a:extLst>
          </p:cNvPr>
          <p:cNvSpPr/>
          <p:nvPr/>
        </p:nvSpPr>
        <p:spPr>
          <a:xfrm flipH="1">
            <a:off x="1541839" y="319182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Oval 325">
            <a:extLst>
              <a:ext uri="{FF2B5EF4-FFF2-40B4-BE49-F238E27FC236}">
                <a16:creationId xmlns:a16="http://schemas.microsoft.com/office/drawing/2014/main" id="{2228622A-B31C-421D-A089-54FD486225F8}"/>
              </a:ext>
            </a:extLst>
          </p:cNvPr>
          <p:cNvSpPr/>
          <p:nvPr/>
        </p:nvSpPr>
        <p:spPr>
          <a:xfrm flipH="1">
            <a:off x="2365989" y="402215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Oval 326">
            <a:extLst>
              <a:ext uri="{FF2B5EF4-FFF2-40B4-BE49-F238E27FC236}">
                <a16:creationId xmlns:a16="http://schemas.microsoft.com/office/drawing/2014/main" id="{3721BD71-AF47-48CC-83C6-1F3F666B8249}"/>
              </a:ext>
            </a:extLst>
          </p:cNvPr>
          <p:cNvSpPr/>
          <p:nvPr/>
        </p:nvSpPr>
        <p:spPr>
          <a:xfrm flipH="1">
            <a:off x="1539724" y="319185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Oval 327">
            <a:extLst>
              <a:ext uri="{FF2B5EF4-FFF2-40B4-BE49-F238E27FC236}">
                <a16:creationId xmlns:a16="http://schemas.microsoft.com/office/drawing/2014/main" id="{024DA2B9-3628-4C45-9AF0-8B31D01B1BBF}"/>
              </a:ext>
            </a:extLst>
          </p:cNvPr>
          <p:cNvSpPr/>
          <p:nvPr/>
        </p:nvSpPr>
        <p:spPr>
          <a:xfrm>
            <a:off x="3193705" y="3193274"/>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9" name="Graphic 328">
            <a:extLst>
              <a:ext uri="{FF2B5EF4-FFF2-40B4-BE49-F238E27FC236}">
                <a16:creationId xmlns:a16="http://schemas.microsoft.com/office/drawing/2014/main" id="{C1510A4B-63D9-4AA3-8783-992AD64599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67562" y="3163589"/>
            <a:ext cx="640080" cy="640080"/>
          </a:xfrm>
          <a:prstGeom prst="rect">
            <a:avLst/>
          </a:prstGeom>
        </p:spPr>
      </p:pic>
      <p:sp>
        <p:nvSpPr>
          <p:cNvPr id="330" name="Oval 329">
            <a:extLst>
              <a:ext uri="{FF2B5EF4-FFF2-40B4-BE49-F238E27FC236}">
                <a16:creationId xmlns:a16="http://schemas.microsoft.com/office/drawing/2014/main" id="{26747083-D805-4D96-8F01-8C557C65DE01}"/>
              </a:ext>
            </a:extLst>
          </p:cNvPr>
          <p:cNvSpPr/>
          <p:nvPr/>
        </p:nvSpPr>
        <p:spPr>
          <a:xfrm rot="16200000">
            <a:off x="2418185" y="227367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1" name="Graphic 330">
            <a:extLst>
              <a:ext uri="{FF2B5EF4-FFF2-40B4-BE49-F238E27FC236}">
                <a16:creationId xmlns:a16="http://schemas.microsoft.com/office/drawing/2014/main" id="{44F7809E-764E-4B47-BA62-99C0F53595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2392042" y="2243988"/>
            <a:ext cx="640080" cy="640080"/>
          </a:xfrm>
          <a:prstGeom prst="rect">
            <a:avLst/>
          </a:prstGeom>
        </p:spPr>
      </p:pic>
      <p:sp>
        <p:nvSpPr>
          <p:cNvPr id="332" name="Oval 331">
            <a:extLst>
              <a:ext uri="{FF2B5EF4-FFF2-40B4-BE49-F238E27FC236}">
                <a16:creationId xmlns:a16="http://schemas.microsoft.com/office/drawing/2014/main" id="{951232DA-1597-43E4-96D9-0E0E42789460}"/>
              </a:ext>
            </a:extLst>
          </p:cNvPr>
          <p:cNvSpPr/>
          <p:nvPr/>
        </p:nvSpPr>
        <p:spPr>
          <a:xfrm flipH="1">
            <a:off x="1539725" y="3193274"/>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3" name="Graphic 332">
            <a:extLst>
              <a:ext uri="{FF2B5EF4-FFF2-40B4-BE49-F238E27FC236}">
                <a16:creationId xmlns:a16="http://schemas.microsoft.com/office/drawing/2014/main" id="{F908DA3E-6DB5-411B-80F1-A218A8951C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13582" y="3163589"/>
            <a:ext cx="640080" cy="640080"/>
          </a:xfrm>
          <a:prstGeom prst="rect">
            <a:avLst/>
          </a:prstGeom>
        </p:spPr>
      </p:pic>
      <p:sp>
        <p:nvSpPr>
          <p:cNvPr id="334" name="Oval 333">
            <a:extLst>
              <a:ext uri="{FF2B5EF4-FFF2-40B4-BE49-F238E27FC236}">
                <a16:creationId xmlns:a16="http://schemas.microsoft.com/office/drawing/2014/main" id="{58359DC3-EA67-4247-83A1-F3006EEAB54E}"/>
              </a:ext>
            </a:extLst>
          </p:cNvPr>
          <p:cNvSpPr/>
          <p:nvPr/>
        </p:nvSpPr>
        <p:spPr>
          <a:xfrm rot="5400000">
            <a:off x="2369531" y="401861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5" name="Graphic 334">
            <a:extLst>
              <a:ext uri="{FF2B5EF4-FFF2-40B4-BE49-F238E27FC236}">
                <a16:creationId xmlns:a16="http://schemas.microsoft.com/office/drawing/2014/main" id="{CD6A3304-157E-4325-9307-7CB7E5085D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2343388" y="3988932"/>
            <a:ext cx="640080" cy="640080"/>
          </a:xfrm>
          <a:prstGeom prst="rect">
            <a:avLst/>
          </a:prstGeom>
        </p:spPr>
      </p:pic>
      <p:sp>
        <p:nvSpPr>
          <p:cNvPr id="355" name="Oval 354">
            <a:extLst>
              <a:ext uri="{FF2B5EF4-FFF2-40B4-BE49-F238E27FC236}">
                <a16:creationId xmlns:a16="http://schemas.microsoft.com/office/drawing/2014/main" id="{FA7D3BF6-5893-4D4D-8F4B-C4D3295136DF}"/>
              </a:ext>
            </a:extLst>
          </p:cNvPr>
          <p:cNvSpPr/>
          <p:nvPr/>
        </p:nvSpPr>
        <p:spPr>
          <a:xfrm flipH="1">
            <a:off x="2373939" y="401732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Oval 355">
            <a:extLst>
              <a:ext uri="{FF2B5EF4-FFF2-40B4-BE49-F238E27FC236}">
                <a16:creationId xmlns:a16="http://schemas.microsoft.com/office/drawing/2014/main" id="{255704DF-5F17-4B3D-8A5B-4FF9E5297435}"/>
              </a:ext>
            </a:extLst>
          </p:cNvPr>
          <p:cNvSpPr/>
          <p:nvPr/>
        </p:nvSpPr>
        <p:spPr>
          <a:xfrm flipH="1">
            <a:off x="1547407" y="3194076"/>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Oval 356">
            <a:extLst>
              <a:ext uri="{FF2B5EF4-FFF2-40B4-BE49-F238E27FC236}">
                <a16:creationId xmlns:a16="http://schemas.microsoft.com/office/drawing/2014/main" id="{5CCA8823-F01D-4D1E-8E9E-9A6D6C06EF5B}"/>
              </a:ext>
            </a:extLst>
          </p:cNvPr>
          <p:cNvSpPr/>
          <p:nvPr/>
        </p:nvSpPr>
        <p:spPr>
          <a:xfrm flipH="1">
            <a:off x="2371557" y="4024406"/>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Oval 357">
            <a:extLst>
              <a:ext uri="{FF2B5EF4-FFF2-40B4-BE49-F238E27FC236}">
                <a16:creationId xmlns:a16="http://schemas.microsoft.com/office/drawing/2014/main" id="{E44187E4-C83A-484D-A3A3-280D8714C75C}"/>
              </a:ext>
            </a:extLst>
          </p:cNvPr>
          <p:cNvSpPr/>
          <p:nvPr/>
        </p:nvSpPr>
        <p:spPr>
          <a:xfrm flipH="1">
            <a:off x="1545292" y="3194100"/>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Oval 358">
            <a:extLst>
              <a:ext uri="{FF2B5EF4-FFF2-40B4-BE49-F238E27FC236}">
                <a16:creationId xmlns:a16="http://schemas.microsoft.com/office/drawing/2014/main" id="{914B4E36-AF1E-4C46-8EBA-F7736F5280FB}"/>
              </a:ext>
            </a:extLst>
          </p:cNvPr>
          <p:cNvSpPr/>
          <p:nvPr/>
        </p:nvSpPr>
        <p:spPr>
          <a:xfrm>
            <a:off x="3199273" y="319552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0" name="Graphic 359">
            <a:extLst>
              <a:ext uri="{FF2B5EF4-FFF2-40B4-BE49-F238E27FC236}">
                <a16:creationId xmlns:a16="http://schemas.microsoft.com/office/drawing/2014/main" id="{398E5553-1126-4565-9C3D-CDF91AF79B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73130" y="3165836"/>
            <a:ext cx="640080" cy="640080"/>
          </a:xfrm>
          <a:prstGeom prst="rect">
            <a:avLst/>
          </a:prstGeom>
        </p:spPr>
      </p:pic>
      <p:sp>
        <p:nvSpPr>
          <p:cNvPr id="361" name="Oval 360">
            <a:extLst>
              <a:ext uri="{FF2B5EF4-FFF2-40B4-BE49-F238E27FC236}">
                <a16:creationId xmlns:a16="http://schemas.microsoft.com/office/drawing/2014/main" id="{EDF74FA8-9E9A-4F34-A4C5-78A830EEBF47}"/>
              </a:ext>
            </a:extLst>
          </p:cNvPr>
          <p:cNvSpPr/>
          <p:nvPr/>
        </p:nvSpPr>
        <p:spPr>
          <a:xfrm rot="16200000">
            <a:off x="2423753" y="2275920"/>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2" name="Graphic 361">
            <a:extLst>
              <a:ext uri="{FF2B5EF4-FFF2-40B4-BE49-F238E27FC236}">
                <a16:creationId xmlns:a16="http://schemas.microsoft.com/office/drawing/2014/main" id="{48115568-3F36-430F-943A-7D981FA574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2397610" y="2246235"/>
            <a:ext cx="640080" cy="640080"/>
          </a:xfrm>
          <a:prstGeom prst="rect">
            <a:avLst/>
          </a:prstGeom>
        </p:spPr>
      </p:pic>
      <p:sp>
        <p:nvSpPr>
          <p:cNvPr id="363" name="Oval 362">
            <a:extLst>
              <a:ext uri="{FF2B5EF4-FFF2-40B4-BE49-F238E27FC236}">
                <a16:creationId xmlns:a16="http://schemas.microsoft.com/office/drawing/2014/main" id="{BD635EEE-13C5-43F6-AD4E-9A826A1C5A24}"/>
              </a:ext>
            </a:extLst>
          </p:cNvPr>
          <p:cNvSpPr/>
          <p:nvPr/>
        </p:nvSpPr>
        <p:spPr>
          <a:xfrm flipH="1">
            <a:off x="1545293" y="319552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4" name="Graphic 363">
            <a:extLst>
              <a:ext uri="{FF2B5EF4-FFF2-40B4-BE49-F238E27FC236}">
                <a16:creationId xmlns:a16="http://schemas.microsoft.com/office/drawing/2014/main" id="{449152AE-494B-4925-B9D5-AE3F666BB3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19150" y="3165836"/>
            <a:ext cx="640080" cy="640080"/>
          </a:xfrm>
          <a:prstGeom prst="rect">
            <a:avLst/>
          </a:prstGeom>
        </p:spPr>
      </p:pic>
      <p:sp>
        <p:nvSpPr>
          <p:cNvPr id="365" name="Oval 364">
            <a:extLst>
              <a:ext uri="{FF2B5EF4-FFF2-40B4-BE49-F238E27FC236}">
                <a16:creationId xmlns:a16="http://schemas.microsoft.com/office/drawing/2014/main" id="{57E09208-48D8-4716-85CE-F1A4CB9C9CEF}"/>
              </a:ext>
            </a:extLst>
          </p:cNvPr>
          <p:cNvSpPr/>
          <p:nvPr/>
        </p:nvSpPr>
        <p:spPr>
          <a:xfrm rot="5400000">
            <a:off x="2375099" y="4020864"/>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6" name="Graphic 365">
            <a:extLst>
              <a:ext uri="{FF2B5EF4-FFF2-40B4-BE49-F238E27FC236}">
                <a16:creationId xmlns:a16="http://schemas.microsoft.com/office/drawing/2014/main" id="{A224328B-AAAC-4F8F-9113-FD55ACB747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2348956" y="3991179"/>
            <a:ext cx="640080" cy="640080"/>
          </a:xfrm>
          <a:prstGeom prst="rect">
            <a:avLst/>
          </a:prstGeom>
        </p:spPr>
      </p:pic>
      <p:sp>
        <p:nvSpPr>
          <p:cNvPr id="386" name="Oval 385">
            <a:extLst>
              <a:ext uri="{FF2B5EF4-FFF2-40B4-BE49-F238E27FC236}">
                <a16:creationId xmlns:a16="http://schemas.microsoft.com/office/drawing/2014/main" id="{499ADD23-0058-4C83-8ABA-9E2DDC373B95}"/>
              </a:ext>
            </a:extLst>
          </p:cNvPr>
          <p:cNvSpPr/>
          <p:nvPr/>
        </p:nvSpPr>
        <p:spPr>
          <a:xfrm flipH="1">
            <a:off x="2357737" y="4022635"/>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Oval 386">
            <a:extLst>
              <a:ext uri="{FF2B5EF4-FFF2-40B4-BE49-F238E27FC236}">
                <a16:creationId xmlns:a16="http://schemas.microsoft.com/office/drawing/2014/main" id="{581BB318-9A8D-4F9C-8B0E-BC7D078755E3}"/>
              </a:ext>
            </a:extLst>
          </p:cNvPr>
          <p:cNvSpPr/>
          <p:nvPr/>
        </p:nvSpPr>
        <p:spPr>
          <a:xfrm flipH="1">
            <a:off x="1531205" y="319938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Oval 387">
            <a:extLst>
              <a:ext uri="{FF2B5EF4-FFF2-40B4-BE49-F238E27FC236}">
                <a16:creationId xmlns:a16="http://schemas.microsoft.com/office/drawing/2014/main" id="{D64D7B07-C79D-4AE0-8D06-1B7794BAE1D2}"/>
              </a:ext>
            </a:extLst>
          </p:cNvPr>
          <p:cNvSpPr/>
          <p:nvPr/>
        </p:nvSpPr>
        <p:spPr>
          <a:xfrm flipH="1">
            <a:off x="2355355" y="402971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Oval 388">
            <a:extLst>
              <a:ext uri="{FF2B5EF4-FFF2-40B4-BE49-F238E27FC236}">
                <a16:creationId xmlns:a16="http://schemas.microsoft.com/office/drawing/2014/main" id="{8CC715F3-CB2F-4F2C-8872-52861D51D857}"/>
              </a:ext>
            </a:extLst>
          </p:cNvPr>
          <p:cNvSpPr/>
          <p:nvPr/>
        </p:nvSpPr>
        <p:spPr>
          <a:xfrm flipH="1">
            <a:off x="1529090" y="319941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Oval 389">
            <a:extLst>
              <a:ext uri="{FF2B5EF4-FFF2-40B4-BE49-F238E27FC236}">
                <a16:creationId xmlns:a16="http://schemas.microsoft.com/office/drawing/2014/main" id="{923EEDEC-E237-4849-B6EA-CD117CC125B2}"/>
              </a:ext>
            </a:extLst>
          </p:cNvPr>
          <p:cNvSpPr/>
          <p:nvPr/>
        </p:nvSpPr>
        <p:spPr>
          <a:xfrm>
            <a:off x="3183071" y="3200834"/>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1" name="Graphic 390">
            <a:extLst>
              <a:ext uri="{FF2B5EF4-FFF2-40B4-BE49-F238E27FC236}">
                <a16:creationId xmlns:a16="http://schemas.microsoft.com/office/drawing/2014/main" id="{C63D25EE-C76C-4319-9E25-D9E5733B17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56928" y="3171149"/>
            <a:ext cx="640080" cy="640080"/>
          </a:xfrm>
          <a:prstGeom prst="rect">
            <a:avLst/>
          </a:prstGeom>
        </p:spPr>
      </p:pic>
      <p:sp>
        <p:nvSpPr>
          <p:cNvPr id="392" name="Oval 391">
            <a:extLst>
              <a:ext uri="{FF2B5EF4-FFF2-40B4-BE49-F238E27FC236}">
                <a16:creationId xmlns:a16="http://schemas.microsoft.com/office/drawing/2014/main" id="{FD209EFF-9285-4076-B821-4E10E7A4F2AF}"/>
              </a:ext>
            </a:extLst>
          </p:cNvPr>
          <p:cNvSpPr/>
          <p:nvPr/>
        </p:nvSpPr>
        <p:spPr>
          <a:xfrm rot="16200000">
            <a:off x="2407551" y="228123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3" name="Graphic 392">
            <a:extLst>
              <a:ext uri="{FF2B5EF4-FFF2-40B4-BE49-F238E27FC236}">
                <a16:creationId xmlns:a16="http://schemas.microsoft.com/office/drawing/2014/main" id="{C4696695-94AE-4EA0-A7F8-938C8761B8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2381408" y="2251548"/>
            <a:ext cx="640080" cy="640080"/>
          </a:xfrm>
          <a:prstGeom prst="rect">
            <a:avLst/>
          </a:prstGeom>
        </p:spPr>
      </p:pic>
      <p:sp>
        <p:nvSpPr>
          <p:cNvPr id="394" name="Oval 393">
            <a:extLst>
              <a:ext uri="{FF2B5EF4-FFF2-40B4-BE49-F238E27FC236}">
                <a16:creationId xmlns:a16="http://schemas.microsoft.com/office/drawing/2014/main" id="{A2C1F45F-8DAC-415B-BC97-438708EDFFD4}"/>
              </a:ext>
            </a:extLst>
          </p:cNvPr>
          <p:cNvSpPr/>
          <p:nvPr/>
        </p:nvSpPr>
        <p:spPr>
          <a:xfrm flipH="1">
            <a:off x="1529091" y="3200834"/>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5" name="Graphic 394">
            <a:extLst>
              <a:ext uri="{FF2B5EF4-FFF2-40B4-BE49-F238E27FC236}">
                <a16:creationId xmlns:a16="http://schemas.microsoft.com/office/drawing/2014/main" id="{4B6B647B-4C20-43AA-9287-E2E2762978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02948" y="3171149"/>
            <a:ext cx="640080" cy="640080"/>
          </a:xfrm>
          <a:prstGeom prst="rect">
            <a:avLst/>
          </a:prstGeom>
        </p:spPr>
      </p:pic>
      <p:sp>
        <p:nvSpPr>
          <p:cNvPr id="396" name="Oval 395">
            <a:extLst>
              <a:ext uri="{FF2B5EF4-FFF2-40B4-BE49-F238E27FC236}">
                <a16:creationId xmlns:a16="http://schemas.microsoft.com/office/drawing/2014/main" id="{A820908B-DD0E-4196-B583-C040FD897FBB}"/>
              </a:ext>
            </a:extLst>
          </p:cNvPr>
          <p:cNvSpPr/>
          <p:nvPr/>
        </p:nvSpPr>
        <p:spPr>
          <a:xfrm rot="5400000">
            <a:off x="2358897" y="402617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7" name="Graphic 396">
            <a:extLst>
              <a:ext uri="{FF2B5EF4-FFF2-40B4-BE49-F238E27FC236}">
                <a16:creationId xmlns:a16="http://schemas.microsoft.com/office/drawing/2014/main" id="{EB44A3B6-0C09-4EC3-9C75-7FC75A7A297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2332754" y="3996492"/>
            <a:ext cx="640080" cy="640080"/>
          </a:xfrm>
          <a:prstGeom prst="rect">
            <a:avLst/>
          </a:prstGeom>
        </p:spPr>
      </p:pic>
      <p:sp>
        <p:nvSpPr>
          <p:cNvPr id="417" name="Oval 416">
            <a:extLst>
              <a:ext uri="{FF2B5EF4-FFF2-40B4-BE49-F238E27FC236}">
                <a16:creationId xmlns:a16="http://schemas.microsoft.com/office/drawing/2014/main" id="{30E286B0-443D-44EF-80DD-86F15DF34605}"/>
              </a:ext>
            </a:extLst>
          </p:cNvPr>
          <p:cNvSpPr/>
          <p:nvPr/>
        </p:nvSpPr>
        <p:spPr>
          <a:xfrm flipH="1">
            <a:off x="2368371" y="401730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F0527935-3FBC-4956-9043-17887323A80D}"/>
              </a:ext>
            </a:extLst>
          </p:cNvPr>
          <p:cNvSpPr/>
          <p:nvPr/>
        </p:nvSpPr>
        <p:spPr>
          <a:xfrm flipH="1">
            <a:off x="1541839" y="3194055"/>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Oval 418">
            <a:extLst>
              <a:ext uri="{FF2B5EF4-FFF2-40B4-BE49-F238E27FC236}">
                <a16:creationId xmlns:a16="http://schemas.microsoft.com/office/drawing/2014/main" id="{98E7FE2B-4C7D-41B5-8720-BCC5A49B722A}"/>
              </a:ext>
            </a:extLst>
          </p:cNvPr>
          <p:cNvSpPr/>
          <p:nvPr/>
        </p:nvSpPr>
        <p:spPr>
          <a:xfrm flipH="1">
            <a:off x="2365989" y="4024385"/>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1F00892F-74E0-4F79-903A-A21DE3C23369}"/>
              </a:ext>
            </a:extLst>
          </p:cNvPr>
          <p:cNvSpPr/>
          <p:nvPr/>
        </p:nvSpPr>
        <p:spPr>
          <a:xfrm flipH="1">
            <a:off x="1539724" y="319407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174908E3-59FB-463A-A6D5-E5A859FD2800}"/>
              </a:ext>
            </a:extLst>
          </p:cNvPr>
          <p:cNvSpPr/>
          <p:nvPr/>
        </p:nvSpPr>
        <p:spPr>
          <a:xfrm>
            <a:off x="3193705" y="3195500"/>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2" name="Graphic 421">
            <a:extLst>
              <a:ext uri="{FF2B5EF4-FFF2-40B4-BE49-F238E27FC236}">
                <a16:creationId xmlns:a16="http://schemas.microsoft.com/office/drawing/2014/main" id="{FDC33C6C-4DEE-4E69-A677-1B693F8933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67562" y="3165815"/>
            <a:ext cx="640080" cy="640080"/>
          </a:xfrm>
          <a:prstGeom prst="rect">
            <a:avLst/>
          </a:prstGeom>
        </p:spPr>
      </p:pic>
      <p:sp>
        <p:nvSpPr>
          <p:cNvPr id="423" name="Oval 422">
            <a:extLst>
              <a:ext uri="{FF2B5EF4-FFF2-40B4-BE49-F238E27FC236}">
                <a16:creationId xmlns:a16="http://schemas.microsoft.com/office/drawing/2014/main" id="{A2AE5235-4E04-489B-B843-37F5C13A4692}"/>
              </a:ext>
            </a:extLst>
          </p:cNvPr>
          <p:cNvSpPr/>
          <p:nvPr/>
        </p:nvSpPr>
        <p:spPr>
          <a:xfrm rot="16200000">
            <a:off x="2418185" y="227589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4" name="Graphic 423">
            <a:extLst>
              <a:ext uri="{FF2B5EF4-FFF2-40B4-BE49-F238E27FC236}">
                <a16:creationId xmlns:a16="http://schemas.microsoft.com/office/drawing/2014/main" id="{20FA3845-83B6-4D9B-B7CF-863AD178B3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2392042" y="2246214"/>
            <a:ext cx="640080" cy="640080"/>
          </a:xfrm>
          <a:prstGeom prst="rect">
            <a:avLst/>
          </a:prstGeom>
        </p:spPr>
      </p:pic>
      <p:sp>
        <p:nvSpPr>
          <p:cNvPr id="425" name="Oval 424">
            <a:extLst>
              <a:ext uri="{FF2B5EF4-FFF2-40B4-BE49-F238E27FC236}">
                <a16:creationId xmlns:a16="http://schemas.microsoft.com/office/drawing/2014/main" id="{62D066CF-34E2-48B2-AE45-72B0228AA8CE}"/>
              </a:ext>
            </a:extLst>
          </p:cNvPr>
          <p:cNvSpPr/>
          <p:nvPr/>
        </p:nvSpPr>
        <p:spPr>
          <a:xfrm flipH="1">
            <a:off x="1539725" y="3195500"/>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6" name="Graphic 425">
            <a:extLst>
              <a:ext uri="{FF2B5EF4-FFF2-40B4-BE49-F238E27FC236}">
                <a16:creationId xmlns:a16="http://schemas.microsoft.com/office/drawing/2014/main" id="{7F179EBE-E305-427D-A456-E25F0314AB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13582" y="3165815"/>
            <a:ext cx="640080" cy="640080"/>
          </a:xfrm>
          <a:prstGeom prst="rect">
            <a:avLst/>
          </a:prstGeom>
        </p:spPr>
      </p:pic>
      <p:sp>
        <p:nvSpPr>
          <p:cNvPr id="427" name="Oval 426">
            <a:extLst>
              <a:ext uri="{FF2B5EF4-FFF2-40B4-BE49-F238E27FC236}">
                <a16:creationId xmlns:a16="http://schemas.microsoft.com/office/drawing/2014/main" id="{131915D0-D751-40B9-8925-26D1D9949315}"/>
              </a:ext>
            </a:extLst>
          </p:cNvPr>
          <p:cNvSpPr/>
          <p:nvPr/>
        </p:nvSpPr>
        <p:spPr>
          <a:xfrm rot="5400000">
            <a:off x="2369531" y="402084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8" name="Graphic 427">
            <a:extLst>
              <a:ext uri="{FF2B5EF4-FFF2-40B4-BE49-F238E27FC236}">
                <a16:creationId xmlns:a16="http://schemas.microsoft.com/office/drawing/2014/main" id="{11870736-FFA5-4BD5-9293-D465D97FD3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2343388" y="3991158"/>
            <a:ext cx="640080" cy="640080"/>
          </a:xfrm>
          <a:prstGeom prst="rect">
            <a:avLst/>
          </a:prstGeom>
        </p:spPr>
      </p:pic>
      <p:sp>
        <p:nvSpPr>
          <p:cNvPr id="572" name="Rectangle 571">
            <a:extLst>
              <a:ext uri="{FF2B5EF4-FFF2-40B4-BE49-F238E27FC236}">
                <a16:creationId xmlns:a16="http://schemas.microsoft.com/office/drawing/2014/main" id="{A4311368-C382-4F51-BA6B-29B4D5314BF3}"/>
              </a:ext>
            </a:extLst>
          </p:cNvPr>
          <p:cNvSpPr/>
          <p:nvPr/>
        </p:nvSpPr>
        <p:spPr>
          <a:xfrm rot="5400000">
            <a:off x="8687667" y="30635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Rectangle 572">
            <a:extLst>
              <a:ext uri="{FF2B5EF4-FFF2-40B4-BE49-F238E27FC236}">
                <a16:creationId xmlns:a16="http://schemas.microsoft.com/office/drawing/2014/main" id="{BD31B8B2-28EE-4B65-BE70-F4544AB08900}"/>
              </a:ext>
            </a:extLst>
          </p:cNvPr>
          <p:cNvSpPr/>
          <p:nvPr/>
        </p:nvSpPr>
        <p:spPr>
          <a:xfrm rot="5400000">
            <a:off x="8212811" y="481419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4" name="Rectangle 573">
            <a:extLst>
              <a:ext uri="{FF2B5EF4-FFF2-40B4-BE49-F238E27FC236}">
                <a16:creationId xmlns:a16="http://schemas.microsoft.com/office/drawing/2014/main" id="{650A268B-ACE7-4BD7-B1A0-B82C0B7663A7}"/>
              </a:ext>
            </a:extLst>
          </p:cNvPr>
          <p:cNvSpPr/>
          <p:nvPr/>
        </p:nvSpPr>
        <p:spPr>
          <a:xfrm rot="5400000">
            <a:off x="10594455" y="306817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5" name="Rectangle 574">
            <a:extLst>
              <a:ext uri="{FF2B5EF4-FFF2-40B4-BE49-F238E27FC236}">
                <a16:creationId xmlns:a16="http://schemas.microsoft.com/office/drawing/2014/main" id="{680129AF-20CC-49C8-B334-C1CD1F9C25F2}"/>
              </a:ext>
            </a:extLst>
          </p:cNvPr>
          <p:cNvSpPr/>
          <p:nvPr/>
        </p:nvSpPr>
        <p:spPr>
          <a:xfrm rot="5400000">
            <a:off x="10594455" y="35316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a:extLst>
              <a:ext uri="{FF2B5EF4-FFF2-40B4-BE49-F238E27FC236}">
                <a16:creationId xmlns:a16="http://schemas.microsoft.com/office/drawing/2014/main" id="{BD744EF1-02F2-4092-A160-A075FA6C897B}"/>
              </a:ext>
            </a:extLst>
          </p:cNvPr>
          <p:cNvSpPr/>
          <p:nvPr/>
        </p:nvSpPr>
        <p:spPr>
          <a:xfrm rot="5400000">
            <a:off x="9162604" y="156233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a:extLst>
              <a:ext uri="{FF2B5EF4-FFF2-40B4-BE49-F238E27FC236}">
                <a16:creationId xmlns:a16="http://schemas.microsoft.com/office/drawing/2014/main" id="{064710D8-F197-4DEC-8C5E-0D8848E13BFB}"/>
              </a:ext>
            </a:extLst>
          </p:cNvPr>
          <p:cNvSpPr/>
          <p:nvPr/>
        </p:nvSpPr>
        <p:spPr>
          <a:xfrm rot="5400000">
            <a:off x="6862222" y="306562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8" name="Rectangle 577">
            <a:extLst>
              <a:ext uri="{FF2B5EF4-FFF2-40B4-BE49-F238E27FC236}">
                <a16:creationId xmlns:a16="http://schemas.microsoft.com/office/drawing/2014/main" id="{9D9B9909-FFD9-4796-AEBE-2765D854CBAD}"/>
              </a:ext>
            </a:extLst>
          </p:cNvPr>
          <p:cNvSpPr/>
          <p:nvPr/>
        </p:nvSpPr>
        <p:spPr>
          <a:xfrm rot="5400000">
            <a:off x="6123458" y="30635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Rectangle 578">
            <a:extLst>
              <a:ext uri="{FF2B5EF4-FFF2-40B4-BE49-F238E27FC236}">
                <a16:creationId xmlns:a16="http://schemas.microsoft.com/office/drawing/2014/main" id="{D8AB69C9-002E-4D6C-A3D0-354AC51DD9BE}"/>
              </a:ext>
            </a:extLst>
          </p:cNvPr>
          <p:cNvSpPr/>
          <p:nvPr/>
        </p:nvSpPr>
        <p:spPr>
          <a:xfrm rot="5400000">
            <a:off x="6862222" y="282647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0" name="Rectangle 579">
            <a:extLst>
              <a:ext uri="{FF2B5EF4-FFF2-40B4-BE49-F238E27FC236}">
                <a16:creationId xmlns:a16="http://schemas.microsoft.com/office/drawing/2014/main" id="{A2B0C73B-916D-4E77-8341-E34B6C779449}"/>
              </a:ext>
            </a:extLst>
          </p:cNvPr>
          <p:cNvSpPr/>
          <p:nvPr/>
        </p:nvSpPr>
        <p:spPr>
          <a:xfrm rot="5400000">
            <a:off x="10594455" y="259870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Rectangle 580">
            <a:extLst>
              <a:ext uri="{FF2B5EF4-FFF2-40B4-BE49-F238E27FC236}">
                <a16:creationId xmlns:a16="http://schemas.microsoft.com/office/drawing/2014/main" id="{FA679E1C-7EDB-48FA-9D9D-260110AA883C}"/>
              </a:ext>
            </a:extLst>
          </p:cNvPr>
          <p:cNvSpPr/>
          <p:nvPr/>
        </p:nvSpPr>
        <p:spPr>
          <a:xfrm rot="5400000">
            <a:off x="10594455" y="329388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2" name="Rectangle 581">
            <a:extLst>
              <a:ext uri="{FF2B5EF4-FFF2-40B4-BE49-F238E27FC236}">
                <a16:creationId xmlns:a16="http://schemas.microsoft.com/office/drawing/2014/main" id="{CDD38558-76FA-4A46-91C1-F63FB2D03270}"/>
              </a:ext>
            </a:extLst>
          </p:cNvPr>
          <p:cNvSpPr/>
          <p:nvPr/>
        </p:nvSpPr>
        <p:spPr>
          <a:xfrm rot="5400000">
            <a:off x="9162604" y="481692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582">
            <a:extLst>
              <a:ext uri="{FF2B5EF4-FFF2-40B4-BE49-F238E27FC236}">
                <a16:creationId xmlns:a16="http://schemas.microsoft.com/office/drawing/2014/main" id="{A08CFF5F-D6B9-4877-BE54-13CE71986623}"/>
              </a:ext>
            </a:extLst>
          </p:cNvPr>
          <p:cNvSpPr/>
          <p:nvPr/>
        </p:nvSpPr>
        <p:spPr>
          <a:xfrm rot="5400000">
            <a:off x="8212811" y="179686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4" name="Rectangle 583">
            <a:extLst>
              <a:ext uri="{FF2B5EF4-FFF2-40B4-BE49-F238E27FC236}">
                <a16:creationId xmlns:a16="http://schemas.microsoft.com/office/drawing/2014/main" id="{1AF86A47-AF78-42C6-82A6-39BE418C2704}"/>
              </a:ext>
            </a:extLst>
          </p:cNvPr>
          <p:cNvSpPr/>
          <p:nvPr/>
        </p:nvSpPr>
        <p:spPr>
          <a:xfrm rot="5400000">
            <a:off x="8212811" y="11504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a16="http://schemas.microsoft.com/office/drawing/2014/main" id="{302AEFEE-7321-44DB-AFF0-1531B76B0F0B}"/>
              </a:ext>
            </a:extLst>
          </p:cNvPr>
          <p:cNvSpPr/>
          <p:nvPr/>
        </p:nvSpPr>
        <p:spPr>
          <a:xfrm rot="5400000">
            <a:off x="8452214" y="156233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D9D174C2-1519-48ED-B143-CFBB75A763A9}"/>
              </a:ext>
            </a:extLst>
          </p:cNvPr>
          <p:cNvSpPr/>
          <p:nvPr/>
        </p:nvSpPr>
        <p:spPr>
          <a:xfrm rot="5400000">
            <a:off x="6862222" y="236095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7" name="Rectangle 586">
            <a:extLst>
              <a:ext uri="{FF2B5EF4-FFF2-40B4-BE49-F238E27FC236}">
                <a16:creationId xmlns:a16="http://schemas.microsoft.com/office/drawing/2014/main" id="{AE364013-C772-4289-A9C2-C2826F42C24E}"/>
              </a:ext>
            </a:extLst>
          </p:cNvPr>
          <p:cNvSpPr/>
          <p:nvPr/>
        </p:nvSpPr>
        <p:spPr>
          <a:xfrm rot="5400000">
            <a:off x="8924978" y="115140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38158FF4-A3EF-4933-BD8E-EC2EE705BF29}"/>
              </a:ext>
            </a:extLst>
          </p:cNvPr>
          <p:cNvSpPr/>
          <p:nvPr/>
        </p:nvSpPr>
        <p:spPr>
          <a:xfrm rot="5400000">
            <a:off x="8924978" y="156233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9" name="Rectangle 588">
            <a:extLst>
              <a:ext uri="{FF2B5EF4-FFF2-40B4-BE49-F238E27FC236}">
                <a16:creationId xmlns:a16="http://schemas.microsoft.com/office/drawing/2014/main" id="{96FF07F5-3D35-4EE1-A5D6-39A74FE59BFB}"/>
              </a:ext>
            </a:extLst>
          </p:cNvPr>
          <p:cNvSpPr/>
          <p:nvPr/>
        </p:nvSpPr>
        <p:spPr>
          <a:xfrm rot="5400000">
            <a:off x="6862222" y="258873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2" name="TextBox 591">
            <a:extLst>
              <a:ext uri="{FF2B5EF4-FFF2-40B4-BE49-F238E27FC236}">
                <a16:creationId xmlns:a16="http://schemas.microsoft.com/office/drawing/2014/main" id="{A28FD0FA-3B2F-4609-B123-34A68AE506C3}"/>
              </a:ext>
            </a:extLst>
          </p:cNvPr>
          <p:cNvSpPr txBox="1"/>
          <p:nvPr/>
        </p:nvSpPr>
        <p:spPr>
          <a:xfrm>
            <a:off x="5024071" y="1429831"/>
            <a:ext cx="2143857" cy="553998"/>
          </a:xfrm>
          <a:prstGeom prst="rect">
            <a:avLst/>
          </a:prstGeom>
          <a:noFill/>
        </p:spPr>
        <p:txBody>
          <a:bodyPr wrap="none" rtlCol="0">
            <a:spAutoFit/>
          </a:bodyPr>
          <a:lstStyle/>
          <a:p>
            <a:r>
              <a:rPr lang="en-US" sz="3000" u="sng" dirty="0">
                <a:solidFill>
                  <a:schemeClr val="bg1"/>
                </a:solidFill>
                <a:latin typeface="Dubai Light" panose="020B0303030403030204" pitchFamily="34" charset="-78"/>
                <a:cs typeface="Dubai Light" panose="020B0303030403030204" pitchFamily="34" charset="-78"/>
              </a:rPr>
              <a:t>Drop Shapes</a:t>
            </a:r>
          </a:p>
        </p:txBody>
      </p:sp>
    </p:spTree>
    <p:extLst>
      <p:ext uri="{BB962C8B-B14F-4D97-AF65-F5344CB8AC3E}">
        <p14:creationId xmlns:p14="http://schemas.microsoft.com/office/powerpoint/2010/main" val="263222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7"/>
                                        </p:tgtEl>
                                        <p:attrNameLst>
                                          <p:attrName>style.visibility</p:attrName>
                                        </p:attrNameLst>
                                      </p:cBhvr>
                                      <p:to>
                                        <p:strVal val="visible"/>
                                      </p:to>
                                    </p:set>
                                  </p:childTnLst>
                                </p:cTn>
                              </p:par>
                              <p:par>
                                <p:cTn id="7" presetID="63" presetClass="path" presetSubtype="0" fill="hold" grpId="1" nodeType="withEffect">
                                  <p:stCondLst>
                                    <p:cond delay="0"/>
                                  </p:stCondLst>
                                  <p:childTnLst>
                                    <p:animMotion origin="layout" path="M 3.95833E-6 -1.85185E-6 L 0.12994 -0.00023 " pathEditMode="relative" rAng="0" ptsTypes="AA">
                                      <p:cBhvr>
                                        <p:cTn id="8" dur="300" fill="hold"/>
                                        <p:tgtEl>
                                          <p:spTgt spid="577"/>
                                        </p:tgtEl>
                                        <p:attrNameLst>
                                          <p:attrName>ppt_x</p:attrName>
                                          <p:attrName>ppt_y</p:attrName>
                                        </p:attrNameLst>
                                      </p:cBhvr>
                                      <p:rCtr x="6497" y="-23"/>
                                    </p:animMotion>
                                  </p:childTnLst>
                                </p:cTn>
                              </p:par>
                            </p:childTnLst>
                          </p:cTn>
                        </p:par>
                        <p:par>
                          <p:cTn id="9" fill="hold">
                            <p:stCondLst>
                              <p:cond delay="300"/>
                            </p:stCondLst>
                            <p:childTnLst>
                              <p:par>
                                <p:cTn id="10" presetID="1" presetClass="entr" presetSubtype="0" fill="hold" grpId="0" nodeType="afterEffect">
                                  <p:stCondLst>
                                    <p:cond delay="0"/>
                                  </p:stCondLst>
                                  <p:childTnLst>
                                    <p:set>
                                      <p:cBhvr>
                                        <p:cTn id="11" dur="1" fill="hold">
                                          <p:stCondLst>
                                            <p:cond delay="0"/>
                                          </p:stCondLst>
                                        </p:cTn>
                                        <p:tgtEl>
                                          <p:spTgt spid="574"/>
                                        </p:tgtEl>
                                        <p:attrNameLst>
                                          <p:attrName>style.visibility</p:attrName>
                                        </p:attrNameLst>
                                      </p:cBhvr>
                                      <p:to>
                                        <p:strVal val="visible"/>
                                      </p:to>
                                    </p:set>
                                  </p:childTnLst>
                                </p:cTn>
                              </p:par>
                              <p:par>
                                <p:cTn id="12" presetID="35" presetClass="path" presetSubtype="0" fill="hold" grpId="1" nodeType="withEffect">
                                  <p:stCondLst>
                                    <p:cond delay="0"/>
                                  </p:stCondLst>
                                  <p:childTnLst>
                                    <p:animMotion origin="layout" path="M 4.16667E-6 -4.81481E-6 L -0.13737 -0.00069 " pathEditMode="relative" rAng="0" ptsTypes="AA">
                                      <p:cBhvr>
                                        <p:cTn id="13" dur="300" fill="hold"/>
                                        <p:tgtEl>
                                          <p:spTgt spid="574"/>
                                        </p:tgtEl>
                                        <p:attrNameLst>
                                          <p:attrName>ppt_x</p:attrName>
                                          <p:attrName>ppt_y</p:attrName>
                                        </p:attrNameLst>
                                      </p:cBhvr>
                                      <p:rCtr x="-6875" y="-46"/>
                                    </p:animMotion>
                                  </p:childTnLst>
                                </p:cTn>
                              </p:par>
                            </p:childTnLst>
                          </p:cTn>
                        </p:par>
                        <p:par>
                          <p:cTn id="14" fill="hold">
                            <p:stCondLst>
                              <p:cond delay="600"/>
                            </p:stCondLst>
                            <p:childTnLst>
                              <p:par>
                                <p:cTn id="15" presetID="1" presetClass="entr" presetSubtype="0" fill="hold" grpId="0" nodeType="afterEffect">
                                  <p:stCondLst>
                                    <p:cond delay="0"/>
                                  </p:stCondLst>
                                  <p:childTnLst>
                                    <p:set>
                                      <p:cBhvr>
                                        <p:cTn id="16" dur="1" fill="hold">
                                          <p:stCondLst>
                                            <p:cond delay="0"/>
                                          </p:stCondLst>
                                        </p:cTn>
                                        <p:tgtEl>
                                          <p:spTgt spid="576"/>
                                        </p:tgtEl>
                                        <p:attrNameLst>
                                          <p:attrName>style.visibility</p:attrName>
                                        </p:attrNameLst>
                                      </p:cBhvr>
                                      <p:to>
                                        <p:strVal val="visible"/>
                                      </p:to>
                                    </p:set>
                                  </p:childTnLst>
                                </p:cTn>
                              </p:par>
                              <p:par>
                                <p:cTn id="17" presetID="42" presetClass="path" presetSubtype="0" fill="hold" grpId="1" nodeType="withEffect">
                                  <p:stCondLst>
                                    <p:cond delay="0"/>
                                  </p:stCondLst>
                                  <p:childTnLst>
                                    <p:animMotion origin="layout" path="M 2.08333E-6 1.11111E-6 L 0.00026 0.22037 " pathEditMode="relative" rAng="0" ptsTypes="AA">
                                      <p:cBhvr>
                                        <p:cTn id="18" dur="300" fill="hold"/>
                                        <p:tgtEl>
                                          <p:spTgt spid="576"/>
                                        </p:tgtEl>
                                        <p:attrNameLst>
                                          <p:attrName>ppt_x</p:attrName>
                                          <p:attrName>ppt_y</p:attrName>
                                        </p:attrNameLst>
                                      </p:cBhvr>
                                      <p:rCtr x="13" y="11019"/>
                                    </p:animMotion>
                                  </p:childTnLst>
                                </p:cTn>
                              </p:par>
                            </p:childTnLst>
                          </p:cTn>
                        </p:par>
                        <p:par>
                          <p:cTn id="19" fill="hold">
                            <p:stCondLst>
                              <p:cond delay="900"/>
                            </p:stCondLst>
                            <p:childTnLst>
                              <p:par>
                                <p:cTn id="20" presetID="1" presetClass="entr" presetSubtype="0" fill="hold" grpId="0" nodeType="afterEffect">
                                  <p:stCondLst>
                                    <p:cond delay="0"/>
                                  </p:stCondLst>
                                  <p:childTnLst>
                                    <p:set>
                                      <p:cBhvr>
                                        <p:cTn id="21" dur="1" fill="hold">
                                          <p:stCondLst>
                                            <p:cond delay="0"/>
                                          </p:stCondLst>
                                        </p:cTn>
                                        <p:tgtEl>
                                          <p:spTgt spid="578"/>
                                        </p:tgtEl>
                                        <p:attrNameLst>
                                          <p:attrName>style.visibility</p:attrName>
                                        </p:attrNameLst>
                                      </p:cBhvr>
                                      <p:to>
                                        <p:strVal val="visible"/>
                                      </p:to>
                                    </p:set>
                                  </p:childTnLst>
                                </p:cTn>
                              </p:par>
                              <p:par>
                                <p:cTn id="22" presetID="63" presetClass="path" presetSubtype="0" fill="hold" grpId="1" nodeType="withEffect">
                                  <p:stCondLst>
                                    <p:cond delay="0"/>
                                  </p:stCondLst>
                                  <p:childTnLst>
                                    <p:animMotion origin="layout" path="M 8.33333E-7 -3.7037E-7 L 0.17174 0.00139 " pathEditMode="relative" rAng="0" ptsTypes="AA">
                                      <p:cBhvr>
                                        <p:cTn id="23" dur="300" fill="hold"/>
                                        <p:tgtEl>
                                          <p:spTgt spid="578"/>
                                        </p:tgtEl>
                                        <p:attrNameLst>
                                          <p:attrName>ppt_x</p:attrName>
                                          <p:attrName>ppt_y</p:attrName>
                                        </p:attrNameLst>
                                      </p:cBhvr>
                                      <p:rCtr x="8581" y="69"/>
                                    </p:animMotion>
                                  </p:childTnLst>
                                </p:cTn>
                              </p:par>
                            </p:childTnLst>
                          </p:cTn>
                        </p:par>
                        <p:par>
                          <p:cTn id="24" fill="hold">
                            <p:stCondLst>
                              <p:cond delay="1200"/>
                            </p:stCondLst>
                            <p:childTnLst>
                              <p:par>
                                <p:cTn id="25" presetID="1" presetClass="entr" presetSubtype="0" fill="hold" grpId="0" nodeType="afterEffect">
                                  <p:stCondLst>
                                    <p:cond delay="0"/>
                                  </p:stCondLst>
                                  <p:childTnLst>
                                    <p:set>
                                      <p:cBhvr>
                                        <p:cTn id="26" dur="1" fill="hold">
                                          <p:stCondLst>
                                            <p:cond delay="0"/>
                                          </p:stCondLst>
                                        </p:cTn>
                                        <p:tgtEl>
                                          <p:spTgt spid="573"/>
                                        </p:tgtEl>
                                        <p:attrNameLst>
                                          <p:attrName>style.visibility</p:attrName>
                                        </p:attrNameLst>
                                      </p:cBhvr>
                                      <p:to>
                                        <p:strVal val="visible"/>
                                      </p:to>
                                    </p:set>
                                  </p:childTnLst>
                                </p:cTn>
                              </p:par>
                              <p:par>
                                <p:cTn id="27" presetID="64" presetClass="path" presetSubtype="0" fill="hold" grpId="1" nodeType="withEffect">
                                  <p:stCondLst>
                                    <p:cond delay="0"/>
                                  </p:stCondLst>
                                  <p:childTnLst>
                                    <p:animMotion origin="layout" path="M -3.33333E-6 -4.44444E-6 L 0.00039 -0.21967 " pathEditMode="relative" rAng="0" ptsTypes="AA">
                                      <p:cBhvr>
                                        <p:cTn id="28" dur="300" fill="hold"/>
                                        <p:tgtEl>
                                          <p:spTgt spid="573"/>
                                        </p:tgtEl>
                                        <p:attrNameLst>
                                          <p:attrName>ppt_x</p:attrName>
                                          <p:attrName>ppt_y</p:attrName>
                                        </p:attrNameLst>
                                      </p:cBhvr>
                                      <p:rCtr x="13" y="-10995"/>
                                    </p:animMotion>
                                  </p:childTnLst>
                                </p:cTn>
                              </p:par>
                            </p:childTnLst>
                          </p:cTn>
                        </p:par>
                        <p:par>
                          <p:cTn id="29" fill="hold">
                            <p:stCondLst>
                              <p:cond delay="1500"/>
                            </p:stCondLst>
                            <p:childTnLst>
                              <p:par>
                                <p:cTn id="30" presetID="1" presetClass="entr" presetSubtype="0" fill="hold" grpId="0" nodeType="afterEffect">
                                  <p:stCondLst>
                                    <p:cond delay="0"/>
                                  </p:stCondLst>
                                  <p:childTnLst>
                                    <p:set>
                                      <p:cBhvr>
                                        <p:cTn id="31" dur="1" fill="hold">
                                          <p:stCondLst>
                                            <p:cond delay="0"/>
                                          </p:stCondLst>
                                        </p:cTn>
                                        <p:tgtEl>
                                          <p:spTgt spid="575"/>
                                        </p:tgtEl>
                                        <p:attrNameLst>
                                          <p:attrName>style.visibility</p:attrName>
                                        </p:attrNameLst>
                                      </p:cBhvr>
                                      <p:to>
                                        <p:strVal val="visible"/>
                                      </p:to>
                                    </p:set>
                                  </p:childTnLst>
                                </p:cTn>
                              </p:par>
                              <p:par>
                                <p:cTn id="32" presetID="35" presetClass="path" presetSubtype="0" fill="hold" grpId="1" nodeType="withEffect">
                                  <p:stCondLst>
                                    <p:cond delay="0"/>
                                  </p:stCondLst>
                                  <p:childTnLst>
                                    <p:animMotion origin="layout" path="M 4.16667E-6 2.59259E-6 L -0.19532 0.00185 " pathEditMode="relative" rAng="0" ptsTypes="AA">
                                      <p:cBhvr>
                                        <p:cTn id="33" dur="300" fill="hold"/>
                                        <p:tgtEl>
                                          <p:spTgt spid="575"/>
                                        </p:tgtEl>
                                        <p:attrNameLst>
                                          <p:attrName>ppt_x</p:attrName>
                                          <p:attrName>ppt_y</p:attrName>
                                        </p:attrNameLst>
                                      </p:cBhvr>
                                      <p:rCtr x="-9766" y="93"/>
                                    </p:animMotion>
                                  </p:childTnLst>
                                </p:cTn>
                              </p:par>
                            </p:childTnLst>
                          </p:cTn>
                        </p:par>
                        <p:par>
                          <p:cTn id="34" fill="hold">
                            <p:stCondLst>
                              <p:cond delay="1800"/>
                            </p:stCondLst>
                            <p:childTnLst>
                              <p:par>
                                <p:cTn id="35" presetID="1" presetClass="entr" presetSubtype="0" fill="hold" grpId="0" nodeType="afterEffect">
                                  <p:stCondLst>
                                    <p:cond delay="0"/>
                                  </p:stCondLst>
                                  <p:childTnLst>
                                    <p:set>
                                      <p:cBhvr>
                                        <p:cTn id="36" dur="1" fill="hold">
                                          <p:stCondLst>
                                            <p:cond delay="0"/>
                                          </p:stCondLst>
                                        </p:cTn>
                                        <p:tgtEl>
                                          <p:spTgt spid="581"/>
                                        </p:tgtEl>
                                        <p:attrNameLst>
                                          <p:attrName>style.visibility</p:attrName>
                                        </p:attrNameLst>
                                      </p:cBhvr>
                                      <p:to>
                                        <p:strVal val="visible"/>
                                      </p:to>
                                    </p:set>
                                  </p:childTnLst>
                                </p:cTn>
                              </p:par>
                              <p:par>
                                <p:cTn id="37" presetID="35" presetClass="path" presetSubtype="0" fill="hold" grpId="1" nodeType="withEffect">
                                  <p:stCondLst>
                                    <p:cond delay="0"/>
                                  </p:stCondLst>
                                  <p:childTnLst>
                                    <p:animMotion origin="layout" path="M 4.16667E-6 4.81481E-6 L -0.11706 0.00208 " pathEditMode="relative" rAng="0" ptsTypes="AA">
                                      <p:cBhvr>
                                        <p:cTn id="38" dur="300" fill="hold"/>
                                        <p:tgtEl>
                                          <p:spTgt spid="581"/>
                                        </p:tgtEl>
                                        <p:attrNameLst>
                                          <p:attrName>ppt_x</p:attrName>
                                          <p:attrName>ppt_y</p:attrName>
                                        </p:attrNameLst>
                                      </p:cBhvr>
                                      <p:rCtr x="-5859" y="93"/>
                                    </p:animMotion>
                                  </p:childTnLst>
                                </p:cTn>
                              </p:par>
                            </p:childTnLst>
                          </p:cTn>
                        </p:par>
                        <p:par>
                          <p:cTn id="39" fill="hold">
                            <p:stCondLst>
                              <p:cond delay="2100"/>
                            </p:stCondLst>
                            <p:childTnLst>
                              <p:par>
                                <p:cTn id="40" presetID="1" presetClass="entr" presetSubtype="0" fill="hold" grpId="0" nodeType="afterEffect">
                                  <p:stCondLst>
                                    <p:cond delay="0"/>
                                  </p:stCondLst>
                                  <p:childTnLst>
                                    <p:set>
                                      <p:cBhvr>
                                        <p:cTn id="41" dur="1" fill="hold">
                                          <p:stCondLst>
                                            <p:cond delay="0"/>
                                          </p:stCondLst>
                                        </p:cTn>
                                        <p:tgtEl>
                                          <p:spTgt spid="582"/>
                                        </p:tgtEl>
                                        <p:attrNameLst>
                                          <p:attrName>style.visibility</p:attrName>
                                        </p:attrNameLst>
                                      </p:cBhvr>
                                      <p:to>
                                        <p:strVal val="visible"/>
                                      </p:to>
                                    </p:set>
                                  </p:childTnLst>
                                </p:cTn>
                              </p:par>
                              <p:par>
                                <p:cTn id="42" presetID="64" presetClass="path" presetSubtype="0" fill="hold" grpId="1" nodeType="withEffect">
                                  <p:stCondLst>
                                    <p:cond delay="0"/>
                                  </p:stCondLst>
                                  <p:childTnLst>
                                    <p:animMotion origin="layout" path="M 2.08333E-6 4.07407E-6 L 0.00039 -0.18542 " pathEditMode="relative" rAng="0" ptsTypes="AA">
                                      <p:cBhvr>
                                        <p:cTn id="43" dur="300" fill="hold"/>
                                        <p:tgtEl>
                                          <p:spTgt spid="582"/>
                                        </p:tgtEl>
                                        <p:attrNameLst>
                                          <p:attrName>ppt_x</p:attrName>
                                          <p:attrName>ppt_y</p:attrName>
                                        </p:attrNameLst>
                                      </p:cBhvr>
                                      <p:rCtr x="13" y="-9282"/>
                                    </p:animMotion>
                                  </p:childTnLst>
                                </p:cTn>
                              </p:par>
                            </p:childTnLst>
                          </p:cTn>
                        </p:par>
                        <p:par>
                          <p:cTn id="44" fill="hold">
                            <p:stCondLst>
                              <p:cond delay="2400"/>
                            </p:stCondLst>
                            <p:childTnLst>
                              <p:par>
                                <p:cTn id="45" presetID="1" presetClass="entr" presetSubtype="0" fill="hold" grpId="0" nodeType="afterEffect">
                                  <p:stCondLst>
                                    <p:cond delay="0"/>
                                  </p:stCondLst>
                                  <p:childTnLst>
                                    <p:set>
                                      <p:cBhvr>
                                        <p:cTn id="46" dur="1" fill="hold">
                                          <p:stCondLst>
                                            <p:cond delay="0"/>
                                          </p:stCondLst>
                                        </p:cTn>
                                        <p:tgtEl>
                                          <p:spTgt spid="579"/>
                                        </p:tgtEl>
                                        <p:attrNameLst>
                                          <p:attrName>style.visibility</p:attrName>
                                        </p:attrNameLst>
                                      </p:cBhvr>
                                      <p:to>
                                        <p:strVal val="visible"/>
                                      </p:to>
                                    </p:set>
                                  </p:childTnLst>
                                </p:cTn>
                              </p:par>
                              <p:par>
                                <p:cTn id="47" presetID="63" presetClass="path" presetSubtype="0" fill="hold" grpId="1" nodeType="withEffect">
                                  <p:stCondLst>
                                    <p:cond delay="0"/>
                                  </p:stCondLst>
                                  <p:childTnLst>
                                    <p:animMotion origin="layout" path="M 0.30599 -0.00023 L 0.18893 -0.00046 " pathEditMode="relative" rAng="0" ptsTypes="AA">
                                      <p:cBhvr>
                                        <p:cTn id="48" dur="300" fill="hold"/>
                                        <p:tgtEl>
                                          <p:spTgt spid="579"/>
                                        </p:tgtEl>
                                        <p:attrNameLst>
                                          <p:attrName>ppt_x</p:attrName>
                                          <p:attrName>ppt_y</p:attrName>
                                        </p:attrNameLst>
                                      </p:cBhvr>
                                      <p:rCtr x="-5859" y="-23"/>
                                    </p:animMotion>
                                  </p:childTnLst>
                                </p:cTn>
                              </p:par>
                            </p:childTnLst>
                          </p:cTn>
                        </p:par>
                        <p:par>
                          <p:cTn id="49" fill="hold">
                            <p:stCondLst>
                              <p:cond delay="2700"/>
                            </p:stCondLst>
                            <p:childTnLst>
                              <p:par>
                                <p:cTn id="50" presetID="1" presetClass="entr" presetSubtype="0" fill="hold" grpId="0" nodeType="afterEffect">
                                  <p:stCondLst>
                                    <p:cond delay="0"/>
                                  </p:stCondLst>
                                  <p:childTnLst>
                                    <p:set>
                                      <p:cBhvr>
                                        <p:cTn id="51" dur="1" fill="hold">
                                          <p:stCondLst>
                                            <p:cond delay="0"/>
                                          </p:stCondLst>
                                        </p:cTn>
                                        <p:tgtEl>
                                          <p:spTgt spid="580"/>
                                        </p:tgtEl>
                                        <p:attrNameLst>
                                          <p:attrName>style.visibility</p:attrName>
                                        </p:attrNameLst>
                                      </p:cBhvr>
                                      <p:to>
                                        <p:strVal val="visible"/>
                                      </p:to>
                                    </p:set>
                                  </p:childTnLst>
                                </p:cTn>
                              </p:par>
                              <p:par>
                                <p:cTn id="52" presetID="35" presetClass="path" presetSubtype="0" fill="hold" grpId="1" nodeType="withEffect">
                                  <p:stCondLst>
                                    <p:cond delay="0"/>
                                  </p:stCondLst>
                                  <p:childTnLst>
                                    <p:animMotion origin="layout" path="M 4.16667E-6 3.7037E-6 L -0.11719 -0.00255 " pathEditMode="relative" rAng="0" ptsTypes="AA">
                                      <p:cBhvr>
                                        <p:cTn id="53" dur="300" fill="hold"/>
                                        <p:tgtEl>
                                          <p:spTgt spid="580"/>
                                        </p:tgtEl>
                                        <p:attrNameLst>
                                          <p:attrName>ppt_x</p:attrName>
                                          <p:attrName>ppt_y</p:attrName>
                                        </p:attrNameLst>
                                      </p:cBhvr>
                                      <p:rCtr x="-5859" y="-139"/>
                                    </p:animMotion>
                                  </p:childTnLst>
                                </p:cTn>
                              </p:par>
                            </p:childTnLst>
                          </p:cTn>
                        </p:par>
                        <p:par>
                          <p:cTn id="54" fill="hold">
                            <p:stCondLst>
                              <p:cond delay="3000"/>
                            </p:stCondLst>
                            <p:childTnLst>
                              <p:par>
                                <p:cTn id="55" presetID="1" presetClass="entr" presetSubtype="0" fill="hold" grpId="0" nodeType="afterEffect">
                                  <p:stCondLst>
                                    <p:cond delay="0"/>
                                  </p:stCondLst>
                                  <p:childTnLst>
                                    <p:set>
                                      <p:cBhvr>
                                        <p:cTn id="56" dur="1" fill="hold">
                                          <p:stCondLst>
                                            <p:cond delay="0"/>
                                          </p:stCondLst>
                                        </p:cTn>
                                        <p:tgtEl>
                                          <p:spTgt spid="588"/>
                                        </p:tgtEl>
                                        <p:attrNameLst>
                                          <p:attrName>style.visibility</p:attrName>
                                        </p:attrNameLst>
                                      </p:cBhvr>
                                      <p:to>
                                        <p:strVal val="visible"/>
                                      </p:to>
                                    </p:set>
                                  </p:childTnLst>
                                </p:cTn>
                              </p:par>
                              <p:par>
                                <p:cTn id="57" presetID="42" presetClass="path" presetSubtype="0" fill="hold" grpId="1" nodeType="withEffect">
                                  <p:stCondLst>
                                    <p:cond delay="0"/>
                                  </p:stCondLst>
                                  <p:childTnLst>
                                    <p:animMotion origin="layout" path="M 3.125E-6 1.11111E-6 L 0.00026 0.15 " pathEditMode="relative" rAng="0" ptsTypes="AA">
                                      <p:cBhvr>
                                        <p:cTn id="58" dur="300" fill="hold"/>
                                        <p:tgtEl>
                                          <p:spTgt spid="588"/>
                                        </p:tgtEl>
                                        <p:attrNameLst>
                                          <p:attrName>ppt_x</p:attrName>
                                          <p:attrName>ppt_y</p:attrName>
                                        </p:attrNameLst>
                                      </p:cBhvr>
                                      <p:rCtr x="13" y="7500"/>
                                    </p:animMotion>
                                  </p:childTnLst>
                                </p:cTn>
                              </p:par>
                            </p:childTnLst>
                          </p:cTn>
                        </p:par>
                        <p:par>
                          <p:cTn id="59" fill="hold">
                            <p:stCondLst>
                              <p:cond delay="3300"/>
                            </p:stCondLst>
                            <p:childTnLst>
                              <p:par>
                                <p:cTn id="60" presetID="1" presetClass="entr" presetSubtype="0" fill="hold" grpId="0" nodeType="afterEffect">
                                  <p:stCondLst>
                                    <p:cond delay="0"/>
                                  </p:stCondLst>
                                  <p:childTnLst>
                                    <p:set>
                                      <p:cBhvr>
                                        <p:cTn id="61" dur="1" fill="hold">
                                          <p:stCondLst>
                                            <p:cond delay="0"/>
                                          </p:stCondLst>
                                        </p:cTn>
                                        <p:tgtEl>
                                          <p:spTgt spid="587"/>
                                        </p:tgtEl>
                                        <p:attrNameLst>
                                          <p:attrName>style.visibility</p:attrName>
                                        </p:attrNameLst>
                                      </p:cBhvr>
                                      <p:to>
                                        <p:strVal val="visible"/>
                                      </p:to>
                                    </p:set>
                                  </p:childTnLst>
                                </p:cTn>
                              </p:par>
                              <p:par>
                                <p:cTn id="62" presetID="42" presetClass="path" presetSubtype="0" fill="hold" grpId="1" nodeType="withEffect">
                                  <p:stCondLst>
                                    <p:cond delay="0"/>
                                  </p:stCondLst>
                                  <p:childTnLst>
                                    <p:animMotion origin="layout" path="M 3.125E-6 4.81481E-6 L 0.00026 0.17523 " pathEditMode="relative" rAng="0" ptsTypes="AA">
                                      <p:cBhvr>
                                        <p:cTn id="63" dur="300" fill="hold"/>
                                        <p:tgtEl>
                                          <p:spTgt spid="587"/>
                                        </p:tgtEl>
                                        <p:attrNameLst>
                                          <p:attrName>ppt_x</p:attrName>
                                          <p:attrName>ppt_y</p:attrName>
                                        </p:attrNameLst>
                                      </p:cBhvr>
                                      <p:rCtr x="13" y="8750"/>
                                    </p:animMotion>
                                  </p:childTnLst>
                                </p:cTn>
                              </p:par>
                            </p:childTnLst>
                          </p:cTn>
                        </p:par>
                        <p:par>
                          <p:cTn id="64" fill="hold">
                            <p:stCondLst>
                              <p:cond delay="3600"/>
                            </p:stCondLst>
                            <p:childTnLst>
                              <p:par>
                                <p:cTn id="65" presetID="1" presetClass="entr" presetSubtype="0" fill="hold" grpId="0" nodeType="afterEffect">
                                  <p:stCondLst>
                                    <p:cond delay="0"/>
                                  </p:stCondLst>
                                  <p:childTnLst>
                                    <p:set>
                                      <p:cBhvr>
                                        <p:cTn id="66" dur="1" fill="hold">
                                          <p:stCondLst>
                                            <p:cond delay="0"/>
                                          </p:stCondLst>
                                        </p:cTn>
                                        <p:tgtEl>
                                          <p:spTgt spid="586"/>
                                        </p:tgtEl>
                                        <p:attrNameLst>
                                          <p:attrName>style.visibility</p:attrName>
                                        </p:attrNameLst>
                                      </p:cBhvr>
                                      <p:to>
                                        <p:strVal val="visible"/>
                                      </p:to>
                                    </p:set>
                                  </p:childTnLst>
                                </p:cTn>
                              </p:par>
                              <p:par>
                                <p:cTn id="67" presetID="63" presetClass="path" presetSubtype="0" fill="hold" grpId="1" nodeType="withEffect">
                                  <p:stCondLst>
                                    <p:cond delay="0"/>
                                  </p:stCondLst>
                                  <p:childTnLst>
                                    <p:animMotion origin="layout" path="M 3.95833E-6 -4.07407E-6 L 0.15039 -0.00115 " pathEditMode="relative" rAng="0" ptsTypes="AA">
                                      <p:cBhvr>
                                        <p:cTn id="68" dur="300" fill="hold"/>
                                        <p:tgtEl>
                                          <p:spTgt spid="586"/>
                                        </p:tgtEl>
                                        <p:attrNameLst>
                                          <p:attrName>ppt_x</p:attrName>
                                          <p:attrName>ppt_y</p:attrName>
                                        </p:attrNameLst>
                                      </p:cBhvr>
                                      <p:rCtr x="7513" y="-69"/>
                                    </p:animMotion>
                                  </p:childTnLst>
                                </p:cTn>
                              </p:par>
                            </p:childTnLst>
                          </p:cTn>
                        </p:par>
                        <p:par>
                          <p:cTn id="69" fill="hold">
                            <p:stCondLst>
                              <p:cond delay="3900"/>
                            </p:stCondLst>
                            <p:childTnLst>
                              <p:par>
                                <p:cTn id="70" presetID="1" presetClass="entr" presetSubtype="0" fill="hold" grpId="0" nodeType="afterEffect">
                                  <p:stCondLst>
                                    <p:cond delay="0"/>
                                  </p:stCondLst>
                                  <p:childTnLst>
                                    <p:set>
                                      <p:cBhvr>
                                        <p:cTn id="71" dur="1" fill="hold">
                                          <p:stCondLst>
                                            <p:cond delay="0"/>
                                          </p:stCondLst>
                                        </p:cTn>
                                        <p:tgtEl>
                                          <p:spTgt spid="585"/>
                                        </p:tgtEl>
                                        <p:attrNameLst>
                                          <p:attrName>style.visibility</p:attrName>
                                        </p:attrNameLst>
                                      </p:cBhvr>
                                      <p:to>
                                        <p:strVal val="visible"/>
                                      </p:to>
                                    </p:set>
                                  </p:childTnLst>
                                </p:cTn>
                              </p:par>
                              <p:par>
                                <p:cTn id="72" presetID="42" presetClass="path" presetSubtype="0" fill="hold" grpId="1" nodeType="withEffect">
                                  <p:stCondLst>
                                    <p:cond delay="0"/>
                                  </p:stCondLst>
                                  <p:childTnLst>
                                    <p:animMotion origin="layout" path="M -4.79167E-6 1.11111E-6 L 0.00014 0.11435 " pathEditMode="relative" rAng="0" ptsTypes="AA">
                                      <p:cBhvr>
                                        <p:cTn id="73" dur="300" fill="hold"/>
                                        <p:tgtEl>
                                          <p:spTgt spid="585"/>
                                        </p:tgtEl>
                                        <p:attrNameLst>
                                          <p:attrName>ppt_x</p:attrName>
                                          <p:attrName>ppt_y</p:attrName>
                                        </p:attrNameLst>
                                      </p:cBhvr>
                                      <p:rCtr x="0" y="5718"/>
                                    </p:animMotion>
                                  </p:childTnLst>
                                </p:cTn>
                              </p:par>
                            </p:childTnLst>
                          </p:cTn>
                        </p:par>
                        <p:par>
                          <p:cTn id="74" fill="hold">
                            <p:stCondLst>
                              <p:cond delay="4200"/>
                            </p:stCondLst>
                            <p:childTnLst>
                              <p:par>
                                <p:cTn id="75" presetID="1" presetClass="entr" presetSubtype="0" fill="hold" grpId="0" nodeType="afterEffect">
                                  <p:stCondLst>
                                    <p:cond delay="0"/>
                                  </p:stCondLst>
                                  <p:childTnLst>
                                    <p:set>
                                      <p:cBhvr>
                                        <p:cTn id="76" dur="1" fill="hold">
                                          <p:stCondLst>
                                            <p:cond delay="0"/>
                                          </p:stCondLst>
                                        </p:cTn>
                                        <p:tgtEl>
                                          <p:spTgt spid="589"/>
                                        </p:tgtEl>
                                        <p:attrNameLst>
                                          <p:attrName>style.visibility</p:attrName>
                                        </p:attrNameLst>
                                      </p:cBhvr>
                                      <p:to>
                                        <p:strVal val="visible"/>
                                      </p:to>
                                    </p:set>
                                  </p:childTnLst>
                                </p:cTn>
                              </p:par>
                              <p:par>
                                <p:cTn id="77" presetID="63" presetClass="path" presetSubtype="0" fill="hold" grpId="1" nodeType="withEffect">
                                  <p:stCondLst>
                                    <p:cond delay="0"/>
                                  </p:stCondLst>
                                  <p:childTnLst>
                                    <p:animMotion origin="layout" path="M 3.95833E-6 2.59259E-6 L 0.13099 0.00023 " pathEditMode="relative" rAng="0" ptsTypes="AA">
                                      <p:cBhvr>
                                        <p:cTn id="78" dur="300" fill="hold"/>
                                        <p:tgtEl>
                                          <p:spTgt spid="589"/>
                                        </p:tgtEl>
                                        <p:attrNameLst>
                                          <p:attrName>ppt_x</p:attrName>
                                          <p:attrName>ppt_y</p:attrName>
                                        </p:attrNameLst>
                                      </p:cBhvr>
                                      <p:rCtr x="6549" y="0"/>
                                    </p:animMotion>
                                  </p:childTnLst>
                                </p:cTn>
                              </p:par>
                            </p:childTnLst>
                          </p:cTn>
                        </p:par>
                        <p:par>
                          <p:cTn id="79" fill="hold">
                            <p:stCondLst>
                              <p:cond delay="4500"/>
                            </p:stCondLst>
                            <p:childTnLst>
                              <p:par>
                                <p:cTn id="80" presetID="1" presetClass="entr" presetSubtype="0" fill="hold" grpId="0" nodeType="afterEffect">
                                  <p:stCondLst>
                                    <p:cond delay="0"/>
                                  </p:stCondLst>
                                  <p:childTnLst>
                                    <p:set>
                                      <p:cBhvr>
                                        <p:cTn id="81" dur="1" fill="hold">
                                          <p:stCondLst>
                                            <p:cond delay="0"/>
                                          </p:stCondLst>
                                        </p:cTn>
                                        <p:tgtEl>
                                          <p:spTgt spid="583"/>
                                        </p:tgtEl>
                                        <p:attrNameLst>
                                          <p:attrName>style.visibility</p:attrName>
                                        </p:attrNameLst>
                                      </p:cBhvr>
                                      <p:to>
                                        <p:strVal val="visible"/>
                                      </p:to>
                                    </p:set>
                                  </p:childTnLst>
                                </p:cTn>
                              </p:par>
                              <p:par>
                                <p:cTn id="82" presetID="42" presetClass="path" presetSubtype="0" fill="hold" grpId="1" nodeType="withEffect">
                                  <p:stCondLst>
                                    <p:cond delay="0"/>
                                  </p:stCondLst>
                                  <p:childTnLst>
                                    <p:animMotion origin="layout" path="M -0.11093 0.15023 L -3.33333E-6 0.15092 " pathEditMode="relative" rAng="0" ptsTypes="AA">
                                      <p:cBhvr>
                                        <p:cTn id="83" dur="300" fill="hold"/>
                                        <p:tgtEl>
                                          <p:spTgt spid="583"/>
                                        </p:tgtEl>
                                        <p:attrNameLst>
                                          <p:attrName>ppt_x</p:attrName>
                                          <p:attrName>ppt_y</p:attrName>
                                        </p:attrNameLst>
                                      </p:cBhvr>
                                      <p:rCtr x="5547" y="23"/>
                                    </p:animMotion>
                                  </p:childTnLst>
                                </p:cTn>
                              </p:par>
                            </p:childTnLst>
                          </p:cTn>
                        </p:par>
                        <p:par>
                          <p:cTn id="84" fill="hold">
                            <p:stCondLst>
                              <p:cond delay="4800"/>
                            </p:stCondLst>
                            <p:childTnLst>
                              <p:par>
                                <p:cTn id="85" presetID="1" presetClass="entr" presetSubtype="0" fill="hold" grpId="0" nodeType="afterEffect">
                                  <p:stCondLst>
                                    <p:cond delay="0"/>
                                  </p:stCondLst>
                                  <p:childTnLst>
                                    <p:set>
                                      <p:cBhvr>
                                        <p:cTn id="86" dur="1" fill="hold">
                                          <p:stCondLst>
                                            <p:cond delay="0"/>
                                          </p:stCondLst>
                                        </p:cTn>
                                        <p:tgtEl>
                                          <p:spTgt spid="584"/>
                                        </p:tgtEl>
                                        <p:attrNameLst>
                                          <p:attrName>style.visibility</p:attrName>
                                        </p:attrNameLst>
                                      </p:cBhvr>
                                      <p:to>
                                        <p:strVal val="visible"/>
                                      </p:to>
                                    </p:set>
                                  </p:childTnLst>
                                </p:cTn>
                              </p:par>
                              <p:par>
                                <p:cTn id="87" presetID="42" presetClass="path" presetSubtype="0" fill="hold" grpId="1" nodeType="withEffect">
                                  <p:stCondLst>
                                    <p:cond delay="0"/>
                                  </p:stCondLst>
                                  <p:childTnLst>
                                    <p:animMotion origin="layout" path="M -3.33333E-6 4.81481E-6 L 0.00039 0.2118 " pathEditMode="relative" rAng="0" ptsTypes="AA">
                                      <p:cBhvr>
                                        <p:cTn id="88" dur="300" fill="hold"/>
                                        <p:tgtEl>
                                          <p:spTgt spid="584"/>
                                        </p:tgtEl>
                                        <p:attrNameLst>
                                          <p:attrName>ppt_x</p:attrName>
                                          <p:attrName>ppt_y</p:attrName>
                                        </p:attrNameLst>
                                      </p:cBhvr>
                                      <p:rCtr x="13" y="10579"/>
                                    </p:animMotion>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2" nodeType="clickEffect">
                                  <p:stCondLst>
                                    <p:cond delay="0"/>
                                  </p:stCondLst>
                                  <p:childTnLst>
                                    <p:set>
                                      <p:cBhvr>
                                        <p:cTn id="92" dur="1" fill="hold">
                                          <p:stCondLst>
                                            <p:cond delay="0"/>
                                          </p:stCondLst>
                                        </p:cTn>
                                        <p:tgtEl>
                                          <p:spTgt spid="577"/>
                                        </p:tgtEl>
                                        <p:attrNameLst>
                                          <p:attrName>style.visibility</p:attrName>
                                        </p:attrNameLst>
                                      </p:cBhvr>
                                      <p:to>
                                        <p:strVal val="hidden"/>
                                      </p:to>
                                    </p:set>
                                  </p:childTnLst>
                                </p:cTn>
                              </p:par>
                              <p:par>
                                <p:cTn id="93" presetID="1" presetClass="exit" presetSubtype="0" fill="hold" grpId="2" nodeType="withEffect">
                                  <p:stCondLst>
                                    <p:cond delay="0"/>
                                  </p:stCondLst>
                                  <p:childTnLst>
                                    <p:set>
                                      <p:cBhvr>
                                        <p:cTn id="94" dur="1" fill="hold">
                                          <p:stCondLst>
                                            <p:cond delay="0"/>
                                          </p:stCondLst>
                                        </p:cTn>
                                        <p:tgtEl>
                                          <p:spTgt spid="574"/>
                                        </p:tgtEl>
                                        <p:attrNameLst>
                                          <p:attrName>style.visibility</p:attrName>
                                        </p:attrNameLst>
                                      </p:cBhvr>
                                      <p:to>
                                        <p:strVal val="hidden"/>
                                      </p:to>
                                    </p:set>
                                  </p:childTnLst>
                                </p:cTn>
                              </p:par>
                              <p:par>
                                <p:cTn id="95" presetID="1" presetClass="exit" presetSubtype="0" fill="hold" grpId="2" nodeType="withEffect">
                                  <p:stCondLst>
                                    <p:cond delay="0"/>
                                  </p:stCondLst>
                                  <p:childTnLst>
                                    <p:set>
                                      <p:cBhvr>
                                        <p:cTn id="96" dur="1" fill="hold">
                                          <p:stCondLst>
                                            <p:cond delay="0"/>
                                          </p:stCondLst>
                                        </p:cTn>
                                        <p:tgtEl>
                                          <p:spTgt spid="576"/>
                                        </p:tgtEl>
                                        <p:attrNameLst>
                                          <p:attrName>style.visibility</p:attrName>
                                        </p:attrNameLst>
                                      </p:cBhvr>
                                      <p:to>
                                        <p:strVal val="hidden"/>
                                      </p:to>
                                    </p:set>
                                  </p:childTnLst>
                                </p:cTn>
                              </p:par>
                              <p:par>
                                <p:cTn id="97" presetID="1" presetClass="exit" presetSubtype="0" fill="hold" grpId="2" nodeType="withEffect">
                                  <p:stCondLst>
                                    <p:cond delay="0"/>
                                  </p:stCondLst>
                                  <p:childTnLst>
                                    <p:set>
                                      <p:cBhvr>
                                        <p:cTn id="98" dur="1" fill="hold">
                                          <p:stCondLst>
                                            <p:cond delay="0"/>
                                          </p:stCondLst>
                                        </p:cTn>
                                        <p:tgtEl>
                                          <p:spTgt spid="578"/>
                                        </p:tgtEl>
                                        <p:attrNameLst>
                                          <p:attrName>style.visibility</p:attrName>
                                        </p:attrNameLst>
                                      </p:cBhvr>
                                      <p:to>
                                        <p:strVal val="hidden"/>
                                      </p:to>
                                    </p:set>
                                  </p:childTnLst>
                                </p:cTn>
                              </p:par>
                              <p:par>
                                <p:cTn id="99" presetID="1" presetClass="exit" presetSubtype="0" fill="hold" grpId="2" nodeType="withEffect">
                                  <p:stCondLst>
                                    <p:cond delay="0"/>
                                  </p:stCondLst>
                                  <p:childTnLst>
                                    <p:set>
                                      <p:cBhvr>
                                        <p:cTn id="100" dur="1" fill="hold">
                                          <p:stCondLst>
                                            <p:cond delay="0"/>
                                          </p:stCondLst>
                                        </p:cTn>
                                        <p:tgtEl>
                                          <p:spTgt spid="573"/>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575"/>
                                        </p:tgtEl>
                                        <p:attrNameLst>
                                          <p:attrName>style.visibility</p:attrName>
                                        </p:attrNameLst>
                                      </p:cBhvr>
                                      <p:to>
                                        <p:strVal val="hidden"/>
                                      </p:to>
                                    </p:set>
                                  </p:childTnLst>
                                </p:cTn>
                              </p:par>
                              <p:par>
                                <p:cTn id="103" presetID="1" presetClass="exit" presetSubtype="0" fill="hold" grpId="2" nodeType="withEffect">
                                  <p:stCondLst>
                                    <p:cond delay="0"/>
                                  </p:stCondLst>
                                  <p:childTnLst>
                                    <p:set>
                                      <p:cBhvr>
                                        <p:cTn id="104" dur="1" fill="hold">
                                          <p:stCondLst>
                                            <p:cond delay="0"/>
                                          </p:stCondLst>
                                        </p:cTn>
                                        <p:tgtEl>
                                          <p:spTgt spid="581"/>
                                        </p:tgtEl>
                                        <p:attrNameLst>
                                          <p:attrName>style.visibility</p:attrName>
                                        </p:attrNameLst>
                                      </p:cBhvr>
                                      <p:to>
                                        <p:strVal val="hidden"/>
                                      </p:to>
                                    </p:set>
                                  </p:childTnLst>
                                </p:cTn>
                              </p:par>
                              <p:par>
                                <p:cTn id="105" presetID="1" presetClass="exit" presetSubtype="0" fill="hold" grpId="2" nodeType="withEffect">
                                  <p:stCondLst>
                                    <p:cond delay="0"/>
                                  </p:stCondLst>
                                  <p:childTnLst>
                                    <p:set>
                                      <p:cBhvr>
                                        <p:cTn id="106" dur="1" fill="hold">
                                          <p:stCondLst>
                                            <p:cond delay="0"/>
                                          </p:stCondLst>
                                        </p:cTn>
                                        <p:tgtEl>
                                          <p:spTgt spid="582"/>
                                        </p:tgtEl>
                                        <p:attrNameLst>
                                          <p:attrName>style.visibility</p:attrName>
                                        </p:attrNameLst>
                                      </p:cBhvr>
                                      <p:to>
                                        <p:strVal val="hidden"/>
                                      </p:to>
                                    </p:set>
                                  </p:childTnLst>
                                </p:cTn>
                              </p:par>
                              <p:par>
                                <p:cTn id="107" presetID="1" presetClass="exit" presetSubtype="0" fill="hold" grpId="2" nodeType="withEffect">
                                  <p:stCondLst>
                                    <p:cond delay="0"/>
                                  </p:stCondLst>
                                  <p:childTnLst>
                                    <p:set>
                                      <p:cBhvr>
                                        <p:cTn id="108" dur="1" fill="hold">
                                          <p:stCondLst>
                                            <p:cond delay="0"/>
                                          </p:stCondLst>
                                        </p:cTn>
                                        <p:tgtEl>
                                          <p:spTgt spid="579"/>
                                        </p:tgtEl>
                                        <p:attrNameLst>
                                          <p:attrName>style.visibility</p:attrName>
                                        </p:attrNameLst>
                                      </p:cBhvr>
                                      <p:to>
                                        <p:strVal val="hidden"/>
                                      </p:to>
                                    </p:set>
                                  </p:childTnLst>
                                </p:cTn>
                              </p:par>
                              <p:par>
                                <p:cTn id="109" presetID="1" presetClass="exit" presetSubtype="0" fill="hold" grpId="2" nodeType="withEffect">
                                  <p:stCondLst>
                                    <p:cond delay="0"/>
                                  </p:stCondLst>
                                  <p:childTnLst>
                                    <p:set>
                                      <p:cBhvr>
                                        <p:cTn id="110" dur="1" fill="hold">
                                          <p:stCondLst>
                                            <p:cond delay="0"/>
                                          </p:stCondLst>
                                        </p:cTn>
                                        <p:tgtEl>
                                          <p:spTgt spid="580"/>
                                        </p:tgtEl>
                                        <p:attrNameLst>
                                          <p:attrName>style.visibility</p:attrName>
                                        </p:attrNameLst>
                                      </p:cBhvr>
                                      <p:to>
                                        <p:strVal val="hidden"/>
                                      </p:to>
                                    </p:set>
                                  </p:childTnLst>
                                </p:cTn>
                              </p:par>
                              <p:par>
                                <p:cTn id="111" presetID="1" presetClass="exit" presetSubtype="0" fill="hold" grpId="2" nodeType="withEffect">
                                  <p:stCondLst>
                                    <p:cond delay="0"/>
                                  </p:stCondLst>
                                  <p:childTnLst>
                                    <p:set>
                                      <p:cBhvr>
                                        <p:cTn id="112" dur="1" fill="hold">
                                          <p:stCondLst>
                                            <p:cond delay="0"/>
                                          </p:stCondLst>
                                        </p:cTn>
                                        <p:tgtEl>
                                          <p:spTgt spid="588"/>
                                        </p:tgtEl>
                                        <p:attrNameLst>
                                          <p:attrName>style.visibility</p:attrName>
                                        </p:attrNameLst>
                                      </p:cBhvr>
                                      <p:to>
                                        <p:strVal val="hidden"/>
                                      </p:to>
                                    </p:set>
                                  </p:childTnLst>
                                </p:cTn>
                              </p:par>
                              <p:par>
                                <p:cTn id="113" presetID="1" presetClass="exit" presetSubtype="0" fill="hold" grpId="2" nodeType="withEffect">
                                  <p:stCondLst>
                                    <p:cond delay="0"/>
                                  </p:stCondLst>
                                  <p:childTnLst>
                                    <p:set>
                                      <p:cBhvr>
                                        <p:cTn id="114" dur="1" fill="hold">
                                          <p:stCondLst>
                                            <p:cond delay="0"/>
                                          </p:stCondLst>
                                        </p:cTn>
                                        <p:tgtEl>
                                          <p:spTgt spid="587"/>
                                        </p:tgtEl>
                                        <p:attrNameLst>
                                          <p:attrName>style.visibility</p:attrName>
                                        </p:attrNameLst>
                                      </p:cBhvr>
                                      <p:to>
                                        <p:strVal val="hidden"/>
                                      </p:to>
                                    </p:set>
                                  </p:childTnLst>
                                </p:cTn>
                              </p:par>
                              <p:par>
                                <p:cTn id="115" presetID="1" presetClass="exit" presetSubtype="0" fill="hold" grpId="2" nodeType="withEffect">
                                  <p:stCondLst>
                                    <p:cond delay="0"/>
                                  </p:stCondLst>
                                  <p:childTnLst>
                                    <p:set>
                                      <p:cBhvr>
                                        <p:cTn id="116" dur="1" fill="hold">
                                          <p:stCondLst>
                                            <p:cond delay="0"/>
                                          </p:stCondLst>
                                        </p:cTn>
                                        <p:tgtEl>
                                          <p:spTgt spid="586"/>
                                        </p:tgtEl>
                                        <p:attrNameLst>
                                          <p:attrName>style.visibility</p:attrName>
                                        </p:attrNameLst>
                                      </p:cBhvr>
                                      <p:to>
                                        <p:strVal val="hidden"/>
                                      </p:to>
                                    </p:set>
                                  </p:childTnLst>
                                </p:cTn>
                              </p:par>
                              <p:par>
                                <p:cTn id="117" presetID="1" presetClass="exit" presetSubtype="0" fill="hold" grpId="2" nodeType="withEffect">
                                  <p:stCondLst>
                                    <p:cond delay="0"/>
                                  </p:stCondLst>
                                  <p:childTnLst>
                                    <p:set>
                                      <p:cBhvr>
                                        <p:cTn id="118" dur="1" fill="hold">
                                          <p:stCondLst>
                                            <p:cond delay="0"/>
                                          </p:stCondLst>
                                        </p:cTn>
                                        <p:tgtEl>
                                          <p:spTgt spid="585"/>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589"/>
                                        </p:tgtEl>
                                        <p:attrNameLst>
                                          <p:attrName>style.visibility</p:attrName>
                                        </p:attrNameLst>
                                      </p:cBhvr>
                                      <p:to>
                                        <p:strVal val="hidden"/>
                                      </p:to>
                                    </p:set>
                                  </p:childTnLst>
                                </p:cTn>
                              </p:par>
                              <p:par>
                                <p:cTn id="121" presetID="1" presetClass="exit" presetSubtype="0" fill="hold" grpId="2" nodeType="withEffect">
                                  <p:stCondLst>
                                    <p:cond delay="0"/>
                                  </p:stCondLst>
                                  <p:childTnLst>
                                    <p:set>
                                      <p:cBhvr>
                                        <p:cTn id="122" dur="1" fill="hold">
                                          <p:stCondLst>
                                            <p:cond delay="0"/>
                                          </p:stCondLst>
                                        </p:cTn>
                                        <p:tgtEl>
                                          <p:spTgt spid="583"/>
                                        </p:tgtEl>
                                        <p:attrNameLst>
                                          <p:attrName>style.visibility</p:attrName>
                                        </p:attrNameLst>
                                      </p:cBhvr>
                                      <p:to>
                                        <p:strVal val="hidden"/>
                                      </p:to>
                                    </p:set>
                                  </p:childTnLst>
                                </p:cTn>
                              </p:par>
                              <p:par>
                                <p:cTn id="123" presetID="1" presetClass="exit" presetSubtype="0" fill="hold" grpId="2" nodeType="withEffect">
                                  <p:stCondLst>
                                    <p:cond delay="0"/>
                                  </p:stCondLst>
                                  <p:childTnLst>
                                    <p:set>
                                      <p:cBhvr>
                                        <p:cTn id="124" dur="1" fill="hold">
                                          <p:stCondLst>
                                            <p:cond delay="0"/>
                                          </p:stCondLst>
                                        </p:cTn>
                                        <p:tgtEl>
                                          <p:spTgt spid="584"/>
                                        </p:tgtEl>
                                        <p:attrNameLst>
                                          <p:attrName>style.visibility</p:attrName>
                                        </p:attrNameLst>
                                      </p:cBhvr>
                                      <p:to>
                                        <p:strVal val="hidden"/>
                                      </p:to>
                                    </p:set>
                                  </p:childTnLst>
                                </p:cTn>
                              </p:par>
                              <p:par>
                                <p:cTn id="125" presetID="1" presetClass="exit" presetSubtype="0" fill="hold" grpId="0" nodeType="withEffect">
                                  <p:stCondLst>
                                    <p:cond delay="0"/>
                                  </p:stCondLst>
                                  <p:childTnLst>
                                    <p:set>
                                      <p:cBhvr>
                                        <p:cTn id="126" dur="1" fill="hold">
                                          <p:stCondLst>
                                            <p:cond delay="0"/>
                                          </p:stCondLst>
                                        </p:cTn>
                                        <p:tgtEl>
                                          <p:spTgt spid="572"/>
                                        </p:tgtEl>
                                        <p:attrNameLst>
                                          <p:attrName>style.visibility</p:attrName>
                                        </p:attrNameLst>
                                      </p:cBhvr>
                                      <p:to>
                                        <p:strVal val="hidden"/>
                                      </p:to>
                                    </p:set>
                                  </p:childTnLst>
                                </p:cTn>
                              </p:par>
                            </p:childTnLst>
                          </p:cTn>
                        </p:par>
                        <p:par>
                          <p:cTn id="127" fill="hold">
                            <p:stCondLst>
                              <p:cond delay="0"/>
                            </p:stCondLst>
                            <p:childTnLst>
                              <p:par>
                                <p:cTn id="128" presetID="1" presetClass="emph" presetSubtype="2" fill="hold" nodeType="afterEffect">
                                  <p:stCondLst>
                                    <p:cond delay="0"/>
                                  </p:stCondLst>
                                  <p:childTnLst>
                                    <p:animClr clrSpc="rgb" dir="cw">
                                      <p:cBhvr>
                                        <p:cTn id="129" dur="500" fill="hold"/>
                                        <p:tgtEl>
                                          <p:spTgt spid="332"/>
                                        </p:tgtEl>
                                        <p:attrNameLst>
                                          <p:attrName>fillcolor</p:attrName>
                                        </p:attrNameLst>
                                      </p:cBhvr>
                                      <p:to>
                                        <a:srgbClr val="2DD741"/>
                                      </p:to>
                                    </p:animClr>
                                    <p:set>
                                      <p:cBhvr>
                                        <p:cTn id="130" dur="500" fill="hold"/>
                                        <p:tgtEl>
                                          <p:spTgt spid="332"/>
                                        </p:tgtEl>
                                        <p:attrNameLst>
                                          <p:attrName>fill.type</p:attrName>
                                        </p:attrNameLst>
                                      </p:cBhvr>
                                      <p:to>
                                        <p:strVal val="solid"/>
                                      </p:to>
                                    </p:set>
                                    <p:set>
                                      <p:cBhvr>
                                        <p:cTn id="131" dur="500" fill="hold"/>
                                        <p:tgtEl>
                                          <p:spTgt spid="332"/>
                                        </p:tgtEl>
                                        <p:attrNameLst>
                                          <p:attrName>fill.on</p:attrName>
                                        </p:attrNameLst>
                                      </p:cBhvr>
                                      <p:to>
                                        <p:strVal val="true"/>
                                      </p:to>
                                    </p:set>
                                  </p:childTnLst>
                                  <p:subTnLst>
                                    <p:set>
                                      <p:cBhvr override="childStyle">
                                        <p:cTn dur="1" fill="hold" display="0" masterRel="sameClick" afterEffect="1">
                                          <p:stCondLst>
                                            <p:cond evt="end" delay="0">
                                              <p:tn val="128"/>
                                            </p:cond>
                                          </p:stCondLst>
                                        </p:cTn>
                                        <p:tgtEl>
                                          <p:spTgt spid="332"/>
                                        </p:tgtEl>
                                        <p:attrNameLst>
                                          <p:attrName>style.visibility</p:attrName>
                                        </p:attrNameLst>
                                      </p:cBhvr>
                                      <p:to>
                                        <p:strVal val="hidden"/>
                                      </p:to>
                                    </p:set>
                                  </p:subTnLst>
                                </p:cTn>
                              </p:par>
                            </p:childTnLst>
                          </p:cTn>
                        </p:par>
                        <p:par>
                          <p:cTn id="132" fill="hold">
                            <p:stCondLst>
                              <p:cond delay="500"/>
                            </p:stCondLst>
                            <p:childTnLst>
                              <p:par>
                                <p:cTn id="133" presetID="1" presetClass="emph" presetSubtype="2" fill="hold" nodeType="afterEffect">
                                  <p:stCondLst>
                                    <p:cond delay="0"/>
                                  </p:stCondLst>
                                  <p:childTnLst>
                                    <p:animClr clrSpc="rgb" dir="cw">
                                      <p:cBhvr>
                                        <p:cTn id="134" dur="500" fill="hold"/>
                                        <p:tgtEl>
                                          <p:spTgt spid="330"/>
                                        </p:tgtEl>
                                        <p:attrNameLst>
                                          <p:attrName>fillcolor</p:attrName>
                                        </p:attrNameLst>
                                      </p:cBhvr>
                                      <p:to>
                                        <a:srgbClr val="2DD741"/>
                                      </p:to>
                                    </p:animClr>
                                    <p:set>
                                      <p:cBhvr>
                                        <p:cTn id="135" dur="500" fill="hold"/>
                                        <p:tgtEl>
                                          <p:spTgt spid="330"/>
                                        </p:tgtEl>
                                        <p:attrNameLst>
                                          <p:attrName>fill.type</p:attrName>
                                        </p:attrNameLst>
                                      </p:cBhvr>
                                      <p:to>
                                        <p:strVal val="solid"/>
                                      </p:to>
                                    </p:set>
                                    <p:set>
                                      <p:cBhvr>
                                        <p:cTn id="136" dur="500" fill="hold"/>
                                        <p:tgtEl>
                                          <p:spTgt spid="330"/>
                                        </p:tgtEl>
                                        <p:attrNameLst>
                                          <p:attrName>fill.on</p:attrName>
                                        </p:attrNameLst>
                                      </p:cBhvr>
                                      <p:to>
                                        <p:strVal val="true"/>
                                      </p:to>
                                    </p:set>
                                  </p:childTnLst>
                                  <p:subTnLst>
                                    <p:set>
                                      <p:cBhvr override="childStyle">
                                        <p:cTn dur="1" fill="hold" display="0" masterRel="sameClick" afterEffect="1">
                                          <p:stCondLst>
                                            <p:cond evt="end" delay="0">
                                              <p:tn val="133"/>
                                            </p:cond>
                                          </p:stCondLst>
                                        </p:cTn>
                                        <p:tgtEl>
                                          <p:spTgt spid="330"/>
                                        </p:tgtEl>
                                        <p:attrNameLst>
                                          <p:attrName>style.visibility</p:attrName>
                                        </p:attrNameLst>
                                      </p:cBhvr>
                                      <p:to>
                                        <p:strVal val="hidden"/>
                                      </p:to>
                                    </p:set>
                                  </p:subTnLst>
                                </p:cTn>
                              </p:par>
                            </p:childTnLst>
                          </p:cTn>
                        </p:par>
                        <p:par>
                          <p:cTn id="137" fill="hold">
                            <p:stCondLst>
                              <p:cond delay="1000"/>
                            </p:stCondLst>
                            <p:childTnLst>
                              <p:par>
                                <p:cTn id="138" presetID="1" presetClass="emph" presetSubtype="2" fill="hold" nodeType="afterEffect">
                                  <p:stCondLst>
                                    <p:cond delay="0"/>
                                  </p:stCondLst>
                                  <p:childTnLst>
                                    <p:animClr clrSpc="rgb" dir="cw">
                                      <p:cBhvr>
                                        <p:cTn id="139" dur="500" fill="hold"/>
                                        <p:tgtEl>
                                          <p:spTgt spid="328"/>
                                        </p:tgtEl>
                                        <p:attrNameLst>
                                          <p:attrName>fillcolor</p:attrName>
                                        </p:attrNameLst>
                                      </p:cBhvr>
                                      <p:to>
                                        <a:srgbClr val="2DD741"/>
                                      </p:to>
                                    </p:animClr>
                                    <p:set>
                                      <p:cBhvr>
                                        <p:cTn id="140" dur="500" fill="hold"/>
                                        <p:tgtEl>
                                          <p:spTgt spid="328"/>
                                        </p:tgtEl>
                                        <p:attrNameLst>
                                          <p:attrName>fill.type</p:attrName>
                                        </p:attrNameLst>
                                      </p:cBhvr>
                                      <p:to>
                                        <p:strVal val="solid"/>
                                      </p:to>
                                    </p:set>
                                    <p:set>
                                      <p:cBhvr>
                                        <p:cTn id="141" dur="500" fill="hold"/>
                                        <p:tgtEl>
                                          <p:spTgt spid="328"/>
                                        </p:tgtEl>
                                        <p:attrNameLst>
                                          <p:attrName>fill.on</p:attrName>
                                        </p:attrNameLst>
                                      </p:cBhvr>
                                      <p:to>
                                        <p:strVal val="true"/>
                                      </p:to>
                                    </p:set>
                                  </p:childTnLst>
                                  <p:subTnLst>
                                    <p:set>
                                      <p:cBhvr override="childStyle">
                                        <p:cTn dur="1" fill="hold" display="0" masterRel="sameClick" afterEffect="1">
                                          <p:stCondLst>
                                            <p:cond evt="end" delay="0">
                                              <p:tn val="138"/>
                                            </p:cond>
                                          </p:stCondLst>
                                        </p:cTn>
                                        <p:tgtEl>
                                          <p:spTgt spid="328"/>
                                        </p:tgtEl>
                                        <p:attrNameLst>
                                          <p:attrName>style.visibility</p:attrName>
                                        </p:attrNameLst>
                                      </p:cBhvr>
                                      <p:to>
                                        <p:strVal val="hidden"/>
                                      </p:to>
                                    </p:set>
                                  </p:subTnLst>
                                </p:cTn>
                              </p:par>
                            </p:childTnLst>
                          </p:cTn>
                        </p:par>
                        <p:par>
                          <p:cTn id="142" fill="hold">
                            <p:stCondLst>
                              <p:cond delay="1500"/>
                            </p:stCondLst>
                            <p:childTnLst>
                              <p:par>
                                <p:cTn id="143" presetID="1" presetClass="emph" presetSubtype="2" fill="hold" nodeType="afterEffect">
                                  <p:stCondLst>
                                    <p:cond delay="0"/>
                                  </p:stCondLst>
                                  <p:childTnLst>
                                    <p:animClr clrSpc="rgb" dir="cw">
                                      <p:cBhvr>
                                        <p:cTn id="144" dur="500" fill="hold"/>
                                        <p:tgtEl>
                                          <p:spTgt spid="334"/>
                                        </p:tgtEl>
                                        <p:attrNameLst>
                                          <p:attrName>fillcolor</p:attrName>
                                        </p:attrNameLst>
                                      </p:cBhvr>
                                      <p:to>
                                        <a:srgbClr val="2DD741"/>
                                      </p:to>
                                    </p:animClr>
                                    <p:set>
                                      <p:cBhvr>
                                        <p:cTn id="145" dur="500" fill="hold"/>
                                        <p:tgtEl>
                                          <p:spTgt spid="334"/>
                                        </p:tgtEl>
                                        <p:attrNameLst>
                                          <p:attrName>fill.type</p:attrName>
                                        </p:attrNameLst>
                                      </p:cBhvr>
                                      <p:to>
                                        <p:strVal val="solid"/>
                                      </p:to>
                                    </p:set>
                                    <p:set>
                                      <p:cBhvr>
                                        <p:cTn id="146" dur="500" fill="hold"/>
                                        <p:tgtEl>
                                          <p:spTgt spid="334"/>
                                        </p:tgtEl>
                                        <p:attrNameLst>
                                          <p:attrName>fill.on</p:attrName>
                                        </p:attrNameLst>
                                      </p:cBhvr>
                                      <p:to>
                                        <p:strVal val="true"/>
                                      </p:to>
                                    </p:set>
                                  </p:childTnLst>
                                  <p:subTnLst>
                                    <p:set>
                                      <p:cBhvr override="childStyle">
                                        <p:cTn dur="1" fill="hold" display="0" masterRel="sameClick" afterEffect="1">
                                          <p:stCondLst>
                                            <p:cond evt="end" delay="0">
                                              <p:tn val="143"/>
                                            </p:cond>
                                          </p:stCondLst>
                                        </p:cTn>
                                        <p:tgtEl>
                                          <p:spTgt spid="334"/>
                                        </p:tgtEl>
                                        <p:attrNameLst>
                                          <p:attrName>style.visibility</p:attrName>
                                        </p:attrNameLst>
                                      </p:cBhvr>
                                      <p:to>
                                        <p:strVal val="hidden"/>
                                      </p:to>
                                    </p:set>
                                  </p:subTnLst>
                                </p:cTn>
                              </p:par>
                            </p:childTnLst>
                          </p:cTn>
                        </p:par>
                        <p:par>
                          <p:cTn id="147" fill="hold">
                            <p:stCondLst>
                              <p:cond delay="2000"/>
                            </p:stCondLst>
                            <p:childTnLst>
                              <p:par>
                                <p:cTn id="148" presetID="63" presetClass="path" presetSubtype="0" fill="hold" nodeType="afterEffect">
                                  <p:stCondLst>
                                    <p:cond delay="0"/>
                                  </p:stCondLst>
                                  <p:childTnLst>
                                    <p:animMotion origin="layout" path="M 1.66667E-6 -4.44444E-6 L 0.78346 -4.44444E-6 " pathEditMode="relative" rAng="0" ptsTypes="AA">
                                      <p:cBhvr>
                                        <p:cTn id="149" dur="1400" fill="hold"/>
                                        <p:tgtEl>
                                          <p:spTgt spid="322"/>
                                        </p:tgtEl>
                                        <p:attrNameLst>
                                          <p:attrName>ppt_x</p:attrName>
                                          <p:attrName>ppt_y</p:attrName>
                                        </p:attrNameLst>
                                      </p:cBhvr>
                                      <p:rCtr x="39167" y="0"/>
                                    </p:animMotion>
                                  </p:childTnLst>
                                </p:cTn>
                              </p:par>
                            </p:childTnLst>
                          </p:cTn>
                        </p:par>
                        <p:par>
                          <p:cTn id="150" fill="hold">
                            <p:stCondLst>
                              <p:cond delay="3400"/>
                            </p:stCondLst>
                            <p:childTnLst>
                              <p:par>
                                <p:cTn id="151" presetID="1" presetClass="emph" presetSubtype="2" fill="hold" nodeType="afterEffect">
                                  <p:stCondLst>
                                    <p:cond delay="0"/>
                                  </p:stCondLst>
                                  <p:childTnLst>
                                    <p:animClr clrSpc="rgb" dir="cw">
                                      <p:cBhvr>
                                        <p:cTn id="152" dur="500" fill="hold"/>
                                        <p:tgtEl>
                                          <p:spTgt spid="363"/>
                                        </p:tgtEl>
                                        <p:attrNameLst>
                                          <p:attrName>fillcolor</p:attrName>
                                        </p:attrNameLst>
                                      </p:cBhvr>
                                      <p:to>
                                        <a:srgbClr val="2DD741"/>
                                      </p:to>
                                    </p:animClr>
                                    <p:set>
                                      <p:cBhvr>
                                        <p:cTn id="153" dur="500" fill="hold"/>
                                        <p:tgtEl>
                                          <p:spTgt spid="363"/>
                                        </p:tgtEl>
                                        <p:attrNameLst>
                                          <p:attrName>fill.type</p:attrName>
                                        </p:attrNameLst>
                                      </p:cBhvr>
                                      <p:to>
                                        <p:strVal val="solid"/>
                                      </p:to>
                                    </p:set>
                                    <p:set>
                                      <p:cBhvr>
                                        <p:cTn id="154" dur="500" fill="hold"/>
                                        <p:tgtEl>
                                          <p:spTgt spid="363"/>
                                        </p:tgtEl>
                                        <p:attrNameLst>
                                          <p:attrName>fill.on</p:attrName>
                                        </p:attrNameLst>
                                      </p:cBhvr>
                                      <p:to>
                                        <p:strVal val="true"/>
                                      </p:to>
                                    </p:set>
                                  </p:childTnLst>
                                  <p:subTnLst>
                                    <p:set>
                                      <p:cBhvr override="childStyle">
                                        <p:cTn dur="1" fill="hold" display="0" masterRel="sameClick" afterEffect="1">
                                          <p:stCondLst>
                                            <p:cond evt="end" delay="0">
                                              <p:tn val="151"/>
                                            </p:cond>
                                          </p:stCondLst>
                                        </p:cTn>
                                        <p:tgtEl>
                                          <p:spTgt spid="363"/>
                                        </p:tgtEl>
                                        <p:attrNameLst>
                                          <p:attrName>style.visibility</p:attrName>
                                        </p:attrNameLst>
                                      </p:cBhvr>
                                      <p:to>
                                        <p:strVal val="hidden"/>
                                      </p:to>
                                    </p:set>
                                  </p:subTnLst>
                                </p:cTn>
                              </p:par>
                            </p:childTnLst>
                          </p:cTn>
                        </p:par>
                        <p:par>
                          <p:cTn id="155" fill="hold">
                            <p:stCondLst>
                              <p:cond delay="3900"/>
                            </p:stCondLst>
                            <p:childTnLst>
                              <p:par>
                                <p:cTn id="156" presetID="1" presetClass="emph" presetSubtype="2" fill="hold" nodeType="afterEffect">
                                  <p:stCondLst>
                                    <p:cond delay="0"/>
                                  </p:stCondLst>
                                  <p:childTnLst>
                                    <p:animClr clrSpc="rgb" dir="cw">
                                      <p:cBhvr>
                                        <p:cTn id="157" dur="500" fill="hold"/>
                                        <p:tgtEl>
                                          <p:spTgt spid="361"/>
                                        </p:tgtEl>
                                        <p:attrNameLst>
                                          <p:attrName>fillcolor</p:attrName>
                                        </p:attrNameLst>
                                      </p:cBhvr>
                                      <p:to>
                                        <a:srgbClr val="2DD741"/>
                                      </p:to>
                                    </p:animClr>
                                    <p:set>
                                      <p:cBhvr>
                                        <p:cTn id="158" dur="500" fill="hold"/>
                                        <p:tgtEl>
                                          <p:spTgt spid="361"/>
                                        </p:tgtEl>
                                        <p:attrNameLst>
                                          <p:attrName>fill.type</p:attrName>
                                        </p:attrNameLst>
                                      </p:cBhvr>
                                      <p:to>
                                        <p:strVal val="solid"/>
                                      </p:to>
                                    </p:set>
                                    <p:set>
                                      <p:cBhvr>
                                        <p:cTn id="159" dur="500" fill="hold"/>
                                        <p:tgtEl>
                                          <p:spTgt spid="361"/>
                                        </p:tgtEl>
                                        <p:attrNameLst>
                                          <p:attrName>fill.on</p:attrName>
                                        </p:attrNameLst>
                                      </p:cBhvr>
                                      <p:to>
                                        <p:strVal val="true"/>
                                      </p:to>
                                    </p:set>
                                  </p:childTnLst>
                                  <p:subTnLst>
                                    <p:set>
                                      <p:cBhvr override="childStyle">
                                        <p:cTn dur="1" fill="hold" display="0" masterRel="sameClick" afterEffect="1">
                                          <p:stCondLst>
                                            <p:cond evt="end" delay="0">
                                              <p:tn val="156"/>
                                            </p:cond>
                                          </p:stCondLst>
                                        </p:cTn>
                                        <p:tgtEl>
                                          <p:spTgt spid="361"/>
                                        </p:tgtEl>
                                        <p:attrNameLst>
                                          <p:attrName>style.visibility</p:attrName>
                                        </p:attrNameLst>
                                      </p:cBhvr>
                                      <p:to>
                                        <p:strVal val="hidden"/>
                                      </p:to>
                                    </p:set>
                                  </p:subTnLst>
                                </p:cTn>
                              </p:par>
                            </p:childTnLst>
                          </p:cTn>
                        </p:par>
                        <p:par>
                          <p:cTn id="160" fill="hold">
                            <p:stCondLst>
                              <p:cond delay="4400"/>
                            </p:stCondLst>
                            <p:childTnLst>
                              <p:par>
                                <p:cTn id="161" presetID="1" presetClass="emph" presetSubtype="2" fill="hold" nodeType="afterEffect">
                                  <p:stCondLst>
                                    <p:cond delay="0"/>
                                  </p:stCondLst>
                                  <p:childTnLst>
                                    <p:animClr clrSpc="rgb" dir="cw">
                                      <p:cBhvr>
                                        <p:cTn id="162" dur="500" fill="hold"/>
                                        <p:tgtEl>
                                          <p:spTgt spid="359"/>
                                        </p:tgtEl>
                                        <p:attrNameLst>
                                          <p:attrName>fillcolor</p:attrName>
                                        </p:attrNameLst>
                                      </p:cBhvr>
                                      <p:to>
                                        <a:srgbClr val="2DD741"/>
                                      </p:to>
                                    </p:animClr>
                                    <p:set>
                                      <p:cBhvr>
                                        <p:cTn id="163" dur="500" fill="hold"/>
                                        <p:tgtEl>
                                          <p:spTgt spid="359"/>
                                        </p:tgtEl>
                                        <p:attrNameLst>
                                          <p:attrName>fill.type</p:attrName>
                                        </p:attrNameLst>
                                      </p:cBhvr>
                                      <p:to>
                                        <p:strVal val="solid"/>
                                      </p:to>
                                    </p:set>
                                    <p:set>
                                      <p:cBhvr>
                                        <p:cTn id="164" dur="500" fill="hold"/>
                                        <p:tgtEl>
                                          <p:spTgt spid="359"/>
                                        </p:tgtEl>
                                        <p:attrNameLst>
                                          <p:attrName>fill.on</p:attrName>
                                        </p:attrNameLst>
                                      </p:cBhvr>
                                      <p:to>
                                        <p:strVal val="true"/>
                                      </p:to>
                                    </p:set>
                                  </p:childTnLst>
                                  <p:subTnLst>
                                    <p:set>
                                      <p:cBhvr override="childStyle">
                                        <p:cTn dur="1" fill="hold" display="0" masterRel="sameClick" afterEffect="1">
                                          <p:stCondLst>
                                            <p:cond evt="end" delay="0">
                                              <p:tn val="161"/>
                                            </p:cond>
                                          </p:stCondLst>
                                        </p:cTn>
                                        <p:tgtEl>
                                          <p:spTgt spid="359"/>
                                        </p:tgtEl>
                                        <p:attrNameLst>
                                          <p:attrName>style.visibility</p:attrName>
                                        </p:attrNameLst>
                                      </p:cBhvr>
                                      <p:to>
                                        <p:strVal val="hidden"/>
                                      </p:to>
                                    </p:set>
                                  </p:subTnLst>
                                </p:cTn>
                              </p:par>
                            </p:childTnLst>
                          </p:cTn>
                        </p:par>
                        <p:par>
                          <p:cTn id="165" fill="hold">
                            <p:stCondLst>
                              <p:cond delay="4900"/>
                            </p:stCondLst>
                            <p:childTnLst>
                              <p:par>
                                <p:cTn id="166" presetID="1" presetClass="emph" presetSubtype="2" fill="hold" nodeType="afterEffect">
                                  <p:stCondLst>
                                    <p:cond delay="0"/>
                                  </p:stCondLst>
                                  <p:childTnLst>
                                    <p:animClr clrSpc="rgb" dir="cw">
                                      <p:cBhvr>
                                        <p:cTn id="167" dur="500" fill="hold"/>
                                        <p:tgtEl>
                                          <p:spTgt spid="365"/>
                                        </p:tgtEl>
                                        <p:attrNameLst>
                                          <p:attrName>fillcolor</p:attrName>
                                        </p:attrNameLst>
                                      </p:cBhvr>
                                      <p:to>
                                        <a:srgbClr val="2DD741"/>
                                      </p:to>
                                    </p:animClr>
                                    <p:set>
                                      <p:cBhvr>
                                        <p:cTn id="168" dur="500" fill="hold"/>
                                        <p:tgtEl>
                                          <p:spTgt spid="365"/>
                                        </p:tgtEl>
                                        <p:attrNameLst>
                                          <p:attrName>fill.type</p:attrName>
                                        </p:attrNameLst>
                                      </p:cBhvr>
                                      <p:to>
                                        <p:strVal val="solid"/>
                                      </p:to>
                                    </p:set>
                                    <p:set>
                                      <p:cBhvr>
                                        <p:cTn id="169" dur="500" fill="hold"/>
                                        <p:tgtEl>
                                          <p:spTgt spid="365"/>
                                        </p:tgtEl>
                                        <p:attrNameLst>
                                          <p:attrName>fill.on</p:attrName>
                                        </p:attrNameLst>
                                      </p:cBhvr>
                                      <p:to>
                                        <p:strVal val="true"/>
                                      </p:to>
                                    </p:set>
                                  </p:childTnLst>
                                  <p:subTnLst>
                                    <p:set>
                                      <p:cBhvr override="childStyle">
                                        <p:cTn dur="1" fill="hold" display="0" masterRel="sameClick" afterEffect="1">
                                          <p:stCondLst>
                                            <p:cond evt="end" delay="0">
                                              <p:tn val="166"/>
                                            </p:cond>
                                          </p:stCondLst>
                                        </p:cTn>
                                        <p:tgtEl>
                                          <p:spTgt spid="365"/>
                                        </p:tgtEl>
                                        <p:attrNameLst>
                                          <p:attrName>style.visibility</p:attrName>
                                        </p:attrNameLst>
                                      </p:cBhvr>
                                      <p:to>
                                        <p:strVal val="hidden"/>
                                      </p:to>
                                    </p:set>
                                  </p:subTnLst>
                                </p:cTn>
                              </p:par>
                            </p:childTnLst>
                          </p:cTn>
                        </p:par>
                        <p:par>
                          <p:cTn id="170" fill="hold">
                            <p:stCondLst>
                              <p:cond delay="5400"/>
                            </p:stCondLst>
                            <p:childTnLst>
                              <p:par>
                                <p:cTn id="171" presetID="63" presetClass="path" presetSubtype="0" fill="hold" nodeType="afterEffect">
                                  <p:stCondLst>
                                    <p:cond delay="0"/>
                                  </p:stCondLst>
                                  <p:childTnLst>
                                    <p:animMotion origin="layout" path="M 8.33333E-7 2.59259E-6 L 0.78346 2.59259E-6 " pathEditMode="relative" rAng="0" ptsTypes="AA">
                                      <p:cBhvr>
                                        <p:cTn id="172" dur="1400" fill="hold"/>
                                        <p:tgtEl>
                                          <p:spTgt spid="336"/>
                                        </p:tgtEl>
                                        <p:attrNameLst>
                                          <p:attrName>ppt_x</p:attrName>
                                          <p:attrName>ppt_y</p:attrName>
                                        </p:attrNameLst>
                                      </p:cBhvr>
                                      <p:rCtr x="39167" y="0"/>
                                    </p:animMotion>
                                  </p:childTnLst>
                                </p:cTn>
                              </p:par>
                            </p:childTnLst>
                          </p:cTn>
                        </p:par>
                        <p:par>
                          <p:cTn id="173" fill="hold">
                            <p:stCondLst>
                              <p:cond delay="6800"/>
                            </p:stCondLst>
                            <p:childTnLst>
                              <p:par>
                                <p:cTn id="174" presetID="1" presetClass="emph" presetSubtype="2" fill="hold" nodeType="afterEffect">
                                  <p:stCondLst>
                                    <p:cond delay="0"/>
                                  </p:stCondLst>
                                  <p:childTnLst>
                                    <p:animClr clrSpc="rgb" dir="cw">
                                      <p:cBhvr>
                                        <p:cTn id="175" dur="500" fill="hold"/>
                                        <p:tgtEl>
                                          <p:spTgt spid="394"/>
                                        </p:tgtEl>
                                        <p:attrNameLst>
                                          <p:attrName>fillcolor</p:attrName>
                                        </p:attrNameLst>
                                      </p:cBhvr>
                                      <p:to>
                                        <a:srgbClr val="2DD741"/>
                                      </p:to>
                                    </p:animClr>
                                    <p:set>
                                      <p:cBhvr>
                                        <p:cTn id="176" dur="500" fill="hold"/>
                                        <p:tgtEl>
                                          <p:spTgt spid="394"/>
                                        </p:tgtEl>
                                        <p:attrNameLst>
                                          <p:attrName>fill.type</p:attrName>
                                        </p:attrNameLst>
                                      </p:cBhvr>
                                      <p:to>
                                        <p:strVal val="solid"/>
                                      </p:to>
                                    </p:set>
                                    <p:set>
                                      <p:cBhvr>
                                        <p:cTn id="177" dur="500" fill="hold"/>
                                        <p:tgtEl>
                                          <p:spTgt spid="394"/>
                                        </p:tgtEl>
                                        <p:attrNameLst>
                                          <p:attrName>fill.on</p:attrName>
                                        </p:attrNameLst>
                                      </p:cBhvr>
                                      <p:to>
                                        <p:strVal val="true"/>
                                      </p:to>
                                    </p:set>
                                  </p:childTnLst>
                                  <p:subTnLst>
                                    <p:set>
                                      <p:cBhvr override="childStyle">
                                        <p:cTn dur="1" fill="hold" display="0" masterRel="sameClick" afterEffect="1">
                                          <p:stCondLst>
                                            <p:cond evt="end" delay="0">
                                              <p:tn val="174"/>
                                            </p:cond>
                                          </p:stCondLst>
                                        </p:cTn>
                                        <p:tgtEl>
                                          <p:spTgt spid="394"/>
                                        </p:tgtEl>
                                        <p:attrNameLst>
                                          <p:attrName>style.visibility</p:attrName>
                                        </p:attrNameLst>
                                      </p:cBhvr>
                                      <p:to>
                                        <p:strVal val="hidden"/>
                                      </p:to>
                                    </p:set>
                                  </p:subTnLst>
                                </p:cTn>
                              </p:par>
                            </p:childTnLst>
                          </p:cTn>
                        </p:par>
                        <p:par>
                          <p:cTn id="178" fill="hold">
                            <p:stCondLst>
                              <p:cond delay="7300"/>
                            </p:stCondLst>
                            <p:childTnLst>
                              <p:par>
                                <p:cTn id="179" presetID="1" presetClass="emph" presetSubtype="2" fill="hold" nodeType="afterEffect">
                                  <p:stCondLst>
                                    <p:cond delay="0"/>
                                  </p:stCondLst>
                                  <p:childTnLst>
                                    <p:animClr clrSpc="rgb" dir="cw">
                                      <p:cBhvr>
                                        <p:cTn id="180" dur="500" fill="hold"/>
                                        <p:tgtEl>
                                          <p:spTgt spid="392"/>
                                        </p:tgtEl>
                                        <p:attrNameLst>
                                          <p:attrName>fillcolor</p:attrName>
                                        </p:attrNameLst>
                                      </p:cBhvr>
                                      <p:to>
                                        <a:srgbClr val="2DD741"/>
                                      </p:to>
                                    </p:animClr>
                                    <p:set>
                                      <p:cBhvr>
                                        <p:cTn id="181" dur="500" fill="hold"/>
                                        <p:tgtEl>
                                          <p:spTgt spid="392"/>
                                        </p:tgtEl>
                                        <p:attrNameLst>
                                          <p:attrName>fill.type</p:attrName>
                                        </p:attrNameLst>
                                      </p:cBhvr>
                                      <p:to>
                                        <p:strVal val="solid"/>
                                      </p:to>
                                    </p:set>
                                    <p:set>
                                      <p:cBhvr>
                                        <p:cTn id="182" dur="500" fill="hold"/>
                                        <p:tgtEl>
                                          <p:spTgt spid="392"/>
                                        </p:tgtEl>
                                        <p:attrNameLst>
                                          <p:attrName>fill.on</p:attrName>
                                        </p:attrNameLst>
                                      </p:cBhvr>
                                      <p:to>
                                        <p:strVal val="true"/>
                                      </p:to>
                                    </p:set>
                                  </p:childTnLst>
                                  <p:subTnLst>
                                    <p:set>
                                      <p:cBhvr override="childStyle">
                                        <p:cTn dur="1" fill="hold" display="0" masterRel="sameClick" afterEffect="1">
                                          <p:stCondLst>
                                            <p:cond evt="end" delay="0">
                                              <p:tn val="179"/>
                                            </p:cond>
                                          </p:stCondLst>
                                        </p:cTn>
                                        <p:tgtEl>
                                          <p:spTgt spid="392"/>
                                        </p:tgtEl>
                                        <p:attrNameLst>
                                          <p:attrName>style.visibility</p:attrName>
                                        </p:attrNameLst>
                                      </p:cBhvr>
                                      <p:to>
                                        <p:strVal val="hidden"/>
                                      </p:to>
                                    </p:set>
                                  </p:subTnLst>
                                </p:cTn>
                              </p:par>
                            </p:childTnLst>
                          </p:cTn>
                        </p:par>
                        <p:par>
                          <p:cTn id="183" fill="hold">
                            <p:stCondLst>
                              <p:cond delay="7800"/>
                            </p:stCondLst>
                            <p:childTnLst>
                              <p:par>
                                <p:cTn id="184" presetID="1" presetClass="emph" presetSubtype="2" fill="hold" nodeType="afterEffect">
                                  <p:stCondLst>
                                    <p:cond delay="0"/>
                                  </p:stCondLst>
                                  <p:childTnLst>
                                    <p:animClr clrSpc="rgb" dir="cw">
                                      <p:cBhvr>
                                        <p:cTn id="185" dur="500" fill="hold"/>
                                        <p:tgtEl>
                                          <p:spTgt spid="390"/>
                                        </p:tgtEl>
                                        <p:attrNameLst>
                                          <p:attrName>fillcolor</p:attrName>
                                        </p:attrNameLst>
                                      </p:cBhvr>
                                      <p:to>
                                        <a:srgbClr val="2DD741"/>
                                      </p:to>
                                    </p:animClr>
                                    <p:set>
                                      <p:cBhvr>
                                        <p:cTn id="186" dur="500" fill="hold"/>
                                        <p:tgtEl>
                                          <p:spTgt spid="390"/>
                                        </p:tgtEl>
                                        <p:attrNameLst>
                                          <p:attrName>fill.type</p:attrName>
                                        </p:attrNameLst>
                                      </p:cBhvr>
                                      <p:to>
                                        <p:strVal val="solid"/>
                                      </p:to>
                                    </p:set>
                                    <p:set>
                                      <p:cBhvr>
                                        <p:cTn id="187" dur="500" fill="hold"/>
                                        <p:tgtEl>
                                          <p:spTgt spid="390"/>
                                        </p:tgtEl>
                                        <p:attrNameLst>
                                          <p:attrName>fill.on</p:attrName>
                                        </p:attrNameLst>
                                      </p:cBhvr>
                                      <p:to>
                                        <p:strVal val="true"/>
                                      </p:to>
                                    </p:set>
                                  </p:childTnLst>
                                  <p:subTnLst>
                                    <p:set>
                                      <p:cBhvr override="childStyle">
                                        <p:cTn dur="1" fill="hold" display="0" masterRel="sameClick" afterEffect="1">
                                          <p:stCondLst>
                                            <p:cond evt="end" delay="0">
                                              <p:tn val="184"/>
                                            </p:cond>
                                          </p:stCondLst>
                                        </p:cTn>
                                        <p:tgtEl>
                                          <p:spTgt spid="390"/>
                                        </p:tgtEl>
                                        <p:attrNameLst>
                                          <p:attrName>style.visibility</p:attrName>
                                        </p:attrNameLst>
                                      </p:cBhvr>
                                      <p:to>
                                        <p:strVal val="hidden"/>
                                      </p:to>
                                    </p:set>
                                  </p:subTnLst>
                                </p:cTn>
                              </p:par>
                            </p:childTnLst>
                          </p:cTn>
                        </p:par>
                        <p:par>
                          <p:cTn id="188" fill="hold">
                            <p:stCondLst>
                              <p:cond delay="8300"/>
                            </p:stCondLst>
                            <p:childTnLst>
                              <p:par>
                                <p:cTn id="189" presetID="1" presetClass="emph" presetSubtype="2" fill="hold" nodeType="afterEffect">
                                  <p:stCondLst>
                                    <p:cond delay="0"/>
                                  </p:stCondLst>
                                  <p:childTnLst>
                                    <p:animClr clrSpc="rgb" dir="cw">
                                      <p:cBhvr>
                                        <p:cTn id="190" dur="500" fill="hold"/>
                                        <p:tgtEl>
                                          <p:spTgt spid="396"/>
                                        </p:tgtEl>
                                        <p:attrNameLst>
                                          <p:attrName>fillcolor</p:attrName>
                                        </p:attrNameLst>
                                      </p:cBhvr>
                                      <p:to>
                                        <a:srgbClr val="2DD741"/>
                                      </p:to>
                                    </p:animClr>
                                    <p:set>
                                      <p:cBhvr>
                                        <p:cTn id="191" dur="500" fill="hold"/>
                                        <p:tgtEl>
                                          <p:spTgt spid="396"/>
                                        </p:tgtEl>
                                        <p:attrNameLst>
                                          <p:attrName>fill.type</p:attrName>
                                        </p:attrNameLst>
                                      </p:cBhvr>
                                      <p:to>
                                        <p:strVal val="solid"/>
                                      </p:to>
                                    </p:set>
                                    <p:set>
                                      <p:cBhvr>
                                        <p:cTn id="192" dur="500" fill="hold"/>
                                        <p:tgtEl>
                                          <p:spTgt spid="396"/>
                                        </p:tgtEl>
                                        <p:attrNameLst>
                                          <p:attrName>fill.on</p:attrName>
                                        </p:attrNameLst>
                                      </p:cBhvr>
                                      <p:to>
                                        <p:strVal val="true"/>
                                      </p:to>
                                    </p:set>
                                  </p:childTnLst>
                                  <p:subTnLst>
                                    <p:set>
                                      <p:cBhvr override="childStyle">
                                        <p:cTn dur="1" fill="hold" display="0" masterRel="sameClick" afterEffect="1">
                                          <p:stCondLst>
                                            <p:cond evt="end" delay="0">
                                              <p:tn val="189"/>
                                            </p:cond>
                                          </p:stCondLst>
                                        </p:cTn>
                                        <p:tgtEl>
                                          <p:spTgt spid="396"/>
                                        </p:tgtEl>
                                        <p:attrNameLst>
                                          <p:attrName>style.visibility</p:attrName>
                                        </p:attrNameLst>
                                      </p:cBhvr>
                                      <p:to>
                                        <p:strVal val="hidden"/>
                                      </p:to>
                                    </p:set>
                                  </p:subTnLst>
                                </p:cTn>
                              </p:par>
                            </p:childTnLst>
                          </p:cTn>
                        </p:par>
                        <p:par>
                          <p:cTn id="193" fill="hold">
                            <p:stCondLst>
                              <p:cond delay="8800"/>
                            </p:stCondLst>
                            <p:childTnLst>
                              <p:par>
                                <p:cTn id="194" presetID="63" presetClass="path" presetSubtype="0" fill="hold" nodeType="afterEffect">
                                  <p:stCondLst>
                                    <p:cond delay="0"/>
                                  </p:stCondLst>
                                  <p:childTnLst>
                                    <p:animMotion origin="layout" path="M 2.91667E-6 -1.85185E-6 L 0.78346 -1.85185E-6 " pathEditMode="relative" rAng="0" ptsTypes="AA">
                                      <p:cBhvr>
                                        <p:cTn id="195" dur="1400" fill="hold"/>
                                        <p:tgtEl>
                                          <p:spTgt spid="367"/>
                                        </p:tgtEl>
                                        <p:attrNameLst>
                                          <p:attrName>ppt_x</p:attrName>
                                          <p:attrName>ppt_y</p:attrName>
                                        </p:attrNameLst>
                                      </p:cBhvr>
                                      <p:rCtr x="39167" y="0"/>
                                    </p:animMotion>
                                  </p:childTnLst>
                                </p:cTn>
                              </p:par>
                            </p:childTnLst>
                          </p:cTn>
                        </p:par>
                        <p:par>
                          <p:cTn id="196" fill="hold">
                            <p:stCondLst>
                              <p:cond delay="10200"/>
                            </p:stCondLst>
                            <p:childTnLst>
                              <p:par>
                                <p:cTn id="197" presetID="1" presetClass="emph" presetSubtype="2" fill="hold" nodeType="afterEffect">
                                  <p:stCondLst>
                                    <p:cond delay="0"/>
                                  </p:stCondLst>
                                  <p:childTnLst>
                                    <p:animClr clrSpc="rgb" dir="cw">
                                      <p:cBhvr>
                                        <p:cTn id="198" dur="500" fill="hold"/>
                                        <p:tgtEl>
                                          <p:spTgt spid="425"/>
                                        </p:tgtEl>
                                        <p:attrNameLst>
                                          <p:attrName>fillcolor</p:attrName>
                                        </p:attrNameLst>
                                      </p:cBhvr>
                                      <p:to>
                                        <a:srgbClr val="2DD741"/>
                                      </p:to>
                                    </p:animClr>
                                    <p:set>
                                      <p:cBhvr>
                                        <p:cTn id="199" dur="500" fill="hold"/>
                                        <p:tgtEl>
                                          <p:spTgt spid="425"/>
                                        </p:tgtEl>
                                        <p:attrNameLst>
                                          <p:attrName>fill.type</p:attrName>
                                        </p:attrNameLst>
                                      </p:cBhvr>
                                      <p:to>
                                        <p:strVal val="solid"/>
                                      </p:to>
                                    </p:set>
                                    <p:set>
                                      <p:cBhvr>
                                        <p:cTn id="200" dur="500" fill="hold"/>
                                        <p:tgtEl>
                                          <p:spTgt spid="425"/>
                                        </p:tgtEl>
                                        <p:attrNameLst>
                                          <p:attrName>fill.on</p:attrName>
                                        </p:attrNameLst>
                                      </p:cBhvr>
                                      <p:to>
                                        <p:strVal val="true"/>
                                      </p:to>
                                    </p:set>
                                  </p:childTnLst>
                                  <p:subTnLst>
                                    <p:set>
                                      <p:cBhvr override="childStyle">
                                        <p:cTn dur="1" fill="hold" display="0" masterRel="sameClick" afterEffect="1">
                                          <p:stCondLst>
                                            <p:cond evt="end" delay="0">
                                              <p:tn val="197"/>
                                            </p:cond>
                                          </p:stCondLst>
                                        </p:cTn>
                                        <p:tgtEl>
                                          <p:spTgt spid="425"/>
                                        </p:tgtEl>
                                        <p:attrNameLst>
                                          <p:attrName>style.visibility</p:attrName>
                                        </p:attrNameLst>
                                      </p:cBhvr>
                                      <p:to>
                                        <p:strVal val="hidden"/>
                                      </p:to>
                                    </p:set>
                                  </p:subTnLst>
                                </p:cTn>
                              </p:par>
                            </p:childTnLst>
                          </p:cTn>
                        </p:par>
                        <p:par>
                          <p:cTn id="201" fill="hold">
                            <p:stCondLst>
                              <p:cond delay="10700"/>
                            </p:stCondLst>
                            <p:childTnLst>
                              <p:par>
                                <p:cTn id="202" presetID="1" presetClass="emph" presetSubtype="2" fill="hold" nodeType="afterEffect">
                                  <p:stCondLst>
                                    <p:cond delay="0"/>
                                  </p:stCondLst>
                                  <p:childTnLst>
                                    <p:animClr clrSpc="rgb" dir="cw">
                                      <p:cBhvr>
                                        <p:cTn id="203" dur="500" fill="hold"/>
                                        <p:tgtEl>
                                          <p:spTgt spid="423"/>
                                        </p:tgtEl>
                                        <p:attrNameLst>
                                          <p:attrName>fillcolor</p:attrName>
                                        </p:attrNameLst>
                                      </p:cBhvr>
                                      <p:to>
                                        <a:srgbClr val="2DD741"/>
                                      </p:to>
                                    </p:animClr>
                                    <p:set>
                                      <p:cBhvr>
                                        <p:cTn id="204" dur="500" fill="hold"/>
                                        <p:tgtEl>
                                          <p:spTgt spid="423"/>
                                        </p:tgtEl>
                                        <p:attrNameLst>
                                          <p:attrName>fill.type</p:attrName>
                                        </p:attrNameLst>
                                      </p:cBhvr>
                                      <p:to>
                                        <p:strVal val="solid"/>
                                      </p:to>
                                    </p:set>
                                    <p:set>
                                      <p:cBhvr>
                                        <p:cTn id="205" dur="500" fill="hold"/>
                                        <p:tgtEl>
                                          <p:spTgt spid="423"/>
                                        </p:tgtEl>
                                        <p:attrNameLst>
                                          <p:attrName>fill.on</p:attrName>
                                        </p:attrNameLst>
                                      </p:cBhvr>
                                      <p:to>
                                        <p:strVal val="true"/>
                                      </p:to>
                                    </p:set>
                                  </p:childTnLst>
                                  <p:subTnLst>
                                    <p:set>
                                      <p:cBhvr override="childStyle">
                                        <p:cTn dur="1" fill="hold" display="0" masterRel="sameClick" afterEffect="1">
                                          <p:stCondLst>
                                            <p:cond evt="end" delay="0">
                                              <p:tn val="202"/>
                                            </p:cond>
                                          </p:stCondLst>
                                        </p:cTn>
                                        <p:tgtEl>
                                          <p:spTgt spid="423"/>
                                        </p:tgtEl>
                                        <p:attrNameLst>
                                          <p:attrName>style.visibility</p:attrName>
                                        </p:attrNameLst>
                                      </p:cBhvr>
                                      <p:to>
                                        <p:strVal val="hidden"/>
                                      </p:to>
                                    </p:set>
                                  </p:subTnLst>
                                </p:cTn>
                              </p:par>
                            </p:childTnLst>
                          </p:cTn>
                        </p:par>
                        <p:par>
                          <p:cTn id="206" fill="hold">
                            <p:stCondLst>
                              <p:cond delay="11200"/>
                            </p:stCondLst>
                            <p:childTnLst>
                              <p:par>
                                <p:cTn id="207" presetID="1" presetClass="emph" presetSubtype="2" fill="hold" nodeType="afterEffect">
                                  <p:stCondLst>
                                    <p:cond delay="0"/>
                                  </p:stCondLst>
                                  <p:childTnLst>
                                    <p:animClr clrSpc="rgb" dir="cw">
                                      <p:cBhvr>
                                        <p:cTn id="208" dur="500" fill="hold"/>
                                        <p:tgtEl>
                                          <p:spTgt spid="421"/>
                                        </p:tgtEl>
                                        <p:attrNameLst>
                                          <p:attrName>fillcolor</p:attrName>
                                        </p:attrNameLst>
                                      </p:cBhvr>
                                      <p:to>
                                        <a:srgbClr val="2DD741"/>
                                      </p:to>
                                    </p:animClr>
                                    <p:set>
                                      <p:cBhvr>
                                        <p:cTn id="209" dur="500" fill="hold"/>
                                        <p:tgtEl>
                                          <p:spTgt spid="421"/>
                                        </p:tgtEl>
                                        <p:attrNameLst>
                                          <p:attrName>fill.type</p:attrName>
                                        </p:attrNameLst>
                                      </p:cBhvr>
                                      <p:to>
                                        <p:strVal val="solid"/>
                                      </p:to>
                                    </p:set>
                                    <p:set>
                                      <p:cBhvr>
                                        <p:cTn id="210" dur="500" fill="hold"/>
                                        <p:tgtEl>
                                          <p:spTgt spid="421"/>
                                        </p:tgtEl>
                                        <p:attrNameLst>
                                          <p:attrName>fill.on</p:attrName>
                                        </p:attrNameLst>
                                      </p:cBhvr>
                                      <p:to>
                                        <p:strVal val="true"/>
                                      </p:to>
                                    </p:set>
                                  </p:childTnLst>
                                  <p:subTnLst>
                                    <p:set>
                                      <p:cBhvr override="childStyle">
                                        <p:cTn dur="1" fill="hold" display="0" masterRel="sameClick" afterEffect="1">
                                          <p:stCondLst>
                                            <p:cond evt="end" delay="0">
                                              <p:tn val="207"/>
                                            </p:cond>
                                          </p:stCondLst>
                                        </p:cTn>
                                        <p:tgtEl>
                                          <p:spTgt spid="421"/>
                                        </p:tgtEl>
                                        <p:attrNameLst>
                                          <p:attrName>style.visibility</p:attrName>
                                        </p:attrNameLst>
                                      </p:cBhvr>
                                      <p:to>
                                        <p:strVal val="hidden"/>
                                      </p:to>
                                    </p:set>
                                  </p:subTnLst>
                                </p:cTn>
                              </p:par>
                            </p:childTnLst>
                          </p:cTn>
                        </p:par>
                        <p:par>
                          <p:cTn id="211" fill="hold">
                            <p:stCondLst>
                              <p:cond delay="11700"/>
                            </p:stCondLst>
                            <p:childTnLst>
                              <p:par>
                                <p:cTn id="212" presetID="1" presetClass="emph" presetSubtype="2" fill="hold" nodeType="afterEffect">
                                  <p:stCondLst>
                                    <p:cond delay="0"/>
                                  </p:stCondLst>
                                  <p:childTnLst>
                                    <p:animClr clrSpc="rgb" dir="cw">
                                      <p:cBhvr>
                                        <p:cTn id="213" dur="500" fill="hold"/>
                                        <p:tgtEl>
                                          <p:spTgt spid="427"/>
                                        </p:tgtEl>
                                        <p:attrNameLst>
                                          <p:attrName>fillcolor</p:attrName>
                                        </p:attrNameLst>
                                      </p:cBhvr>
                                      <p:to>
                                        <a:srgbClr val="2DD741"/>
                                      </p:to>
                                    </p:animClr>
                                    <p:set>
                                      <p:cBhvr>
                                        <p:cTn id="214" dur="500" fill="hold"/>
                                        <p:tgtEl>
                                          <p:spTgt spid="427"/>
                                        </p:tgtEl>
                                        <p:attrNameLst>
                                          <p:attrName>fill.type</p:attrName>
                                        </p:attrNameLst>
                                      </p:cBhvr>
                                      <p:to>
                                        <p:strVal val="solid"/>
                                      </p:to>
                                    </p:set>
                                    <p:set>
                                      <p:cBhvr>
                                        <p:cTn id="215" dur="500" fill="hold"/>
                                        <p:tgtEl>
                                          <p:spTgt spid="427"/>
                                        </p:tgtEl>
                                        <p:attrNameLst>
                                          <p:attrName>fill.on</p:attrName>
                                        </p:attrNameLst>
                                      </p:cBhvr>
                                      <p:to>
                                        <p:strVal val="true"/>
                                      </p:to>
                                    </p:set>
                                  </p:childTnLst>
                                  <p:subTnLst>
                                    <p:set>
                                      <p:cBhvr override="childStyle">
                                        <p:cTn dur="1" fill="hold" display="0" masterRel="sameClick" afterEffect="1">
                                          <p:stCondLst>
                                            <p:cond evt="end" delay="0">
                                              <p:tn val="212"/>
                                            </p:cond>
                                          </p:stCondLst>
                                        </p:cTn>
                                        <p:tgtEl>
                                          <p:spTgt spid="427"/>
                                        </p:tgtEl>
                                        <p:attrNameLst>
                                          <p:attrName>style.visibility</p:attrName>
                                        </p:attrNameLst>
                                      </p:cBhvr>
                                      <p:to>
                                        <p:strVal val="hidden"/>
                                      </p:to>
                                    </p:set>
                                  </p:subTnLst>
                                </p:cTn>
                              </p:par>
                            </p:childTnLst>
                          </p:cTn>
                        </p:par>
                        <p:par>
                          <p:cTn id="216" fill="hold">
                            <p:stCondLst>
                              <p:cond delay="12200"/>
                            </p:stCondLst>
                            <p:childTnLst>
                              <p:par>
                                <p:cTn id="217" presetID="63" presetClass="path" presetSubtype="0" fill="hold" nodeType="afterEffect">
                                  <p:stCondLst>
                                    <p:cond delay="0"/>
                                  </p:stCondLst>
                                  <p:childTnLst>
                                    <p:animMotion origin="layout" path="M 1.66667E-6 2.59259E-6 L 0.78346 2.59259E-6 " pathEditMode="relative" rAng="0" ptsTypes="AA">
                                      <p:cBhvr>
                                        <p:cTn id="218" dur="1400" fill="hold"/>
                                        <p:tgtEl>
                                          <p:spTgt spid="398"/>
                                        </p:tgtEl>
                                        <p:attrNameLst>
                                          <p:attrName>ppt_x</p:attrName>
                                          <p:attrName>ppt_y</p:attrName>
                                        </p:attrNameLst>
                                      </p:cBhvr>
                                      <p:rCtr x="3916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0" animBg="1"/>
      <p:bldP spid="573" grpId="0" animBg="1"/>
      <p:bldP spid="573" grpId="1" animBg="1"/>
      <p:bldP spid="573" grpId="2" animBg="1"/>
      <p:bldP spid="574" grpId="0" animBg="1"/>
      <p:bldP spid="574" grpId="1" animBg="1"/>
      <p:bldP spid="574" grpId="2" animBg="1"/>
      <p:bldP spid="575" grpId="0" animBg="1"/>
      <p:bldP spid="575" grpId="1" animBg="1"/>
      <p:bldP spid="575" grpId="2" animBg="1"/>
      <p:bldP spid="576" grpId="0" animBg="1"/>
      <p:bldP spid="576" grpId="1" animBg="1"/>
      <p:bldP spid="576" grpId="2" animBg="1"/>
      <p:bldP spid="577" grpId="0" animBg="1"/>
      <p:bldP spid="577" grpId="1" animBg="1"/>
      <p:bldP spid="577" grpId="2" animBg="1"/>
      <p:bldP spid="578" grpId="0" animBg="1"/>
      <p:bldP spid="578" grpId="1" animBg="1"/>
      <p:bldP spid="578" grpId="2" animBg="1"/>
      <p:bldP spid="579" grpId="0" animBg="1"/>
      <p:bldP spid="579" grpId="1" animBg="1"/>
      <p:bldP spid="579" grpId="2" animBg="1"/>
      <p:bldP spid="580" grpId="0" animBg="1"/>
      <p:bldP spid="580" grpId="1" animBg="1"/>
      <p:bldP spid="580" grpId="2" animBg="1"/>
      <p:bldP spid="581" grpId="0" animBg="1"/>
      <p:bldP spid="581" grpId="1" animBg="1"/>
      <p:bldP spid="581" grpId="2" animBg="1"/>
      <p:bldP spid="582" grpId="0" animBg="1"/>
      <p:bldP spid="582" grpId="1" animBg="1"/>
      <p:bldP spid="582" grpId="2" animBg="1"/>
      <p:bldP spid="583" grpId="0" animBg="1"/>
      <p:bldP spid="583" grpId="1" animBg="1"/>
      <p:bldP spid="583" grpId="2" animBg="1"/>
      <p:bldP spid="584" grpId="0" animBg="1"/>
      <p:bldP spid="584" grpId="1" animBg="1"/>
      <p:bldP spid="584" grpId="2" animBg="1"/>
      <p:bldP spid="585" grpId="0" animBg="1"/>
      <p:bldP spid="585" grpId="1" animBg="1"/>
      <p:bldP spid="585" grpId="2" animBg="1"/>
      <p:bldP spid="586" grpId="0" animBg="1"/>
      <p:bldP spid="586" grpId="1" animBg="1"/>
      <p:bldP spid="586" grpId="2" animBg="1"/>
      <p:bldP spid="587" grpId="0" animBg="1"/>
      <p:bldP spid="587" grpId="1" animBg="1"/>
      <p:bldP spid="587" grpId="2" animBg="1"/>
      <p:bldP spid="588" grpId="0" animBg="1"/>
      <p:bldP spid="588" grpId="1" animBg="1"/>
      <p:bldP spid="588" grpId="2" animBg="1"/>
      <p:bldP spid="589" grpId="0" animBg="1"/>
      <p:bldP spid="589" grpId="1" animBg="1"/>
      <p:bldP spid="589" grpId="2"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Outline</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bg1"/>
                </a:solidFill>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constant scale</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constant tile types</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Guided Assembly</a:t>
            </a:r>
          </a:p>
          <a:p>
            <a:pPr lvl="0">
              <a:lnSpc>
                <a:spcPct val="200000"/>
              </a:lnSpc>
              <a:buClr>
                <a:srgbClr val="000000"/>
              </a:buClr>
              <a:buSzPts val="2800"/>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a:t>
            </a:r>
            <a:r>
              <a:rPr lang="en-US" sz="2800" dirty="0">
                <a:solidFill>
                  <a:srgbClr val="FA9930"/>
                </a:solidFill>
                <a:latin typeface="Calibri" panose="020F0502020204030204" pitchFamily="34" charset="0"/>
                <a:ea typeface="Quicksand"/>
                <a:cs typeface="Calibri" panose="020F0502020204030204" pitchFamily="34" charset="0"/>
                <a:sym typeface="Quicksand"/>
              </a:rPr>
              <a:t>- universal constructors</a:t>
            </a:r>
            <a:endParaRPr lang="en-US" sz="2800" dirty="0">
              <a:solidFill>
                <a:schemeClr val="dk1"/>
              </a:solidFill>
              <a:latin typeface="Calibri" panose="020F0502020204030204" pitchFamily="34" charset="0"/>
              <a:ea typeface="Quicksand"/>
              <a:cs typeface="Calibri" panose="020F0502020204030204" pitchFamily="34" charset="0"/>
              <a:sym typeface="Quicksand"/>
            </a:endParaRPr>
          </a:p>
          <a:p>
            <a:pPr lvl="0">
              <a:lnSpc>
                <a:spcPct val="200000"/>
              </a:lnSpc>
              <a:buClr>
                <a:srgbClr val="000000"/>
              </a:buClr>
              <a:buSzPts val="2800"/>
            </a:pPr>
            <a:r>
              <a:rPr lang="en-US" sz="2800" dirty="0">
                <a:solidFill>
                  <a:schemeClr val="dk1"/>
                </a:solidFill>
                <a:latin typeface="Calibri" panose="020F0502020204030204" pitchFamily="34" charset="0"/>
                <a:ea typeface="Quicksand"/>
                <a:cs typeface="Calibri" panose="020F0502020204030204" pitchFamily="34" charset="0"/>
                <a:sym typeface="Quicksand"/>
              </a:rPr>
              <a:t>     -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9" name="Picture 8">
            <a:extLst>
              <a:ext uri="{FF2B5EF4-FFF2-40B4-BE49-F238E27FC236}">
                <a16:creationId xmlns:a16="http://schemas.microsoft.com/office/drawing/2014/main" id="{0F41244C-C405-4742-9224-7CB913E3B4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6504" y="1484103"/>
            <a:ext cx="2214881" cy="2214881"/>
          </a:xfrm>
          <a:prstGeom prst="rect">
            <a:avLst/>
          </a:prstGeom>
        </p:spPr>
      </p:pic>
      <p:pic>
        <p:nvPicPr>
          <p:cNvPr id="10" name="Picture 9">
            <a:extLst>
              <a:ext uri="{FF2B5EF4-FFF2-40B4-BE49-F238E27FC236}">
                <a16:creationId xmlns:a16="http://schemas.microsoft.com/office/drawing/2014/main" id="{BEEE5719-CBC2-4EF0-A268-43464255DE9B}"/>
              </a:ext>
            </a:extLst>
          </p:cNvPr>
          <p:cNvPicPr>
            <a:picLocks noChangeAspect="1"/>
          </p:cNvPicPr>
          <p:nvPr/>
        </p:nvPicPr>
        <p:blipFill>
          <a:blip r:embed="rId4"/>
          <a:stretch>
            <a:fillRect/>
          </a:stretch>
        </p:blipFill>
        <p:spPr>
          <a:xfrm>
            <a:off x="327889" y="2341930"/>
            <a:ext cx="2295871" cy="1096799"/>
          </a:xfrm>
          <a:prstGeom prst="rect">
            <a:avLst/>
          </a:prstGeom>
        </p:spPr>
      </p:pic>
      <p:grpSp>
        <p:nvGrpSpPr>
          <p:cNvPr id="11" name="Group 10">
            <a:extLst>
              <a:ext uri="{FF2B5EF4-FFF2-40B4-BE49-F238E27FC236}">
                <a16:creationId xmlns:a16="http://schemas.microsoft.com/office/drawing/2014/main" id="{565ABF02-590D-46B7-94EE-96FF013056A5}"/>
              </a:ext>
            </a:extLst>
          </p:cNvPr>
          <p:cNvGrpSpPr/>
          <p:nvPr/>
        </p:nvGrpSpPr>
        <p:grpSpPr>
          <a:xfrm>
            <a:off x="9158413" y="1975690"/>
            <a:ext cx="2631981" cy="1375957"/>
            <a:chOff x="9144936" y="4747514"/>
            <a:chExt cx="2631981" cy="1375957"/>
          </a:xfrm>
        </p:grpSpPr>
        <p:grpSp>
          <p:nvGrpSpPr>
            <p:cNvPr id="12" name="Group 11">
              <a:extLst>
                <a:ext uri="{FF2B5EF4-FFF2-40B4-BE49-F238E27FC236}">
                  <a16:creationId xmlns:a16="http://schemas.microsoft.com/office/drawing/2014/main" id="{ECB23BDE-457E-4AE3-9E93-37935D9D2C58}"/>
                </a:ext>
              </a:extLst>
            </p:cNvPr>
            <p:cNvGrpSpPr/>
            <p:nvPr/>
          </p:nvGrpSpPr>
          <p:grpSpPr>
            <a:xfrm>
              <a:off x="9144936" y="4747514"/>
              <a:ext cx="2631981" cy="1375957"/>
              <a:chOff x="8043901" y="3744165"/>
              <a:chExt cx="3456965" cy="2084033"/>
            </a:xfrm>
          </p:grpSpPr>
          <p:sp>
            <p:nvSpPr>
              <p:cNvPr id="20" name="Rectangle 19">
                <a:extLst>
                  <a:ext uri="{FF2B5EF4-FFF2-40B4-BE49-F238E27FC236}">
                    <a16:creationId xmlns:a16="http://schemas.microsoft.com/office/drawing/2014/main" id="{62C1E30C-0E50-4086-8964-59D12A5A79FA}"/>
                  </a:ext>
                </a:extLst>
              </p:cNvPr>
              <p:cNvSpPr/>
              <p:nvPr/>
            </p:nvSpPr>
            <p:spPr>
              <a:xfrm>
                <a:off x="9426688"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3AC44AB-478F-4A92-8F93-5C81E0A43E7A}"/>
                  </a:ext>
                </a:extLst>
              </p:cNvPr>
              <p:cNvSpPr/>
              <p:nvPr/>
            </p:nvSpPr>
            <p:spPr>
              <a:xfrm>
                <a:off x="10118080"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F88B626-B2EA-4FC1-BE68-23619D961C21}"/>
                  </a:ext>
                </a:extLst>
              </p:cNvPr>
              <p:cNvSpPr/>
              <p:nvPr/>
            </p:nvSpPr>
            <p:spPr>
              <a:xfrm>
                <a:off x="8735295" y="443803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62B6D470-5656-4111-A45F-762B7D01C8CF}"/>
                  </a:ext>
                </a:extLst>
              </p:cNvPr>
              <p:cNvSpPr/>
              <p:nvPr/>
            </p:nvSpPr>
            <p:spPr>
              <a:xfrm>
                <a:off x="8735295"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9AD1106-B2AA-44E9-9D06-2923003B6B87}"/>
                  </a:ext>
                </a:extLst>
              </p:cNvPr>
              <p:cNvSpPr/>
              <p:nvPr/>
            </p:nvSpPr>
            <p:spPr>
              <a:xfrm>
                <a:off x="10118080" y="444099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B053DA-AC79-4DD2-904B-ED80F58FC287}"/>
                  </a:ext>
                </a:extLst>
              </p:cNvPr>
              <p:cNvSpPr/>
              <p:nvPr/>
            </p:nvSpPr>
            <p:spPr>
              <a:xfrm>
                <a:off x="9426688"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A93E7F0-69D4-4D27-8340-17DB0447C7A9}"/>
                  </a:ext>
                </a:extLst>
              </p:cNvPr>
              <p:cNvSpPr/>
              <p:nvPr/>
            </p:nvSpPr>
            <p:spPr>
              <a:xfrm>
                <a:off x="10118080" y="5129485"/>
                <a:ext cx="691394" cy="696829"/>
              </a:xfrm>
              <a:prstGeom prst="rect">
                <a:avLst/>
              </a:prstGeom>
              <a:pattFill prst="lgGrid">
                <a:fgClr>
                  <a:schemeClr val="tx1">
                    <a:lumMod val="95000"/>
                    <a:lumOff val="5000"/>
                  </a:schemeClr>
                </a:fgClr>
                <a:bgClr>
                  <a:schemeClr val="bg1">
                    <a:lumMod val="65000"/>
                  </a:schemeClr>
                </a:bgClr>
              </a:patt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E7B6CE0-A2B6-4AF4-B72B-5ED73BFEA884}"/>
                  </a:ext>
                </a:extLst>
              </p:cNvPr>
              <p:cNvSpPr/>
              <p:nvPr/>
            </p:nvSpPr>
            <p:spPr>
              <a:xfrm>
                <a:off x="8043901" y="512948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A2977784-C0CE-4CE1-824E-7F50056DBDB6}"/>
                  </a:ext>
                </a:extLst>
              </p:cNvPr>
              <p:cNvSpPr/>
              <p:nvPr/>
            </p:nvSpPr>
            <p:spPr>
              <a:xfrm>
                <a:off x="10809472"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A01A4E6-E96A-4F07-ACEC-4E679F926166}"/>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E53FECF8-F321-4B30-84E5-6B9B79F71EB1}"/>
                </a:ext>
              </a:extLst>
            </p:cNvPr>
            <p:cNvGrpSpPr/>
            <p:nvPr/>
          </p:nvGrpSpPr>
          <p:grpSpPr>
            <a:xfrm>
              <a:off x="9671333" y="4748136"/>
              <a:ext cx="526395" cy="456876"/>
              <a:chOff x="3625849" y="1377950"/>
              <a:chExt cx="5029202" cy="5029200"/>
            </a:xfrm>
          </p:grpSpPr>
          <p:sp>
            <p:nvSpPr>
              <p:cNvPr id="14" name="Rectangle 13">
                <a:extLst>
                  <a:ext uri="{FF2B5EF4-FFF2-40B4-BE49-F238E27FC236}">
                    <a16:creationId xmlns:a16="http://schemas.microsoft.com/office/drawing/2014/main" id="{9A07E9BB-76C5-429A-B2B6-F282D42E038D}"/>
                  </a:ext>
                </a:extLst>
              </p:cNvPr>
              <p:cNvSpPr/>
              <p:nvPr/>
            </p:nvSpPr>
            <p:spPr>
              <a:xfrm>
                <a:off x="3625850" y="1377950"/>
                <a:ext cx="5029200" cy="50292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59F3D21A-A93F-4B5A-A0E0-216155383F9E}"/>
                  </a:ext>
                </a:extLst>
              </p:cNvPr>
              <p:cNvPicPr>
                <a:picLocks noChangeAspect="1"/>
              </p:cNvPicPr>
              <p:nvPr/>
            </p:nvPicPr>
            <p:blipFill>
              <a:blip r:embed="rId5" cstate="print">
                <a:extLst>
                  <a:ext uri="{96DAC541-7B7A-43D3-8B79-37D633B846F1}">
                    <asvg:svgBlip xmlns:asvg="http://schemas.microsoft.com/office/drawing/2016/SVG/main" r:embed="rId6"/>
                  </a:ext>
                </a:extLst>
              </a:blip>
              <a:stretch>
                <a:fillRect/>
              </a:stretch>
            </p:blipFill>
            <p:spPr>
              <a:xfrm>
                <a:off x="4484687" y="2170112"/>
                <a:ext cx="3444876" cy="3444876"/>
              </a:xfrm>
              <a:prstGeom prst="rect">
                <a:avLst/>
              </a:prstGeom>
            </p:spPr>
          </p:pic>
          <p:cxnSp>
            <p:nvCxnSpPr>
              <p:cNvPr id="16" name="Straight Connector 15">
                <a:extLst>
                  <a:ext uri="{FF2B5EF4-FFF2-40B4-BE49-F238E27FC236}">
                    <a16:creationId xmlns:a16="http://schemas.microsoft.com/office/drawing/2014/main" id="{03439403-A192-42B9-9225-554E8A291089}"/>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8D48644-FFCE-4392-ABBF-2F5879121F33}"/>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5C762F5-C092-4F41-BC32-D060E6A0782D}"/>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2847A537-0872-4060-8C08-6EB5A811C9FC}"/>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pic>
        <p:nvPicPr>
          <p:cNvPr id="2" name="Picture 1">
            <a:extLst>
              <a:ext uri="{FF2B5EF4-FFF2-40B4-BE49-F238E27FC236}">
                <a16:creationId xmlns:a16="http://schemas.microsoft.com/office/drawing/2014/main" id="{B35D21E6-7A0D-4314-9F65-21B23DBE79E6}"/>
              </a:ext>
            </a:extLst>
          </p:cNvPr>
          <p:cNvPicPr>
            <a:picLocks noChangeAspect="1"/>
          </p:cNvPicPr>
          <p:nvPr/>
        </p:nvPicPr>
        <p:blipFill>
          <a:blip r:embed="rId7"/>
          <a:stretch>
            <a:fillRect/>
          </a:stretch>
        </p:blipFill>
        <p:spPr>
          <a:xfrm>
            <a:off x="327889" y="4507832"/>
            <a:ext cx="2340072" cy="1759023"/>
          </a:xfrm>
          <a:prstGeom prst="rect">
            <a:avLst/>
          </a:prstGeom>
        </p:spPr>
      </p:pic>
      <p:sp>
        <p:nvSpPr>
          <p:cNvPr id="31" name="TextBox 30">
            <a:extLst>
              <a:ext uri="{FF2B5EF4-FFF2-40B4-BE49-F238E27FC236}">
                <a16:creationId xmlns:a16="http://schemas.microsoft.com/office/drawing/2014/main" id="{25CE633D-0236-4788-8315-EF3AF4A148AB}"/>
              </a:ext>
            </a:extLst>
          </p:cNvPr>
          <p:cNvSpPr txBox="1"/>
          <p:nvPr/>
        </p:nvSpPr>
        <p:spPr>
          <a:xfrm>
            <a:off x="7641593" y="5473005"/>
            <a:ext cx="4629647" cy="1384995"/>
          </a:xfrm>
          <a:prstGeom prst="rect">
            <a:avLst/>
          </a:prstGeom>
          <a:noFill/>
        </p:spPr>
        <p:txBody>
          <a:bodyPr wrap="square" rtlCol="0">
            <a:spAutoFit/>
          </a:bodyPr>
          <a:lstStyle/>
          <a:p>
            <a:r>
              <a:rPr lang="en-US" sz="1400" u="sng" dirty="0">
                <a:solidFill>
                  <a:schemeClr val="bg1"/>
                </a:solidFill>
              </a:rPr>
              <a:t>The following portion of this presentation was published as:</a:t>
            </a:r>
            <a:br>
              <a:rPr lang="en-US" sz="1400" dirty="0">
                <a:solidFill>
                  <a:schemeClr val="bg1"/>
                </a:solidFill>
              </a:rPr>
            </a:br>
            <a:r>
              <a:rPr lang="en-US" sz="1400" dirty="0" err="1">
                <a:solidFill>
                  <a:schemeClr val="bg1"/>
                </a:solidFill>
              </a:rPr>
              <a:t>Balanza</a:t>
            </a:r>
            <a:r>
              <a:rPr lang="en-US" sz="1400" dirty="0">
                <a:solidFill>
                  <a:schemeClr val="bg1"/>
                </a:solidFill>
              </a:rPr>
              <a:t>-Martinez, Caballero, Cantu, Garcia, Luchsinger, Reyes, </a:t>
            </a:r>
            <a:r>
              <a:rPr lang="en-US" sz="1400" dirty="0" err="1">
                <a:solidFill>
                  <a:schemeClr val="bg1"/>
                </a:solidFill>
              </a:rPr>
              <a:t>Schweller</a:t>
            </a:r>
            <a:r>
              <a:rPr lang="en-US" sz="1400" dirty="0">
                <a:solidFill>
                  <a:schemeClr val="bg1"/>
                </a:solidFill>
              </a:rPr>
              <a:t>, Wylie, </a:t>
            </a:r>
            <a:r>
              <a:rPr lang="en-US" sz="1400" i="1" dirty="0">
                <a:solidFill>
                  <a:schemeClr val="bg1"/>
                </a:solidFill>
              </a:rPr>
              <a:t>Full Tilt: Universal Constructors for General Shapes with Uniform External Forces,</a:t>
            </a:r>
            <a:r>
              <a:rPr lang="en-US" sz="1400" dirty="0">
                <a:solidFill>
                  <a:schemeClr val="bg1"/>
                </a:solidFill>
              </a:rPr>
              <a:t> In Proceedings of the 30</a:t>
            </a:r>
            <a:r>
              <a:rPr lang="en-US" sz="1400" baseline="30000" dirty="0">
                <a:solidFill>
                  <a:schemeClr val="bg1"/>
                </a:solidFill>
              </a:rPr>
              <a:t>th</a:t>
            </a:r>
            <a:r>
              <a:rPr lang="en-US" sz="1400" dirty="0">
                <a:solidFill>
                  <a:schemeClr val="bg1"/>
                </a:solidFill>
              </a:rPr>
              <a:t> ACM-SIAM Symposium on Discrete Algorithms, 2019</a:t>
            </a:r>
            <a:endParaRPr lang="en-US" sz="1400" dirty="0">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362234149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Results Tables</a:t>
            </a:r>
          </a:p>
        </p:txBody>
      </p:sp>
      <p:graphicFrame>
        <p:nvGraphicFramePr>
          <p:cNvPr id="5" name="Table 4">
            <a:extLst>
              <a:ext uri="{FF2B5EF4-FFF2-40B4-BE49-F238E27FC236}">
                <a16:creationId xmlns:a16="http://schemas.microsoft.com/office/drawing/2014/main" id="{CB251159-045D-467B-ACBA-121FC6FE469F}"/>
              </a:ext>
            </a:extLst>
          </p:cNvPr>
          <p:cNvGraphicFramePr>
            <a:graphicFrameLocks noGrp="1"/>
          </p:cNvGraphicFramePr>
          <p:nvPr>
            <p:extLst>
              <p:ext uri="{D42A27DB-BD31-4B8C-83A1-F6EECF244321}">
                <p14:modId xmlns:p14="http://schemas.microsoft.com/office/powerpoint/2010/main" val="3573973242"/>
              </p:ext>
            </p:extLst>
          </p:nvPr>
        </p:nvGraphicFramePr>
        <p:xfrm>
          <a:off x="634999" y="2367280"/>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2459792027"/>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3185818201"/>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224399749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Shape Representation</a:t>
            </a:r>
          </a:p>
        </p:txBody>
      </p:sp>
      <p:sp>
        <p:nvSpPr>
          <p:cNvPr id="247" name="Rectangle 246">
            <a:extLst>
              <a:ext uri="{FF2B5EF4-FFF2-40B4-BE49-F238E27FC236}">
                <a16:creationId xmlns:a16="http://schemas.microsoft.com/office/drawing/2014/main" id="{854BA629-7238-47F2-AD82-6BC2A838048F}"/>
              </a:ext>
            </a:extLst>
          </p:cNvPr>
          <p:cNvSpPr/>
          <p:nvPr/>
        </p:nvSpPr>
        <p:spPr>
          <a:xfrm rot="5400000">
            <a:off x="5974497" y="39148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3B886B82-2764-4921-ABFB-BE3F65318B23}"/>
              </a:ext>
            </a:extLst>
          </p:cNvPr>
          <p:cNvSpPr/>
          <p:nvPr/>
        </p:nvSpPr>
        <p:spPr>
          <a:xfrm rot="5400000">
            <a:off x="5502663" y="41505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908196-384F-474B-82ED-340D75D9C156}"/>
              </a:ext>
            </a:extLst>
          </p:cNvPr>
          <p:cNvGrpSpPr/>
          <p:nvPr/>
        </p:nvGrpSpPr>
        <p:grpSpPr>
          <a:xfrm>
            <a:off x="4784664" y="2241176"/>
            <a:ext cx="2619865" cy="2621799"/>
            <a:chOff x="1228153" y="1651269"/>
            <a:chExt cx="2619865" cy="2621799"/>
          </a:xfrm>
        </p:grpSpPr>
        <p:sp>
          <p:nvSpPr>
            <p:cNvPr id="110" name="Rectangle 109">
              <a:extLst>
                <a:ext uri="{FF2B5EF4-FFF2-40B4-BE49-F238E27FC236}">
                  <a16:creationId xmlns:a16="http://schemas.microsoft.com/office/drawing/2014/main" id="{BCA325F6-CA98-4EA6-A83A-C1C03488E902}"/>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487127E-0479-4186-B15C-461AA6E6548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280">
              <a:extLst>
                <a:ext uri="{FF2B5EF4-FFF2-40B4-BE49-F238E27FC236}">
                  <a16:creationId xmlns:a16="http://schemas.microsoft.com/office/drawing/2014/main" id="{04A7CE13-1C6D-4915-B825-0EF0BEBAD4C8}"/>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a:extLst>
                <a:ext uri="{FF2B5EF4-FFF2-40B4-BE49-F238E27FC236}">
                  <a16:creationId xmlns:a16="http://schemas.microsoft.com/office/drawing/2014/main" id="{5953FD64-DD63-46D5-93DE-EBA6C34B1C37}"/>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 name="Rectangle 91">
            <a:extLst>
              <a:ext uri="{FF2B5EF4-FFF2-40B4-BE49-F238E27FC236}">
                <a16:creationId xmlns:a16="http://schemas.microsoft.com/office/drawing/2014/main" id="{FDA4D785-4E8F-42BB-A195-08D0E9F6E226}"/>
              </a:ext>
            </a:extLst>
          </p:cNvPr>
          <p:cNvSpPr/>
          <p:nvPr/>
        </p:nvSpPr>
        <p:spPr>
          <a:xfrm>
            <a:off x="7166734" y="36701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BD5EE3A-FF06-4957-B3F6-8CDB8ED6CCC8}"/>
              </a:ext>
            </a:extLst>
          </p:cNvPr>
          <p:cNvSpPr/>
          <p:nvPr/>
        </p:nvSpPr>
        <p:spPr>
          <a:xfrm rot="5400000">
            <a:off x="6214596" y="391359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EB1A1F57-CD1B-40B1-8CBD-E1144894D937}"/>
              </a:ext>
            </a:extLst>
          </p:cNvPr>
          <p:cNvSpPr/>
          <p:nvPr/>
        </p:nvSpPr>
        <p:spPr>
          <a:xfrm rot="5400000">
            <a:off x="5502065" y="43856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1E432F40-3C5D-4A33-ABB0-333C9161F223}"/>
              </a:ext>
            </a:extLst>
          </p:cNvPr>
          <p:cNvSpPr/>
          <p:nvPr/>
        </p:nvSpPr>
        <p:spPr>
          <a:xfrm rot="5400000">
            <a:off x="6451571" y="39114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DA55B65-5353-4123-A5A5-0843E2431F2C}"/>
              </a:ext>
            </a:extLst>
          </p:cNvPr>
          <p:cNvSpPr/>
          <p:nvPr/>
        </p:nvSpPr>
        <p:spPr>
          <a:xfrm rot="5400000">
            <a:off x="5733837" y="391624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264777C1-EA94-4D73-9831-7D6C1A8670B5}"/>
              </a:ext>
            </a:extLst>
          </p:cNvPr>
          <p:cNvSpPr/>
          <p:nvPr/>
        </p:nvSpPr>
        <p:spPr>
          <a:xfrm rot="5400000">
            <a:off x="5502065" y="39153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34F5F867-346A-4852-A52C-FC84BA701B93}"/>
              </a:ext>
            </a:extLst>
          </p:cNvPr>
          <p:cNvSpPr/>
          <p:nvPr/>
        </p:nvSpPr>
        <p:spPr>
          <a:xfrm rot="5400000">
            <a:off x="6451383" y="3670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DE498CE2-DCC4-4FFB-BBEE-29CA0CFF2015}"/>
              </a:ext>
            </a:extLst>
          </p:cNvPr>
          <p:cNvSpPr/>
          <p:nvPr/>
        </p:nvSpPr>
        <p:spPr>
          <a:xfrm rot="5400000">
            <a:off x="6452358" y="3433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BA2A0E0-735D-463A-ABF1-4A25DA1C16AC}"/>
              </a:ext>
            </a:extLst>
          </p:cNvPr>
          <p:cNvSpPr/>
          <p:nvPr/>
        </p:nvSpPr>
        <p:spPr>
          <a:xfrm rot="5400000">
            <a:off x="6451571" y="41467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47AFD109-9844-454C-A11E-B4D3D0AB9F77}"/>
              </a:ext>
            </a:extLst>
          </p:cNvPr>
          <p:cNvSpPr/>
          <p:nvPr/>
        </p:nvSpPr>
        <p:spPr>
          <a:xfrm rot="5400000">
            <a:off x="6451571" y="438311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C20BF65-2D26-45AF-BC56-56689DBF84EF}"/>
              </a:ext>
            </a:extLst>
          </p:cNvPr>
          <p:cNvSpPr/>
          <p:nvPr/>
        </p:nvSpPr>
        <p:spPr>
          <a:xfrm rot="5400000">
            <a:off x="5500638" y="367617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9A9FAF47-833F-4DCD-9938-7FE3F743EA4B}"/>
              </a:ext>
            </a:extLst>
          </p:cNvPr>
          <p:cNvSpPr/>
          <p:nvPr/>
        </p:nvSpPr>
        <p:spPr>
          <a:xfrm rot="5400000">
            <a:off x="5500233" y="344007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EE6A1A7A-B14E-497F-9352-EF135295525F}"/>
              </a:ext>
            </a:extLst>
          </p:cNvPr>
          <p:cNvSpPr/>
          <p:nvPr/>
        </p:nvSpPr>
        <p:spPr>
          <a:xfrm rot="5400000">
            <a:off x="5738401" y="32051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D806B5CB-1DC0-48BE-BB37-5007FC469E42}"/>
              </a:ext>
            </a:extLst>
          </p:cNvPr>
          <p:cNvSpPr/>
          <p:nvPr/>
        </p:nvSpPr>
        <p:spPr>
          <a:xfrm rot="5400000">
            <a:off x="5976709" y="32029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F026DD44-C22C-4032-BA44-EB8CDEE23E7B}"/>
              </a:ext>
            </a:extLst>
          </p:cNvPr>
          <p:cNvSpPr/>
          <p:nvPr/>
        </p:nvSpPr>
        <p:spPr>
          <a:xfrm rot="5400000">
            <a:off x="6211808" y="320554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475593A-5B00-4B09-ADBF-62738FDC2D89}"/>
              </a:ext>
            </a:extLst>
          </p:cNvPr>
          <p:cNvSpPr/>
          <p:nvPr/>
        </p:nvSpPr>
        <p:spPr>
          <a:xfrm rot="5400000">
            <a:off x="6213247" y="343359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E2DAE9DC-D343-4B35-B90C-66754190F505}"/>
              </a:ext>
            </a:extLst>
          </p:cNvPr>
          <p:cNvSpPr/>
          <p:nvPr/>
        </p:nvSpPr>
        <p:spPr>
          <a:xfrm rot="5400000">
            <a:off x="5739044" y="34401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1">
            <a:extLst>
              <a:ext uri="{FF2B5EF4-FFF2-40B4-BE49-F238E27FC236}">
                <a16:creationId xmlns:a16="http://schemas.microsoft.com/office/drawing/2014/main" id="{0A22B8FB-52C5-4FAE-9E9A-029D7ECF3F21}"/>
              </a:ext>
            </a:extLst>
          </p:cNvPr>
          <p:cNvGrpSpPr/>
          <p:nvPr/>
        </p:nvGrpSpPr>
        <p:grpSpPr>
          <a:xfrm>
            <a:off x="7761624" y="1343896"/>
            <a:ext cx="3588546" cy="1755683"/>
            <a:chOff x="719232" y="1343896"/>
            <a:chExt cx="3588546" cy="1755683"/>
          </a:xfrm>
        </p:grpSpPr>
        <p:sp>
          <p:nvSpPr>
            <p:cNvPr id="116" name="TextBox 115">
              <a:extLst>
                <a:ext uri="{FF2B5EF4-FFF2-40B4-BE49-F238E27FC236}">
                  <a16:creationId xmlns:a16="http://schemas.microsoft.com/office/drawing/2014/main" id="{96F76E1F-6C26-42B4-9E61-A4820EF6154A}"/>
                </a:ext>
              </a:extLst>
            </p:cNvPr>
            <p:cNvSpPr txBox="1"/>
            <p:nvPr/>
          </p:nvSpPr>
          <p:spPr>
            <a:xfrm>
              <a:off x="727216" y="1343896"/>
              <a:ext cx="165975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Strong:</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7" name="TextBox 116">
              <a:extLst>
                <a:ext uri="{FF2B5EF4-FFF2-40B4-BE49-F238E27FC236}">
                  <a16:creationId xmlns:a16="http://schemas.microsoft.com/office/drawing/2014/main" id="{CAB0A485-D634-4599-867E-1BB16773A399}"/>
                </a:ext>
              </a:extLst>
            </p:cNvPr>
            <p:cNvSpPr txBox="1"/>
            <p:nvPr/>
          </p:nvSpPr>
          <p:spPr>
            <a:xfrm>
              <a:off x="719232" y="2083916"/>
              <a:ext cx="3588546" cy="1015663"/>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Configuration consists</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of a single polyomino.</a:t>
              </a:r>
            </a:p>
          </p:txBody>
        </p:sp>
      </p:grpSp>
      <p:grpSp>
        <p:nvGrpSpPr>
          <p:cNvPr id="3" name="Group 2">
            <a:extLst>
              <a:ext uri="{FF2B5EF4-FFF2-40B4-BE49-F238E27FC236}">
                <a16:creationId xmlns:a16="http://schemas.microsoft.com/office/drawing/2014/main" id="{09D49E15-E38A-4205-B5BC-8082E54EC472}"/>
              </a:ext>
            </a:extLst>
          </p:cNvPr>
          <p:cNvGrpSpPr/>
          <p:nvPr/>
        </p:nvGrpSpPr>
        <p:grpSpPr>
          <a:xfrm>
            <a:off x="7753640" y="1343896"/>
            <a:ext cx="4159857" cy="2679012"/>
            <a:chOff x="7753640" y="1343896"/>
            <a:chExt cx="4159857" cy="2679012"/>
          </a:xfrm>
        </p:grpSpPr>
        <p:sp>
          <p:nvSpPr>
            <p:cNvPr id="93" name="TextBox 92">
              <a:extLst>
                <a:ext uri="{FF2B5EF4-FFF2-40B4-BE49-F238E27FC236}">
                  <a16:creationId xmlns:a16="http://schemas.microsoft.com/office/drawing/2014/main" id="{B2DA929B-2FBB-4A87-9A78-D4DC475AA0FB}"/>
                </a:ext>
              </a:extLst>
            </p:cNvPr>
            <p:cNvSpPr txBox="1"/>
            <p:nvPr/>
          </p:nvSpPr>
          <p:spPr>
            <a:xfrm>
              <a:off x="7761624" y="1343896"/>
              <a:ext cx="1407116"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Weak:</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94" name="TextBox 93">
              <a:extLst>
                <a:ext uri="{FF2B5EF4-FFF2-40B4-BE49-F238E27FC236}">
                  <a16:creationId xmlns:a16="http://schemas.microsoft.com/office/drawing/2014/main" id="{3132E3BA-77FF-444D-9580-AB218F0A4686}"/>
                </a:ext>
              </a:extLst>
            </p:cNvPr>
            <p:cNvSpPr txBox="1"/>
            <p:nvPr/>
          </p:nvSpPr>
          <p:spPr>
            <a:xfrm>
              <a:off x="7753640" y="2083916"/>
              <a:ext cx="4159857" cy="1938992"/>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Some polyominoes exist</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in the configuration which</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do not count towards the</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shape.</a:t>
              </a:r>
            </a:p>
          </p:txBody>
        </p:sp>
      </p:grpSp>
      <p:sp>
        <p:nvSpPr>
          <p:cNvPr id="95" name="Rectangle 94">
            <a:extLst>
              <a:ext uri="{FF2B5EF4-FFF2-40B4-BE49-F238E27FC236}">
                <a16:creationId xmlns:a16="http://schemas.microsoft.com/office/drawing/2014/main" id="{636FBC5C-69F0-4B37-9AD0-F23EAFA908CA}"/>
              </a:ext>
            </a:extLst>
          </p:cNvPr>
          <p:cNvSpPr/>
          <p:nvPr/>
        </p:nvSpPr>
        <p:spPr>
          <a:xfrm>
            <a:off x="5024799" y="4387135"/>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6896C4BB-5C12-4B84-AEA9-8979756828A0}"/>
              </a:ext>
            </a:extLst>
          </p:cNvPr>
          <p:cNvSpPr/>
          <p:nvPr/>
        </p:nvSpPr>
        <p:spPr>
          <a:xfrm>
            <a:off x="5024924" y="415140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7D634FC6-9BFA-4640-80E6-5A9499CE0D97}"/>
              </a:ext>
            </a:extLst>
          </p:cNvPr>
          <p:cNvSpPr/>
          <p:nvPr/>
        </p:nvSpPr>
        <p:spPr>
          <a:xfrm>
            <a:off x="5975820" y="4384568"/>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F4523248-FAA2-4B0B-9339-7275500AE58D}"/>
              </a:ext>
            </a:extLst>
          </p:cNvPr>
          <p:cNvSpPr/>
          <p:nvPr/>
        </p:nvSpPr>
        <p:spPr>
          <a:xfrm>
            <a:off x="6926677" y="438311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BFDA76D1-C9FB-4797-A9EB-EAB782567A03}"/>
              </a:ext>
            </a:extLst>
          </p:cNvPr>
          <p:cNvSpPr txBox="1"/>
          <p:nvPr/>
        </p:nvSpPr>
        <p:spPr>
          <a:xfrm>
            <a:off x="710070" y="2164412"/>
            <a:ext cx="3716146" cy="1015663"/>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This configuration</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represents an ‘A’ shape.</a:t>
            </a:r>
          </a:p>
        </p:txBody>
      </p:sp>
    </p:spTree>
    <p:extLst>
      <p:ext uri="{BB962C8B-B14F-4D97-AF65-F5344CB8AC3E}">
        <p14:creationId xmlns:p14="http://schemas.microsoft.com/office/powerpoint/2010/main" val="331016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9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100"/>
                                  </p:stCondLst>
                                  <p:childTnLst>
                                    <p:set>
                                      <p:cBhvr>
                                        <p:cTn id="16" dur="1" fill="hold">
                                          <p:stCondLst>
                                            <p:cond delay="0"/>
                                          </p:stCondLst>
                                        </p:cTn>
                                        <p:tgtEl>
                                          <p:spTgt spid="95"/>
                                        </p:tgtEl>
                                        <p:attrNameLst>
                                          <p:attrName>style.visibility</p:attrName>
                                        </p:attrNameLst>
                                      </p:cBhvr>
                                      <p:to>
                                        <p:strVal val="visible"/>
                                      </p:to>
                                    </p:set>
                                  </p:childTnLst>
                                </p:cTn>
                              </p:par>
                            </p:childTnLst>
                          </p:cTn>
                        </p:par>
                        <p:par>
                          <p:cTn id="17" fill="hold">
                            <p:stCondLst>
                              <p:cond delay="100"/>
                            </p:stCondLst>
                            <p:childTnLst>
                              <p:par>
                                <p:cTn id="18" presetID="1" presetClass="entr" presetSubtype="0" fill="hold" grpId="0" nodeType="afterEffect">
                                  <p:stCondLst>
                                    <p:cond delay="100"/>
                                  </p:stCondLst>
                                  <p:childTnLst>
                                    <p:set>
                                      <p:cBhvr>
                                        <p:cTn id="19" dur="1" fill="hold">
                                          <p:stCondLst>
                                            <p:cond delay="0"/>
                                          </p:stCondLst>
                                        </p:cTn>
                                        <p:tgtEl>
                                          <p:spTgt spid="98"/>
                                        </p:tgtEl>
                                        <p:attrNameLst>
                                          <p:attrName>style.visibility</p:attrName>
                                        </p:attrNameLst>
                                      </p:cBhvr>
                                      <p:to>
                                        <p:strVal val="visible"/>
                                      </p:to>
                                    </p:set>
                                  </p:childTnLst>
                                </p:cTn>
                              </p:par>
                            </p:childTnLst>
                          </p:cTn>
                        </p:par>
                        <p:par>
                          <p:cTn id="20" fill="hold">
                            <p:stCondLst>
                              <p:cond delay="200"/>
                            </p:stCondLst>
                            <p:childTnLst>
                              <p:par>
                                <p:cTn id="21" presetID="1" presetClass="entr" presetSubtype="0" fill="hold" grpId="0" nodeType="afterEffect">
                                  <p:stCondLst>
                                    <p:cond delay="100"/>
                                  </p:stCondLst>
                                  <p:childTnLst>
                                    <p:set>
                                      <p:cBhvr>
                                        <p:cTn id="22"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97" grpId="0" animBg="1"/>
      <p:bldP spid="98" grpId="0" animBg="1"/>
      <p:bldP spid="99"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Shape Construction</a:t>
            </a:r>
          </a:p>
        </p:txBody>
      </p:sp>
      <p:sp>
        <p:nvSpPr>
          <p:cNvPr id="247" name="Rectangle 246">
            <a:extLst>
              <a:ext uri="{FF2B5EF4-FFF2-40B4-BE49-F238E27FC236}">
                <a16:creationId xmlns:a16="http://schemas.microsoft.com/office/drawing/2014/main" id="{854BA629-7238-47F2-AD82-6BC2A838048F}"/>
              </a:ext>
            </a:extLst>
          </p:cNvPr>
          <p:cNvSpPr/>
          <p:nvPr/>
        </p:nvSpPr>
        <p:spPr>
          <a:xfrm rot="5400000">
            <a:off x="9668383" y="485375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3B886B82-2764-4921-ABFB-BE3F65318B23}"/>
              </a:ext>
            </a:extLst>
          </p:cNvPr>
          <p:cNvSpPr/>
          <p:nvPr/>
        </p:nvSpPr>
        <p:spPr>
          <a:xfrm rot="5400000">
            <a:off x="9196549" y="50894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908196-384F-474B-82ED-340D75D9C156}"/>
              </a:ext>
            </a:extLst>
          </p:cNvPr>
          <p:cNvGrpSpPr/>
          <p:nvPr/>
        </p:nvGrpSpPr>
        <p:grpSpPr>
          <a:xfrm>
            <a:off x="8478550" y="3180075"/>
            <a:ext cx="2619865" cy="2621799"/>
            <a:chOff x="1228153" y="1651269"/>
            <a:chExt cx="2619865" cy="2621799"/>
          </a:xfrm>
        </p:grpSpPr>
        <p:sp>
          <p:nvSpPr>
            <p:cNvPr id="110" name="Rectangle 109">
              <a:extLst>
                <a:ext uri="{FF2B5EF4-FFF2-40B4-BE49-F238E27FC236}">
                  <a16:creationId xmlns:a16="http://schemas.microsoft.com/office/drawing/2014/main" id="{BCA325F6-CA98-4EA6-A83A-C1C03488E902}"/>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487127E-0479-4186-B15C-461AA6E6548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280">
              <a:extLst>
                <a:ext uri="{FF2B5EF4-FFF2-40B4-BE49-F238E27FC236}">
                  <a16:creationId xmlns:a16="http://schemas.microsoft.com/office/drawing/2014/main" id="{04A7CE13-1C6D-4915-B825-0EF0BEBAD4C8}"/>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a:extLst>
                <a:ext uri="{FF2B5EF4-FFF2-40B4-BE49-F238E27FC236}">
                  <a16:creationId xmlns:a16="http://schemas.microsoft.com/office/drawing/2014/main" id="{5953FD64-DD63-46D5-93DE-EBA6C34B1C37}"/>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 name="Rectangle 91">
            <a:extLst>
              <a:ext uri="{FF2B5EF4-FFF2-40B4-BE49-F238E27FC236}">
                <a16:creationId xmlns:a16="http://schemas.microsoft.com/office/drawing/2014/main" id="{FDA4D785-4E8F-42BB-A195-08D0E9F6E226}"/>
              </a:ext>
            </a:extLst>
          </p:cNvPr>
          <p:cNvSpPr/>
          <p:nvPr/>
        </p:nvSpPr>
        <p:spPr>
          <a:xfrm>
            <a:off x="10860620" y="460909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BD5EE3A-FF06-4957-B3F6-8CDB8ED6CCC8}"/>
              </a:ext>
            </a:extLst>
          </p:cNvPr>
          <p:cNvSpPr/>
          <p:nvPr/>
        </p:nvSpPr>
        <p:spPr>
          <a:xfrm rot="5400000">
            <a:off x="9908482" y="485249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EB1A1F57-CD1B-40B1-8CBD-E1144894D937}"/>
              </a:ext>
            </a:extLst>
          </p:cNvPr>
          <p:cNvSpPr/>
          <p:nvPr/>
        </p:nvSpPr>
        <p:spPr>
          <a:xfrm rot="5400000">
            <a:off x="9195951" y="532453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1E432F40-3C5D-4A33-ABB0-333C9161F223}"/>
              </a:ext>
            </a:extLst>
          </p:cNvPr>
          <p:cNvSpPr/>
          <p:nvPr/>
        </p:nvSpPr>
        <p:spPr>
          <a:xfrm rot="5400000">
            <a:off x="10145457" y="485038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DA55B65-5353-4123-A5A5-0843E2431F2C}"/>
              </a:ext>
            </a:extLst>
          </p:cNvPr>
          <p:cNvSpPr/>
          <p:nvPr/>
        </p:nvSpPr>
        <p:spPr>
          <a:xfrm rot="5400000">
            <a:off x="9427723" y="4855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264777C1-EA94-4D73-9831-7D6C1A8670B5}"/>
              </a:ext>
            </a:extLst>
          </p:cNvPr>
          <p:cNvSpPr/>
          <p:nvPr/>
        </p:nvSpPr>
        <p:spPr>
          <a:xfrm rot="5400000">
            <a:off x="9195951" y="48542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34F5F867-346A-4852-A52C-FC84BA701B93}"/>
              </a:ext>
            </a:extLst>
          </p:cNvPr>
          <p:cNvSpPr/>
          <p:nvPr/>
        </p:nvSpPr>
        <p:spPr>
          <a:xfrm rot="5400000">
            <a:off x="10145269" y="46098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DE498CE2-DCC4-4FFB-BBEE-29CA0CFF2015}"/>
              </a:ext>
            </a:extLst>
          </p:cNvPr>
          <p:cNvSpPr/>
          <p:nvPr/>
        </p:nvSpPr>
        <p:spPr>
          <a:xfrm rot="5400000">
            <a:off x="10146244" y="437228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BA2A0E0-735D-463A-ABF1-4A25DA1C16AC}"/>
              </a:ext>
            </a:extLst>
          </p:cNvPr>
          <p:cNvSpPr/>
          <p:nvPr/>
        </p:nvSpPr>
        <p:spPr>
          <a:xfrm rot="5400000">
            <a:off x="10145457" y="508561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47AFD109-9844-454C-A11E-B4D3D0AB9F77}"/>
              </a:ext>
            </a:extLst>
          </p:cNvPr>
          <p:cNvSpPr/>
          <p:nvPr/>
        </p:nvSpPr>
        <p:spPr>
          <a:xfrm rot="5400000">
            <a:off x="10145457" y="532200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C20BF65-2D26-45AF-BC56-56689DBF84EF}"/>
              </a:ext>
            </a:extLst>
          </p:cNvPr>
          <p:cNvSpPr/>
          <p:nvPr/>
        </p:nvSpPr>
        <p:spPr>
          <a:xfrm rot="5400000">
            <a:off x="9194524" y="461507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9A9FAF47-833F-4DCD-9938-7FE3F743EA4B}"/>
              </a:ext>
            </a:extLst>
          </p:cNvPr>
          <p:cNvSpPr/>
          <p:nvPr/>
        </p:nvSpPr>
        <p:spPr>
          <a:xfrm rot="5400000">
            <a:off x="9194119" y="437897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EE6A1A7A-B14E-497F-9352-EF135295525F}"/>
              </a:ext>
            </a:extLst>
          </p:cNvPr>
          <p:cNvSpPr/>
          <p:nvPr/>
        </p:nvSpPr>
        <p:spPr>
          <a:xfrm rot="5400000">
            <a:off x="9432287" y="41440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D806B5CB-1DC0-48BE-BB37-5007FC469E42}"/>
              </a:ext>
            </a:extLst>
          </p:cNvPr>
          <p:cNvSpPr/>
          <p:nvPr/>
        </p:nvSpPr>
        <p:spPr>
          <a:xfrm rot="5400000">
            <a:off x="9670595" y="41418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F026DD44-C22C-4032-BA44-EB8CDEE23E7B}"/>
              </a:ext>
            </a:extLst>
          </p:cNvPr>
          <p:cNvSpPr/>
          <p:nvPr/>
        </p:nvSpPr>
        <p:spPr>
          <a:xfrm rot="5400000">
            <a:off x="9905694" y="41444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475593A-5B00-4B09-ADBF-62738FDC2D89}"/>
              </a:ext>
            </a:extLst>
          </p:cNvPr>
          <p:cNvSpPr/>
          <p:nvPr/>
        </p:nvSpPr>
        <p:spPr>
          <a:xfrm rot="5400000">
            <a:off x="9907133" y="43724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E2DAE9DC-D343-4B35-B90C-66754190F505}"/>
              </a:ext>
            </a:extLst>
          </p:cNvPr>
          <p:cNvSpPr/>
          <p:nvPr/>
        </p:nvSpPr>
        <p:spPr>
          <a:xfrm rot="5400000">
            <a:off x="9432930" y="43790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TextBox 101">
            <a:extLst>
              <a:ext uri="{FF2B5EF4-FFF2-40B4-BE49-F238E27FC236}">
                <a16:creationId xmlns:a16="http://schemas.microsoft.com/office/drawing/2014/main" id="{BFDA76D1-C9FB-4797-A9EB-EAB782567A03}"/>
              </a:ext>
            </a:extLst>
          </p:cNvPr>
          <p:cNvSpPr txBox="1"/>
          <p:nvPr/>
        </p:nvSpPr>
        <p:spPr>
          <a:xfrm>
            <a:off x="2615801" y="1345266"/>
            <a:ext cx="7518212" cy="147732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We want to transform some initial configuration</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into another (via a sequence of tilts) which </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represents a desired shape.</a:t>
            </a:r>
          </a:p>
        </p:txBody>
      </p:sp>
      <p:sp>
        <p:nvSpPr>
          <p:cNvPr id="73" name="Rectangle 72">
            <a:extLst>
              <a:ext uri="{FF2B5EF4-FFF2-40B4-BE49-F238E27FC236}">
                <a16:creationId xmlns:a16="http://schemas.microsoft.com/office/drawing/2014/main" id="{5ACDB67C-826B-4577-844C-AFC3A768EA5E}"/>
              </a:ext>
            </a:extLst>
          </p:cNvPr>
          <p:cNvSpPr/>
          <p:nvPr/>
        </p:nvSpPr>
        <p:spPr>
          <a:xfrm rot="5400000">
            <a:off x="2525991" y="532908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C2A8150-CD25-4A49-8BB0-63A1C771C6C8}"/>
              </a:ext>
            </a:extLst>
          </p:cNvPr>
          <p:cNvSpPr/>
          <p:nvPr/>
        </p:nvSpPr>
        <p:spPr>
          <a:xfrm rot="5400000">
            <a:off x="2045625" y="532697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5" name="Group 74">
            <a:extLst>
              <a:ext uri="{FF2B5EF4-FFF2-40B4-BE49-F238E27FC236}">
                <a16:creationId xmlns:a16="http://schemas.microsoft.com/office/drawing/2014/main" id="{17F04017-5147-4888-BD3A-7F61859F0E15}"/>
              </a:ext>
            </a:extLst>
          </p:cNvPr>
          <p:cNvGrpSpPr/>
          <p:nvPr/>
        </p:nvGrpSpPr>
        <p:grpSpPr>
          <a:xfrm>
            <a:off x="1329114" y="3180610"/>
            <a:ext cx="2619865" cy="2621799"/>
            <a:chOff x="1228153" y="1651269"/>
            <a:chExt cx="2619865" cy="2621799"/>
          </a:xfrm>
        </p:grpSpPr>
        <p:sp>
          <p:nvSpPr>
            <p:cNvPr id="76" name="Rectangle 75">
              <a:extLst>
                <a:ext uri="{FF2B5EF4-FFF2-40B4-BE49-F238E27FC236}">
                  <a16:creationId xmlns:a16="http://schemas.microsoft.com/office/drawing/2014/main" id="{A5B97DEC-AA5E-4484-BD19-C4DC8C7A39AF}"/>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02DFF943-1701-44A7-9FEB-9B293AED5011}"/>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BC754E05-23DB-4EBD-AF73-A4427789674D}"/>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E04406C7-262B-4D7D-9854-42F2740156FB}"/>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8914621F-473B-49FD-AC4A-61D8661331E8}"/>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46D1A1DA-F0C9-41C3-8FE8-9AA74AD69A2F}"/>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8C9820E1-7B1A-44C0-8816-2069736BD2BC}"/>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631D5ED5-3B52-411E-95A6-ECEFE8591612}"/>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159444A2-6DB7-42D8-890F-4FEE27820A78}"/>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F0242919-8FA9-40AD-9696-1925FF2B16EE}"/>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C484E052-274D-4DE6-A228-FE1DB6CFE34B}"/>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2EC3A321-3029-4800-824B-7003470A2B8E}"/>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AC1B50F0-B5F8-4B4C-A55E-9FBD4353A8F6}"/>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6648F5E1-7928-4351-978C-4265FF39382C}"/>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51DFD027-800C-4CA3-B34E-04DE72D46952}"/>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A10FC2EA-1EA6-4A29-B7C2-4A5F9F2F91BF}"/>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D7FE70C0-9229-4853-9030-19D24594C3A2}"/>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8B89B877-82B6-4E36-AA05-37C330178C3E}"/>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B536C110-6213-46EB-8D6F-3383CEA6B078}"/>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48AB4ACF-7D59-40AA-A231-87BC10BB94CC}"/>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ADA552B3-7AFD-4408-9979-4D4D7D03B8E1}"/>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CD4C41AC-C4D3-446F-BA8A-C5AC302BD391}"/>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A36BFFA3-2BB7-4E52-944E-B7F0FEDA967A}"/>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FEDC716D-CF72-4B7D-A173-26417431D8F7}"/>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FA437435-7595-41E0-A8BD-CD2298606494}"/>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C1A8D00F-CE65-469C-9910-7F1C4B229A3D}"/>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122">
              <a:extLst>
                <a:ext uri="{FF2B5EF4-FFF2-40B4-BE49-F238E27FC236}">
                  <a16:creationId xmlns:a16="http://schemas.microsoft.com/office/drawing/2014/main" id="{E037640C-E2B4-4A5A-A6DC-6F4F8088026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DFE61F99-85A3-4A29-A4B6-C1872E4A8EA7}"/>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D84C7C7C-F553-4619-8860-9482A1EAF049}"/>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90AA364D-EDFF-4260-83B8-264611ACC532}"/>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9F7BD63C-2726-4D1E-9619-E7B5A7E49411}"/>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6ADBDB1D-ACB6-4569-BA59-7FABA8DE6FF6}"/>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B1355A5-94E1-4E3E-AA7B-259E1FF9BA20}"/>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A9B88BB8-6CC5-4F36-A292-3A5AE9B44438}"/>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6B0D499D-F45F-419C-85D1-077872AFEFED}"/>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08448DE0-CB5B-48D6-A264-A91D33CA8789}"/>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Rectangle 156">
              <a:extLst>
                <a:ext uri="{FF2B5EF4-FFF2-40B4-BE49-F238E27FC236}">
                  <a16:creationId xmlns:a16="http://schemas.microsoft.com/office/drawing/2014/main" id="{7BCB02D4-6356-4E0E-B863-F6CAC05DE7EC}"/>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Rectangle 157">
              <a:extLst>
                <a:ext uri="{FF2B5EF4-FFF2-40B4-BE49-F238E27FC236}">
                  <a16:creationId xmlns:a16="http://schemas.microsoft.com/office/drawing/2014/main" id="{96A621A6-2C92-432A-A053-10016D85FF75}"/>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Rectangle 158">
              <a:extLst>
                <a:ext uri="{FF2B5EF4-FFF2-40B4-BE49-F238E27FC236}">
                  <a16:creationId xmlns:a16="http://schemas.microsoft.com/office/drawing/2014/main" id="{F1259F91-E260-40E1-AE4F-FF92D27E5286}"/>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0" name="Rectangle 159">
            <a:extLst>
              <a:ext uri="{FF2B5EF4-FFF2-40B4-BE49-F238E27FC236}">
                <a16:creationId xmlns:a16="http://schemas.microsoft.com/office/drawing/2014/main" id="{B994EFB2-21A3-4896-9882-277281A21E12}"/>
              </a:ext>
            </a:extLst>
          </p:cNvPr>
          <p:cNvSpPr/>
          <p:nvPr/>
        </p:nvSpPr>
        <p:spPr>
          <a:xfrm>
            <a:off x="3711184" y="460962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3A871F1D-1CC9-40DE-9E13-F9C6630A5968}"/>
              </a:ext>
            </a:extLst>
          </p:cNvPr>
          <p:cNvSpPr/>
          <p:nvPr/>
        </p:nvSpPr>
        <p:spPr>
          <a:xfrm rot="5400000">
            <a:off x="2759046" y="48530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A06FE688-B78D-4B5B-8D9A-BA723159DB8B}"/>
              </a:ext>
            </a:extLst>
          </p:cNvPr>
          <p:cNvSpPr/>
          <p:nvPr/>
        </p:nvSpPr>
        <p:spPr>
          <a:xfrm rot="5400000">
            <a:off x="2286572"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F72FACD8-DAE1-422E-A50E-58E4A3CFC97C}"/>
              </a:ext>
            </a:extLst>
          </p:cNvPr>
          <p:cNvSpPr/>
          <p:nvPr/>
        </p:nvSpPr>
        <p:spPr>
          <a:xfrm rot="5400000">
            <a:off x="3474995"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4BB7473F-D698-4C6F-A43D-408DB797FBC0}"/>
              </a:ext>
            </a:extLst>
          </p:cNvPr>
          <p:cNvSpPr/>
          <p:nvPr/>
        </p:nvSpPr>
        <p:spPr>
          <a:xfrm rot="5400000">
            <a:off x="3001160" y="342694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Rectangle 169">
            <a:extLst>
              <a:ext uri="{FF2B5EF4-FFF2-40B4-BE49-F238E27FC236}">
                <a16:creationId xmlns:a16="http://schemas.microsoft.com/office/drawing/2014/main" id="{EBE28798-C017-4640-B7D7-A41B180A7AD8}"/>
              </a:ext>
            </a:extLst>
          </p:cNvPr>
          <p:cNvSpPr/>
          <p:nvPr/>
        </p:nvSpPr>
        <p:spPr>
          <a:xfrm rot="5400000">
            <a:off x="1798092" y="48599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6FC2288D-B96D-4358-903C-4D9B9752AE2E}"/>
              </a:ext>
            </a:extLst>
          </p:cNvPr>
          <p:cNvSpPr/>
          <p:nvPr/>
        </p:nvSpPr>
        <p:spPr>
          <a:xfrm rot="5400000">
            <a:off x="2282222" y="43864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ECEABE83-D269-42B8-ACB2-C9F8C2187553}"/>
              </a:ext>
            </a:extLst>
          </p:cNvPr>
          <p:cNvSpPr/>
          <p:nvPr/>
        </p:nvSpPr>
        <p:spPr>
          <a:xfrm rot="5400000">
            <a:off x="3468597" y="437511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3BCCE521-53F8-4684-839E-1C4F82C85872}"/>
              </a:ext>
            </a:extLst>
          </p:cNvPr>
          <p:cNvSpPr/>
          <p:nvPr/>
        </p:nvSpPr>
        <p:spPr>
          <a:xfrm rot="5400000">
            <a:off x="2996021" y="5086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Rectangle 177">
            <a:extLst>
              <a:ext uri="{FF2B5EF4-FFF2-40B4-BE49-F238E27FC236}">
                <a16:creationId xmlns:a16="http://schemas.microsoft.com/office/drawing/2014/main" id="{6AB789FB-AE8B-48A6-A9CC-71A3BBE478F3}"/>
              </a:ext>
            </a:extLst>
          </p:cNvPr>
          <p:cNvSpPr/>
          <p:nvPr/>
        </p:nvSpPr>
        <p:spPr>
          <a:xfrm rot="5400000">
            <a:off x="2996021" y="532254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ABC6973-70F4-4E24-B972-F982E2F89A28}"/>
              </a:ext>
            </a:extLst>
          </p:cNvPr>
          <p:cNvSpPr/>
          <p:nvPr/>
        </p:nvSpPr>
        <p:spPr>
          <a:xfrm rot="5400000">
            <a:off x="1564014" y="5326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Rectangle 179">
            <a:extLst>
              <a:ext uri="{FF2B5EF4-FFF2-40B4-BE49-F238E27FC236}">
                <a16:creationId xmlns:a16="http://schemas.microsoft.com/office/drawing/2014/main" id="{A9186AFB-25FA-4C9F-A06B-0130E70C31D8}"/>
              </a:ext>
            </a:extLst>
          </p:cNvPr>
          <p:cNvSpPr/>
          <p:nvPr/>
        </p:nvSpPr>
        <p:spPr>
          <a:xfrm rot="5400000">
            <a:off x="1564676" y="43729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61890313-24FB-4DB8-A346-C9C706121DE2}"/>
              </a:ext>
            </a:extLst>
          </p:cNvPr>
          <p:cNvSpPr/>
          <p:nvPr/>
        </p:nvSpPr>
        <p:spPr>
          <a:xfrm rot="5400000">
            <a:off x="1804730" y="367046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63178F02-CA9E-4FBE-8D05-ECED303C8784}"/>
              </a:ext>
            </a:extLst>
          </p:cNvPr>
          <p:cNvSpPr/>
          <p:nvPr/>
        </p:nvSpPr>
        <p:spPr>
          <a:xfrm rot="5400000">
            <a:off x="3111821" y="39082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Rectangle 182">
            <a:extLst>
              <a:ext uri="{FF2B5EF4-FFF2-40B4-BE49-F238E27FC236}">
                <a16:creationId xmlns:a16="http://schemas.microsoft.com/office/drawing/2014/main" id="{1D271D94-E7D8-4431-B35B-0A03F84A5F47}"/>
              </a:ext>
            </a:extLst>
          </p:cNvPr>
          <p:cNvSpPr/>
          <p:nvPr/>
        </p:nvSpPr>
        <p:spPr>
          <a:xfrm rot="5400000">
            <a:off x="2515693" y="36519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2D070471-3E3F-478D-893A-0573E5E64394}"/>
              </a:ext>
            </a:extLst>
          </p:cNvPr>
          <p:cNvSpPr/>
          <p:nvPr/>
        </p:nvSpPr>
        <p:spPr>
          <a:xfrm rot="5400000">
            <a:off x="2759207" y="4390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134A243F-84C7-4ED3-92E0-A1AB41728F57}"/>
              </a:ext>
            </a:extLst>
          </p:cNvPr>
          <p:cNvSpPr/>
          <p:nvPr/>
        </p:nvSpPr>
        <p:spPr>
          <a:xfrm rot="5400000">
            <a:off x="2036852" y="34230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Arrow: Right 3">
            <a:extLst>
              <a:ext uri="{FF2B5EF4-FFF2-40B4-BE49-F238E27FC236}">
                <a16:creationId xmlns:a16="http://schemas.microsoft.com/office/drawing/2014/main" id="{9692B3F9-C8AB-4487-93D3-7D626CAFF97F}"/>
              </a:ext>
            </a:extLst>
          </p:cNvPr>
          <p:cNvSpPr/>
          <p:nvPr/>
        </p:nvSpPr>
        <p:spPr>
          <a:xfrm>
            <a:off x="5562107" y="4018508"/>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TextBox 185">
            <a:extLst>
              <a:ext uri="{FF2B5EF4-FFF2-40B4-BE49-F238E27FC236}">
                <a16:creationId xmlns:a16="http://schemas.microsoft.com/office/drawing/2014/main" id="{0226EC3B-7677-42BA-A723-C7A56ACF1DED}"/>
              </a:ext>
            </a:extLst>
          </p:cNvPr>
          <p:cNvSpPr txBox="1"/>
          <p:nvPr/>
        </p:nvSpPr>
        <p:spPr>
          <a:xfrm>
            <a:off x="4986273" y="5059692"/>
            <a:ext cx="2634054" cy="584775"/>
          </a:xfrm>
          <a:prstGeom prst="rect">
            <a:avLst/>
          </a:prstGeom>
          <a:noFill/>
        </p:spPr>
        <p:txBody>
          <a:bodyPr wrap="none" rtlCol="0">
            <a:spAutoFit/>
          </a:bodyPr>
          <a:lstStyle/>
          <a:p>
            <a:r>
              <a:rPr lang="en-US" sz="3200" dirty="0">
                <a:solidFill>
                  <a:schemeClr val="bg1"/>
                </a:solidFill>
              </a:rPr>
              <a:t>⟨</a:t>
            </a:r>
            <a:r>
              <a:rPr lang="en-US" dirty="0"/>
              <a:t> </a:t>
            </a:r>
            <a:r>
              <a:rPr lang="en-US" sz="3200" dirty="0">
                <a:solidFill>
                  <a:schemeClr val="bg1"/>
                </a:solidFill>
              </a:rPr>
              <a:t>←</a:t>
            </a:r>
            <a:r>
              <a:rPr lang="en-US" dirty="0">
                <a:solidFill>
                  <a:schemeClr val="bg1"/>
                </a:solidFill>
              </a:rPr>
              <a:t>,</a:t>
            </a:r>
            <a:r>
              <a:rPr lang="en-US" sz="3200" dirty="0"/>
              <a:t> </a:t>
            </a:r>
            <a:r>
              <a:rPr lang="en-US" sz="3200" dirty="0">
                <a:solidFill>
                  <a:schemeClr val="bg1"/>
                </a:solidFill>
              </a:rPr>
              <a:t>↑</a:t>
            </a:r>
            <a:r>
              <a:rPr lang="en-US" dirty="0"/>
              <a:t> </a:t>
            </a:r>
            <a:r>
              <a:rPr lang="en-US" dirty="0">
                <a:solidFill>
                  <a:schemeClr val="bg1"/>
                </a:solidFill>
              </a:rPr>
              <a:t>, … ,</a:t>
            </a:r>
            <a:r>
              <a:rPr lang="en-US" sz="3200" dirty="0">
                <a:solidFill>
                  <a:schemeClr val="bg1"/>
                </a:solidFill>
              </a:rPr>
              <a:t>↓</a:t>
            </a:r>
            <a:r>
              <a:rPr lang="en-US" dirty="0">
                <a:solidFill>
                  <a:schemeClr val="bg1"/>
                </a:solidFill>
              </a:rPr>
              <a:t>,</a:t>
            </a:r>
            <a:r>
              <a:rPr lang="en-US" sz="2800" dirty="0">
                <a:solidFill>
                  <a:schemeClr val="bg1"/>
                </a:solidFill>
              </a:rPr>
              <a:t> → </a:t>
            </a:r>
            <a:r>
              <a:rPr lang="en-US" sz="3200" dirty="0">
                <a:solidFill>
                  <a:schemeClr val="bg1"/>
                </a:solidFill>
              </a:rPr>
              <a:t>⟩</a:t>
            </a:r>
            <a:endParaRPr lang="en-US" sz="3200" dirty="0">
              <a:solidFill>
                <a:schemeClr val="bg1"/>
              </a:solidFill>
              <a:latin typeface="Dubai Light" panose="020B0303030403030204" pitchFamily="34" charset="-78"/>
              <a:cs typeface="Dubai Light" panose="020B0303030403030204" pitchFamily="34" charset="-78"/>
            </a:endParaRPr>
          </a:p>
        </p:txBody>
      </p:sp>
      <p:sp>
        <p:nvSpPr>
          <p:cNvPr id="187" name="TextBox 186">
            <a:extLst>
              <a:ext uri="{FF2B5EF4-FFF2-40B4-BE49-F238E27FC236}">
                <a16:creationId xmlns:a16="http://schemas.microsoft.com/office/drawing/2014/main" id="{70175CC7-3881-4994-8853-2BEE7B51F24F}"/>
              </a:ext>
            </a:extLst>
          </p:cNvPr>
          <p:cNvSpPr txBox="1"/>
          <p:nvPr/>
        </p:nvSpPr>
        <p:spPr>
          <a:xfrm>
            <a:off x="2247700" y="5752122"/>
            <a:ext cx="899605"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0</a:t>
            </a:r>
          </a:p>
        </p:txBody>
      </p:sp>
      <p:sp>
        <p:nvSpPr>
          <p:cNvPr id="188" name="TextBox 187">
            <a:extLst>
              <a:ext uri="{FF2B5EF4-FFF2-40B4-BE49-F238E27FC236}">
                <a16:creationId xmlns:a16="http://schemas.microsoft.com/office/drawing/2014/main" id="{DAAA56D4-19E3-41E8-B2A0-FA2DDF89B1F3}"/>
              </a:ext>
            </a:extLst>
          </p:cNvPr>
          <p:cNvSpPr txBox="1"/>
          <p:nvPr/>
        </p:nvSpPr>
        <p:spPr>
          <a:xfrm>
            <a:off x="9509727" y="5729341"/>
            <a:ext cx="84189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k</a:t>
            </a:r>
          </a:p>
        </p:txBody>
      </p:sp>
    </p:spTree>
    <p:extLst>
      <p:ext uri="{BB962C8B-B14F-4D97-AF65-F5344CB8AC3E}">
        <p14:creationId xmlns:p14="http://schemas.microsoft.com/office/powerpoint/2010/main" val="290906192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Universal Configuration</a:t>
            </a:r>
          </a:p>
        </p:txBody>
      </p:sp>
      <p:grpSp>
        <p:nvGrpSpPr>
          <p:cNvPr id="3" name="Group 2">
            <a:extLst>
              <a:ext uri="{FF2B5EF4-FFF2-40B4-BE49-F238E27FC236}">
                <a16:creationId xmlns:a16="http://schemas.microsoft.com/office/drawing/2014/main" id="{4B1DF5D1-D24C-4C57-8551-959E38F0E396}"/>
              </a:ext>
            </a:extLst>
          </p:cNvPr>
          <p:cNvGrpSpPr/>
          <p:nvPr/>
        </p:nvGrpSpPr>
        <p:grpSpPr>
          <a:xfrm>
            <a:off x="7058077" y="3757790"/>
            <a:ext cx="1431898" cy="1414883"/>
            <a:chOff x="8478571" y="3180077"/>
            <a:chExt cx="2619872" cy="2621802"/>
          </a:xfrm>
        </p:grpSpPr>
        <p:sp>
          <p:nvSpPr>
            <p:cNvPr id="247" name="Rectangle 246">
              <a:extLst>
                <a:ext uri="{FF2B5EF4-FFF2-40B4-BE49-F238E27FC236}">
                  <a16:creationId xmlns:a16="http://schemas.microsoft.com/office/drawing/2014/main" id="{854BA629-7238-47F2-AD82-6BC2A838048F}"/>
                </a:ext>
              </a:extLst>
            </p:cNvPr>
            <p:cNvSpPr/>
            <p:nvPr/>
          </p:nvSpPr>
          <p:spPr>
            <a:xfrm rot="5400000">
              <a:off x="9668408" y="4853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3B886B82-2764-4921-ABFB-BE3F65318B23}"/>
                </a:ext>
              </a:extLst>
            </p:cNvPr>
            <p:cNvSpPr/>
            <p:nvPr/>
          </p:nvSpPr>
          <p:spPr>
            <a:xfrm rot="5400000">
              <a:off x="9196573" y="508946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908196-384F-474B-82ED-340D75D9C156}"/>
                </a:ext>
              </a:extLst>
            </p:cNvPr>
            <p:cNvGrpSpPr/>
            <p:nvPr/>
          </p:nvGrpSpPr>
          <p:grpSpPr>
            <a:xfrm>
              <a:off x="8478571" y="3180077"/>
              <a:ext cx="2619872" cy="2621802"/>
              <a:chOff x="1228153" y="1651269"/>
              <a:chExt cx="2619865" cy="2621799"/>
            </a:xfrm>
          </p:grpSpPr>
          <p:sp>
            <p:nvSpPr>
              <p:cNvPr id="110" name="Rectangle 109">
                <a:extLst>
                  <a:ext uri="{FF2B5EF4-FFF2-40B4-BE49-F238E27FC236}">
                    <a16:creationId xmlns:a16="http://schemas.microsoft.com/office/drawing/2014/main" id="{BCA325F6-CA98-4EA6-A83A-C1C03488E902}"/>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487127E-0479-4186-B15C-461AA6E6548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280">
                <a:extLst>
                  <a:ext uri="{FF2B5EF4-FFF2-40B4-BE49-F238E27FC236}">
                    <a16:creationId xmlns:a16="http://schemas.microsoft.com/office/drawing/2014/main" id="{04A7CE13-1C6D-4915-B825-0EF0BEBAD4C8}"/>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a:extLst>
                  <a:ext uri="{FF2B5EF4-FFF2-40B4-BE49-F238E27FC236}">
                    <a16:creationId xmlns:a16="http://schemas.microsoft.com/office/drawing/2014/main" id="{5953FD64-DD63-46D5-93DE-EBA6C34B1C37}"/>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 name="Rectangle 91">
              <a:extLst>
                <a:ext uri="{FF2B5EF4-FFF2-40B4-BE49-F238E27FC236}">
                  <a16:creationId xmlns:a16="http://schemas.microsoft.com/office/drawing/2014/main" id="{FDA4D785-4E8F-42BB-A195-08D0E9F6E226}"/>
                </a:ext>
              </a:extLst>
            </p:cNvPr>
            <p:cNvSpPr/>
            <p:nvPr/>
          </p:nvSpPr>
          <p:spPr>
            <a:xfrm>
              <a:off x="10860645" y="4609094"/>
              <a:ext cx="237745" cy="23875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BD5EE3A-FF06-4957-B3F6-8CDB8ED6CCC8}"/>
                </a:ext>
              </a:extLst>
            </p:cNvPr>
            <p:cNvSpPr/>
            <p:nvPr/>
          </p:nvSpPr>
          <p:spPr>
            <a:xfrm rot="5400000">
              <a:off x="9908506" y="485250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EB1A1F57-CD1B-40B1-8CBD-E1144894D937}"/>
                </a:ext>
              </a:extLst>
            </p:cNvPr>
            <p:cNvSpPr/>
            <p:nvPr/>
          </p:nvSpPr>
          <p:spPr>
            <a:xfrm rot="5400000">
              <a:off x="9195973" y="532453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1E432F40-3C5D-4A33-ABB0-333C9161F223}"/>
                </a:ext>
              </a:extLst>
            </p:cNvPr>
            <p:cNvSpPr/>
            <p:nvPr/>
          </p:nvSpPr>
          <p:spPr>
            <a:xfrm rot="5400000">
              <a:off x="10145480" y="48503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DA55B65-5353-4123-A5A5-0843E2431F2C}"/>
                </a:ext>
              </a:extLst>
            </p:cNvPr>
            <p:cNvSpPr/>
            <p:nvPr/>
          </p:nvSpPr>
          <p:spPr>
            <a:xfrm rot="5400000">
              <a:off x="9427745" y="485515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264777C1-EA94-4D73-9831-7D6C1A8670B5}"/>
                </a:ext>
              </a:extLst>
            </p:cNvPr>
            <p:cNvSpPr/>
            <p:nvPr/>
          </p:nvSpPr>
          <p:spPr>
            <a:xfrm rot="5400000">
              <a:off x="9195973" y="48542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34F5F867-346A-4852-A52C-FC84BA701B93}"/>
                </a:ext>
              </a:extLst>
            </p:cNvPr>
            <p:cNvSpPr/>
            <p:nvPr/>
          </p:nvSpPr>
          <p:spPr>
            <a:xfrm rot="5400000">
              <a:off x="10145294" y="46098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DE498CE2-DCC4-4FFB-BBEE-29CA0CFF2015}"/>
                </a:ext>
              </a:extLst>
            </p:cNvPr>
            <p:cNvSpPr/>
            <p:nvPr/>
          </p:nvSpPr>
          <p:spPr>
            <a:xfrm rot="5400000">
              <a:off x="10146267" y="43722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BA2A0E0-735D-463A-ABF1-4A25DA1C16AC}"/>
                </a:ext>
              </a:extLst>
            </p:cNvPr>
            <p:cNvSpPr/>
            <p:nvPr/>
          </p:nvSpPr>
          <p:spPr>
            <a:xfrm rot="5400000">
              <a:off x="10145480" y="50856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47AFD109-9844-454C-A11E-B4D3D0AB9F77}"/>
                </a:ext>
              </a:extLst>
            </p:cNvPr>
            <p:cNvSpPr/>
            <p:nvPr/>
          </p:nvSpPr>
          <p:spPr>
            <a:xfrm rot="5400000">
              <a:off x="10145482" y="532201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C20BF65-2D26-45AF-BC56-56689DBF84EF}"/>
                </a:ext>
              </a:extLst>
            </p:cNvPr>
            <p:cNvSpPr/>
            <p:nvPr/>
          </p:nvSpPr>
          <p:spPr>
            <a:xfrm rot="5400000">
              <a:off x="9194547" y="46150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9A9FAF47-833F-4DCD-9938-7FE3F743EA4B}"/>
                </a:ext>
              </a:extLst>
            </p:cNvPr>
            <p:cNvSpPr/>
            <p:nvPr/>
          </p:nvSpPr>
          <p:spPr>
            <a:xfrm rot="5400000">
              <a:off x="9194141" y="437898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EE6A1A7A-B14E-497F-9352-EF135295525F}"/>
                </a:ext>
              </a:extLst>
            </p:cNvPr>
            <p:cNvSpPr/>
            <p:nvPr/>
          </p:nvSpPr>
          <p:spPr>
            <a:xfrm rot="5400000">
              <a:off x="9432303" y="414404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D806B5CB-1DC0-48BE-BB37-5007FC469E42}"/>
                </a:ext>
              </a:extLst>
            </p:cNvPr>
            <p:cNvSpPr/>
            <p:nvPr/>
          </p:nvSpPr>
          <p:spPr>
            <a:xfrm rot="5400000">
              <a:off x="9670612" y="414181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F026DD44-C22C-4032-BA44-EB8CDEE23E7B}"/>
                </a:ext>
              </a:extLst>
            </p:cNvPr>
            <p:cNvSpPr/>
            <p:nvPr/>
          </p:nvSpPr>
          <p:spPr>
            <a:xfrm rot="5400000">
              <a:off x="9905712" y="414444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475593A-5B00-4B09-ADBF-62738FDC2D89}"/>
                </a:ext>
              </a:extLst>
            </p:cNvPr>
            <p:cNvSpPr/>
            <p:nvPr/>
          </p:nvSpPr>
          <p:spPr>
            <a:xfrm rot="5400000">
              <a:off x="9907152" y="437250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E2DAE9DC-D343-4B35-B90C-66754190F505}"/>
                </a:ext>
              </a:extLst>
            </p:cNvPr>
            <p:cNvSpPr/>
            <p:nvPr/>
          </p:nvSpPr>
          <p:spPr>
            <a:xfrm rot="5400000">
              <a:off x="9432931" y="43790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2" name="TextBox 101">
            <a:extLst>
              <a:ext uri="{FF2B5EF4-FFF2-40B4-BE49-F238E27FC236}">
                <a16:creationId xmlns:a16="http://schemas.microsoft.com/office/drawing/2014/main" id="{BFDA76D1-C9FB-4797-A9EB-EAB782567A03}"/>
              </a:ext>
            </a:extLst>
          </p:cNvPr>
          <p:cNvSpPr txBox="1"/>
          <p:nvPr/>
        </p:nvSpPr>
        <p:spPr>
          <a:xfrm>
            <a:off x="2239339" y="1322816"/>
            <a:ext cx="8358635"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 configuration C</a:t>
            </a:r>
            <a:r>
              <a:rPr lang="en-US" sz="3600" baseline="30000" dirty="0">
                <a:solidFill>
                  <a:schemeClr val="bg1"/>
                </a:solidFill>
              </a:rPr>
              <a:t>′</a:t>
            </a:r>
            <a:r>
              <a:rPr lang="en-US" sz="3000" dirty="0">
                <a:solidFill>
                  <a:schemeClr val="bg1"/>
                </a:solidFill>
                <a:latin typeface="Dubai Light" panose="020B0303030403030204" pitchFamily="34" charset="-78"/>
                <a:cs typeface="Dubai Light" panose="020B0303030403030204" pitchFamily="34" charset="-78"/>
              </a:rPr>
              <a:t> is considered universal to</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a set of configurations </a:t>
            </a:r>
            <a:r>
              <a:rPr lang="en-US" sz="3000" b="1" i="1" dirty="0">
                <a:solidFill>
                  <a:schemeClr val="bg1"/>
                </a:solidFill>
                <a:latin typeface="Dubai Light" panose="020B0303030403030204" pitchFamily="34" charset="-78"/>
                <a:cs typeface="Dubai Light" panose="020B0303030403030204" pitchFamily="34" charset="-78"/>
              </a:rPr>
              <a:t>C</a:t>
            </a:r>
            <a:r>
              <a:rPr lang="en-US" sz="3000" i="1" dirty="0">
                <a:solidFill>
                  <a:schemeClr val="bg1"/>
                </a:solidFill>
                <a:latin typeface="Dubai Light" panose="020B0303030403030204" pitchFamily="34" charset="-78"/>
                <a:cs typeface="Dubai Light" panose="020B0303030403030204" pitchFamily="34" charset="-78"/>
              </a:rPr>
              <a:t> </a:t>
            </a:r>
            <a:r>
              <a:rPr lang="en-US" sz="3000" dirty="0">
                <a:solidFill>
                  <a:schemeClr val="bg1"/>
                </a:solidFill>
                <a:latin typeface="Dubai Light" panose="020B0303030403030204" pitchFamily="34" charset="-78"/>
                <a:cs typeface="Dubai Light" panose="020B0303030403030204" pitchFamily="34" charset="-78"/>
              </a:rPr>
              <a:t>= {C</a:t>
            </a:r>
            <a:r>
              <a:rPr lang="en-US" sz="3000" baseline="-25000" dirty="0">
                <a:solidFill>
                  <a:schemeClr val="bg1"/>
                </a:solidFill>
                <a:latin typeface="Dubai Light" panose="020B0303030403030204" pitchFamily="34" charset="-78"/>
                <a:cs typeface="Dubai Light" panose="020B0303030403030204" pitchFamily="34" charset="-78"/>
              </a:rPr>
              <a:t>1</a:t>
            </a:r>
            <a:r>
              <a:rPr lang="en-US" sz="3000" dirty="0">
                <a:solidFill>
                  <a:schemeClr val="bg1"/>
                </a:solidFill>
                <a:latin typeface="Dubai Light" panose="020B0303030403030204" pitchFamily="34" charset="-78"/>
                <a:cs typeface="Dubai Light" panose="020B0303030403030204" pitchFamily="34" charset="-78"/>
              </a:rPr>
              <a:t>, C</a:t>
            </a:r>
            <a:r>
              <a:rPr lang="en-US" sz="3000" baseline="-25000" dirty="0">
                <a:solidFill>
                  <a:schemeClr val="bg1"/>
                </a:solidFill>
                <a:latin typeface="Dubai Light" panose="020B0303030403030204" pitchFamily="34" charset="-78"/>
                <a:cs typeface="Dubai Light" panose="020B0303030403030204" pitchFamily="34" charset="-78"/>
              </a:rPr>
              <a:t>2</a:t>
            </a:r>
            <a:r>
              <a:rPr lang="en-US" sz="3000" dirty="0">
                <a:solidFill>
                  <a:schemeClr val="bg1"/>
                </a:solidFill>
                <a:latin typeface="Dubai Light" panose="020B0303030403030204" pitchFamily="34" charset="-78"/>
                <a:cs typeface="Dubai Light" panose="020B0303030403030204" pitchFamily="34" charset="-78"/>
              </a:rPr>
              <a:t>, ..., C</a:t>
            </a:r>
            <a:r>
              <a:rPr lang="en-US" sz="3000" baseline="-25000" dirty="0">
                <a:solidFill>
                  <a:schemeClr val="bg1"/>
                </a:solidFill>
                <a:latin typeface="Dubai Light" panose="020B0303030403030204" pitchFamily="34" charset="-78"/>
                <a:cs typeface="Dubai Light" panose="020B0303030403030204" pitchFamily="34" charset="-78"/>
              </a:rPr>
              <a:t>k</a:t>
            </a:r>
            <a:r>
              <a:rPr lang="en-US" sz="3000" dirty="0">
                <a:solidFill>
                  <a:schemeClr val="bg1"/>
                </a:solidFill>
                <a:latin typeface="Dubai Light" panose="020B0303030403030204" pitchFamily="34" charset="-78"/>
                <a:cs typeface="Dubai Light" panose="020B0303030403030204" pitchFamily="34" charset="-78"/>
              </a:rPr>
              <a:t>} if and only if</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C</a:t>
            </a:r>
            <a:r>
              <a:rPr lang="en-US" sz="3600" baseline="30000" dirty="0">
                <a:solidFill>
                  <a:schemeClr val="bg1"/>
                </a:solidFill>
              </a:rPr>
              <a:t>′</a:t>
            </a:r>
            <a:r>
              <a:rPr lang="en-US" sz="3000" dirty="0">
                <a:solidFill>
                  <a:schemeClr val="bg1"/>
                </a:solidFill>
                <a:latin typeface="Dubai Light" panose="020B0303030403030204" pitchFamily="34" charset="-78"/>
                <a:cs typeface="Dubai Light" panose="020B0303030403030204" pitchFamily="34" charset="-78"/>
              </a:rPr>
              <a:t> can be reconfigured into C</a:t>
            </a:r>
            <a:r>
              <a:rPr lang="en-US" sz="3000" baseline="-25000" dirty="0">
                <a:solidFill>
                  <a:schemeClr val="bg1"/>
                </a:solidFill>
                <a:latin typeface="Dubai Light" panose="020B0303030403030204" pitchFamily="34" charset="-78"/>
                <a:cs typeface="Dubai Light" panose="020B0303030403030204" pitchFamily="34" charset="-78"/>
              </a:rPr>
              <a:t>i</a:t>
            </a:r>
            <a:r>
              <a:rPr lang="en-US" sz="3000" dirty="0">
                <a:solidFill>
                  <a:schemeClr val="bg1"/>
                </a:solidFill>
                <a:latin typeface="Dubai Light" panose="020B0303030403030204" pitchFamily="34" charset="-78"/>
                <a:cs typeface="Dubai Light" panose="020B0303030403030204" pitchFamily="34" charset="-78"/>
              </a:rPr>
              <a:t> </a:t>
            </a:r>
            <a:r>
              <a:rPr lang="en-US" sz="2800" dirty="0">
                <a:solidFill>
                  <a:schemeClr val="bg1"/>
                </a:solidFill>
              </a:rPr>
              <a:t>∀</a:t>
            </a:r>
            <a:r>
              <a:rPr lang="en-US" sz="3000" dirty="0">
                <a:solidFill>
                  <a:schemeClr val="bg1"/>
                </a:solidFill>
                <a:latin typeface="Dubai Light" panose="020B0303030403030204" pitchFamily="34" charset="-78"/>
                <a:cs typeface="Dubai Light" panose="020B0303030403030204" pitchFamily="34" charset="-78"/>
              </a:rPr>
              <a:t>C</a:t>
            </a:r>
            <a:r>
              <a:rPr lang="en-US" sz="3000" baseline="-25000" dirty="0">
                <a:solidFill>
                  <a:schemeClr val="bg1"/>
                </a:solidFill>
                <a:latin typeface="Dubai Light" panose="020B0303030403030204" pitchFamily="34" charset="-78"/>
                <a:cs typeface="Dubai Light" panose="020B0303030403030204" pitchFamily="34" charset="-78"/>
              </a:rPr>
              <a:t>i</a:t>
            </a:r>
            <a:r>
              <a:rPr lang="en-US" sz="3000" dirty="0">
                <a:solidFill>
                  <a:schemeClr val="bg1"/>
                </a:solidFill>
                <a:latin typeface="Dubai Light" panose="020B0303030403030204" pitchFamily="34" charset="-78"/>
                <a:cs typeface="Dubai Light" panose="020B0303030403030204" pitchFamily="34" charset="-78"/>
              </a:rPr>
              <a:t> </a:t>
            </a:r>
            <a:r>
              <a:rPr lang="en-US" sz="3200" baseline="10000" dirty="0">
                <a:solidFill>
                  <a:schemeClr val="bg1"/>
                </a:solidFill>
              </a:rPr>
              <a:t>∈</a:t>
            </a:r>
            <a:r>
              <a:rPr lang="en-US" sz="3000" dirty="0">
                <a:solidFill>
                  <a:schemeClr val="bg1"/>
                </a:solidFill>
                <a:latin typeface="Dubai Light" panose="020B0303030403030204" pitchFamily="34" charset="-78"/>
                <a:cs typeface="Dubai Light" panose="020B0303030403030204" pitchFamily="34" charset="-78"/>
              </a:rPr>
              <a:t> </a:t>
            </a:r>
            <a:r>
              <a:rPr lang="en-US" sz="3000" b="1" i="1" dirty="0">
                <a:solidFill>
                  <a:schemeClr val="bg1"/>
                </a:solidFill>
                <a:latin typeface="Dubai Light" panose="020B0303030403030204" pitchFamily="34" charset="-78"/>
                <a:cs typeface="Dubai Light" panose="020B0303030403030204" pitchFamily="34" charset="-78"/>
              </a:rPr>
              <a:t>C</a:t>
            </a:r>
            <a:r>
              <a:rPr lang="en-US" sz="3000" i="1" dirty="0">
                <a:solidFill>
                  <a:schemeClr val="bg1"/>
                </a:solidFill>
                <a:latin typeface="Dubai Light" panose="020B0303030403030204" pitchFamily="34" charset="-78"/>
                <a:cs typeface="Dubai Light" panose="020B0303030403030204" pitchFamily="34" charset="-78"/>
              </a:rPr>
              <a:t> </a:t>
            </a:r>
            <a:r>
              <a:rPr lang="en-US" sz="3000" dirty="0">
                <a:solidFill>
                  <a:schemeClr val="bg1"/>
                </a:solidFill>
                <a:latin typeface="Dubai Light" panose="020B0303030403030204" pitchFamily="34" charset="-78"/>
                <a:cs typeface="Dubai Light" panose="020B0303030403030204" pitchFamily="34" charset="-78"/>
              </a:rPr>
              <a:t>.</a:t>
            </a:r>
            <a:endParaRPr lang="en-US" sz="3000" i="1" dirty="0">
              <a:solidFill>
                <a:schemeClr val="bg1"/>
              </a:solidFill>
              <a:latin typeface="Dubai Light" panose="020B0303030403030204" pitchFamily="34" charset="-78"/>
              <a:cs typeface="Dubai Light" panose="020B0303030403030204" pitchFamily="34" charset="-78"/>
            </a:endParaRPr>
          </a:p>
        </p:txBody>
      </p:sp>
      <p:sp>
        <p:nvSpPr>
          <p:cNvPr id="73" name="Rectangle 72">
            <a:extLst>
              <a:ext uri="{FF2B5EF4-FFF2-40B4-BE49-F238E27FC236}">
                <a16:creationId xmlns:a16="http://schemas.microsoft.com/office/drawing/2014/main" id="{5ACDB67C-826B-4577-844C-AFC3A768EA5E}"/>
              </a:ext>
            </a:extLst>
          </p:cNvPr>
          <p:cNvSpPr/>
          <p:nvPr/>
        </p:nvSpPr>
        <p:spPr>
          <a:xfrm rot="5400000">
            <a:off x="2525991" y="532908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C2A8150-CD25-4A49-8BB0-63A1C771C6C8}"/>
              </a:ext>
            </a:extLst>
          </p:cNvPr>
          <p:cNvSpPr/>
          <p:nvPr/>
        </p:nvSpPr>
        <p:spPr>
          <a:xfrm rot="5400000">
            <a:off x="2045625" y="532697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5" name="Group 74">
            <a:extLst>
              <a:ext uri="{FF2B5EF4-FFF2-40B4-BE49-F238E27FC236}">
                <a16:creationId xmlns:a16="http://schemas.microsoft.com/office/drawing/2014/main" id="{17F04017-5147-4888-BD3A-7F61859F0E15}"/>
              </a:ext>
            </a:extLst>
          </p:cNvPr>
          <p:cNvGrpSpPr/>
          <p:nvPr/>
        </p:nvGrpSpPr>
        <p:grpSpPr>
          <a:xfrm>
            <a:off x="1329114" y="3180610"/>
            <a:ext cx="2619865" cy="2621799"/>
            <a:chOff x="1228153" y="1651269"/>
            <a:chExt cx="2619865" cy="2621799"/>
          </a:xfrm>
        </p:grpSpPr>
        <p:sp>
          <p:nvSpPr>
            <p:cNvPr id="76" name="Rectangle 75">
              <a:extLst>
                <a:ext uri="{FF2B5EF4-FFF2-40B4-BE49-F238E27FC236}">
                  <a16:creationId xmlns:a16="http://schemas.microsoft.com/office/drawing/2014/main" id="{A5B97DEC-AA5E-4484-BD19-C4DC8C7A39AF}"/>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02DFF943-1701-44A7-9FEB-9B293AED5011}"/>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BC754E05-23DB-4EBD-AF73-A4427789674D}"/>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E04406C7-262B-4D7D-9854-42F2740156FB}"/>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8914621F-473B-49FD-AC4A-61D8661331E8}"/>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46D1A1DA-F0C9-41C3-8FE8-9AA74AD69A2F}"/>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8C9820E1-7B1A-44C0-8816-2069736BD2BC}"/>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631D5ED5-3B52-411E-95A6-ECEFE8591612}"/>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159444A2-6DB7-42D8-890F-4FEE27820A78}"/>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F0242919-8FA9-40AD-9696-1925FF2B16EE}"/>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C484E052-274D-4DE6-A228-FE1DB6CFE34B}"/>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2EC3A321-3029-4800-824B-7003470A2B8E}"/>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AC1B50F0-B5F8-4B4C-A55E-9FBD4353A8F6}"/>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6648F5E1-7928-4351-978C-4265FF39382C}"/>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51DFD027-800C-4CA3-B34E-04DE72D46952}"/>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A10FC2EA-1EA6-4A29-B7C2-4A5F9F2F91BF}"/>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D7FE70C0-9229-4853-9030-19D24594C3A2}"/>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8B89B877-82B6-4E36-AA05-37C330178C3E}"/>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B536C110-6213-46EB-8D6F-3383CEA6B078}"/>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48AB4ACF-7D59-40AA-A231-87BC10BB94CC}"/>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ADA552B3-7AFD-4408-9979-4D4D7D03B8E1}"/>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CD4C41AC-C4D3-446F-BA8A-C5AC302BD391}"/>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A36BFFA3-2BB7-4E52-944E-B7F0FEDA967A}"/>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FEDC716D-CF72-4B7D-A173-26417431D8F7}"/>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FA437435-7595-41E0-A8BD-CD2298606494}"/>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C1A8D00F-CE65-469C-9910-7F1C4B229A3D}"/>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122">
              <a:extLst>
                <a:ext uri="{FF2B5EF4-FFF2-40B4-BE49-F238E27FC236}">
                  <a16:creationId xmlns:a16="http://schemas.microsoft.com/office/drawing/2014/main" id="{E037640C-E2B4-4A5A-A6DC-6F4F8088026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DFE61F99-85A3-4A29-A4B6-C1872E4A8EA7}"/>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D84C7C7C-F553-4619-8860-9482A1EAF049}"/>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90AA364D-EDFF-4260-83B8-264611ACC532}"/>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9F7BD63C-2726-4D1E-9619-E7B5A7E49411}"/>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6ADBDB1D-ACB6-4569-BA59-7FABA8DE6FF6}"/>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B1355A5-94E1-4E3E-AA7B-259E1FF9BA20}"/>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A9B88BB8-6CC5-4F36-A292-3A5AE9B44438}"/>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6B0D499D-F45F-419C-85D1-077872AFEFED}"/>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08448DE0-CB5B-48D6-A264-A91D33CA8789}"/>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Rectangle 156">
              <a:extLst>
                <a:ext uri="{FF2B5EF4-FFF2-40B4-BE49-F238E27FC236}">
                  <a16:creationId xmlns:a16="http://schemas.microsoft.com/office/drawing/2014/main" id="{7BCB02D4-6356-4E0E-B863-F6CAC05DE7EC}"/>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Rectangle 157">
              <a:extLst>
                <a:ext uri="{FF2B5EF4-FFF2-40B4-BE49-F238E27FC236}">
                  <a16:creationId xmlns:a16="http://schemas.microsoft.com/office/drawing/2014/main" id="{96A621A6-2C92-432A-A053-10016D85FF75}"/>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Rectangle 158">
              <a:extLst>
                <a:ext uri="{FF2B5EF4-FFF2-40B4-BE49-F238E27FC236}">
                  <a16:creationId xmlns:a16="http://schemas.microsoft.com/office/drawing/2014/main" id="{F1259F91-E260-40E1-AE4F-FF92D27E5286}"/>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0" name="Rectangle 159">
            <a:extLst>
              <a:ext uri="{FF2B5EF4-FFF2-40B4-BE49-F238E27FC236}">
                <a16:creationId xmlns:a16="http://schemas.microsoft.com/office/drawing/2014/main" id="{B994EFB2-21A3-4896-9882-277281A21E12}"/>
              </a:ext>
            </a:extLst>
          </p:cNvPr>
          <p:cNvSpPr/>
          <p:nvPr/>
        </p:nvSpPr>
        <p:spPr>
          <a:xfrm>
            <a:off x="3711184" y="460962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3A871F1D-1CC9-40DE-9E13-F9C6630A5968}"/>
              </a:ext>
            </a:extLst>
          </p:cNvPr>
          <p:cNvSpPr/>
          <p:nvPr/>
        </p:nvSpPr>
        <p:spPr>
          <a:xfrm rot="5400000">
            <a:off x="2759046" y="48530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A06FE688-B78D-4B5B-8D9A-BA723159DB8B}"/>
              </a:ext>
            </a:extLst>
          </p:cNvPr>
          <p:cNvSpPr/>
          <p:nvPr/>
        </p:nvSpPr>
        <p:spPr>
          <a:xfrm rot="5400000">
            <a:off x="2286572"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F72FACD8-DAE1-422E-A50E-58E4A3CFC97C}"/>
              </a:ext>
            </a:extLst>
          </p:cNvPr>
          <p:cNvSpPr/>
          <p:nvPr/>
        </p:nvSpPr>
        <p:spPr>
          <a:xfrm rot="5400000">
            <a:off x="3474995"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4BB7473F-D698-4C6F-A43D-408DB797FBC0}"/>
              </a:ext>
            </a:extLst>
          </p:cNvPr>
          <p:cNvSpPr/>
          <p:nvPr/>
        </p:nvSpPr>
        <p:spPr>
          <a:xfrm rot="5400000">
            <a:off x="3001160" y="342694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Rectangle 169">
            <a:extLst>
              <a:ext uri="{FF2B5EF4-FFF2-40B4-BE49-F238E27FC236}">
                <a16:creationId xmlns:a16="http://schemas.microsoft.com/office/drawing/2014/main" id="{EBE28798-C017-4640-B7D7-A41B180A7AD8}"/>
              </a:ext>
            </a:extLst>
          </p:cNvPr>
          <p:cNvSpPr/>
          <p:nvPr/>
        </p:nvSpPr>
        <p:spPr>
          <a:xfrm rot="5400000">
            <a:off x="1798092" y="48599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6FC2288D-B96D-4358-903C-4D9B9752AE2E}"/>
              </a:ext>
            </a:extLst>
          </p:cNvPr>
          <p:cNvSpPr/>
          <p:nvPr/>
        </p:nvSpPr>
        <p:spPr>
          <a:xfrm rot="5400000">
            <a:off x="2282222" y="43864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ECEABE83-D269-42B8-ACB2-C9F8C2187553}"/>
              </a:ext>
            </a:extLst>
          </p:cNvPr>
          <p:cNvSpPr/>
          <p:nvPr/>
        </p:nvSpPr>
        <p:spPr>
          <a:xfrm rot="5400000">
            <a:off x="3468597" y="437511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3BCCE521-53F8-4684-839E-1C4F82C85872}"/>
              </a:ext>
            </a:extLst>
          </p:cNvPr>
          <p:cNvSpPr/>
          <p:nvPr/>
        </p:nvSpPr>
        <p:spPr>
          <a:xfrm rot="5400000">
            <a:off x="2996021" y="5086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Rectangle 177">
            <a:extLst>
              <a:ext uri="{FF2B5EF4-FFF2-40B4-BE49-F238E27FC236}">
                <a16:creationId xmlns:a16="http://schemas.microsoft.com/office/drawing/2014/main" id="{6AB789FB-AE8B-48A6-A9CC-71A3BBE478F3}"/>
              </a:ext>
            </a:extLst>
          </p:cNvPr>
          <p:cNvSpPr/>
          <p:nvPr/>
        </p:nvSpPr>
        <p:spPr>
          <a:xfrm rot="5400000">
            <a:off x="2996021" y="532254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ABC6973-70F4-4E24-B972-F982E2F89A28}"/>
              </a:ext>
            </a:extLst>
          </p:cNvPr>
          <p:cNvSpPr/>
          <p:nvPr/>
        </p:nvSpPr>
        <p:spPr>
          <a:xfrm rot="5400000">
            <a:off x="1564014" y="5326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Rectangle 179">
            <a:extLst>
              <a:ext uri="{FF2B5EF4-FFF2-40B4-BE49-F238E27FC236}">
                <a16:creationId xmlns:a16="http://schemas.microsoft.com/office/drawing/2014/main" id="{A9186AFB-25FA-4C9F-A06B-0130E70C31D8}"/>
              </a:ext>
            </a:extLst>
          </p:cNvPr>
          <p:cNvSpPr/>
          <p:nvPr/>
        </p:nvSpPr>
        <p:spPr>
          <a:xfrm rot="5400000">
            <a:off x="1564676" y="43729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61890313-24FB-4DB8-A346-C9C706121DE2}"/>
              </a:ext>
            </a:extLst>
          </p:cNvPr>
          <p:cNvSpPr/>
          <p:nvPr/>
        </p:nvSpPr>
        <p:spPr>
          <a:xfrm rot="5400000">
            <a:off x="1804730" y="367046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63178F02-CA9E-4FBE-8D05-ECED303C8784}"/>
              </a:ext>
            </a:extLst>
          </p:cNvPr>
          <p:cNvSpPr/>
          <p:nvPr/>
        </p:nvSpPr>
        <p:spPr>
          <a:xfrm rot="5400000">
            <a:off x="3111821" y="39082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Rectangle 182">
            <a:extLst>
              <a:ext uri="{FF2B5EF4-FFF2-40B4-BE49-F238E27FC236}">
                <a16:creationId xmlns:a16="http://schemas.microsoft.com/office/drawing/2014/main" id="{1D271D94-E7D8-4431-B35B-0A03F84A5F47}"/>
              </a:ext>
            </a:extLst>
          </p:cNvPr>
          <p:cNvSpPr/>
          <p:nvPr/>
        </p:nvSpPr>
        <p:spPr>
          <a:xfrm rot="5400000">
            <a:off x="2515693" y="36519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2D070471-3E3F-478D-893A-0573E5E64394}"/>
              </a:ext>
            </a:extLst>
          </p:cNvPr>
          <p:cNvSpPr/>
          <p:nvPr/>
        </p:nvSpPr>
        <p:spPr>
          <a:xfrm rot="5400000">
            <a:off x="2759207" y="4390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134A243F-84C7-4ED3-92E0-A1AB41728F57}"/>
              </a:ext>
            </a:extLst>
          </p:cNvPr>
          <p:cNvSpPr/>
          <p:nvPr/>
        </p:nvSpPr>
        <p:spPr>
          <a:xfrm rot="5400000">
            <a:off x="2036852" y="34230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Arrow: Right 3">
            <a:extLst>
              <a:ext uri="{FF2B5EF4-FFF2-40B4-BE49-F238E27FC236}">
                <a16:creationId xmlns:a16="http://schemas.microsoft.com/office/drawing/2014/main" id="{9692B3F9-C8AB-4487-93D3-7D626CAFF97F}"/>
              </a:ext>
            </a:extLst>
          </p:cNvPr>
          <p:cNvSpPr/>
          <p:nvPr/>
        </p:nvSpPr>
        <p:spPr>
          <a:xfrm>
            <a:off x="4653122" y="3999597"/>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TextBox 185">
            <a:extLst>
              <a:ext uri="{FF2B5EF4-FFF2-40B4-BE49-F238E27FC236}">
                <a16:creationId xmlns:a16="http://schemas.microsoft.com/office/drawing/2014/main" id="{0226EC3B-7677-42BA-A723-C7A56ACF1DED}"/>
              </a:ext>
            </a:extLst>
          </p:cNvPr>
          <p:cNvSpPr txBox="1"/>
          <p:nvPr/>
        </p:nvSpPr>
        <p:spPr>
          <a:xfrm>
            <a:off x="4077288" y="5040781"/>
            <a:ext cx="2749471" cy="584775"/>
          </a:xfrm>
          <a:prstGeom prst="rect">
            <a:avLst/>
          </a:prstGeom>
          <a:noFill/>
        </p:spPr>
        <p:txBody>
          <a:bodyPr wrap="none" rtlCol="0">
            <a:spAutoFit/>
          </a:bodyPr>
          <a:lstStyle/>
          <a:p>
            <a:r>
              <a:rPr lang="en-US" sz="3200" dirty="0">
                <a:solidFill>
                  <a:schemeClr val="bg1"/>
                </a:solidFill>
              </a:rPr>
              <a:t>⟨</a:t>
            </a:r>
            <a:r>
              <a:rPr lang="en-US" dirty="0"/>
              <a:t> </a:t>
            </a:r>
            <a:r>
              <a:rPr lang="en-US" sz="3200" dirty="0">
                <a:solidFill>
                  <a:schemeClr val="bg1"/>
                </a:solidFill>
              </a:rPr>
              <a:t>↑</a:t>
            </a:r>
            <a:r>
              <a:rPr lang="en-US" dirty="0"/>
              <a:t> </a:t>
            </a:r>
            <a:r>
              <a:rPr lang="en-US" dirty="0">
                <a:solidFill>
                  <a:schemeClr val="bg1"/>
                </a:solidFill>
              </a:rPr>
              <a:t>, </a:t>
            </a:r>
            <a:r>
              <a:rPr lang="en-US" sz="3200" dirty="0">
                <a:solidFill>
                  <a:schemeClr val="bg1"/>
                </a:solidFill>
              </a:rPr>
              <a:t>↓ </a:t>
            </a:r>
            <a:r>
              <a:rPr lang="en-US" dirty="0">
                <a:solidFill>
                  <a:schemeClr val="bg1"/>
                </a:solidFill>
              </a:rPr>
              <a:t>, … , </a:t>
            </a:r>
            <a:r>
              <a:rPr lang="en-US" sz="3200" dirty="0">
                <a:solidFill>
                  <a:schemeClr val="bg1"/>
                </a:solidFill>
              </a:rPr>
              <a:t>←</a:t>
            </a:r>
            <a:r>
              <a:rPr lang="en-US" dirty="0">
                <a:solidFill>
                  <a:schemeClr val="bg1"/>
                </a:solidFill>
              </a:rPr>
              <a:t>,</a:t>
            </a:r>
            <a:r>
              <a:rPr lang="en-US" sz="2800" dirty="0">
                <a:solidFill>
                  <a:schemeClr val="bg1"/>
                </a:solidFill>
              </a:rPr>
              <a:t> → </a:t>
            </a:r>
            <a:r>
              <a:rPr lang="en-US" sz="3200" dirty="0">
                <a:solidFill>
                  <a:schemeClr val="bg1"/>
                </a:solidFill>
              </a:rPr>
              <a:t>⟩</a:t>
            </a:r>
            <a:endParaRPr lang="en-US" sz="3200" dirty="0">
              <a:solidFill>
                <a:schemeClr val="bg1"/>
              </a:solidFill>
              <a:latin typeface="Dubai Light" panose="020B0303030403030204" pitchFamily="34" charset="-78"/>
              <a:cs typeface="Dubai Light" panose="020B0303030403030204" pitchFamily="34" charset="-78"/>
            </a:endParaRPr>
          </a:p>
        </p:txBody>
      </p:sp>
      <p:sp>
        <p:nvSpPr>
          <p:cNvPr id="187" name="TextBox 186">
            <a:extLst>
              <a:ext uri="{FF2B5EF4-FFF2-40B4-BE49-F238E27FC236}">
                <a16:creationId xmlns:a16="http://schemas.microsoft.com/office/drawing/2014/main" id="{70175CC7-3881-4994-8853-2BEE7B51F24F}"/>
              </a:ext>
            </a:extLst>
          </p:cNvPr>
          <p:cNvSpPr txBox="1"/>
          <p:nvPr/>
        </p:nvSpPr>
        <p:spPr>
          <a:xfrm>
            <a:off x="2184778" y="5842337"/>
            <a:ext cx="74571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600" baseline="30000" dirty="0">
                <a:solidFill>
                  <a:schemeClr val="bg1"/>
                </a:solidFill>
              </a:rPr>
              <a:t>′</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188" name="TextBox 187">
            <a:extLst>
              <a:ext uri="{FF2B5EF4-FFF2-40B4-BE49-F238E27FC236}">
                <a16:creationId xmlns:a16="http://schemas.microsoft.com/office/drawing/2014/main" id="{DAAA56D4-19E3-41E8-B2A0-FA2DDF89B1F3}"/>
              </a:ext>
            </a:extLst>
          </p:cNvPr>
          <p:cNvSpPr txBox="1"/>
          <p:nvPr/>
        </p:nvSpPr>
        <p:spPr>
          <a:xfrm>
            <a:off x="7470931" y="5091284"/>
            <a:ext cx="899605"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1</a:t>
            </a:r>
          </a:p>
        </p:txBody>
      </p:sp>
      <p:grpSp>
        <p:nvGrpSpPr>
          <p:cNvPr id="6" name="Group 5">
            <a:extLst>
              <a:ext uri="{FF2B5EF4-FFF2-40B4-BE49-F238E27FC236}">
                <a16:creationId xmlns:a16="http://schemas.microsoft.com/office/drawing/2014/main" id="{267B6D89-EA5A-4DF5-9E24-EA1618F992ED}"/>
              </a:ext>
            </a:extLst>
          </p:cNvPr>
          <p:cNvGrpSpPr/>
          <p:nvPr/>
        </p:nvGrpSpPr>
        <p:grpSpPr>
          <a:xfrm>
            <a:off x="9696902" y="3761784"/>
            <a:ext cx="1431898" cy="1414883"/>
            <a:chOff x="9639752" y="3761784"/>
            <a:chExt cx="1431898" cy="1414883"/>
          </a:xfrm>
        </p:grpSpPr>
        <p:sp>
          <p:nvSpPr>
            <p:cNvPr id="259" name="Rectangle 258">
              <a:extLst>
                <a:ext uri="{FF2B5EF4-FFF2-40B4-BE49-F238E27FC236}">
                  <a16:creationId xmlns:a16="http://schemas.microsoft.com/office/drawing/2014/main" id="{200A056A-BE3E-4C69-A7F7-5BFDB0B036AD}"/>
                </a:ext>
              </a:extLst>
            </p:cNvPr>
            <p:cNvSpPr/>
            <p:nvPr/>
          </p:nvSpPr>
          <p:spPr>
            <a:xfrm rot="5400000">
              <a:off x="10288866" y="4919473"/>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F44C43F9-AE38-45FC-B79E-AA2BEF55E69A}"/>
                </a:ext>
              </a:extLst>
            </p:cNvPr>
            <p:cNvSpPr/>
            <p:nvPr/>
          </p:nvSpPr>
          <p:spPr>
            <a:xfrm rot="5400000">
              <a:off x="10159224" y="4917733"/>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1" name="Group 260">
              <a:extLst>
                <a:ext uri="{FF2B5EF4-FFF2-40B4-BE49-F238E27FC236}">
                  <a16:creationId xmlns:a16="http://schemas.microsoft.com/office/drawing/2014/main" id="{A0AA67A5-3201-46CF-84C5-2C1A63FBD23A}"/>
                </a:ext>
              </a:extLst>
            </p:cNvPr>
            <p:cNvGrpSpPr/>
            <p:nvPr/>
          </p:nvGrpSpPr>
          <p:grpSpPr>
            <a:xfrm>
              <a:off x="9639752" y="3761784"/>
              <a:ext cx="1431898" cy="1414883"/>
              <a:chOff x="1228153" y="1651269"/>
              <a:chExt cx="2619865" cy="2621799"/>
            </a:xfrm>
          </p:grpSpPr>
          <p:sp>
            <p:nvSpPr>
              <p:cNvPr id="279" name="Rectangle 278">
                <a:extLst>
                  <a:ext uri="{FF2B5EF4-FFF2-40B4-BE49-F238E27FC236}">
                    <a16:creationId xmlns:a16="http://schemas.microsoft.com/office/drawing/2014/main" id="{9337B770-D753-4856-9CD7-75ADA9272657}"/>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692FD05E-D69A-42FB-BCAC-981059313D53}"/>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0C537D54-74E4-48AF-A2A2-FBD0B89AAE4B}"/>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68AF24FF-1529-4064-A395-6AAED5739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92F388BD-A344-47BD-BB0D-A342CB57988D}"/>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98198C7D-27F9-4417-B0CE-AF8BBBD57CDD}"/>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ED953A7F-FFFE-4640-AEFC-06DBC6E1AFC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3ADA63EC-B89D-4823-8407-F99DE728674C}"/>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820D6E7C-5BA7-4D55-A41F-D4404950E963}"/>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0A9184E1-403B-4E47-B4BE-5C07CAD1712A}"/>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2" name="Rectangle 291">
                <a:extLst>
                  <a:ext uri="{FF2B5EF4-FFF2-40B4-BE49-F238E27FC236}">
                    <a16:creationId xmlns:a16="http://schemas.microsoft.com/office/drawing/2014/main" id="{C8ACB340-FECE-4A91-BC82-3BE8D5444ACE}"/>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2C308630-E22F-4085-9C50-A1BD4E627F85}"/>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24B6F5B7-3150-4DD1-BDE6-1A5A18339F0E}"/>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BA28B94C-7A24-4B46-BD60-0946F0EF881B}"/>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496E5891-3EF7-4B80-B470-5A03E5A50F88}"/>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7345C09D-0AC7-41BC-A189-566A92DB956F}"/>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ABA273DB-09F7-4840-A1A4-146CDBF51D57}"/>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1626E077-8981-4159-AF27-9D4DE3239055}"/>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Rectangle 299">
                <a:extLst>
                  <a:ext uri="{FF2B5EF4-FFF2-40B4-BE49-F238E27FC236}">
                    <a16:creationId xmlns:a16="http://schemas.microsoft.com/office/drawing/2014/main" id="{C5F7741B-25FF-48D7-9E9A-4F661E0A275B}"/>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1" name="Rectangle 300">
                <a:extLst>
                  <a:ext uri="{FF2B5EF4-FFF2-40B4-BE49-F238E27FC236}">
                    <a16:creationId xmlns:a16="http://schemas.microsoft.com/office/drawing/2014/main" id="{F44C06C3-EA33-4DF7-847C-A741392C8CC8}"/>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A79FE4B9-6E5A-4078-9B29-2BDEE9D34335}"/>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C101A24F-272F-4C4F-BD4D-724F3CBB19FE}"/>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29ABFD52-2769-4326-BD47-354993F1896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8487FBCB-6103-4C2D-B68A-EE75FC9406AF}"/>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CB6B64D6-9B11-4A7D-9059-4F9F9073B1A4}"/>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3C5842CA-3F3B-430F-816A-C435D01D99A4}"/>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 name="Rectangle 307">
                <a:extLst>
                  <a:ext uri="{FF2B5EF4-FFF2-40B4-BE49-F238E27FC236}">
                    <a16:creationId xmlns:a16="http://schemas.microsoft.com/office/drawing/2014/main" id="{1DD0A72F-9D1F-468C-9902-E052EF860DC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02884973-338E-493E-9C4C-22ADAC3005A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0" name="Rectangle 309">
                <a:extLst>
                  <a:ext uri="{FF2B5EF4-FFF2-40B4-BE49-F238E27FC236}">
                    <a16:creationId xmlns:a16="http://schemas.microsoft.com/office/drawing/2014/main" id="{39FDCBBA-DAB8-4349-AD64-4BD6CA25E51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1" name="Rectangle 310">
                <a:extLst>
                  <a:ext uri="{FF2B5EF4-FFF2-40B4-BE49-F238E27FC236}">
                    <a16:creationId xmlns:a16="http://schemas.microsoft.com/office/drawing/2014/main" id="{D09C4DE6-3A4E-49DD-BFB6-3EF32488725C}"/>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B17DBA08-65F0-4F86-81BA-DB38171B9081}"/>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05F715E5-DF4E-4EBE-A891-571E2B4BE403}"/>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DAB20892-0220-4488-8585-6089F07D9F1F}"/>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3FF58AE4-EF3A-4E41-8FD1-184264CAABD0}"/>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915B17C2-D91D-4ED6-B21A-787132CEAF2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68C106F8-CD38-47B8-A9C0-F265A150E08F}"/>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8" name="Rectangle 317">
                <a:extLst>
                  <a:ext uri="{FF2B5EF4-FFF2-40B4-BE49-F238E27FC236}">
                    <a16:creationId xmlns:a16="http://schemas.microsoft.com/office/drawing/2014/main" id="{1429EEB4-CDAD-44DA-9590-EC8C6E1414C4}"/>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9" name="Rectangle 318">
                <a:extLst>
                  <a:ext uri="{FF2B5EF4-FFF2-40B4-BE49-F238E27FC236}">
                    <a16:creationId xmlns:a16="http://schemas.microsoft.com/office/drawing/2014/main" id="{393BA955-BDF5-450A-8473-A176F8C9B3E4}"/>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0" name="Rectangle 319">
                <a:extLst>
                  <a:ext uri="{FF2B5EF4-FFF2-40B4-BE49-F238E27FC236}">
                    <a16:creationId xmlns:a16="http://schemas.microsoft.com/office/drawing/2014/main" id="{90682B51-4EC3-41A6-88CE-7E9FC6E0D1BB}"/>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2" name="Rectangle 261">
              <a:extLst>
                <a:ext uri="{FF2B5EF4-FFF2-40B4-BE49-F238E27FC236}">
                  <a16:creationId xmlns:a16="http://schemas.microsoft.com/office/drawing/2014/main" id="{F1296972-27CC-4928-A168-3C9A8B471517}"/>
                </a:ext>
              </a:extLst>
            </p:cNvPr>
            <p:cNvSpPr/>
            <p:nvPr/>
          </p:nvSpPr>
          <p:spPr>
            <a:xfrm>
              <a:off x="10941682" y="4532968"/>
              <a:ext cx="129940" cy="12884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EB52BB60-8EAA-4BA1-B3EC-780D4C7912B4}"/>
                </a:ext>
              </a:extLst>
            </p:cNvPr>
            <p:cNvSpPr/>
            <p:nvPr/>
          </p:nvSpPr>
          <p:spPr>
            <a:xfrm rot="5400000">
              <a:off x="10417629" y="4919789"/>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4" name="Rectangle 263">
              <a:extLst>
                <a:ext uri="{FF2B5EF4-FFF2-40B4-BE49-F238E27FC236}">
                  <a16:creationId xmlns:a16="http://schemas.microsoft.com/office/drawing/2014/main" id="{84647EB1-AB41-440B-8B0E-6184F87D5081}"/>
                </a:ext>
              </a:extLst>
            </p:cNvPr>
            <p:cNvSpPr/>
            <p:nvPr/>
          </p:nvSpPr>
          <p:spPr>
            <a:xfrm rot="5400000">
              <a:off x="10032670" y="491824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ECD2E023-1824-466C-9B57-A8A222C8111C}"/>
                </a:ext>
              </a:extLst>
            </p:cNvPr>
            <p:cNvSpPr/>
            <p:nvPr/>
          </p:nvSpPr>
          <p:spPr>
            <a:xfrm rot="5400000">
              <a:off x="10425817" y="4532616"/>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C4CDD4D4-EE38-4C80-9B50-0E6DECE160A0}"/>
                </a:ext>
              </a:extLst>
            </p:cNvPr>
            <p:cNvSpPr/>
            <p:nvPr/>
          </p:nvSpPr>
          <p:spPr>
            <a:xfrm rot="5400000">
              <a:off x="10168775" y="466313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7" name="Rectangle 266">
              <a:extLst>
                <a:ext uri="{FF2B5EF4-FFF2-40B4-BE49-F238E27FC236}">
                  <a16:creationId xmlns:a16="http://schemas.microsoft.com/office/drawing/2014/main" id="{ADDC0CDC-4EEB-42F3-BA84-212EEC08D8A5}"/>
                </a:ext>
              </a:extLst>
            </p:cNvPr>
            <p:cNvSpPr/>
            <p:nvPr/>
          </p:nvSpPr>
          <p:spPr>
            <a:xfrm rot="5400000">
              <a:off x="10163349" y="4791867"/>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B31DCA0B-2ADE-4DD0-A568-1F9D098C6E87}"/>
                </a:ext>
              </a:extLst>
            </p:cNvPr>
            <p:cNvSpPr/>
            <p:nvPr/>
          </p:nvSpPr>
          <p:spPr>
            <a:xfrm rot="5400000">
              <a:off x="10550479" y="4281175"/>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9" name="Rectangle 268">
              <a:extLst>
                <a:ext uri="{FF2B5EF4-FFF2-40B4-BE49-F238E27FC236}">
                  <a16:creationId xmlns:a16="http://schemas.microsoft.com/office/drawing/2014/main" id="{3A8A7EEB-A4D4-423E-8875-BED6C48F7B54}"/>
                </a:ext>
              </a:extLst>
            </p:cNvPr>
            <p:cNvSpPr/>
            <p:nvPr/>
          </p:nvSpPr>
          <p:spPr>
            <a:xfrm rot="5400000">
              <a:off x="10552056" y="440435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3D4787B3-C4A3-47CC-A0D9-0E6E1E18C839}"/>
                </a:ext>
              </a:extLst>
            </p:cNvPr>
            <p:cNvSpPr/>
            <p:nvPr/>
          </p:nvSpPr>
          <p:spPr>
            <a:xfrm rot="5400000">
              <a:off x="10031668" y="4791087"/>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1" name="Rectangle 270">
              <a:extLst>
                <a:ext uri="{FF2B5EF4-FFF2-40B4-BE49-F238E27FC236}">
                  <a16:creationId xmlns:a16="http://schemas.microsoft.com/office/drawing/2014/main" id="{1D8099E8-0619-4277-B826-172AAFDD5D3A}"/>
                </a:ext>
              </a:extLst>
            </p:cNvPr>
            <p:cNvSpPr/>
            <p:nvPr/>
          </p:nvSpPr>
          <p:spPr>
            <a:xfrm rot="5400000">
              <a:off x="10552541" y="491882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44EA68BF-955B-4CA9-A613-F0FB0ACAA9DC}"/>
                </a:ext>
              </a:extLst>
            </p:cNvPr>
            <p:cNvSpPr/>
            <p:nvPr/>
          </p:nvSpPr>
          <p:spPr>
            <a:xfrm rot="5400000">
              <a:off x="10294504" y="454034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3" name="Rectangle 272">
              <a:extLst>
                <a:ext uri="{FF2B5EF4-FFF2-40B4-BE49-F238E27FC236}">
                  <a16:creationId xmlns:a16="http://schemas.microsoft.com/office/drawing/2014/main" id="{6EC9DA5E-B86D-4EB1-B5B7-B44F679DE4FA}"/>
                </a:ext>
              </a:extLst>
            </p:cNvPr>
            <p:cNvSpPr/>
            <p:nvPr/>
          </p:nvSpPr>
          <p:spPr>
            <a:xfrm rot="5400000">
              <a:off x="10295718" y="466219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10E618E9-F6D2-40E0-AF74-9D42DF738FA8}"/>
                </a:ext>
              </a:extLst>
            </p:cNvPr>
            <p:cNvSpPr/>
            <p:nvPr/>
          </p:nvSpPr>
          <p:spPr>
            <a:xfrm rot="5400000">
              <a:off x="10161840" y="428117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60B71B9F-F2E7-49D6-A31C-C0433EBE6E77}"/>
                </a:ext>
              </a:extLst>
            </p:cNvPr>
            <p:cNvSpPr/>
            <p:nvPr/>
          </p:nvSpPr>
          <p:spPr>
            <a:xfrm rot="5400000">
              <a:off x="10292088" y="427997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6" name="Rectangle 275">
              <a:extLst>
                <a:ext uri="{FF2B5EF4-FFF2-40B4-BE49-F238E27FC236}">
                  <a16:creationId xmlns:a16="http://schemas.microsoft.com/office/drawing/2014/main" id="{5A6480FF-EEA0-480D-8C45-2EE15C1A18E8}"/>
                </a:ext>
              </a:extLst>
            </p:cNvPr>
            <p:cNvSpPr/>
            <p:nvPr/>
          </p:nvSpPr>
          <p:spPr>
            <a:xfrm rot="5400000">
              <a:off x="10420583" y="428139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036F6874-F628-4D46-A13E-504B58E7E4ED}"/>
                </a:ext>
              </a:extLst>
            </p:cNvPr>
            <p:cNvSpPr/>
            <p:nvPr/>
          </p:nvSpPr>
          <p:spPr>
            <a:xfrm rot="5400000">
              <a:off x="10421369" y="440446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8" name="Rectangle 277">
              <a:extLst>
                <a:ext uri="{FF2B5EF4-FFF2-40B4-BE49-F238E27FC236}">
                  <a16:creationId xmlns:a16="http://schemas.microsoft.com/office/drawing/2014/main" id="{4E07E03D-6AAA-4519-8DB2-06BB54517AD2}"/>
                </a:ext>
              </a:extLst>
            </p:cNvPr>
            <p:cNvSpPr/>
            <p:nvPr/>
          </p:nvSpPr>
          <p:spPr>
            <a:xfrm rot="5400000">
              <a:off x="10029814" y="4282376"/>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21" name="TextBox 320">
            <a:extLst>
              <a:ext uri="{FF2B5EF4-FFF2-40B4-BE49-F238E27FC236}">
                <a16:creationId xmlns:a16="http://schemas.microsoft.com/office/drawing/2014/main" id="{E792C1BA-FDA0-4CD1-8EC1-E6A534A8935B}"/>
              </a:ext>
            </a:extLst>
          </p:cNvPr>
          <p:cNvSpPr txBox="1"/>
          <p:nvPr/>
        </p:nvSpPr>
        <p:spPr>
          <a:xfrm>
            <a:off x="10048852" y="5091285"/>
            <a:ext cx="84189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k</a:t>
            </a:r>
          </a:p>
        </p:txBody>
      </p:sp>
      <p:sp>
        <p:nvSpPr>
          <p:cNvPr id="322" name="TextBox 321">
            <a:extLst>
              <a:ext uri="{FF2B5EF4-FFF2-40B4-BE49-F238E27FC236}">
                <a16:creationId xmlns:a16="http://schemas.microsoft.com/office/drawing/2014/main" id="{F97B340A-84CE-4E39-8490-0313742311C6}"/>
              </a:ext>
            </a:extLst>
          </p:cNvPr>
          <p:cNvSpPr txBox="1"/>
          <p:nvPr/>
        </p:nvSpPr>
        <p:spPr>
          <a:xfrm>
            <a:off x="6302165" y="3706578"/>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323" name="TextBox 322">
            <a:extLst>
              <a:ext uri="{FF2B5EF4-FFF2-40B4-BE49-F238E27FC236}">
                <a16:creationId xmlns:a16="http://schemas.microsoft.com/office/drawing/2014/main" id="{1BE3DD68-7E77-4631-AFA5-F08637295362}"/>
              </a:ext>
            </a:extLst>
          </p:cNvPr>
          <p:cNvSpPr txBox="1"/>
          <p:nvPr/>
        </p:nvSpPr>
        <p:spPr>
          <a:xfrm>
            <a:off x="11063926" y="3707489"/>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324" name="TextBox 323">
            <a:extLst>
              <a:ext uri="{FF2B5EF4-FFF2-40B4-BE49-F238E27FC236}">
                <a16:creationId xmlns:a16="http://schemas.microsoft.com/office/drawing/2014/main" id="{9732E8AC-B8A5-4E5D-A3E2-D102A53F1DCD}"/>
              </a:ext>
            </a:extLst>
          </p:cNvPr>
          <p:cNvSpPr txBox="1"/>
          <p:nvPr/>
        </p:nvSpPr>
        <p:spPr>
          <a:xfrm>
            <a:off x="8481021" y="4610927"/>
            <a:ext cx="1261884" cy="830997"/>
          </a:xfrm>
          <a:prstGeom prst="rect">
            <a:avLst/>
          </a:prstGeom>
          <a:noFill/>
        </p:spPr>
        <p:txBody>
          <a:bodyPr wrap="none" rtlCol="0">
            <a:spAutoFit/>
          </a:bodyPr>
          <a:lstStyle/>
          <a:p>
            <a:r>
              <a:rPr lang="en-US" sz="4800" dirty="0">
                <a:solidFill>
                  <a:schemeClr val="bg1"/>
                </a:solidFill>
              </a:rPr>
              <a:t>, …,</a:t>
            </a:r>
            <a:endParaRPr lang="en-US" sz="4800" dirty="0">
              <a:solidFill>
                <a:schemeClr val="bg1"/>
              </a:solidFill>
              <a:latin typeface="Dubai Light" panose="020B0303030403030204" pitchFamily="34" charset="-78"/>
              <a:cs typeface="Dubai Light" panose="020B0303030403030204" pitchFamily="34" charset="-78"/>
            </a:endParaRPr>
          </a:p>
        </p:txBody>
      </p:sp>
      <p:sp>
        <p:nvSpPr>
          <p:cNvPr id="325" name="TextBox 324">
            <a:extLst>
              <a:ext uri="{FF2B5EF4-FFF2-40B4-BE49-F238E27FC236}">
                <a16:creationId xmlns:a16="http://schemas.microsoft.com/office/drawing/2014/main" id="{EE73962F-2A80-492B-9897-4D8108E9667F}"/>
              </a:ext>
            </a:extLst>
          </p:cNvPr>
          <p:cNvSpPr txBox="1"/>
          <p:nvPr/>
        </p:nvSpPr>
        <p:spPr>
          <a:xfrm>
            <a:off x="7728029" y="3180554"/>
            <a:ext cx="2769348"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(Strong or weak)</a:t>
            </a:r>
          </a:p>
        </p:txBody>
      </p:sp>
    </p:spTree>
    <p:extLst>
      <p:ext uri="{BB962C8B-B14F-4D97-AF65-F5344CB8AC3E}">
        <p14:creationId xmlns:p14="http://schemas.microsoft.com/office/powerpoint/2010/main" val="364958629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Pattern Construction</a:t>
            </a:r>
          </a:p>
        </p:txBody>
      </p:sp>
      <p:sp>
        <p:nvSpPr>
          <p:cNvPr id="5" name="TextBox 4">
            <a:extLst>
              <a:ext uri="{FF2B5EF4-FFF2-40B4-BE49-F238E27FC236}">
                <a16:creationId xmlns:a16="http://schemas.microsoft.com/office/drawing/2014/main" id="{46A97A4F-153A-49AF-8528-941D886231CC}"/>
              </a:ext>
            </a:extLst>
          </p:cNvPr>
          <p:cNvSpPr txBox="1"/>
          <p:nvPr/>
        </p:nvSpPr>
        <p:spPr>
          <a:xfrm>
            <a:off x="2663777" y="1296964"/>
            <a:ext cx="6864445"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Given two integers </a:t>
            </a:r>
            <a:r>
              <a:rPr lang="en-US" sz="3000" i="1" dirty="0">
                <a:solidFill>
                  <a:schemeClr val="bg1"/>
                </a:solidFill>
                <a:latin typeface="Dubai Light" panose="020B0303030403030204" pitchFamily="34" charset="-78"/>
                <a:cs typeface="Dubai Light" panose="020B0303030403030204" pitchFamily="34" charset="-78"/>
              </a:rPr>
              <a:t>w</a:t>
            </a:r>
            <a:r>
              <a:rPr lang="en-US" sz="3000" dirty="0">
                <a:solidFill>
                  <a:schemeClr val="bg1"/>
                </a:solidFill>
                <a:latin typeface="Dubai Light" panose="020B0303030403030204" pitchFamily="34" charset="-78"/>
                <a:cs typeface="Dubai Light" panose="020B0303030403030204" pitchFamily="34" charset="-78"/>
              </a:rPr>
              <a:t> and </a:t>
            </a:r>
            <a:r>
              <a:rPr lang="en-US" sz="3000" i="1" dirty="0">
                <a:solidFill>
                  <a:schemeClr val="bg1"/>
                </a:solidFill>
                <a:latin typeface="Dubai Light" panose="020B0303030403030204" pitchFamily="34" charset="-78"/>
                <a:cs typeface="Dubai Light" panose="020B0303030403030204" pitchFamily="34" charset="-78"/>
              </a:rPr>
              <a:t>h</a:t>
            </a:r>
            <a:r>
              <a:rPr lang="en-US" sz="3000" dirty="0">
                <a:solidFill>
                  <a:schemeClr val="bg1"/>
                </a:solidFill>
                <a:latin typeface="Dubai Light" panose="020B0303030403030204" pitchFamily="34" charset="-78"/>
                <a:cs typeface="Dubai Light" panose="020B0303030403030204" pitchFamily="34" charset="-78"/>
              </a:rPr>
              <a:t>, there exists a configuration which is weakly universal for all </a:t>
            </a:r>
            <a:r>
              <a:rPr lang="en-US" sz="3000" i="1" dirty="0">
                <a:solidFill>
                  <a:schemeClr val="bg1"/>
                </a:solidFill>
                <a:latin typeface="Dubai Light" panose="020B0303030403030204" pitchFamily="34" charset="-78"/>
                <a:cs typeface="Dubai Light" panose="020B0303030403030204" pitchFamily="34" charset="-78"/>
              </a:rPr>
              <a:t>w </a:t>
            </a:r>
            <a:r>
              <a:rPr lang="en-US" sz="3000" dirty="0">
                <a:solidFill>
                  <a:schemeClr val="bg1"/>
                </a:solidFill>
                <a:latin typeface="Dubai Light" panose="020B0303030403030204" pitchFamily="34" charset="-78"/>
                <a:cs typeface="Dubai Light" panose="020B0303030403030204" pitchFamily="34" charset="-78"/>
              </a:rPr>
              <a:t>x</a:t>
            </a:r>
            <a:r>
              <a:rPr lang="en-US" sz="3000" i="1" dirty="0">
                <a:solidFill>
                  <a:schemeClr val="bg1"/>
                </a:solidFill>
                <a:latin typeface="Dubai Light" panose="020B0303030403030204" pitchFamily="34" charset="-78"/>
                <a:cs typeface="Dubai Light" panose="020B0303030403030204" pitchFamily="34" charset="-78"/>
              </a:rPr>
              <a:t> h </a:t>
            </a:r>
            <a:r>
              <a:rPr lang="en-US" sz="3000" dirty="0">
                <a:solidFill>
                  <a:schemeClr val="bg1"/>
                </a:solidFill>
                <a:latin typeface="Dubai Light" panose="020B0303030403030204" pitchFamily="34" charset="-78"/>
                <a:cs typeface="Dubai Light" panose="020B0303030403030204" pitchFamily="34" charset="-78"/>
              </a:rPr>
              <a:t>rectangular binary patterns.</a:t>
            </a:r>
          </a:p>
        </p:txBody>
      </p:sp>
      <p:sp>
        <p:nvSpPr>
          <p:cNvPr id="7" name="Rectangle 6">
            <a:extLst>
              <a:ext uri="{FF2B5EF4-FFF2-40B4-BE49-F238E27FC236}">
                <a16:creationId xmlns:a16="http://schemas.microsoft.com/office/drawing/2014/main" id="{392F7D3E-1A17-4246-A065-3DEC98459EC4}"/>
              </a:ext>
            </a:extLst>
          </p:cNvPr>
          <p:cNvSpPr/>
          <p:nvPr/>
        </p:nvSpPr>
        <p:spPr>
          <a:xfrm rot="5400000">
            <a:off x="7709205" y="4660188"/>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4C903FC-0BEA-483D-B4A9-B540737058B5}"/>
              </a:ext>
            </a:extLst>
          </p:cNvPr>
          <p:cNvSpPr/>
          <p:nvPr/>
        </p:nvSpPr>
        <p:spPr>
          <a:xfrm rot="5400000">
            <a:off x="7451322" y="4787386"/>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E71AEC2C-5C1B-49D8-903F-236BE28B3AC5}"/>
              </a:ext>
            </a:extLst>
          </p:cNvPr>
          <p:cNvGrpSpPr/>
          <p:nvPr/>
        </p:nvGrpSpPr>
        <p:grpSpPr>
          <a:xfrm>
            <a:off x="7058077" y="3757790"/>
            <a:ext cx="1431898" cy="1414883"/>
            <a:chOff x="1228153" y="1651269"/>
            <a:chExt cx="2619865" cy="2621799"/>
          </a:xfrm>
        </p:grpSpPr>
        <p:sp>
          <p:nvSpPr>
            <p:cNvPr id="27" name="Rectangle 26">
              <a:extLst>
                <a:ext uri="{FF2B5EF4-FFF2-40B4-BE49-F238E27FC236}">
                  <a16:creationId xmlns:a16="http://schemas.microsoft.com/office/drawing/2014/main" id="{EAE92B82-E6C5-4314-A442-5691E968125E}"/>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2BE0561-5063-498D-A032-6D8DFD259C30}"/>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2FC1115-0810-408A-8B3E-BC7A0FEE1548}"/>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F64F961-05B8-4E6B-BE86-9D47DE3A2B1C}"/>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A4B57E7-6AD8-4A3C-9DF1-856AD96C73F4}"/>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CA798DD-2D91-4C44-8C5B-F4095DADE386}"/>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891ECEB-627F-4BB1-8BA2-35BBA2F7FB9F}"/>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B10616F6-6FED-45D0-B5B1-46F446DC367B}"/>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94F2490-2AF7-4382-9732-D40E8C3660D7}"/>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BDB1553-2898-44E4-92AD-EBC31BED59C7}"/>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FEA7A790-3C98-4043-BAC6-F17BB342E59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3C09084-BD77-4865-8689-5ADC918B7693}"/>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D60A852-B596-4AC1-8BC9-F1E388A5A8B4}"/>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18EED0-7509-4E34-A830-E39EBA2E1179}"/>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2BB899F-65E5-4D8C-AE3F-D3A86744A3ED}"/>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580D67C-E213-4C93-85FB-BFBE02B6B5D2}"/>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BC7B48C-A219-46EC-BB16-723C0C489169}"/>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4D84968-7C53-4343-98ED-A96A31DA57FF}"/>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160D73FA-58FF-4690-BE6D-4CFA062C36C0}"/>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A34A92E2-7A7D-40C7-AD80-709F43F50E4B}"/>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6DF6D49D-6C30-4F30-A219-11CD32629AF6}"/>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A1C7EB4-B72F-4D8E-805B-69BD751B093E}"/>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13A6B18-6A6B-43F6-89A0-54A43B899C27}"/>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053F13F-BB4C-41C4-8885-EA9810F627B1}"/>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0507E118-3741-4388-91AE-5F1FC3BC5E9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58FC775-8C72-4D5F-8371-E1E0157693A7}"/>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0D8835C4-B853-4048-8B5B-9495385C43C6}"/>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AA0B784-B15A-4878-9D6C-C0887509D23C}"/>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A57871E3-5577-4FFE-A338-F9DDA62ED6AF}"/>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09C2098B-006C-4DFF-809A-F9A14E29870C}"/>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FB841C8-359E-4FF4-9353-EB1BDF337A80}"/>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7A6CE2EC-4184-42B3-A682-2A1B6566F922}"/>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A9D48A1E-F7FF-485F-94ED-A02A1855BF9C}"/>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074D33E8-F6F6-4B5E-95F7-C4690151F10F}"/>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DA4556B-8E0D-459E-AC19-E02931F4F758}"/>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79D3983F-46A6-4EA0-A4A6-54229A0B2FF1}"/>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8BE1A829-4414-4A17-906F-4B40F4B26834}"/>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1CDB20F6-9E87-4934-A3A9-6446080E5576}"/>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907F3B1A-8D48-4658-975E-26465A9F405D}"/>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ectangle 9">
            <a:extLst>
              <a:ext uri="{FF2B5EF4-FFF2-40B4-BE49-F238E27FC236}">
                <a16:creationId xmlns:a16="http://schemas.microsoft.com/office/drawing/2014/main" id="{EED2204C-8A2D-4102-B734-FAB81BC10FC2}"/>
              </a:ext>
            </a:extLst>
          </p:cNvPr>
          <p:cNvSpPr/>
          <p:nvPr/>
        </p:nvSpPr>
        <p:spPr>
          <a:xfrm>
            <a:off x="8360006" y="4528974"/>
            <a:ext cx="129940" cy="12884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902B41-DC1F-4896-8EBD-B70D54CF22F6}"/>
              </a:ext>
            </a:extLst>
          </p:cNvPr>
          <p:cNvSpPr/>
          <p:nvPr/>
        </p:nvSpPr>
        <p:spPr>
          <a:xfrm rot="5400000">
            <a:off x="7840431" y="4659509"/>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7128B77-3CF8-4486-837A-F92A324958AB}"/>
              </a:ext>
            </a:extLst>
          </p:cNvPr>
          <p:cNvSpPr/>
          <p:nvPr/>
        </p:nvSpPr>
        <p:spPr>
          <a:xfrm rot="5400000">
            <a:off x="7450994" y="4914248"/>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FFE489-D81F-475C-A964-4999E452E04C}"/>
              </a:ext>
            </a:extLst>
          </p:cNvPr>
          <p:cNvSpPr/>
          <p:nvPr/>
        </p:nvSpPr>
        <p:spPr>
          <a:xfrm rot="5400000">
            <a:off x="7969950" y="4658370"/>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E0B29A4-A60D-403B-A40A-2BC9EA9D27F8}"/>
              </a:ext>
            </a:extLst>
          </p:cNvPr>
          <p:cNvSpPr/>
          <p:nvPr/>
        </p:nvSpPr>
        <p:spPr>
          <a:xfrm rot="5400000">
            <a:off x="7577670" y="4660938"/>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20A55FA-1039-4472-A6C6-9CED6B5E2FBE}"/>
              </a:ext>
            </a:extLst>
          </p:cNvPr>
          <p:cNvSpPr/>
          <p:nvPr/>
        </p:nvSpPr>
        <p:spPr>
          <a:xfrm rot="5400000">
            <a:off x="7450994" y="4660477"/>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749A4B-59B8-4B9E-BCF1-255110265298}"/>
              </a:ext>
            </a:extLst>
          </p:cNvPr>
          <p:cNvSpPr/>
          <p:nvPr/>
        </p:nvSpPr>
        <p:spPr>
          <a:xfrm rot="5400000">
            <a:off x="7969848" y="4528541"/>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9A6CDE5-EF69-40D2-8D75-D8AEA0925810}"/>
              </a:ext>
            </a:extLst>
          </p:cNvPr>
          <p:cNvSpPr/>
          <p:nvPr/>
        </p:nvSpPr>
        <p:spPr>
          <a:xfrm rot="5400000">
            <a:off x="7970380" y="4400358"/>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F3AB5BF-65AC-4504-9647-E6950E3BA337}"/>
              </a:ext>
            </a:extLst>
          </p:cNvPr>
          <p:cNvSpPr/>
          <p:nvPr/>
        </p:nvSpPr>
        <p:spPr>
          <a:xfrm rot="5400000">
            <a:off x="7969950" y="4785311"/>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E4ADB3D-D6F3-4BC2-BE82-958315333450}"/>
              </a:ext>
            </a:extLst>
          </p:cNvPr>
          <p:cNvSpPr/>
          <p:nvPr/>
        </p:nvSpPr>
        <p:spPr>
          <a:xfrm rot="5400000">
            <a:off x="7969951" y="4912887"/>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112D849-7CFC-49D7-A9CA-8887F6B7514A}"/>
              </a:ext>
            </a:extLst>
          </p:cNvPr>
          <p:cNvSpPr/>
          <p:nvPr/>
        </p:nvSpPr>
        <p:spPr>
          <a:xfrm rot="5400000">
            <a:off x="7450215" y="4531383"/>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13D0E4F-1CB3-431C-962D-9710CE31A9C0}"/>
              </a:ext>
            </a:extLst>
          </p:cNvPr>
          <p:cNvSpPr/>
          <p:nvPr/>
        </p:nvSpPr>
        <p:spPr>
          <a:xfrm rot="5400000">
            <a:off x="7449993" y="440397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1C9787F-0713-4029-B518-701D3155286D}"/>
              </a:ext>
            </a:extLst>
          </p:cNvPr>
          <p:cNvSpPr/>
          <p:nvPr/>
        </p:nvSpPr>
        <p:spPr>
          <a:xfrm rot="5400000">
            <a:off x="7580161" y="4277183"/>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D7830FE-749E-493B-8CEF-BAA02D6B1440}"/>
              </a:ext>
            </a:extLst>
          </p:cNvPr>
          <p:cNvSpPr/>
          <p:nvPr/>
        </p:nvSpPr>
        <p:spPr>
          <a:xfrm rot="5400000">
            <a:off x="7710409" y="4275979"/>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C6F47BB6-39A7-4857-95FF-8628D24959A4}"/>
              </a:ext>
            </a:extLst>
          </p:cNvPr>
          <p:cNvSpPr/>
          <p:nvPr/>
        </p:nvSpPr>
        <p:spPr>
          <a:xfrm rot="5400000">
            <a:off x="7838904" y="4277399"/>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E627BDF-A01B-4500-84B1-4F1E0567CAC4}"/>
              </a:ext>
            </a:extLst>
          </p:cNvPr>
          <p:cNvSpPr/>
          <p:nvPr/>
        </p:nvSpPr>
        <p:spPr>
          <a:xfrm rot="5400000">
            <a:off x="7839691" y="4400471"/>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714B666-A655-474C-9B46-BED364F1DD0F}"/>
              </a:ext>
            </a:extLst>
          </p:cNvPr>
          <p:cNvSpPr/>
          <p:nvPr/>
        </p:nvSpPr>
        <p:spPr>
          <a:xfrm rot="5400000">
            <a:off x="7580504" y="4404029"/>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0B4F1534-0CF0-43C4-92A1-EC8DE716CE71}"/>
              </a:ext>
            </a:extLst>
          </p:cNvPr>
          <p:cNvSpPr/>
          <p:nvPr/>
        </p:nvSpPr>
        <p:spPr>
          <a:xfrm rot="5400000">
            <a:off x="2525991" y="532908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D093DBA3-5538-43B9-9BB5-DC764207903D}"/>
              </a:ext>
            </a:extLst>
          </p:cNvPr>
          <p:cNvSpPr/>
          <p:nvPr/>
        </p:nvSpPr>
        <p:spPr>
          <a:xfrm rot="5400000">
            <a:off x="2045625" y="532697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8" name="Group 67">
            <a:extLst>
              <a:ext uri="{FF2B5EF4-FFF2-40B4-BE49-F238E27FC236}">
                <a16:creationId xmlns:a16="http://schemas.microsoft.com/office/drawing/2014/main" id="{D035B92E-2D7B-4E47-8142-3862080D31D5}"/>
              </a:ext>
            </a:extLst>
          </p:cNvPr>
          <p:cNvGrpSpPr/>
          <p:nvPr/>
        </p:nvGrpSpPr>
        <p:grpSpPr>
          <a:xfrm>
            <a:off x="1329114" y="3180610"/>
            <a:ext cx="2619865" cy="2621799"/>
            <a:chOff x="1228153" y="1651269"/>
            <a:chExt cx="2619865" cy="2621799"/>
          </a:xfrm>
        </p:grpSpPr>
        <p:sp>
          <p:nvSpPr>
            <p:cNvPr id="69" name="Rectangle 68">
              <a:extLst>
                <a:ext uri="{FF2B5EF4-FFF2-40B4-BE49-F238E27FC236}">
                  <a16:creationId xmlns:a16="http://schemas.microsoft.com/office/drawing/2014/main" id="{66604049-F56A-4987-885C-428B619AC44B}"/>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E8A6850-C1D5-41E4-B02D-5E87434F9505}"/>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BCE0787-C9D8-48A9-A980-B28EE5B245E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02FA714-A7D1-4B4F-AA43-18620E1BC253}"/>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C5FAA4A-9C11-4F02-A2BE-DAD2FD18E87F}"/>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732A9C9-F4D0-49AE-A783-6BE14EB6B70E}"/>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5B335AC-8CEA-417F-BFA9-2EF4B2A85477}"/>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2078981C-E3E1-44A0-A691-75F6B0BB687D}"/>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40E7BD52-EB19-4A1D-A25E-426E964ABDFE}"/>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25DB2E2-857D-46EE-91F4-D067264DC229}"/>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475FCE63-F985-4F2F-AECE-32CCDB781A9B}"/>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80E21B5-C8D3-4E8E-828F-800EE962C46F}"/>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5C449F83-38D4-43FA-8FA6-1A3507D7EC86}"/>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802EDD1D-9990-468E-88CE-004483BF9213}"/>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86AE8B7B-3715-4958-A612-88B2865F6669}"/>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E27BB42F-029E-4DA1-8CDC-3EBB64DF928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E03EBA26-F61C-4C90-BCD9-02107C7F3D27}"/>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F54CE57C-38D5-4B0E-973D-C20374A1A439}"/>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90C34872-D336-4564-82EB-6534ECA54F59}"/>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3C912D38-7D38-4D0D-8FC7-70DE49A00FAD}"/>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B33DB02-41B8-4E0D-8546-0D574D546821}"/>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4C2C5D60-8841-4F36-AD3D-E8466C210D7F}"/>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AB28B063-13B9-4FB9-A05C-140658D1283D}"/>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9625A488-DE82-4804-8FF8-4F2359FDEA5F}"/>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9CE8C942-7BD0-4CBD-8E69-C4B63EDA69E7}"/>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F948D478-16C0-4E8B-86B1-24BBEC8E7174}"/>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98B951E7-0B6B-4A1B-ACCB-DFD61971B1D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BF970BCA-119E-4C13-ACED-50C90F9B732E}"/>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F44DABF8-42D1-4EEB-A7DA-48C4775DFF00}"/>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FBA0DB08-9127-4F38-A2CD-050360B4B132}"/>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F382CC24-FF10-46E9-98BA-B709F459A2CB}"/>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87D7B1DC-A1A3-4CE4-A9E3-96F043F969A2}"/>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0ADC5C82-06F8-4EB9-A5B3-F5EFC6955EC7}"/>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5294283-6202-4E3E-BC5D-5C2049D40A0A}"/>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C5FC073B-D9E8-4E3D-8CF7-A03F86F68C47}"/>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E45CAF1E-06BB-4919-BFE1-8F7829D04446}"/>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A2FEC645-6142-47FF-A2E7-552C001A1F33}"/>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5E7C455D-C1B6-4062-8688-374CBFCE990E}"/>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32F2D33C-8F24-4A8A-AA11-3F3814DE207E}"/>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8" name="Rectangle 107">
            <a:extLst>
              <a:ext uri="{FF2B5EF4-FFF2-40B4-BE49-F238E27FC236}">
                <a16:creationId xmlns:a16="http://schemas.microsoft.com/office/drawing/2014/main" id="{5A275106-CFAC-4323-9E28-38FC3A7DCBD8}"/>
              </a:ext>
            </a:extLst>
          </p:cNvPr>
          <p:cNvSpPr/>
          <p:nvPr/>
        </p:nvSpPr>
        <p:spPr>
          <a:xfrm>
            <a:off x="3711184" y="460962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6EECC7E5-6D2B-4D1D-83D7-8A086E1DE720}"/>
              </a:ext>
            </a:extLst>
          </p:cNvPr>
          <p:cNvSpPr/>
          <p:nvPr/>
        </p:nvSpPr>
        <p:spPr>
          <a:xfrm rot="5400000">
            <a:off x="2759046" y="48530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AFB16CCF-9B24-4538-B0EC-E24405EB066B}"/>
              </a:ext>
            </a:extLst>
          </p:cNvPr>
          <p:cNvSpPr/>
          <p:nvPr/>
        </p:nvSpPr>
        <p:spPr>
          <a:xfrm rot="5400000">
            <a:off x="2286572"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4557774C-1A38-41F6-A4F8-DBD03E09FE7B}"/>
              </a:ext>
            </a:extLst>
          </p:cNvPr>
          <p:cNvSpPr/>
          <p:nvPr/>
        </p:nvSpPr>
        <p:spPr>
          <a:xfrm rot="5400000">
            <a:off x="3474995"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A14E8AF3-88EF-4E8F-B6BE-1EC11118406B}"/>
              </a:ext>
            </a:extLst>
          </p:cNvPr>
          <p:cNvSpPr/>
          <p:nvPr/>
        </p:nvSpPr>
        <p:spPr>
          <a:xfrm rot="5400000">
            <a:off x="3001160" y="342694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34B3A730-B473-45A4-90D7-524E76EC81EC}"/>
              </a:ext>
            </a:extLst>
          </p:cNvPr>
          <p:cNvSpPr/>
          <p:nvPr/>
        </p:nvSpPr>
        <p:spPr>
          <a:xfrm rot="5400000">
            <a:off x="1798092" y="48599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28E403F1-A837-4A1C-B7A5-58B759D85772}"/>
              </a:ext>
            </a:extLst>
          </p:cNvPr>
          <p:cNvSpPr/>
          <p:nvPr/>
        </p:nvSpPr>
        <p:spPr>
          <a:xfrm rot="5400000">
            <a:off x="2282222" y="43864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Rectangle 114">
            <a:extLst>
              <a:ext uri="{FF2B5EF4-FFF2-40B4-BE49-F238E27FC236}">
                <a16:creationId xmlns:a16="http://schemas.microsoft.com/office/drawing/2014/main" id="{38FE0B08-74DE-4740-BE4C-363A353DB118}"/>
              </a:ext>
            </a:extLst>
          </p:cNvPr>
          <p:cNvSpPr/>
          <p:nvPr/>
        </p:nvSpPr>
        <p:spPr>
          <a:xfrm rot="5400000">
            <a:off x="3468597" y="437511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CE2AC8AD-22D9-438A-956B-10CDC945830B}"/>
              </a:ext>
            </a:extLst>
          </p:cNvPr>
          <p:cNvSpPr/>
          <p:nvPr/>
        </p:nvSpPr>
        <p:spPr>
          <a:xfrm rot="5400000">
            <a:off x="2996021" y="5086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116">
            <a:extLst>
              <a:ext uri="{FF2B5EF4-FFF2-40B4-BE49-F238E27FC236}">
                <a16:creationId xmlns:a16="http://schemas.microsoft.com/office/drawing/2014/main" id="{4525348B-56F7-49AD-ACCE-1DE7881CB0C3}"/>
              </a:ext>
            </a:extLst>
          </p:cNvPr>
          <p:cNvSpPr/>
          <p:nvPr/>
        </p:nvSpPr>
        <p:spPr>
          <a:xfrm rot="5400000">
            <a:off x="2996021" y="532254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F099DC06-B641-47C0-8EAF-A0586AB19A3A}"/>
              </a:ext>
            </a:extLst>
          </p:cNvPr>
          <p:cNvSpPr/>
          <p:nvPr/>
        </p:nvSpPr>
        <p:spPr>
          <a:xfrm rot="5400000">
            <a:off x="1564014" y="5326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Rectangle 118">
            <a:extLst>
              <a:ext uri="{FF2B5EF4-FFF2-40B4-BE49-F238E27FC236}">
                <a16:creationId xmlns:a16="http://schemas.microsoft.com/office/drawing/2014/main" id="{046C694F-1936-49C9-A1D7-BF4BF498534D}"/>
              </a:ext>
            </a:extLst>
          </p:cNvPr>
          <p:cNvSpPr/>
          <p:nvPr/>
        </p:nvSpPr>
        <p:spPr>
          <a:xfrm rot="5400000">
            <a:off x="1564676" y="43729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88BAFD00-0DCF-4F63-89EE-7B851C8F7465}"/>
              </a:ext>
            </a:extLst>
          </p:cNvPr>
          <p:cNvSpPr/>
          <p:nvPr/>
        </p:nvSpPr>
        <p:spPr>
          <a:xfrm rot="5400000">
            <a:off x="1804730" y="367046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0EF9260D-019D-4DB1-A684-AFB8723146DF}"/>
              </a:ext>
            </a:extLst>
          </p:cNvPr>
          <p:cNvSpPr/>
          <p:nvPr/>
        </p:nvSpPr>
        <p:spPr>
          <a:xfrm rot="5400000">
            <a:off x="3111821" y="39082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ED16D287-DB04-4EEF-993A-B0FC62458C2F}"/>
              </a:ext>
            </a:extLst>
          </p:cNvPr>
          <p:cNvSpPr/>
          <p:nvPr/>
        </p:nvSpPr>
        <p:spPr>
          <a:xfrm rot="5400000">
            <a:off x="2515693" y="36519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A9380F54-259D-41BB-8C37-AF72BE465E3D}"/>
              </a:ext>
            </a:extLst>
          </p:cNvPr>
          <p:cNvSpPr/>
          <p:nvPr/>
        </p:nvSpPr>
        <p:spPr>
          <a:xfrm rot="5400000">
            <a:off x="2759207" y="4390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Rectangle 123">
            <a:extLst>
              <a:ext uri="{FF2B5EF4-FFF2-40B4-BE49-F238E27FC236}">
                <a16:creationId xmlns:a16="http://schemas.microsoft.com/office/drawing/2014/main" id="{5BB6FE3C-E4B7-4A01-9A52-D32347DB127D}"/>
              </a:ext>
            </a:extLst>
          </p:cNvPr>
          <p:cNvSpPr/>
          <p:nvPr/>
        </p:nvSpPr>
        <p:spPr>
          <a:xfrm rot="5400000">
            <a:off x="2036852" y="34230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Arrow: Right 124">
            <a:extLst>
              <a:ext uri="{FF2B5EF4-FFF2-40B4-BE49-F238E27FC236}">
                <a16:creationId xmlns:a16="http://schemas.microsoft.com/office/drawing/2014/main" id="{7B6EA072-DAF3-4B0E-88A7-9D11F976A16B}"/>
              </a:ext>
            </a:extLst>
          </p:cNvPr>
          <p:cNvSpPr/>
          <p:nvPr/>
        </p:nvSpPr>
        <p:spPr>
          <a:xfrm>
            <a:off x="4653122" y="3999597"/>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8350B396-FD7B-4DE1-AA57-6EB770765929}"/>
              </a:ext>
            </a:extLst>
          </p:cNvPr>
          <p:cNvSpPr txBox="1"/>
          <p:nvPr/>
        </p:nvSpPr>
        <p:spPr>
          <a:xfrm>
            <a:off x="2184778" y="5842337"/>
            <a:ext cx="74571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600" baseline="30000" dirty="0">
                <a:solidFill>
                  <a:schemeClr val="bg1"/>
                </a:solidFill>
              </a:rPr>
              <a:t>′</a:t>
            </a:r>
            <a:endParaRPr lang="en-US" sz="6000" baseline="-25000" dirty="0">
              <a:solidFill>
                <a:schemeClr val="bg1"/>
              </a:solidFill>
              <a:latin typeface="Dubai Light" panose="020B0303030403030204" pitchFamily="34" charset="-78"/>
              <a:cs typeface="Dubai Light" panose="020B0303030403030204" pitchFamily="34" charset="-78"/>
            </a:endParaRPr>
          </a:p>
        </p:txBody>
      </p:sp>
      <p:grpSp>
        <p:nvGrpSpPr>
          <p:cNvPr id="132" name="Group 131">
            <a:extLst>
              <a:ext uri="{FF2B5EF4-FFF2-40B4-BE49-F238E27FC236}">
                <a16:creationId xmlns:a16="http://schemas.microsoft.com/office/drawing/2014/main" id="{FF50D0AD-B1A8-44AA-A61D-7643DB57E08B}"/>
              </a:ext>
            </a:extLst>
          </p:cNvPr>
          <p:cNvGrpSpPr/>
          <p:nvPr/>
        </p:nvGrpSpPr>
        <p:grpSpPr>
          <a:xfrm>
            <a:off x="9696902" y="3761784"/>
            <a:ext cx="1431898" cy="1414883"/>
            <a:chOff x="1228153" y="1651269"/>
            <a:chExt cx="2619865" cy="2621799"/>
          </a:xfrm>
        </p:grpSpPr>
        <p:sp>
          <p:nvSpPr>
            <p:cNvPr id="150" name="Rectangle 149">
              <a:extLst>
                <a:ext uri="{FF2B5EF4-FFF2-40B4-BE49-F238E27FC236}">
                  <a16:creationId xmlns:a16="http://schemas.microsoft.com/office/drawing/2014/main" id="{D5301E4B-CCF9-4112-94FA-04B4ED24DD6E}"/>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740CE498-76CA-45AF-A648-59C9EA80EDC8}"/>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57166FE6-C9D5-47B6-B81B-7647E913C01C}"/>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4B327F11-ED5E-4415-97F6-37F0C3014160}"/>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86095C64-DEC8-4B6D-A043-B1FB1500D6CB}"/>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BCCB7E0B-EB1E-47F4-93A7-31037AB8E0AE}"/>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5E19E400-B437-4286-9F4F-1384F52D2039}"/>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C0219367-0FD6-4919-8ACB-D1F23A4ECEDA}"/>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B1DE2B8D-B4A2-47C1-B1DB-33DC85DB6CA4}"/>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259A4BC2-9980-449B-948A-1BE43E25DD02}"/>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Rectangle 159">
              <a:extLst>
                <a:ext uri="{FF2B5EF4-FFF2-40B4-BE49-F238E27FC236}">
                  <a16:creationId xmlns:a16="http://schemas.microsoft.com/office/drawing/2014/main" id="{50C50991-283D-4828-9C40-05ABF2A591DC}"/>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E9585881-D410-4DC5-A551-A7B8DF1092AE}"/>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05E783B5-B411-4927-B26B-58E1E0F6A9F7}"/>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0DF58239-9940-4CAB-B25B-4321DD57B906}"/>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DB6094F8-57AA-406F-BEE0-01477794CE55}"/>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7D248F34-CA18-49A2-9237-DA85A3D24FC9}"/>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1A944033-8D4F-4145-8F9B-87DFC02F5C85}"/>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022D83E5-1396-4FEB-912E-56052146B17F}"/>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Rectangle 167">
              <a:extLst>
                <a:ext uri="{FF2B5EF4-FFF2-40B4-BE49-F238E27FC236}">
                  <a16:creationId xmlns:a16="http://schemas.microsoft.com/office/drawing/2014/main" id="{FC677630-DE73-4417-8DAB-7E1B8DBCDB2B}"/>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9" name="Rectangle 168">
              <a:extLst>
                <a:ext uri="{FF2B5EF4-FFF2-40B4-BE49-F238E27FC236}">
                  <a16:creationId xmlns:a16="http://schemas.microsoft.com/office/drawing/2014/main" id="{CB187CD0-6557-491D-A579-1FAC80F7C31C}"/>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4546610D-6831-44D8-88EB-0E1B60517AE3}"/>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5DFD43B3-CC2B-4BB7-BD80-9774D9D88CBB}"/>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DA4D5105-6965-4C2F-93C0-A65A77355C5D}"/>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12EC5F03-2851-49F4-99A6-50825AC6770A}"/>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EDF1D6E7-6EF3-405F-9CCA-DB3E7FCD1E58}"/>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1F3DDA21-E9C9-4482-AD00-F06BD701B454}"/>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21A01A55-CCC5-44D0-B9DD-1FE18CCE277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17681CDC-5E66-40B1-820C-FDE8D551BFD6}"/>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Rectangle 177">
              <a:extLst>
                <a:ext uri="{FF2B5EF4-FFF2-40B4-BE49-F238E27FC236}">
                  <a16:creationId xmlns:a16="http://schemas.microsoft.com/office/drawing/2014/main" id="{5DD566DE-3A1E-4E8C-8E45-C07E6A0352C2}"/>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9" name="Rectangle 178">
              <a:extLst>
                <a:ext uri="{FF2B5EF4-FFF2-40B4-BE49-F238E27FC236}">
                  <a16:creationId xmlns:a16="http://schemas.microsoft.com/office/drawing/2014/main" id="{F6D8A6AF-B25C-411B-B171-EC8A0807AD8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213DE052-0B1A-4926-8E22-F23FE50CA4F4}"/>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2D7F926B-291B-48E7-A185-FCD0D215245E}"/>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D0B0132-023B-449D-93DA-FD3B04BD204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F3815C1E-E356-4B5D-A61B-46621C0EA122}"/>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44743D96-4C6B-4232-BA74-C9FFB01E4755}"/>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FECD2D49-4794-40A6-9CA5-901C39E7636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Rectangle 185">
              <a:extLst>
                <a:ext uri="{FF2B5EF4-FFF2-40B4-BE49-F238E27FC236}">
                  <a16:creationId xmlns:a16="http://schemas.microsoft.com/office/drawing/2014/main" id="{19A065C9-42F3-4D33-AEE3-1F8962CE9E30}"/>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Rectangle 186">
              <a:extLst>
                <a:ext uri="{FF2B5EF4-FFF2-40B4-BE49-F238E27FC236}">
                  <a16:creationId xmlns:a16="http://schemas.microsoft.com/office/drawing/2014/main" id="{1F5D0F51-677D-481C-81BC-D19C5B8B6609}"/>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5E145B0A-16F2-41D4-9A5E-CC8D403F1729}"/>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3" name="Rectangle 132">
            <a:extLst>
              <a:ext uri="{FF2B5EF4-FFF2-40B4-BE49-F238E27FC236}">
                <a16:creationId xmlns:a16="http://schemas.microsoft.com/office/drawing/2014/main" id="{FDBD41DD-E6EE-4A7D-B829-828030B0D4FE}"/>
              </a:ext>
            </a:extLst>
          </p:cNvPr>
          <p:cNvSpPr/>
          <p:nvPr/>
        </p:nvSpPr>
        <p:spPr>
          <a:xfrm>
            <a:off x="10998832" y="4532968"/>
            <a:ext cx="129940" cy="12884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TextBox 189">
            <a:extLst>
              <a:ext uri="{FF2B5EF4-FFF2-40B4-BE49-F238E27FC236}">
                <a16:creationId xmlns:a16="http://schemas.microsoft.com/office/drawing/2014/main" id="{2A3D9F44-48D3-470E-8874-EC446CBA5942}"/>
              </a:ext>
            </a:extLst>
          </p:cNvPr>
          <p:cNvSpPr txBox="1"/>
          <p:nvPr/>
        </p:nvSpPr>
        <p:spPr>
          <a:xfrm>
            <a:off x="6302165" y="3706578"/>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191" name="TextBox 190">
            <a:extLst>
              <a:ext uri="{FF2B5EF4-FFF2-40B4-BE49-F238E27FC236}">
                <a16:creationId xmlns:a16="http://schemas.microsoft.com/office/drawing/2014/main" id="{431EE208-32F1-4AFE-A626-496C52530527}"/>
              </a:ext>
            </a:extLst>
          </p:cNvPr>
          <p:cNvSpPr txBox="1"/>
          <p:nvPr/>
        </p:nvSpPr>
        <p:spPr>
          <a:xfrm>
            <a:off x="11063926" y="3707489"/>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192" name="TextBox 191">
            <a:extLst>
              <a:ext uri="{FF2B5EF4-FFF2-40B4-BE49-F238E27FC236}">
                <a16:creationId xmlns:a16="http://schemas.microsoft.com/office/drawing/2014/main" id="{2AF0754E-A10F-40A8-9D57-AAAEDFAF4781}"/>
              </a:ext>
            </a:extLst>
          </p:cNvPr>
          <p:cNvSpPr txBox="1"/>
          <p:nvPr/>
        </p:nvSpPr>
        <p:spPr>
          <a:xfrm>
            <a:off x="8481021" y="4610927"/>
            <a:ext cx="1261884" cy="830997"/>
          </a:xfrm>
          <a:prstGeom prst="rect">
            <a:avLst/>
          </a:prstGeom>
          <a:noFill/>
        </p:spPr>
        <p:txBody>
          <a:bodyPr wrap="none" rtlCol="0">
            <a:spAutoFit/>
          </a:bodyPr>
          <a:lstStyle/>
          <a:p>
            <a:r>
              <a:rPr lang="en-US" sz="4800" dirty="0">
                <a:solidFill>
                  <a:schemeClr val="bg1"/>
                </a:solidFill>
              </a:rPr>
              <a:t>, …,</a:t>
            </a:r>
            <a:endParaRPr lang="en-US" sz="4800" dirty="0">
              <a:solidFill>
                <a:schemeClr val="bg1"/>
              </a:solidFill>
              <a:latin typeface="Dubai Light" panose="020B0303030403030204" pitchFamily="34" charset="-78"/>
              <a:cs typeface="Dubai Light" panose="020B0303030403030204" pitchFamily="34" charset="-78"/>
            </a:endParaRPr>
          </a:p>
        </p:txBody>
      </p:sp>
      <p:sp>
        <p:nvSpPr>
          <p:cNvPr id="194" name="Rectangle 193">
            <a:extLst>
              <a:ext uri="{FF2B5EF4-FFF2-40B4-BE49-F238E27FC236}">
                <a16:creationId xmlns:a16="http://schemas.microsoft.com/office/drawing/2014/main" id="{C27BC3ED-111A-498D-975B-61D82E434BC4}"/>
              </a:ext>
            </a:extLst>
          </p:cNvPr>
          <p:cNvSpPr/>
          <p:nvPr/>
        </p:nvSpPr>
        <p:spPr>
          <a:xfrm rot="5400000">
            <a:off x="7580658" y="4532913"/>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0AF32F0C-58B4-420F-8CC2-8A2BE3615FE9}"/>
              </a:ext>
            </a:extLst>
          </p:cNvPr>
          <p:cNvSpPr/>
          <p:nvPr/>
        </p:nvSpPr>
        <p:spPr>
          <a:xfrm rot="5400000">
            <a:off x="7449331" y="4277727"/>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309308A-8B8D-4D2D-ABA1-D6B2DABC9CC8}"/>
              </a:ext>
            </a:extLst>
          </p:cNvPr>
          <p:cNvSpPr/>
          <p:nvPr/>
        </p:nvSpPr>
        <p:spPr>
          <a:xfrm rot="5400000">
            <a:off x="7579302" y="478908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EAAC74A0-4A79-4B09-889A-C92019A39771}"/>
              </a:ext>
            </a:extLst>
          </p:cNvPr>
          <p:cNvSpPr/>
          <p:nvPr/>
        </p:nvSpPr>
        <p:spPr>
          <a:xfrm rot="5400000">
            <a:off x="7840742" y="4912886"/>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1046BA87-4A8F-4016-B208-5FA3CDBFC69E}"/>
              </a:ext>
            </a:extLst>
          </p:cNvPr>
          <p:cNvSpPr/>
          <p:nvPr/>
        </p:nvSpPr>
        <p:spPr>
          <a:xfrm rot="5400000">
            <a:off x="7839691" y="478605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Rectangle 198">
            <a:extLst>
              <a:ext uri="{FF2B5EF4-FFF2-40B4-BE49-F238E27FC236}">
                <a16:creationId xmlns:a16="http://schemas.microsoft.com/office/drawing/2014/main" id="{8969BE68-B89C-460F-BDCD-D235E8C60A77}"/>
              </a:ext>
            </a:extLst>
          </p:cNvPr>
          <p:cNvSpPr/>
          <p:nvPr/>
        </p:nvSpPr>
        <p:spPr>
          <a:xfrm rot="5400000">
            <a:off x="7970033" y="4277182"/>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Rectangle 199">
            <a:extLst>
              <a:ext uri="{FF2B5EF4-FFF2-40B4-BE49-F238E27FC236}">
                <a16:creationId xmlns:a16="http://schemas.microsoft.com/office/drawing/2014/main" id="{9A02DD16-496B-4376-B659-506DD29E9F03}"/>
              </a:ext>
            </a:extLst>
          </p:cNvPr>
          <p:cNvSpPr/>
          <p:nvPr/>
        </p:nvSpPr>
        <p:spPr>
          <a:xfrm rot="5400000">
            <a:off x="7709500" y="4529895"/>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0B72E1B5-CDD7-45BC-868E-6F3E3C64B450}"/>
              </a:ext>
            </a:extLst>
          </p:cNvPr>
          <p:cNvSpPr/>
          <p:nvPr/>
        </p:nvSpPr>
        <p:spPr>
          <a:xfrm rot="5400000">
            <a:off x="7583065" y="4917685"/>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201">
            <a:extLst>
              <a:ext uri="{FF2B5EF4-FFF2-40B4-BE49-F238E27FC236}">
                <a16:creationId xmlns:a16="http://schemas.microsoft.com/office/drawing/2014/main" id="{0E762BD4-14D3-497E-8AFE-F6BBA29A5F24}"/>
              </a:ext>
            </a:extLst>
          </p:cNvPr>
          <p:cNvSpPr/>
          <p:nvPr/>
        </p:nvSpPr>
        <p:spPr>
          <a:xfrm rot="5400000">
            <a:off x="7707251" y="4788257"/>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3" name="Rectangle 202">
            <a:extLst>
              <a:ext uri="{FF2B5EF4-FFF2-40B4-BE49-F238E27FC236}">
                <a16:creationId xmlns:a16="http://schemas.microsoft.com/office/drawing/2014/main" id="{1BEF0C2C-45AA-4194-8716-D07F519430A3}"/>
              </a:ext>
            </a:extLst>
          </p:cNvPr>
          <p:cNvSpPr/>
          <p:nvPr/>
        </p:nvSpPr>
        <p:spPr>
          <a:xfrm rot="5400000">
            <a:off x="7709195" y="491686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66F6FF13-8AA3-4BD8-86DE-64C53B475CC0}"/>
              </a:ext>
            </a:extLst>
          </p:cNvPr>
          <p:cNvSpPr/>
          <p:nvPr/>
        </p:nvSpPr>
        <p:spPr>
          <a:xfrm rot="5400000">
            <a:off x="7839628" y="4532243"/>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42FAB198-81E8-437B-B284-1579A6A5D9E7}"/>
              </a:ext>
            </a:extLst>
          </p:cNvPr>
          <p:cNvSpPr/>
          <p:nvPr/>
        </p:nvSpPr>
        <p:spPr>
          <a:xfrm rot="5400000">
            <a:off x="7710319" y="4406466"/>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C602F160-D9BA-42A1-83EE-43952BA9C8A3}"/>
              </a:ext>
            </a:extLst>
          </p:cNvPr>
          <p:cNvSpPr/>
          <p:nvPr/>
        </p:nvSpPr>
        <p:spPr>
          <a:xfrm rot="16200000" flipH="1">
            <a:off x="10352722" y="466526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BAA429AE-EA8E-4092-BCA4-90EC7BC4FDFB}"/>
              </a:ext>
            </a:extLst>
          </p:cNvPr>
          <p:cNvSpPr/>
          <p:nvPr/>
        </p:nvSpPr>
        <p:spPr>
          <a:xfrm rot="16200000" flipH="1">
            <a:off x="10480236" y="4281968"/>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0BB82E06-F636-4094-B23C-D63AB37097C4}"/>
              </a:ext>
            </a:extLst>
          </p:cNvPr>
          <p:cNvSpPr/>
          <p:nvPr/>
        </p:nvSpPr>
        <p:spPr>
          <a:xfrm rot="16200000" flipH="1">
            <a:off x="10221496" y="4664582"/>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9" name="Rectangle 208">
            <a:extLst>
              <a:ext uri="{FF2B5EF4-FFF2-40B4-BE49-F238E27FC236}">
                <a16:creationId xmlns:a16="http://schemas.microsoft.com/office/drawing/2014/main" id="{6BA131C2-DA88-4E00-B620-615551738CEA}"/>
              </a:ext>
            </a:extLst>
          </p:cNvPr>
          <p:cNvSpPr/>
          <p:nvPr/>
        </p:nvSpPr>
        <p:spPr>
          <a:xfrm rot="16200000" flipH="1">
            <a:off x="10610933" y="491932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3824E861-631E-4B22-94E7-FFC3657ACFD1}"/>
              </a:ext>
            </a:extLst>
          </p:cNvPr>
          <p:cNvSpPr/>
          <p:nvPr/>
        </p:nvSpPr>
        <p:spPr>
          <a:xfrm rot="16200000" flipH="1">
            <a:off x="10353453" y="4540358"/>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AB38F089-07C9-4174-B19D-48A032C4B3E9}"/>
              </a:ext>
            </a:extLst>
          </p:cNvPr>
          <p:cNvSpPr/>
          <p:nvPr/>
        </p:nvSpPr>
        <p:spPr>
          <a:xfrm rot="16200000" flipH="1">
            <a:off x="10484257" y="4666011"/>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28C67B53-9E99-4462-80D7-CBBD159BE6BD}"/>
              </a:ext>
            </a:extLst>
          </p:cNvPr>
          <p:cNvSpPr/>
          <p:nvPr/>
        </p:nvSpPr>
        <p:spPr>
          <a:xfrm rot="16200000" flipH="1">
            <a:off x="10610933" y="4665550"/>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F56E053F-5607-44F3-B570-8825434A664D}"/>
              </a:ext>
            </a:extLst>
          </p:cNvPr>
          <p:cNvSpPr/>
          <p:nvPr/>
        </p:nvSpPr>
        <p:spPr>
          <a:xfrm rot="16200000" flipH="1">
            <a:off x="10092079" y="453361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4" name="Rectangle 213">
            <a:extLst>
              <a:ext uri="{FF2B5EF4-FFF2-40B4-BE49-F238E27FC236}">
                <a16:creationId xmlns:a16="http://schemas.microsoft.com/office/drawing/2014/main" id="{BC3979EB-17D7-4ABD-BBFA-7CB71F47B3C1}"/>
              </a:ext>
            </a:extLst>
          </p:cNvPr>
          <p:cNvSpPr/>
          <p:nvPr/>
        </p:nvSpPr>
        <p:spPr>
          <a:xfrm rot="16200000" flipH="1">
            <a:off x="10091547" y="440543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203CE2F6-5B92-4309-9728-2DACB7C558F3}"/>
              </a:ext>
            </a:extLst>
          </p:cNvPr>
          <p:cNvSpPr/>
          <p:nvPr/>
        </p:nvSpPr>
        <p:spPr>
          <a:xfrm rot="16200000" flipH="1">
            <a:off x="10091977" y="479038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6" name="Rectangle 215">
            <a:extLst>
              <a:ext uri="{FF2B5EF4-FFF2-40B4-BE49-F238E27FC236}">
                <a16:creationId xmlns:a16="http://schemas.microsoft.com/office/drawing/2014/main" id="{8C19ABCB-571F-4611-9E3B-DCCFC1DC0C9C}"/>
              </a:ext>
            </a:extLst>
          </p:cNvPr>
          <p:cNvSpPr/>
          <p:nvPr/>
        </p:nvSpPr>
        <p:spPr>
          <a:xfrm rot="16200000" flipH="1">
            <a:off x="10091976" y="4917960"/>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63F1E44F-4CF1-410B-81F2-289298F11E0B}"/>
              </a:ext>
            </a:extLst>
          </p:cNvPr>
          <p:cNvSpPr/>
          <p:nvPr/>
        </p:nvSpPr>
        <p:spPr>
          <a:xfrm rot="16200000" flipH="1">
            <a:off x="10611736" y="4282642"/>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Rectangle 217">
            <a:extLst>
              <a:ext uri="{FF2B5EF4-FFF2-40B4-BE49-F238E27FC236}">
                <a16:creationId xmlns:a16="http://schemas.microsoft.com/office/drawing/2014/main" id="{564C711F-E34B-4934-B99F-2FE33F6865E9}"/>
              </a:ext>
            </a:extLst>
          </p:cNvPr>
          <p:cNvSpPr/>
          <p:nvPr/>
        </p:nvSpPr>
        <p:spPr>
          <a:xfrm rot="16200000" flipH="1">
            <a:off x="10611934" y="4409044"/>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C9CF3FC5-4F57-4FBF-A9E4-017E6B862690}"/>
              </a:ext>
            </a:extLst>
          </p:cNvPr>
          <p:cNvSpPr/>
          <p:nvPr/>
        </p:nvSpPr>
        <p:spPr>
          <a:xfrm rot="16200000" flipH="1">
            <a:off x="10611735" y="4537780"/>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342A4556-EE28-4237-A7F3-86105612F5C9}"/>
              </a:ext>
            </a:extLst>
          </p:cNvPr>
          <p:cNvSpPr/>
          <p:nvPr/>
        </p:nvSpPr>
        <p:spPr>
          <a:xfrm rot="16200000" flipH="1">
            <a:off x="10351518" y="4281052"/>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Rectangle 220">
            <a:extLst>
              <a:ext uri="{FF2B5EF4-FFF2-40B4-BE49-F238E27FC236}">
                <a16:creationId xmlns:a16="http://schemas.microsoft.com/office/drawing/2014/main" id="{814DA487-1F90-4B14-9D9E-4349F724AABB}"/>
              </a:ext>
            </a:extLst>
          </p:cNvPr>
          <p:cNvSpPr/>
          <p:nvPr/>
        </p:nvSpPr>
        <p:spPr>
          <a:xfrm rot="16200000" flipH="1">
            <a:off x="10223023" y="428247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9C472B00-F9F2-4A70-92E9-BC441E38A5D2}"/>
              </a:ext>
            </a:extLst>
          </p:cNvPr>
          <p:cNvSpPr/>
          <p:nvPr/>
        </p:nvSpPr>
        <p:spPr>
          <a:xfrm rot="16200000" flipH="1">
            <a:off x="10222236" y="440554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3" name="Rectangle 222">
            <a:extLst>
              <a:ext uri="{FF2B5EF4-FFF2-40B4-BE49-F238E27FC236}">
                <a16:creationId xmlns:a16="http://schemas.microsoft.com/office/drawing/2014/main" id="{B4E20802-DFB2-49DC-87BF-3242E172EEBE}"/>
              </a:ext>
            </a:extLst>
          </p:cNvPr>
          <p:cNvSpPr/>
          <p:nvPr/>
        </p:nvSpPr>
        <p:spPr>
          <a:xfrm rot="16200000" flipH="1">
            <a:off x="10481423" y="4409102"/>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223">
            <a:extLst>
              <a:ext uri="{FF2B5EF4-FFF2-40B4-BE49-F238E27FC236}">
                <a16:creationId xmlns:a16="http://schemas.microsoft.com/office/drawing/2014/main" id="{1F2AA77A-23A1-4AE0-8926-F938A3DE8C4E}"/>
              </a:ext>
            </a:extLst>
          </p:cNvPr>
          <p:cNvSpPr/>
          <p:nvPr/>
        </p:nvSpPr>
        <p:spPr>
          <a:xfrm rot="16200000" flipH="1">
            <a:off x="10481269" y="4537986"/>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A83E2E28-6144-4148-BF84-4CF3087B4DF1}"/>
              </a:ext>
            </a:extLst>
          </p:cNvPr>
          <p:cNvSpPr/>
          <p:nvPr/>
        </p:nvSpPr>
        <p:spPr>
          <a:xfrm rot="16200000" flipH="1">
            <a:off x="10482624" y="4919320"/>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5300697D-C2F5-4232-8422-00A062066F24}"/>
              </a:ext>
            </a:extLst>
          </p:cNvPr>
          <p:cNvSpPr/>
          <p:nvPr/>
        </p:nvSpPr>
        <p:spPr>
          <a:xfrm rot="16200000" flipH="1">
            <a:off x="10482625" y="4794154"/>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B7D9FE09-8B6E-43F9-8F24-6924C27825F8}"/>
              </a:ext>
            </a:extLst>
          </p:cNvPr>
          <p:cNvSpPr/>
          <p:nvPr/>
        </p:nvSpPr>
        <p:spPr>
          <a:xfrm rot="16200000" flipH="1">
            <a:off x="10612527" y="4791669"/>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A4DC72E2-0EAE-4AFE-BA41-0E4075EEC58F}"/>
              </a:ext>
            </a:extLst>
          </p:cNvPr>
          <p:cNvSpPr/>
          <p:nvPr/>
        </p:nvSpPr>
        <p:spPr>
          <a:xfrm rot="16200000" flipH="1">
            <a:off x="10222236" y="4791127"/>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Rectangle 228">
            <a:extLst>
              <a:ext uri="{FF2B5EF4-FFF2-40B4-BE49-F238E27FC236}">
                <a16:creationId xmlns:a16="http://schemas.microsoft.com/office/drawing/2014/main" id="{E809B814-9A7C-44F1-96BC-C5FE51BC26C8}"/>
              </a:ext>
            </a:extLst>
          </p:cNvPr>
          <p:cNvSpPr/>
          <p:nvPr/>
        </p:nvSpPr>
        <p:spPr>
          <a:xfrm rot="16200000" flipH="1">
            <a:off x="10091894" y="4282255"/>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Rectangle 229">
            <a:extLst>
              <a:ext uri="{FF2B5EF4-FFF2-40B4-BE49-F238E27FC236}">
                <a16:creationId xmlns:a16="http://schemas.microsoft.com/office/drawing/2014/main" id="{06FB7913-E244-45F1-9D3D-A5D44052A949}"/>
              </a:ext>
            </a:extLst>
          </p:cNvPr>
          <p:cNvSpPr/>
          <p:nvPr/>
        </p:nvSpPr>
        <p:spPr>
          <a:xfrm rot="16200000" flipH="1">
            <a:off x="10089494" y="4664805"/>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Rectangle 230">
            <a:extLst>
              <a:ext uri="{FF2B5EF4-FFF2-40B4-BE49-F238E27FC236}">
                <a16:creationId xmlns:a16="http://schemas.microsoft.com/office/drawing/2014/main" id="{0B6CDED1-7AE6-47BE-B94A-598E58F70EC7}"/>
              </a:ext>
            </a:extLst>
          </p:cNvPr>
          <p:cNvSpPr/>
          <p:nvPr/>
        </p:nvSpPr>
        <p:spPr>
          <a:xfrm rot="16200000" flipH="1">
            <a:off x="10222052" y="4919321"/>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Rectangle 231">
            <a:extLst>
              <a:ext uri="{FF2B5EF4-FFF2-40B4-BE49-F238E27FC236}">
                <a16:creationId xmlns:a16="http://schemas.microsoft.com/office/drawing/2014/main" id="{2054CD1C-7EC7-4675-8297-1436A198CFE9}"/>
              </a:ext>
            </a:extLst>
          </p:cNvPr>
          <p:cNvSpPr/>
          <p:nvPr/>
        </p:nvSpPr>
        <p:spPr>
          <a:xfrm rot="16200000" flipH="1">
            <a:off x="10354676" y="4793330"/>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3" name="Rectangle 232">
            <a:extLst>
              <a:ext uri="{FF2B5EF4-FFF2-40B4-BE49-F238E27FC236}">
                <a16:creationId xmlns:a16="http://schemas.microsoft.com/office/drawing/2014/main" id="{8C3F89F7-F723-452C-B864-EC82DB1C18A1}"/>
              </a:ext>
            </a:extLst>
          </p:cNvPr>
          <p:cNvSpPr/>
          <p:nvPr/>
        </p:nvSpPr>
        <p:spPr>
          <a:xfrm rot="16200000" flipH="1">
            <a:off x="10348842" y="4919320"/>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6D5772B7-4B0C-4C7F-B6C2-644A0854FDCE}"/>
              </a:ext>
            </a:extLst>
          </p:cNvPr>
          <p:cNvSpPr/>
          <p:nvPr/>
        </p:nvSpPr>
        <p:spPr>
          <a:xfrm rot="16200000" flipH="1">
            <a:off x="10222299" y="4537316"/>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B9408D07-BD86-413B-A867-731E7A9ABCEF}"/>
              </a:ext>
            </a:extLst>
          </p:cNvPr>
          <p:cNvSpPr/>
          <p:nvPr/>
        </p:nvSpPr>
        <p:spPr>
          <a:xfrm rot="16200000" flipH="1">
            <a:off x="10351608" y="4411539"/>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C2335EE7-9EEE-4CA8-AE8E-235C6F82D32B}"/>
              </a:ext>
            </a:extLst>
          </p:cNvPr>
          <p:cNvSpPr/>
          <p:nvPr/>
        </p:nvSpPr>
        <p:spPr>
          <a:xfrm>
            <a:off x="7183665" y="4915097"/>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04E14B1B-B4D3-4E2A-B3D1-C7F741EDA02D}"/>
              </a:ext>
            </a:extLst>
          </p:cNvPr>
          <p:cNvSpPr/>
          <p:nvPr/>
        </p:nvSpPr>
        <p:spPr>
          <a:xfrm>
            <a:off x="8097406" y="4912535"/>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24CA1326-03B0-44CE-8F85-A8CF68738ABE}"/>
              </a:ext>
            </a:extLst>
          </p:cNvPr>
          <p:cNvSpPr/>
          <p:nvPr/>
        </p:nvSpPr>
        <p:spPr>
          <a:xfrm>
            <a:off x="8221847" y="4913983"/>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49AFB1CF-60AE-4D20-B5F0-3D3A8D56F860}"/>
              </a:ext>
            </a:extLst>
          </p:cNvPr>
          <p:cNvSpPr/>
          <p:nvPr/>
        </p:nvSpPr>
        <p:spPr>
          <a:xfrm>
            <a:off x="7182579" y="4786086"/>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42B91645-81F7-4F62-955A-DA73F857896B}"/>
              </a:ext>
            </a:extLst>
          </p:cNvPr>
          <p:cNvSpPr/>
          <p:nvPr/>
        </p:nvSpPr>
        <p:spPr>
          <a:xfrm>
            <a:off x="9821346" y="4919743"/>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79F9754F-F1C5-4A3F-A9C1-6C401612EAAB}"/>
              </a:ext>
            </a:extLst>
          </p:cNvPr>
          <p:cNvSpPr/>
          <p:nvPr/>
        </p:nvSpPr>
        <p:spPr>
          <a:xfrm>
            <a:off x="9954430" y="4919290"/>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668FD774-D03B-4D21-AB6E-5CA0502E0B6F}"/>
              </a:ext>
            </a:extLst>
          </p:cNvPr>
          <p:cNvSpPr/>
          <p:nvPr/>
        </p:nvSpPr>
        <p:spPr>
          <a:xfrm>
            <a:off x="9818949" y="4792484"/>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2C5EBBB2-17EC-4F6A-85E9-D29F97EAF7BA}"/>
              </a:ext>
            </a:extLst>
          </p:cNvPr>
          <p:cNvSpPr/>
          <p:nvPr/>
        </p:nvSpPr>
        <p:spPr>
          <a:xfrm>
            <a:off x="10733277" y="4924906"/>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CDB4EDFF-00CA-44C6-8D77-E855E53E9601}"/>
              </a:ext>
            </a:extLst>
          </p:cNvPr>
          <p:cNvSpPr/>
          <p:nvPr/>
        </p:nvSpPr>
        <p:spPr>
          <a:xfrm>
            <a:off x="9818859" y="4668081"/>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543208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Pattern Construction</a:t>
            </a:r>
          </a:p>
        </p:txBody>
      </p:sp>
      <p:pic>
        <p:nvPicPr>
          <p:cNvPr id="2" name="Graphic 1">
            <a:extLst>
              <a:ext uri="{FF2B5EF4-FFF2-40B4-BE49-F238E27FC236}">
                <a16:creationId xmlns:a16="http://schemas.microsoft.com/office/drawing/2014/main" id="{6F87F057-DD0A-4BE5-A861-D2D016B27C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22644" y="1511212"/>
            <a:ext cx="7946711" cy="1892074"/>
          </a:xfrm>
          <a:prstGeom prst="rect">
            <a:avLst/>
          </a:prstGeom>
        </p:spPr>
      </p:pic>
      <p:pic>
        <p:nvPicPr>
          <p:cNvPr id="3" name="Graphic 2">
            <a:extLst>
              <a:ext uri="{FF2B5EF4-FFF2-40B4-BE49-F238E27FC236}">
                <a16:creationId xmlns:a16="http://schemas.microsoft.com/office/drawing/2014/main" id="{AFD9B9E4-7A64-4045-8564-19286F592C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22644" y="4131041"/>
            <a:ext cx="7946711" cy="1892074"/>
          </a:xfrm>
          <a:prstGeom prst="rect">
            <a:avLst/>
          </a:prstGeom>
        </p:spPr>
      </p:pic>
    </p:spTree>
    <p:extLst>
      <p:ext uri="{BB962C8B-B14F-4D97-AF65-F5344CB8AC3E}">
        <p14:creationId xmlns:p14="http://schemas.microsoft.com/office/powerpoint/2010/main" val="104949200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2" name="Group 241">
            <a:extLst>
              <a:ext uri="{FF2B5EF4-FFF2-40B4-BE49-F238E27FC236}">
                <a16:creationId xmlns:a16="http://schemas.microsoft.com/office/drawing/2014/main" id="{2E8A9593-71CB-4DF4-96F8-9D4D6D1E5480}"/>
              </a:ext>
            </a:extLst>
          </p:cNvPr>
          <p:cNvGrpSpPr/>
          <p:nvPr/>
        </p:nvGrpSpPr>
        <p:grpSpPr>
          <a:xfrm>
            <a:off x="3830197" y="4147049"/>
            <a:ext cx="2861314" cy="237744"/>
            <a:chOff x="2985901" y="3786189"/>
            <a:chExt cx="2861314" cy="237744"/>
          </a:xfrm>
        </p:grpSpPr>
        <p:grpSp>
          <p:nvGrpSpPr>
            <p:cNvPr id="230" name="Group 229">
              <a:extLst>
                <a:ext uri="{FF2B5EF4-FFF2-40B4-BE49-F238E27FC236}">
                  <a16:creationId xmlns:a16="http://schemas.microsoft.com/office/drawing/2014/main" id="{B0D1929A-8FC7-4F5F-98CD-0FB2B730F523}"/>
                </a:ext>
              </a:extLst>
            </p:cNvPr>
            <p:cNvGrpSpPr/>
            <p:nvPr/>
          </p:nvGrpSpPr>
          <p:grpSpPr>
            <a:xfrm>
              <a:off x="2985901" y="3786189"/>
              <a:ext cx="2861314" cy="237744"/>
              <a:chOff x="2985901" y="3786189"/>
              <a:chExt cx="2861314" cy="237744"/>
            </a:xfrm>
            <a:solidFill>
              <a:schemeClr val="accent1"/>
            </a:solidFill>
          </p:grpSpPr>
          <p:sp>
            <p:nvSpPr>
              <p:cNvPr id="218" name="Rectangle 217">
                <a:extLst>
                  <a:ext uri="{FF2B5EF4-FFF2-40B4-BE49-F238E27FC236}">
                    <a16:creationId xmlns:a16="http://schemas.microsoft.com/office/drawing/2014/main" id="{BBB8FE04-7A37-4C5A-8187-C2A96AD5CFFE}"/>
                  </a:ext>
                </a:extLst>
              </p:cNvPr>
              <p:cNvSpPr/>
              <p:nvPr/>
            </p:nvSpPr>
            <p:spPr>
              <a:xfrm rot="5400000">
                <a:off x="51314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4245CBF8-B502-4D92-BC09-7EBA386030D0}"/>
                  </a:ext>
                </a:extLst>
              </p:cNvPr>
              <p:cNvSpPr/>
              <p:nvPr/>
            </p:nvSpPr>
            <p:spPr>
              <a:xfrm rot="5400000">
                <a:off x="53702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279E4C20-3E39-4ED9-BFC2-8803CB7608EA}"/>
                  </a:ext>
                </a:extLst>
              </p:cNvPr>
              <p:cNvSpPr/>
              <p:nvPr/>
            </p:nvSpPr>
            <p:spPr>
              <a:xfrm rot="5400000">
                <a:off x="56089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5ECA41A8-66B7-4DAF-94E2-5907F2F148FF}"/>
                  </a:ext>
                </a:extLst>
              </p:cNvPr>
              <p:cNvSpPr/>
              <p:nvPr/>
            </p:nvSpPr>
            <p:spPr>
              <a:xfrm rot="5400000">
                <a:off x="489268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966986F2-881E-4C90-AC63-783C2F5F9C43}"/>
                  </a:ext>
                </a:extLst>
              </p:cNvPr>
              <p:cNvSpPr/>
              <p:nvPr/>
            </p:nvSpPr>
            <p:spPr>
              <a:xfrm rot="5400000">
                <a:off x="465392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F3B6C8E2-5587-433C-96BA-F08903EFEA37}"/>
                  </a:ext>
                </a:extLst>
              </p:cNvPr>
              <p:cNvSpPr/>
              <p:nvPr/>
            </p:nvSpPr>
            <p:spPr>
              <a:xfrm rot="5400000">
                <a:off x="44151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89871E4A-A84B-4638-A6F6-BB3F44FEB885}"/>
                  </a:ext>
                </a:extLst>
              </p:cNvPr>
              <p:cNvSpPr/>
              <p:nvPr/>
            </p:nvSpPr>
            <p:spPr>
              <a:xfrm rot="5400000">
                <a:off x="41764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7E9F7630-0735-4491-87BE-D85288CB1BCF}"/>
                  </a:ext>
                </a:extLst>
              </p:cNvPr>
              <p:cNvSpPr/>
              <p:nvPr/>
            </p:nvSpPr>
            <p:spPr>
              <a:xfrm rot="5400000">
                <a:off x="39376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E1F35DE4-7086-4609-A8F7-4E0B8794D1BC}"/>
                  </a:ext>
                </a:extLst>
              </p:cNvPr>
              <p:cNvSpPr/>
              <p:nvPr/>
            </p:nvSpPr>
            <p:spPr>
              <a:xfrm rot="5400000">
                <a:off x="370078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E43B030F-9505-41E3-ACC0-956BADD8B316}"/>
                  </a:ext>
                </a:extLst>
              </p:cNvPr>
              <p:cNvSpPr/>
              <p:nvPr/>
            </p:nvSpPr>
            <p:spPr>
              <a:xfrm rot="5400000">
                <a:off x="346202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D0EBC84D-84CC-4E42-887A-FFEDEF644F16}"/>
                  </a:ext>
                </a:extLst>
              </p:cNvPr>
              <p:cNvSpPr/>
              <p:nvPr/>
            </p:nvSpPr>
            <p:spPr>
              <a:xfrm rot="5400000">
                <a:off x="322516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Rectangle 228">
                <a:extLst>
                  <a:ext uri="{FF2B5EF4-FFF2-40B4-BE49-F238E27FC236}">
                    <a16:creationId xmlns:a16="http://schemas.microsoft.com/office/drawing/2014/main" id="{3E7956E7-EF72-49D5-88F0-8ACD106D23DD}"/>
                  </a:ext>
                </a:extLst>
              </p:cNvPr>
              <p:cNvSpPr/>
              <p:nvPr/>
            </p:nvSpPr>
            <p:spPr>
              <a:xfrm rot="5400000">
                <a:off x="298640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1" name="Rectangle 230">
              <a:extLst>
                <a:ext uri="{FF2B5EF4-FFF2-40B4-BE49-F238E27FC236}">
                  <a16:creationId xmlns:a16="http://schemas.microsoft.com/office/drawing/2014/main" id="{D51FD1B4-7293-4C95-ACC3-A41298479D7B}"/>
                </a:ext>
              </a:extLst>
            </p:cNvPr>
            <p:cNvSpPr/>
            <p:nvPr/>
          </p:nvSpPr>
          <p:spPr>
            <a:xfrm rot="5400000">
              <a:off x="3197171"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DC799A5D-6BAB-4BF3-A694-6A59177941AD}"/>
                </a:ext>
              </a:extLst>
            </p:cNvPr>
            <p:cNvSpPr/>
            <p:nvPr/>
          </p:nvSpPr>
          <p:spPr>
            <a:xfrm rot="5400000">
              <a:off x="3443988"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86D7BABC-9198-456A-A7AA-1227FCAB938D}"/>
                </a:ext>
              </a:extLst>
            </p:cNvPr>
            <p:cNvSpPr/>
            <p:nvPr/>
          </p:nvSpPr>
          <p:spPr>
            <a:xfrm rot="5400000">
              <a:off x="3674346"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3E50F76E-543F-445A-833E-3EEE3421FC3A}"/>
                </a:ext>
              </a:extLst>
            </p:cNvPr>
            <p:cNvSpPr/>
            <p:nvPr/>
          </p:nvSpPr>
          <p:spPr>
            <a:xfrm rot="5400000">
              <a:off x="3914179"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B1096265-29DB-415E-B34B-EF01EAF59E9D}"/>
                </a:ext>
              </a:extLst>
            </p:cNvPr>
            <p:cNvSpPr/>
            <p:nvPr/>
          </p:nvSpPr>
          <p:spPr>
            <a:xfrm rot="5400000">
              <a:off x="4156047"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77F2286D-F4F8-4EDF-AC0A-7DBFFB0B3EA1}"/>
                </a:ext>
              </a:extLst>
            </p:cNvPr>
            <p:cNvSpPr/>
            <p:nvPr/>
          </p:nvSpPr>
          <p:spPr>
            <a:xfrm rot="5400000">
              <a:off x="4401793"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592D3B79-9E62-459B-A5D3-87026AB319FC}"/>
                </a:ext>
              </a:extLst>
            </p:cNvPr>
            <p:cNvSpPr/>
            <p:nvPr/>
          </p:nvSpPr>
          <p:spPr>
            <a:xfrm rot="5400000">
              <a:off x="463385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C4C557B1-FEB8-4144-988F-075887F06D77}"/>
                </a:ext>
              </a:extLst>
            </p:cNvPr>
            <p:cNvSpPr/>
            <p:nvPr/>
          </p:nvSpPr>
          <p:spPr>
            <a:xfrm rot="5400000">
              <a:off x="487320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7CDC214C-EF6C-443D-9293-33759184D1CD}"/>
                </a:ext>
              </a:extLst>
            </p:cNvPr>
            <p:cNvSpPr/>
            <p:nvPr/>
          </p:nvSpPr>
          <p:spPr>
            <a:xfrm rot="5400000">
              <a:off x="5111425"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01A16DCE-FB48-44EE-A77D-EA0999911DCF}"/>
                </a:ext>
              </a:extLst>
            </p:cNvPr>
            <p:cNvSpPr/>
            <p:nvPr/>
          </p:nvSpPr>
          <p:spPr>
            <a:xfrm rot="5400000">
              <a:off x="5342206"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18E0AF91-2773-43C3-A8AF-884B8D6DA2D8}"/>
                </a:ext>
              </a:extLst>
            </p:cNvPr>
            <p:cNvSpPr/>
            <p:nvPr/>
          </p:nvSpPr>
          <p:spPr>
            <a:xfrm rot="5400000">
              <a:off x="5584201"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757F35CF-AE03-40EE-9246-EDE3DF03F531}"/>
              </a:ext>
            </a:extLst>
          </p:cNvPr>
          <p:cNvSpPr/>
          <p:nvPr/>
        </p:nvSpPr>
        <p:spPr>
          <a:xfrm>
            <a:off x="2880725" y="1998842"/>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80D5C7C7-67EC-4697-8FBB-AA80A1ED701F}"/>
              </a:ext>
            </a:extLst>
          </p:cNvPr>
          <p:cNvSpPr/>
          <p:nvPr/>
        </p:nvSpPr>
        <p:spPr>
          <a:xfrm>
            <a:off x="2879580" y="247700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67C90DDF-823A-4B83-B352-E535D2372F60}"/>
              </a:ext>
            </a:extLst>
          </p:cNvPr>
          <p:cNvSpPr/>
          <p:nvPr/>
        </p:nvSpPr>
        <p:spPr>
          <a:xfrm>
            <a:off x="2879580" y="223824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E04EDA40-B6EA-465E-AD7C-2C4FE6717A0B}"/>
              </a:ext>
            </a:extLst>
          </p:cNvPr>
          <p:cNvSpPr/>
          <p:nvPr/>
        </p:nvSpPr>
        <p:spPr>
          <a:xfrm>
            <a:off x="2879580" y="2715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1F34AEEB-0D2A-42BD-A7BC-C769B3EC3337}"/>
              </a:ext>
            </a:extLst>
          </p:cNvPr>
          <p:cNvSpPr/>
          <p:nvPr/>
        </p:nvSpPr>
        <p:spPr>
          <a:xfrm>
            <a:off x="2879580" y="295452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86F45F3E-3016-4D93-895E-E4BD5CFBC4BC}"/>
              </a:ext>
            </a:extLst>
          </p:cNvPr>
          <p:cNvSpPr/>
          <p:nvPr/>
        </p:nvSpPr>
        <p:spPr>
          <a:xfrm>
            <a:off x="2879580" y="319328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09A62BC9-2496-482C-8C09-203B0A5DA4EE}"/>
              </a:ext>
            </a:extLst>
          </p:cNvPr>
          <p:cNvSpPr/>
          <p:nvPr/>
        </p:nvSpPr>
        <p:spPr>
          <a:xfrm>
            <a:off x="2879580" y="343204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C22D5903-A226-42B2-96EB-F6E0BA7CAB83}"/>
              </a:ext>
            </a:extLst>
          </p:cNvPr>
          <p:cNvSpPr/>
          <p:nvPr/>
        </p:nvSpPr>
        <p:spPr>
          <a:xfrm>
            <a:off x="2879580" y="36708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7AF091A9-343E-4A75-A299-32964A877FB6}"/>
              </a:ext>
            </a:extLst>
          </p:cNvPr>
          <p:cNvSpPr/>
          <p:nvPr/>
        </p:nvSpPr>
        <p:spPr>
          <a:xfrm>
            <a:off x="2879580" y="390765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9ED47E2C-1596-44FB-85D4-0FCEF202C630}"/>
              </a:ext>
            </a:extLst>
          </p:cNvPr>
          <p:cNvSpPr/>
          <p:nvPr/>
        </p:nvSpPr>
        <p:spPr>
          <a:xfrm>
            <a:off x="2879580" y="414641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E4187FBF-77BD-4DC8-A3E0-80846B4D8F13}"/>
              </a:ext>
            </a:extLst>
          </p:cNvPr>
          <p:cNvSpPr/>
          <p:nvPr/>
        </p:nvSpPr>
        <p:spPr>
          <a:xfrm>
            <a:off x="2879580" y="4383274"/>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8" name="Rectangle 267">
            <a:extLst>
              <a:ext uri="{FF2B5EF4-FFF2-40B4-BE49-F238E27FC236}">
                <a16:creationId xmlns:a16="http://schemas.microsoft.com/office/drawing/2014/main" id="{6C4FC15C-B257-4F54-9C98-0F767E071350}"/>
              </a:ext>
            </a:extLst>
          </p:cNvPr>
          <p:cNvSpPr/>
          <p:nvPr/>
        </p:nvSpPr>
        <p:spPr>
          <a:xfrm>
            <a:off x="2879580" y="46220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9" name="Rectangle 268">
            <a:extLst>
              <a:ext uri="{FF2B5EF4-FFF2-40B4-BE49-F238E27FC236}">
                <a16:creationId xmlns:a16="http://schemas.microsoft.com/office/drawing/2014/main" id="{BF2587F1-6B95-4270-AFCA-878C40AC14DA}"/>
              </a:ext>
            </a:extLst>
          </p:cNvPr>
          <p:cNvSpPr/>
          <p:nvPr/>
        </p:nvSpPr>
        <p:spPr>
          <a:xfrm>
            <a:off x="3356895" y="1998653"/>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BBBEC806-4D05-4386-855F-96A1F0D101F2}"/>
              </a:ext>
            </a:extLst>
          </p:cNvPr>
          <p:cNvSpPr/>
          <p:nvPr/>
        </p:nvSpPr>
        <p:spPr>
          <a:xfrm>
            <a:off x="3355750" y="2476811"/>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62568EE8-B0F1-475C-BFEE-C3C7C8542353}"/>
              </a:ext>
            </a:extLst>
          </p:cNvPr>
          <p:cNvSpPr/>
          <p:nvPr/>
        </p:nvSpPr>
        <p:spPr>
          <a:xfrm>
            <a:off x="3355750" y="223805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3818A2BC-0F62-4148-91F6-1DE0375608F7}"/>
              </a:ext>
            </a:extLst>
          </p:cNvPr>
          <p:cNvSpPr/>
          <p:nvPr/>
        </p:nvSpPr>
        <p:spPr>
          <a:xfrm>
            <a:off x="3355750" y="271557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A605DD11-FF44-43F7-9720-D3C074DC5890}"/>
              </a:ext>
            </a:extLst>
          </p:cNvPr>
          <p:cNvSpPr/>
          <p:nvPr/>
        </p:nvSpPr>
        <p:spPr>
          <a:xfrm>
            <a:off x="3355750" y="2954331"/>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CA482C62-3E1D-4D9D-90BC-6769C653C2F8}"/>
              </a:ext>
            </a:extLst>
          </p:cNvPr>
          <p:cNvSpPr/>
          <p:nvPr/>
        </p:nvSpPr>
        <p:spPr>
          <a:xfrm>
            <a:off x="3355750" y="319309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D1FA0A6A-6535-4034-9FD9-FA42E96EAFAB}"/>
              </a:ext>
            </a:extLst>
          </p:cNvPr>
          <p:cNvSpPr/>
          <p:nvPr/>
        </p:nvSpPr>
        <p:spPr>
          <a:xfrm>
            <a:off x="3355750" y="3431851"/>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88800ABE-9102-4BC3-AC32-4A815F722BB9}"/>
              </a:ext>
            </a:extLst>
          </p:cNvPr>
          <p:cNvSpPr/>
          <p:nvPr/>
        </p:nvSpPr>
        <p:spPr>
          <a:xfrm>
            <a:off x="3355750" y="367061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329C07EB-3783-4224-966B-886A63A00211}"/>
              </a:ext>
            </a:extLst>
          </p:cNvPr>
          <p:cNvSpPr/>
          <p:nvPr/>
        </p:nvSpPr>
        <p:spPr>
          <a:xfrm>
            <a:off x="3355750" y="3907468"/>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477BBF6E-C25D-4E60-ADE8-CDEE0EB4A451}"/>
              </a:ext>
            </a:extLst>
          </p:cNvPr>
          <p:cNvSpPr/>
          <p:nvPr/>
        </p:nvSpPr>
        <p:spPr>
          <a:xfrm>
            <a:off x="3355750" y="414622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384E6419-8292-465E-9C28-45E34DB91A85}"/>
              </a:ext>
            </a:extLst>
          </p:cNvPr>
          <p:cNvSpPr/>
          <p:nvPr/>
        </p:nvSpPr>
        <p:spPr>
          <a:xfrm>
            <a:off x="3355750" y="4383085"/>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0" name="Rectangle 279">
            <a:extLst>
              <a:ext uri="{FF2B5EF4-FFF2-40B4-BE49-F238E27FC236}">
                <a16:creationId xmlns:a16="http://schemas.microsoft.com/office/drawing/2014/main" id="{DE92F692-B08D-4DC6-BF37-74A8A17D955D}"/>
              </a:ext>
            </a:extLst>
          </p:cNvPr>
          <p:cNvSpPr/>
          <p:nvPr/>
        </p:nvSpPr>
        <p:spPr>
          <a:xfrm>
            <a:off x="3355750" y="462184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3" name="Rectangle 292">
            <a:extLst>
              <a:ext uri="{FF2B5EF4-FFF2-40B4-BE49-F238E27FC236}">
                <a16:creationId xmlns:a16="http://schemas.microsoft.com/office/drawing/2014/main" id="{CDECED59-BE8F-4C30-ACF7-9E9877C4F39D}"/>
              </a:ext>
            </a:extLst>
          </p:cNvPr>
          <p:cNvSpPr/>
          <p:nvPr/>
        </p:nvSpPr>
        <p:spPr>
          <a:xfrm>
            <a:off x="3116811" y="199757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A7873631-5849-4A8D-AE4A-FBED95C814BF}"/>
              </a:ext>
            </a:extLst>
          </p:cNvPr>
          <p:cNvSpPr/>
          <p:nvPr/>
        </p:nvSpPr>
        <p:spPr>
          <a:xfrm>
            <a:off x="2642385" y="4624569"/>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9BF537B6-5941-4959-8DC7-1C9B629CC1E1}"/>
              </a:ext>
            </a:extLst>
          </p:cNvPr>
          <p:cNvSpPr/>
          <p:nvPr/>
        </p:nvSpPr>
        <p:spPr>
          <a:xfrm>
            <a:off x="3593848"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9F0548A-F14B-4EE1-8EAF-7B50ADD7C618}"/>
              </a:ext>
            </a:extLst>
          </p:cNvPr>
          <p:cNvSpPr/>
          <p:nvPr/>
        </p:nvSpPr>
        <p:spPr>
          <a:xfrm>
            <a:off x="3593848"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01C23D7-B754-4946-9C3F-E7AF3D4326B6}"/>
              </a:ext>
            </a:extLst>
          </p:cNvPr>
          <p:cNvSpPr/>
          <p:nvPr/>
        </p:nvSpPr>
        <p:spPr>
          <a:xfrm>
            <a:off x="3593848"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D4B6E6A-DC26-47A8-AA1D-8268EC7C1C78}"/>
              </a:ext>
            </a:extLst>
          </p:cNvPr>
          <p:cNvSpPr/>
          <p:nvPr/>
        </p:nvSpPr>
        <p:spPr>
          <a:xfrm>
            <a:off x="3593848"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0664B06-7315-4080-8754-E4A9AE966B6D}"/>
              </a:ext>
            </a:extLst>
          </p:cNvPr>
          <p:cNvSpPr/>
          <p:nvPr/>
        </p:nvSpPr>
        <p:spPr>
          <a:xfrm>
            <a:off x="3593848"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A3617E5-A4B9-40C1-9578-6857103FD54B}"/>
              </a:ext>
            </a:extLst>
          </p:cNvPr>
          <p:cNvSpPr/>
          <p:nvPr/>
        </p:nvSpPr>
        <p:spPr>
          <a:xfrm>
            <a:off x="3593848"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3B4044C-09C3-42B2-A0A0-29D1CDB2E4CD}"/>
              </a:ext>
            </a:extLst>
          </p:cNvPr>
          <p:cNvSpPr/>
          <p:nvPr/>
        </p:nvSpPr>
        <p:spPr>
          <a:xfrm>
            <a:off x="3593848"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53568D0-C69F-44AC-A72E-042558AF1F1B}"/>
              </a:ext>
            </a:extLst>
          </p:cNvPr>
          <p:cNvSpPr/>
          <p:nvPr/>
        </p:nvSpPr>
        <p:spPr>
          <a:xfrm>
            <a:off x="3593848"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0B7BB5-BF2C-43F0-9860-DA94900939DA}"/>
              </a:ext>
            </a:extLst>
          </p:cNvPr>
          <p:cNvSpPr/>
          <p:nvPr/>
        </p:nvSpPr>
        <p:spPr>
          <a:xfrm>
            <a:off x="3593848"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654710D-7A04-41C9-86E9-139347AE5A52}"/>
              </a:ext>
            </a:extLst>
          </p:cNvPr>
          <p:cNvSpPr/>
          <p:nvPr/>
        </p:nvSpPr>
        <p:spPr>
          <a:xfrm>
            <a:off x="3593848"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B848381-1D6B-4638-8973-D66F7FE04F3F}"/>
              </a:ext>
            </a:extLst>
          </p:cNvPr>
          <p:cNvSpPr/>
          <p:nvPr/>
        </p:nvSpPr>
        <p:spPr>
          <a:xfrm>
            <a:off x="3593848"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EDC8DCD8-AECA-4F58-A55E-9B65C5DC0ACC}"/>
              </a:ext>
            </a:extLst>
          </p:cNvPr>
          <p:cNvSpPr/>
          <p:nvPr/>
        </p:nvSpPr>
        <p:spPr>
          <a:xfrm>
            <a:off x="3593848"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E1AC2C64-CD00-4DAA-AF90-29E31664202F}"/>
              </a:ext>
            </a:extLst>
          </p:cNvPr>
          <p:cNvSpPr/>
          <p:nvPr/>
        </p:nvSpPr>
        <p:spPr>
          <a:xfrm>
            <a:off x="3356104"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2906212-4065-4229-B64F-319B7445A49D}"/>
              </a:ext>
            </a:extLst>
          </p:cNvPr>
          <p:cNvSpPr/>
          <p:nvPr/>
        </p:nvSpPr>
        <p:spPr>
          <a:xfrm rot="5400000">
            <a:off x="59771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107EE87-8F41-4D90-A3FC-677C7C070086}"/>
              </a:ext>
            </a:extLst>
          </p:cNvPr>
          <p:cNvSpPr/>
          <p:nvPr/>
        </p:nvSpPr>
        <p:spPr>
          <a:xfrm rot="5400000">
            <a:off x="62158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64546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B6A3C90-281D-476F-9F55-944EB3EF3828}"/>
              </a:ext>
            </a:extLst>
          </p:cNvPr>
          <p:cNvSpPr/>
          <p:nvPr/>
        </p:nvSpPr>
        <p:spPr>
          <a:xfrm rot="5400000">
            <a:off x="573837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B5E1490-EDAA-4B1C-B2F8-D2E7E92CD23E}"/>
              </a:ext>
            </a:extLst>
          </p:cNvPr>
          <p:cNvSpPr/>
          <p:nvPr/>
        </p:nvSpPr>
        <p:spPr>
          <a:xfrm rot="5400000">
            <a:off x="549961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14EE90A-D873-45D5-BDA3-A613028CDB7E}"/>
              </a:ext>
            </a:extLst>
          </p:cNvPr>
          <p:cNvSpPr/>
          <p:nvPr/>
        </p:nvSpPr>
        <p:spPr>
          <a:xfrm rot="5400000">
            <a:off x="52608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AFF22E3-C0A1-4E03-B501-F5C30F25EFE3}"/>
              </a:ext>
            </a:extLst>
          </p:cNvPr>
          <p:cNvSpPr/>
          <p:nvPr/>
        </p:nvSpPr>
        <p:spPr>
          <a:xfrm rot="5400000">
            <a:off x="50220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43818E3-EDF8-4FCF-BDB1-4EA4A83C54EA}"/>
              </a:ext>
            </a:extLst>
          </p:cNvPr>
          <p:cNvSpPr/>
          <p:nvPr/>
        </p:nvSpPr>
        <p:spPr>
          <a:xfrm rot="5400000">
            <a:off x="47833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AD831EB-86B5-49A3-ACCD-761546D677F2}"/>
              </a:ext>
            </a:extLst>
          </p:cNvPr>
          <p:cNvSpPr/>
          <p:nvPr/>
        </p:nvSpPr>
        <p:spPr>
          <a:xfrm rot="5400000">
            <a:off x="454647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5A886E4-08A5-4344-A780-E110EB912E09}"/>
              </a:ext>
            </a:extLst>
          </p:cNvPr>
          <p:cNvSpPr/>
          <p:nvPr/>
        </p:nvSpPr>
        <p:spPr>
          <a:xfrm rot="5400000">
            <a:off x="430771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36F771C-E431-41D9-9AE0-B20370DB1430}"/>
              </a:ext>
            </a:extLst>
          </p:cNvPr>
          <p:cNvSpPr/>
          <p:nvPr/>
        </p:nvSpPr>
        <p:spPr>
          <a:xfrm rot="5400000">
            <a:off x="407086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8321BAD7-F618-4E49-851E-D64FDEB2892E}"/>
              </a:ext>
            </a:extLst>
          </p:cNvPr>
          <p:cNvSpPr/>
          <p:nvPr/>
        </p:nvSpPr>
        <p:spPr>
          <a:xfrm rot="5400000">
            <a:off x="383210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B94AB2F4-BC38-4183-8B10-55445F46A890}"/>
              </a:ext>
            </a:extLst>
          </p:cNvPr>
          <p:cNvSpPr/>
          <p:nvPr/>
        </p:nvSpPr>
        <p:spPr>
          <a:xfrm>
            <a:off x="3118360"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99708FF-15B1-4231-B6ED-A5548842D739}"/>
              </a:ext>
            </a:extLst>
          </p:cNvPr>
          <p:cNvSpPr/>
          <p:nvPr/>
        </p:nvSpPr>
        <p:spPr>
          <a:xfrm>
            <a:off x="3118360"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FA78E327-B08F-45CD-8C67-D282A43EC852}"/>
              </a:ext>
            </a:extLst>
          </p:cNvPr>
          <p:cNvSpPr/>
          <p:nvPr/>
        </p:nvSpPr>
        <p:spPr>
          <a:xfrm>
            <a:off x="3118360"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0CB45C2-234E-47F3-B607-BD15012E29F1}"/>
              </a:ext>
            </a:extLst>
          </p:cNvPr>
          <p:cNvSpPr/>
          <p:nvPr/>
        </p:nvSpPr>
        <p:spPr>
          <a:xfrm>
            <a:off x="3118360"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3B67769-1059-4098-BA54-3CE1D46BD588}"/>
              </a:ext>
            </a:extLst>
          </p:cNvPr>
          <p:cNvSpPr/>
          <p:nvPr/>
        </p:nvSpPr>
        <p:spPr>
          <a:xfrm>
            <a:off x="3118360"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ABCD889-802E-4CEB-AACC-D0DC42A5A0CB}"/>
              </a:ext>
            </a:extLst>
          </p:cNvPr>
          <p:cNvSpPr/>
          <p:nvPr/>
        </p:nvSpPr>
        <p:spPr>
          <a:xfrm>
            <a:off x="3118360"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F1F07103-EA8C-44DB-913A-B12C6436C72F}"/>
              </a:ext>
            </a:extLst>
          </p:cNvPr>
          <p:cNvSpPr/>
          <p:nvPr/>
        </p:nvSpPr>
        <p:spPr>
          <a:xfrm>
            <a:off x="3118360"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4E19A45-6412-4306-8417-10983D98401C}"/>
              </a:ext>
            </a:extLst>
          </p:cNvPr>
          <p:cNvSpPr/>
          <p:nvPr/>
        </p:nvSpPr>
        <p:spPr>
          <a:xfrm>
            <a:off x="3118360"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4959C9D1-F2BF-47D8-AFA6-DD3965EC6FB4}"/>
              </a:ext>
            </a:extLst>
          </p:cNvPr>
          <p:cNvSpPr/>
          <p:nvPr/>
        </p:nvSpPr>
        <p:spPr>
          <a:xfrm>
            <a:off x="3118360"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71940F8-DFDB-47BC-933F-1705BCBA3087}"/>
              </a:ext>
            </a:extLst>
          </p:cNvPr>
          <p:cNvSpPr/>
          <p:nvPr/>
        </p:nvSpPr>
        <p:spPr>
          <a:xfrm>
            <a:off x="3118360"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E1EF3611-567D-499D-931D-77BE3B77C5F0}"/>
              </a:ext>
            </a:extLst>
          </p:cNvPr>
          <p:cNvSpPr/>
          <p:nvPr/>
        </p:nvSpPr>
        <p:spPr>
          <a:xfrm>
            <a:off x="3118360"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9E7C60F9-DAC9-41F2-8A6A-6217B3411719}"/>
              </a:ext>
            </a:extLst>
          </p:cNvPr>
          <p:cNvSpPr/>
          <p:nvPr/>
        </p:nvSpPr>
        <p:spPr>
          <a:xfrm>
            <a:off x="2880616"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130DEF7-BC6D-43AB-A592-56F7B32C5705}"/>
              </a:ext>
            </a:extLst>
          </p:cNvPr>
          <p:cNvSpPr/>
          <p:nvPr/>
        </p:nvSpPr>
        <p:spPr>
          <a:xfrm>
            <a:off x="2642872"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BC761D7C-4CD0-4ED7-AF7A-D8AC60C67BE8}"/>
              </a:ext>
            </a:extLst>
          </p:cNvPr>
          <p:cNvSpPr/>
          <p:nvPr/>
        </p:nvSpPr>
        <p:spPr>
          <a:xfrm>
            <a:off x="3118360" y="462076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93897C6E-640B-48CD-B862-7E3FC6D714B5}"/>
              </a:ext>
            </a:extLst>
          </p:cNvPr>
          <p:cNvSpPr/>
          <p:nvPr/>
        </p:nvSpPr>
        <p:spPr>
          <a:xfrm>
            <a:off x="3118360"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5601ED62-DDA4-4EE7-9AEC-0912B38F6051}"/>
              </a:ext>
            </a:extLst>
          </p:cNvPr>
          <p:cNvSpPr/>
          <p:nvPr/>
        </p:nvSpPr>
        <p:spPr>
          <a:xfrm>
            <a:off x="2641727"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5E7412D6-38B5-454B-BCDE-76546580D8C3}"/>
              </a:ext>
            </a:extLst>
          </p:cNvPr>
          <p:cNvSpPr/>
          <p:nvPr/>
        </p:nvSpPr>
        <p:spPr>
          <a:xfrm>
            <a:off x="2641727"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E479EA7E-B327-438A-8F7D-8D1E7C5CDA1D}"/>
              </a:ext>
            </a:extLst>
          </p:cNvPr>
          <p:cNvSpPr/>
          <p:nvPr/>
        </p:nvSpPr>
        <p:spPr>
          <a:xfrm>
            <a:off x="2641727"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76AC5A2C-4A6A-4BBC-A0A0-7BFBFD6F1BFB}"/>
              </a:ext>
            </a:extLst>
          </p:cNvPr>
          <p:cNvSpPr/>
          <p:nvPr/>
        </p:nvSpPr>
        <p:spPr>
          <a:xfrm>
            <a:off x="2641727"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39FD51B-46EE-4728-AABF-5E4B31ABFB0E}"/>
              </a:ext>
            </a:extLst>
          </p:cNvPr>
          <p:cNvSpPr/>
          <p:nvPr/>
        </p:nvSpPr>
        <p:spPr>
          <a:xfrm>
            <a:off x="2641727"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E24C9A96-5EFC-42BB-9BA3-96886FD825C6}"/>
              </a:ext>
            </a:extLst>
          </p:cNvPr>
          <p:cNvSpPr/>
          <p:nvPr/>
        </p:nvSpPr>
        <p:spPr>
          <a:xfrm>
            <a:off x="2641727"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920CD38-D451-41F1-A263-F52081CF3437}"/>
              </a:ext>
            </a:extLst>
          </p:cNvPr>
          <p:cNvSpPr/>
          <p:nvPr/>
        </p:nvSpPr>
        <p:spPr>
          <a:xfrm>
            <a:off x="2641727"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6F186DA-FBA0-4F42-A7FE-38FA3E49E932}"/>
              </a:ext>
            </a:extLst>
          </p:cNvPr>
          <p:cNvSpPr/>
          <p:nvPr/>
        </p:nvSpPr>
        <p:spPr>
          <a:xfrm>
            <a:off x="2641727"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DC1549C9-480D-44D8-A7D1-BCF2A278E4ED}"/>
              </a:ext>
            </a:extLst>
          </p:cNvPr>
          <p:cNvSpPr/>
          <p:nvPr/>
        </p:nvSpPr>
        <p:spPr>
          <a:xfrm>
            <a:off x="2641727"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BF1BD18-C9EA-4032-844D-1DB308EB9FA6}"/>
              </a:ext>
            </a:extLst>
          </p:cNvPr>
          <p:cNvSpPr/>
          <p:nvPr/>
        </p:nvSpPr>
        <p:spPr>
          <a:xfrm>
            <a:off x="2641727"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a:extLst>
              <a:ext uri="{FF2B5EF4-FFF2-40B4-BE49-F238E27FC236}">
                <a16:creationId xmlns:a16="http://schemas.microsoft.com/office/drawing/2014/main" id="{4A79EDDE-2E71-4FEF-9812-92C86F9B3DAC}"/>
              </a:ext>
            </a:extLst>
          </p:cNvPr>
          <p:cNvSpPr/>
          <p:nvPr/>
        </p:nvSpPr>
        <p:spPr>
          <a:xfrm>
            <a:off x="2641727"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D859BAA5-650D-4427-9E66-CA8B465709B9}"/>
              </a:ext>
            </a:extLst>
          </p:cNvPr>
          <p:cNvSpPr/>
          <p:nvPr/>
        </p:nvSpPr>
        <p:spPr>
          <a:xfrm>
            <a:off x="2879471"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98FF2501-C62C-47BE-A0F6-DA53E76CCBEF}"/>
              </a:ext>
            </a:extLst>
          </p:cNvPr>
          <p:cNvSpPr/>
          <p:nvPr/>
        </p:nvSpPr>
        <p:spPr>
          <a:xfrm>
            <a:off x="2641155"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a:extLst>
              <a:ext uri="{FF2B5EF4-FFF2-40B4-BE49-F238E27FC236}">
                <a16:creationId xmlns:a16="http://schemas.microsoft.com/office/drawing/2014/main" id="{3A678ECD-C2F0-419A-95C5-67C04AC39561}"/>
              </a:ext>
            </a:extLst>
          </p:cNvPr>
          <p:cNvSpPr/>
          <p:nvPr/>
        </p:nvSpPr>
        <p:spPr>
          <a:xfrm>
            <a:off x="3355596" y="48591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A545ECFE-42BA-4B37-83BA-2F3B609C7F39}"/>
              </a:ext>
            </a:extLst>
          </p:cNvPr>
          <p:cNvSpPr/>
          <p:nvPr/>
        </p:nvSpPr>
        <p:spPr>
          <a:xfrm rot="5400000">
            <a:off x="57388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4DF0E5E-7048-4074-AC7C-005CD17DEA87}"/>
              </a:ext>
            </a:extLst>
          </p:cNvPr>
          <p:cNvSpPr/>
          <p:nvPr/>
        </p:nvSpPr>
        <p:spPr>
          <a:xfrm rot="5400000">
            <a:off x="59776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3281BB9A-C399-4180-91B5-884BA168028B}"/>
              </a:ext>
            </a:extLst>
          </p:cNvPr>
          <p:cNvSpPr/>
          <p:nvPr/>
        </p:nvSpPr>
        <p:spPr>
          <a:xfrm rot="5400000">
            <a:off x="62164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6D5A3867-D128-463B-A2AF-C9C6B5838162}"/>
              </a:ext>
            </a:extLst>
          </p:cNvPr>
          <p:cNvSpPr/>
          <p:nvPr/>
        </p:nvSpPr>
        <p:spPr>
          <a:xfrm rot="5400000">
            <a:off x="550012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5F38C8B4-7D88-43D8-8DFE-BEA08C6CFFA4}"/>
              </a:ext>
            </a:extLst>
          </p:cNvPr>
          <p:cNvSpPr/>
          <p:nvPr/>
        </p:nvSpPr>
        <p:spPr>
          <a:xfrm rot="5400000">
            <a:off x="526136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F247795-CAE2-459F-AE31-FA6D9D820394}"/>
              </a:ext>
            </a:extLst>
          </p:cNvPr>
          <p:cNvSpPr/>
          <p:nvPr/>
        </p:nvSpPr>
        <p:spPr>
          <a:xfrm rot="5400000">
            <a:off x="50226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B0A0BA5-6119-4B9F-8AB3-E76D44E07B0F}"/>
              </a:ext>
            </a:extLst>
          </p:cNvPr>
          <p:cNvSpPr/>
          <p:nvPr/>
        </p:nvSpPr>
        <p:spPr>
          <a:xfrm rot="5400000">
            <a:off x="47838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D49BF27-B37E-4E39-9DE8-92FDE05239B6}"/>
              </a:ext>
            </a:extLst>
          </p:cNvPr>
          <p:cNvSpPr/>
          <p:nvPr/>
        </p:nvSpPr>
        <p:spPr>
          <a:xfrm rot="5400000">
            <a:off x="45450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9A1FC780-D416-4AB3-9F05-837071379048}"/>
              </a:ext>
            </a:extLst>
          </p:cNvPr>
          <p:cNvSpPr/>
          <p:nvPr/>
        </p:nvSpPr>
        <p:spPr>
          <a:xfrm rot="5400000">
            <a:off x="430822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2020B15F-3756-4FD5-A508-14EE45B0B6E4}"/>
              </a:ext>
            </a:extLst>
          </p:cNvPr>
          <p:cNvSpPr/>
          <p:nvPr/>
        </p:nvSpPr>
        <p:spPr>
          <a:xfrm rot="5400000">
            <a:off x="406946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9B79874-2DB5-4554-84FF-CAD5E1E0E8A1}"/>
              </a:ext>
            </a:extLst>
          </p:cNvPr>
          <p:cNvSpPr/>
          <p:nvPr/>
        </p:nvSpPr>
        <p:spPr>
          <a:xfrm rot="5400000">
            <a:off x="383260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CBC97BCA-57C0-44E4-9EA1-02A61A5FA3F5}"/>
              </a:ext>
            </a:extLst>
          </p:cNvPr>
          <p:cNvSpPr/>
          <p:nvPr/>
        </p:nvSpPr>
        <p:spPr>
          <a:xfrm rot="5400000">
            <a:off x="359384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E19F6475-6E05-4919-B987-7B8412A8E42E}"/>
              </a:ext>
            </a:extLst>
          </p:cNvPr>
          <p:cNvSpPr/>
          <p:nvPr/>
        </p:nvSpPr>
        <p:spPr>
          <a:xfrm rot="5400000">
            <a:off x="6454654"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0000957D-B379-476F-8CBF-E7EF3966C5FA}"/>
              </a:ext>
            </a:extLst>
          </p:cNvPr>
          <p:cNvSpPr/>
          <p:nvPr/>
        </p:nvSpPr>
        <p:spPr>
          <a:xfrm rot="5400000">
            <a:off x="59757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44E412AC-B1DC-4BDF-9332-AC40BE3D771D}"/>
              </a:ext>
            </a:extLst>
          </p:cNvPr>
          <p:cNvSpPr/>
          <p:nvPr/>
        </p:nvSpPr>
        <p:spPr>
          <a:xfrm rot="5400000">
            <a:off x="64532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15C60825-74C4-4E32-9686-2FC9A17A93E9}"/>
              </a:ext>
            </a:extLst>
          </p:cNvPr>
          <p:cNvSpPr/>
          <p:nvPr/>
        </p:nvSpPr>
        <p:spPr>
          <a:xfrm rot="5400000">
            <a:off x="573697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3C69C3C2-7B99-4F52-9C53-208CFEEFB79B}"/>
              </a:ext>
            </a:extLst>
          </p:cNvPr>
          <p:cNvSpPr/>
          <p:nvPr/>
        </p:nvSpPr>
        <p:spPr>
          <a:xfrm rot="5400000">
            <a:off x="549821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62AC65C2-678B-46F8-B75F-0C13F507535C}"/>
              </a:ext>
            </a:extLst>
          </p:cNvPr>
          <p:cNvSpPr/>
          <p:nvPr/>
        </p:nvSpPr>
        <p:spPr>
          <a:xfrm rot="5400000">
            <a:off x="52594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35AF8BF7-4B11-46FB-9CFA-AA7D9D580CF0}"/>
              </a:ext>
            </a:extLst>
          </p:cNvPr>
          <p:cNvSpPr/>
          <p:nvPr/>
        </p:nvSpPr>
        <p:spPr>
          <a:xfrm rot="5400000">
            <a:off x="502069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3B051AD9-3DEC-499E-996E-F0065F2BD5C4}"/>
              </a:ext>
            </a:extLst>
          </p:cNvPr>
          <p:cNvSpPr/>
          <p:nvPr/>
        </p:nvSpPr>
        <p:spPr>
          <a:xfrm rot="5400000">
            <a:off x="47819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4589DA7C-8823-4177-A5A1-DD5A00F04B1D}"/>
              </a:ext>
            </a:extLst>
          </p:cNvPr>
          <p:cNvSpPr/>
          <p:nvPr/>
        </p:nvSpPr>
        <p:spPr>
          <a:xfrm rot="5400000">
            <a:off x="454508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0E827830-C3A3-4982-B3B6-3C5B9BABB529}"/>
              </a:ext>
            </a:extLst>
          </p:cNvPr>
          <p:cNvSpPr/>
          <p:nvPr/>
        </p:nvSpPr>
        <p:spPr>
          <a:xfrm rot="5400000">
            <a:off x="430632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87EC8748-0E65-4F48-B564-CAFA20411677}"/>
              </a:ext>
            </a:extLst>
          </p:cNvPr>
          <p:cNvSpPr/>
          <p:nvPr/>
        </p:nvSpPr>
        <p:spPr>
          <a:xfrm rot="5400000">
            <a:off x="406946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CB2DCF56-82A5-4390-BC77-A06811CCF46B}"/>
              </a:ext>
            </a:extLst>
          </p:cNvPr>
          <p:cNvSpPr/>
          <p:nvPr/>
        </p:nvSpPr>
        <p:spPr>
          <a:xfrm rot="5400000">
            <a:off x="383070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BCA325F6-CA98-4EA6-A83A-C1C03488E902}"/>
              </a:ext>
            </a:extLst>
          </p:cNvPr>
          <p:cNvSpPr/>
          <p:nvPr/>
        </p:nvSpPr>
        <p:spPr>
          <a:xfrm rot="5400000">
            <a:off x="6453259" y="367182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6453259" y="343248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6452751" y="223810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6452751" y="19993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6452751" y="175994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6452751" y="247686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6452751" y="271562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6452751" y="295438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6452751" y="31931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6690495" y="175971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11285082-6293-40B9-A563-667707CA76C8}"/>
              </a:ext>
            </a:extLst>
          </p:cNvPr>
          <p:cNvSpPr/>
          <p:nvPr/>
        </p:nvSpPr>
        <p:spPr>
          <a:xfrm rot="5400000">
            <a:off x="90737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93125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883502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859626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E5D795D1-72F8-4DCB-A43D-0C753CA569C7}"/>
              </a:ext>
            </a:extLst>
          </p:cNvPr>
          <p:cNvSpPr/>
          <p:nvPr/>
        </p:nvSpPr>
        <p:spPr>
          <a:xfrm rot="5400000">
            <a:off x="835750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81187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78799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764312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740436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716750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692874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9313100" y="19980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9313100" y="223685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9313100" y="247561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9313100" y="271437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9313100" y="295313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0488A464-3852-4927-A743-53AFAFE8E2A4}"/>
              </a:ext>
            </a:extLst>
          </p:cNvPr>
          <p:cNvSpPr/>
          <p:nvPr/>
        </p:nvSpPr>
        <p:spPr>
          <a:xfrm>
            <a:off x="9313100" y="31918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9313100" y="342875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9313100" y="366751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B3F7414-310F-46B1-B308-08C2694642F6}"/>
              </a:ext>
            </a:extLst>
          </p:cNvPr>
          <p:cNvSpPr/>
          <p:nvPr/>
        </p:nvSpPr>
        <p:spPr>
          <a:xfrm>
            <a:off x="9313100" y="39043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34A89B11-0ABF-49ED-9646-8D59FC824C05}"/>
              </a:ext>
            </a:extLst>
          </p:cNvPr>
          <p:cNvSpPr/>
          <p:nvPr/>
        </p:nvSpPr>
        <p:spPr>
          <a:xfrm>
            <a:off x="9313100" y="414313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Rectangle 174">
            <a:extLst>
              <a:ext uri="{FF2B5EF4-FFF2-40B4-BE49-F238E27FC236}">
                <a16:creationId xmlns:a16="http://schemas.microsoft.com/office/drawing/2014/main" id="{E487127E-0479-4186-B15C-461AA6E65482}"/>
              </a:ext>
            </a:extLst>
          </p:cNvPr>
          <p:cNvSpPr/>
          <p:nvPr/>
        </p:nvSpPr>
        <p:spPr>
          <a:xfrm>
            <a:off x="9313100" y="437999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9313100" y="461875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Rectangle 189">
            <a:extLst>
              <a:ext uri="{FF2B5EF4-FFF2-40B4-BE49-F238E27FC236}">
                <a16:creationId xmlns:a16="http://schemas.microsoft.com/office/drawing/2014/main" id="{12616CAB-110A-4E0E-8BD7-0702EEE28598}"/>
              </a:ext>
            </a:extLst>
          </p:cNvPr>
          <p:cNvSpPr/>
          <p:nvPr/>
        </p:nvSpPr>
        <p:spPr>
          <a:xfrm rot="5400000">
            <a:off x="90737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4491867C-7A18-4AEF-8B0C-35579C30B6ED}"/>
              </a:ext>
            </a:extLst>
          </p:cNvPr>
          <p:cNvSpPr/>
          <p:nvPr/>
        </p:nvSpPr>
        <p:spPr>
          <a:xfrm rot="5400000">
            <a:off x="93125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B7B71952-41AC-4477-9EA6-1C4C058797B0}"/>
              </a:ext>
            </a:extLst>
          </p:cNvPr>
          <p:cNvSpPr/>
          <p:nvPr/>
        </p:nvSpPr>
        <p:spPr>
          <a:xfrm rot="5400000">
            <a:off x="883502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F0702E4D-57F5-4619-A5D1-B250071C3C5B}"/>
              </a:ext>
            </a:extLst>
          </p:cNvPr>
          <p:cNvSpPr/>
          <p:nvPr/>
        </p:nvSpPr>
        <p:spPr>
          <a:xfrm rot="5400000">
            <a:off x="859626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678AEAC3-B472-4F48-8FAA-BB7B634809B9}"/>
              </a:ext>
            </a:extLst>
          </p:cNvPr>
          <p:cNvSpPr/>
          <p:nvPr/>
        </p:nvSpPr>
        <p:spPr>
          <a:xfrm rot="5400000">
            <a:off x="835750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DD82AB6E-22BF-4F42-93BE-25F8172FF6CB}"/>
              </a:ext>
            </a:extLst>
          </p:cNvPr>
          <p:cNvSpPr/>
          <p:nvPr/>
        </p:nvSpPr>
        <p:spPr>
          <a:xfrm rot="5400000">
            <a:off x="81187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FD2E717-96B5-4E98-A16F-69D9D0D198E3}"/>
              </a:ext>
            </a:extLst>
          </p:cNvPr>
          <p:cNvSpPr/>
          <p:nvPr/>
        </p:nvSpPr>
        <p:spPr>
          <a:xfrm rot="5400000">
            <a:off x="78799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777C36B6-F9B9-4848-8F76-7546A1E61D0B}"/>
              </a:ext>
            </a:extLst>
          </p:cNvPr>
          <p:cNvSpPr/>
          <p:nvPr/>
        </p:nvSpPr>
        <p:spPr>
          <a:xfrm rot="5400000">
            <a:off x="764312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8AB827DD-1A28-4F17-86E9-45E6DBFBEE72}"/>
              </a:ext>
            </a:extLst>
          </p:cNvPr>
          <p:cNvSpPr/>
          <p:nvPr/>
        </p:nvSpPr>
        <p:spPr>
          <a:xfrm rot="5400000">
            <a:off x="740436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578FD911-CE20-4645-97EF-A9DC347D6C96}"/>
              </a:ext>
            </a:extLst>
          </p:cNvPr>
          <p:cNvSpPr/>
          <p:nvPr/>
        </p:nvSpPr>
        <p:spPr>
          <a:xfrm rot="5400000">
            <a:off x="716750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26967DF3-92E8-4B04-82C1-574C01839907}"/>
              </a:ext>
            </a:extLst>
          </p:cNvPr>
          <p:cNvSpPr/>
          <p:nvPr/>
        </p:nvSpPr>
        <p:spPr>
          <a:xfrm rot="5400000">
            <a:off x="692874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3" name="Rectangle 202">
            <a:extLst>
              <a:ext uri="{FF2B5EF4-FFF2-40B4-BE49-F238E27FC236}">
                <a16:creationId xmlns:a16="http://schemas.microsoft.com/office/drawing/2014/main" id="{9BC2EA8B-FD47-43B6-97A6-D7F4D998F8C7}"/>
              </a:ext>
            </a:extLst>
          </p:cNvPr>
          <p:cNvSpPr/>
          <p:nvPr/>
        </p:nvSpPr>
        <p:spPr>
          <a:xfrm rot="5400000">
            <a:off x="90734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883469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859593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C6E05EEC-7FC9-4204-BD73-F4DF0CB680DD}"/>
              </a:ext>
            </a:extLst>
          </p:cNvPr>
          <p:cNvSpPr/>
          <p:nvPr/>
        </p:nvSpPr>
        <p:spPr>
          <a:xfrm rot="5400000">
            <a:off x="835717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811841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78796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764279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740403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716717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692841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5" name="Rectangle 294">
            <a:extLst>
              <a:ext uri="{FF2B5EF4-FFF2-40B4-BE49-F238E27FC236}">
                <a16:creationId xmlns:a16="http://schemas.microsoft.com/office/drawing/2014/main" id="{1B9FBB17-2398-40F9-B90D-81B6B0A90ABB}"/>
              </a:ext>
            </a:extLst>
          </p:cNvPr>
          <p:cNvSpPr/>
          <p:nvPr/>
        </p:nvSpPr>
        <p:spPr>
          <a:xfrm rot="5400000">
            <a:off x="6215894" y="39106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Pattern Construction</a:t>
            </a:r>
          </a:p>
        </p:txBody>
      </p:sp>
    </p:spTree>
    <p:extLst>
      <p:ext uri="{BB962C8B-B14F-4D97-AF65-F5344CB8AC3E}">
        <p14:creationId xmlns:p14="http://schemas.microsoft.com/office/powerpoint/2010/main" val="143529280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Oval 284">
            <a:extLst>
              <a:ext uri="{FF2B5EF4-FFF2-40B4-BE49-F238E27FC236}">
                <a16:creationId xmlns:a16="http://schemas.microsoft.com/office/drawing/2014/main" id="{C6F3185E-9F65-403C-8A91-EE17340654C6}"/>
              </a:ext>
            </a:extLst>
          </p:cNvPr>
          <p:cNvSpPr/>
          <p:nvPr/>
        </p:nvSpPr>
        <p:spPr>
          <a:xfrm>
            <a:off x="1781360" y="584106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4" name="Oval 283">
            <a:extLst>
              <a:ext uri="{FF2B5EF4-FFF2-40B4-BE49-F238E27FC236}">
                <a16:creationId xmlns:a16="http://schemas.microsoft.com/office/drawing/2014/main" id="{131CC413-210B-4835-B6CA-06D802992A8D}"/>
              </a:ext>
            </a:extLst>
          </p:cNvPr>
          <p:cNvSpPr/>
          <p:nvPr/>
        </p:nvSpPr>
        <p:spPr>
          <a:xfrm>
            <a:off x="1124889"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098A44D5-914D-4F3F-98A3-7CD05ED448D0}"/>
              </a:ext>
            </a:extLst>
          </p:cNvPr>
          <p:cNvSpPr/>
          <p:nvPr/>
        </p:nvSpPr>
        <p:spPr>
          <a:xfrm>
            <a:off x="465690" y="583853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EE75F77-935F-4E38-AB50-2D475210C707}"/>
              </a:ext>
            </a:extLst>
          </p:cNvPr>
          <p:cNvSpPr txBox="1"/>
          <p:nvPr/>
        </p:nvSpPr>
        <p:spPr>
          <a:xfrm>
            <a:off x="360488" y="5191312"/>
            <a:ext cx="1959383"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Add Tile:</a:t>
            </a:r>
            <a:endParaRPr lang="en-US" sz="4000" dirty="0">
              <a:solidFill>
                <a:schemeClr val="bg1"/>
              </a:solidFill>
              <a:latin typeface="Dubai Light" panose="020B0303030403030204" pitchFamily="34" charset="-78"/>
              <a:cs typeface="Dubai Light" panose="020B0303030403030204" pitchFamily="34" charset="-78"/>
            </a:endParaRPr>
          </a:p>
        </p:txBody>
      </p:sp>
      <p:grpSp>
        <p:nvGrpSpPr>
          <p:cNvPr id="242" name="Group 241">
            <a:extLst>
              <a:ext uri="{FF2B5EF4-FFF2-40B4-BE49-F238E27FC236}">
                <a16:creationId xmlns:a16="http://schemas.microsoft.com/office/drawing/2014/main" id="{2E8A9593-71CB-4DF4-96F8-9D4D6D1E5480}"/>
              </a:ext>
            </a:extLst>
          </p:cNvPr>
          <p:cNvGrpSpPr/>
          <p:nvPr/>
        </p:nvGrpSpPr>
        <p:grpSpPr>
          <a:xfrm>
            <a:off x="3830197" y="4147049"/>
            <a:ext cx="2861314" cy="237744"/>
            <a:chOff x="2985901" y="3786189"/>
            <a:chExt cx="2861314" cy="237744"/>
          </a:xfrm>
        </p:grpSpPr>
        <p:grpSp>
          <p:nvGrpSpPr>
            <p:cNvPr id="230" name="Group 229">
              <a:extLst>
                <a:ext uri="{FF2B5EF4-FFF2-40B4-BE49-F238E27FC236}">
                  <a16:creationId xmlns:a16="http://schemas.microsoft.com/office/drawing/2014/main" id="{B0D1929A-8FC7-4F5F-98CD-0FB2B730F523}"/>
                </a:ext>
              </a:extLst>
            </p:cNvPr>
            <p:cNvGrpSpPr/>
            <p:nvPr/>
          </p:nvGrpSpPr>
          <p:grpSpPr>
            <a:xfrm>
              <a:off x="2985901" y="3786189"/>
              <a:ext cx="2861314" cy="237744"/>
              <a:chOff x="2985901" y="3786189"/>
              <a:chExt cx="2861314" cy="237744"/>
            </a:xfrm>
            <a:solidFill>
              <a:schemeClr val="accent1"/>
            </a:solidFill>
          </p:grpSpPr>
          <p:sp>
            <p:nvSpPr>
              <p:cNvPr id="218" name="Rectangle 217">
                <a:extLst>
                  <a:ext uri="{FF2B5EF4-FFF2-40B4-BE49-F238E27FC236}">
                    <a16:creationId xmlns:a16="http://schemas.microsoft.com/office/drawing/2014/main" id="{BBB8FE04-7A37-4C5A-8187-C2A96AD5CFFE}"/>
                  </a:ext>
                </a:extLst>
              </p:cNvPr>
              <p:cNvSpPr/>
              <p:nvPr/>
            </p:nvSpPr>
            <p:spPr>
              <a:xfrm rot="5400000">
                <a:off x="51314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4245CBF8-B502-4D92-BC09-7EBA386030D0}"/>
                  </a:ext>
                </a:extLst>
              </p:cNvPr>
              <p:cNvSpPr/>
              <p:nvPr/>
            </p:nvSpPr>
            <p:spPr>
              <a:xfrm rot="5400000">
                <a:off x="53702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279E4C20-3E39-4ED9-BFC2-8803CB7608EA}"/>
                  </a:ext>
                </a:extLst>
              </p:cNvPr>
              <p:cNvSpPr/>
              <p:nvPr/>
            </p:nvSpPr>
            <p:spPr>
              <a:xfrm rot="5400000">
                <a:off x="56089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5ECA41A8-66B7-4DAF-94E2-5907F2F148FF}"/>
                  </a:ext>
                </a:extLst>
              </p:cNvPr>
              <p:cNvSpPr/>
              <p:nvPr/>
            </p:nvSpPr>
            <p:spPr>
              <a:xfrm rot="5400000">
                <a:off x="489268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966986F2-881E-4C90-AC63-783C2F5F9C43}"/>
                  </a:ext>
                </a:extLst>
              </p:cNvPr>
              <p:cNvSpPr/>
              <p:nvPr/>
            </p:nvSpPr>
            <p:spPr>
              <a:xfrm rot="5400000">
                <a:off x="465392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F3B6C8E2-5587-433C-96BA-F08903EFEA37}"/>
                  </a:ext>
                </a:extLst>
              </p:cNvPr>
              <p:cNvSpPr/>
              <p:nvPr/>
            </p:nvSpPr>
            <p:spPr>
              <a:xfrm rot="5400000">
                <a:off x="44151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89871E4A-A84B-4638-A6F6-BB3F44FEB885}"/>
                  </a:ext>
                </a:extLst>
              </p:cNvPr>
              <p:cNvSpPr/>
              <p:nvPr/>
            </p:nvSpPr>
            <p:spPr>
              <a:xfrm rot="5400000">
                <a:off x="41764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7E9F7630-0735-4491-87BE-D85288CB1BCF}"/>
                  </a:ext>
                </a:extLst>
              </p:cNvPr>
              <p:cNvSpPr/>
              <p:nvPr/>
            </p:nvSpPr>
            <p:spPr>
              <a:xfrm rot="5400000">
                <a:off x="39376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E1F35DE4-7086-4609-A8F7-4E0B8794D1BC}"/>
                  </a:ext>
                </a:extLst>
              </p:cNvPr>
              <p:cNvSpPr/>
              <p:nvPr/>
            </p:nvSpPr>
            <p:spPr>
              <a:xfrm rot="5400000">
                <a:off x="370078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E43B030F-9505-41E3-ACC0-956BADD8B316}"/>
                  </a:ext>
                </a:extLst>
              </p:cNvPr>
              <p:cNvSpPr/>
              <p:nvPr/>
            </p:nvSpPr>
            <p:spPr>
              <a:xfrm rot="5400000">
                <a:off x="346202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D0EBC84D-84CC-4E42-887A-FFEDEF644F16}"/>
                  </a:ext>
                </a:extLst>
              </p:cNvPr>
              <p:cNvSpPr/>
              <p:nvPr/>
            </p:nvSpPr>
            <p:spPr>
              <a:xfrm rot="5400000">
                <a:off x="322516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Rectangle 228">
                <a:extLst>
                  <a:ext uri="{FF2B5EF4-FFF2-40B4-BE49-F238E27FC236}">
                    <a16:creationId xmlns:a16="http://schemas.microsoft.com/office/drawing/2014/main" id="{3E7956E7-EF72-49D5-88F0-8ACD106D23DD}"/>
                  </a:ext>
                </a:extLst>
              </p:cNvPr>
              <p:cNvSpPr/>
              <p:nvPr/>
            </p:nvSpPr>
            <p:spPr>
              <a:xfrm rot="5400000">
                <a:off x="298640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1" name="Rectangle 230">
              <a:extLst>
                <a:ext uri="{FF2B5EF4-FFF2-40B4-BE49-F238E27FC236}">
                  <a16:creationId xmlns:a16="http://schemas.microsoft.com/office/drawing/2014/main" id="{D51FD1B4-7293-4C95-ACC3-A41298479D7B}"/>
                </a:ext>
              </a:extLst>
            </p:cNvPr>
            <p:cNvSpPr/>
            <p:nvPr/>
          </p:nvSpPr>
          <p:spPr>
            <a:xfrm rot="5400000">
              <a:off x="3197171"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DC799A5D-6BAB-4BF3-A694-6A59177941AD}"/>
                </a:ext>
              </a:extLst>
            </p:cNvPr>
            <p:cNvSpPr/>
            <p:nvPr/>
          </p:nvSpPr>
          <p:spPr>
            <a:xfrm rot="5400000">
              <a:off x="3443988"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86D7BABC-9198-456A-A7AA-1227FCAB938D}"/>
                </a:ext>
              </a:extLst>
            </p:cNvPr>
            <p:cNvSpPr/>
            <p:nvPr/>
          </p:nvSpPr>
          <p:spPr>
            <a:xfrm rot="5400000">
              <a:off x="3674346"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3E50F76E-543F-445A-833E-3EEE3421FC3A}"/>
                </a:ext>
              </a:extLst>
            </p:cNvPr>
            <p:cNvSpPr/>
            <p:nvPr/>
          </p:nvSpPr>
          <p:spPr>
            <a:xfrm rot="5400000">
              <a:off x="3914179"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B1096265-29DB-415E-B34B-EF01EAF59E9D}"/>
                </a:ext>
              </a:extLst>
            </p:cNvPr>
            <p:cNvSpPr/>
            <p:nvPr/>
          </p:nvSpPr>
          <p:spPr>
            <a:xfrm rot="5400000">
              <a:off x="4156047"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77F2286D-F4F8-4EDF-AC0A-7DBFFB0B3EA1}"/>
                </a:ext>
              </a:extLst>
            </p:cNvPr>
            <p:cNvSpPr/>
            <p:nvPr/>
          </p:nvSpPr>
          <p:spPr>
            <a:xfrm rot="5400000">
              <a:off x="4401793"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592D3B79-9E62-459B-A5D3-87026AB319FC}"/>
                </a:ext>
              </a:extLst>
            </p:cNvPr>
            <p:cNvSpPr/>
            <p:nvPr/>
          </p:nvSpPr>
          <p:spPr>
            <a:xfrm rot="5400000">
              <a:off x="463385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C4C557B1-FEB8-4144-988F-075887F06D77}"/>
                </a:ext>
              </a:extLst>
            </p:cNvPr>
            <p:cNvSpPr/>
            <p:nvPr/>
          </p:nvSpPr>
          <p:spPr>
            <a:xfrm rot="5400000">
              <a:off x="487320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7CDC214C-EF6C-443D-9293-33759184D1CD}"/>
                </a:ext>
              </a:extLst>
            </p:cNvPr>
            <p:cNvSpPr/>
            <p:nvPr/>
          </p:nvSpPr>
          <p:spPr>
            <a:xfrm rot="5400000">
              <a:off x="5111425"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01A16DCE-FB48-44EE-A77D-EA0999911DCF}"/>
                </a:ext>
              </a:extLst>
            </p:cNvPr>
            <p:cNvSpPr/>
            <p:nvPr/>
          </p:nvSpPr>
          <p:spPr>
            <a:xfrm rot="5400000">
              <a:off x="5342206"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18E0AF91-2773-43C3-A8AF-884B8D6DA2D8}"/>
                </a:ext>
              </a:extLst>
            </p:cNvPr>
            <p:cNvSpPr/>
            <p:nvPr/>
          </p:nvSpPr>
          <p:spPr>
            <a:xfrm rot="5400000">
              <a:off x="5584201"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757F35CF-AE03-40EE-9246-EDE3DF03F531}"/>
              </a:ext>
            </a:extLst>
          </p:cNvPr>
          <p:cNvSpPr/>
          <p:nvPr/>
        </p:nvSpPr>
        <p:spPr>
          <a:xfrm>
            <a:off x="2880725" y="1998842"/>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80D5C7C7-67EC-4697-8FBB-AA80A1ED701F}"/>
              </a:ext>
            </a:extLst>
          </p:cNvPr>
          <p:cNvSpPr/>
          <p:nvPr/>
        </p:nvSpPr>
        <p:spPr>
          <a:xfrm>
            <a:off x="2879580" y="247700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67C90DDF-823A-4B83-B352-E535D2372F60}"/>
              </a:ext>
            </a:extLst>
          </p:cNvPr>
          <p:cNvSpPr/>
          <p:nvPr/>
        </p:nvSpPr>
        <p:spPr>
          <a:xfrm>
            <a:off x="2879580" y="223824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E04EDA40-B6EA-465E-AD7C-2C4FE6717A0B}"/>
              </a:ext>
            </a:extLst>
          </p:cNvPr>
          <p:cNvSpPr/>
          <p:nvPr/>
        </p:nvSpPr>
        <p:spPr>
          <a:xfrm>
            <a:off x="2879580" y="2715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1F34AEEB-0D2A-42BD-A7BC-C769B3EC3337}"/>
              </a:ext>
            </a:extLst>
          </p:cNvPr>
          <p:cNvSpPr/>
          <p:nvPr/>
        </p:nvSpPr>
        <p:spPr>
          <a:xfrm>
            <a:off x="2879580" y="295452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86F45F3E-3016-4D93-895E-E4BD5CFBC4BC}"/>
              </a:ext>
            </a:extLst>
          </p:cNvPr>
          <p:cNvSpPr/>
          <p:nvPr/>
        </p:nvSpPr>
        <p:spPr>
          <a:xfrm>
            <a:off x="2879580" y="319328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09A62BC9-2496-482C-8C09-203B0A5DA4EE}"/>
              </a:ext>
            </a:extLst>
          </p:cNvPr>
          <p:cNvSpPr/>
          <p:nvPr/>
        </p:nvSpPr>
        <p:spPr>
          <a:xfrm>
            <a:off x="2879580" y="343204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C22D5903-A226-42B2-96EB-F6E0BA7CAB83}"/>
              </a:ext>
            </a:extLst>
          </p:cNvPr>
          <p:cNvSpPr/>
          <p:nvPr/>
        </p:nvSpPr>
        <p:spPr>
          <a:xfrm>
            <a:off x="2879580" y="36708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7AF091A9-343E-4A75-A299-32964A877FB6}"/>
              </a:ext>
            </a:extLst>
          </p:cNvPr>
          <p:cNvSpPr/>
          <p:nvPr/>
        </p:nvSpPr>
        <p:spPr>
          <a:xfrm>
            <a:off x="2879580" y="390765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9ED47E2C-1596-44FB-85D4-0FCEF202C630}"/>
              </a:ext>
            </a:extLst>
          </p:cNvPr>
          <p:cNvSpPr/>
          <p:nvPr/>
        </p:nvSpPr>
        <p:spPr>
          <a:xfrm>
            <a:off x="2879580" y="414641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E4187FBF-77BD-4DC8-A3E0-80846B4D8F13}"/>
              </a:ext>
            </a:extLst>
          </p:cNvPr>
          <p:cNvSpPr/>
          <p:nvPr/>
        </p:nvSpPr>
        <p:spPr>
          <a:xfrm>
            <a:off x="2879580" y="4383274"/>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8" name="Rectangle 267">
            <a:extLst>
              <a:ext uri="{FF2B5EF4-FFF2-40B4-BE49-F238E27FC236}">
                <a16:creationId xmlns:a16="http://schemas.microsoft.com/office/drawing/2014/main" id="{6C4FC15C-B257-4F54-9C98-0F767E071350}"/>
              </a:ext>
            </a:extLst>
          </p:cNvPr>
          <p:cNvSpPr/>
          <p:nvPr/>
        </p:nvSpPr>
        <p:spPr>
          <a:xfrm>
            <a:off x="2879580" y="46220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Group 2">
            <a:extLst>
              <a:ext uri="{FF2B5EF4-FFF2-40B4-BE49-F238E27FC236}">
                <a16:creationId xmlns:a16="http://schemas.microsoft.com/office/drawing/2014/main" id="{E86F40D6-B260-46A2-983D-30C5A0A639CA}"/>
              </a:ext>
            </a:extLst>
          </p:cNvPr>
          <p:cNvGrpSpPr/>
          <p:nvPr/>
        </p:nvGrpSpPr>
        <p:grpSpPr>
          <a:xfrm>
            <a:off x="3355750" y="1998653"/>
            <a:ext cx="238889" cy="2623192"/>
            <a:chOff x="3355750" y="1998653"/>
            <a:chExt cx="238889" cy="2623192"/>
          </a:xfrm>
        </p:grpSpPr>
        <p:sp>
          <p:nvSpPr>
            <p:cNvPr id="269" name="Rectangle 268">
              <a:extLst>
                <a:ext uri="{FF2B5EF4-FFF2-40B4-BE49-F238E27FC236}">
                  <a16:creationId xmlns:a16="http://schemas.microsoft.com/office/drawing/2014/main" id="{BF2587F1-6B95-4270-AFCA-878C40AC14DA}"/>
                </a:ext>
              </a:extLst>
            </p:cNvPr>
            <p:cNvSpPr/>
            <p:nvPr/>
          </p:nvSpPr>
          <p:spPr>
            <a:xfrm>
              <a:off x="3356895" y="1998653"/>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BBBEC806-4D05-4386-855F-96A1F0D101F2}"/>
                </a:ext>
              </a:extLst>
            </p:cNvPr>
            <p:cNvSpPr/>
            <p:nvPr/>
          </p:nvSpPr>
          <p:spPr>
            <a:xfrm>
              <a:off x="3355750" y="2476811"/>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62568EE8-B0F1-475C-BFEE-C3C7C8542353}"/>
                </a:ext>
              </a:extLst>
            </p:cNvPr>
            <p:cNvSpPr/>
            <p:nvPr/>
          </p:nvSpPr>
          <p:spPr>
            <a:xfrm>
              <a:off x="3355750" y="223805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3818A2BC-0F62-4148-91F6-1DE0375608F7}"/>
                </a:ext>
              </a:extLst>
            </p:cNvPr>
            <p:cNvSpPr/>
            <p:nvPr/>
          </p:nvSpPr>
          <p:spPr>
            <a:xfrm>
              <a:off x="3355750" y="271557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A605DD11-FF44-43F7-9720-D3C074DC5890}"/>
                </a:ext>
              </a:extLst>
            </p:cNvPr>
            <p:cNvSpPr/>
            <p:nvPr/>
          </p:nvSpPr>
          <p:spPr>
            <a:xfrm>
              <a:off x="3355750" y="2954331"/>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CA482C62-3E1D-4D9D-90BC-6769C653C2F8}"/>
                </a:ext>
              </a:extLst>
            </p:cNvPr>
            <p:cNvSpPr/>
            <p:nvPr/>
          </p:nvSpPr>
          <p:spPr>
            <a:xfrm>
              <a:off x="3355750" y="319309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D1FA0A6A-6535-4034-9FD9-FA42E96EAFAB}"/>
                </a:ext>
              </a:extLst>
            </p:cNvPr>
            <p:cNvSpPr/>
            <p:nvPr/>
          </p:nvSpPr>
          <p:spPr>
            <a:xfrm>
              <a:off x="3355750" y="3431851"/>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88800ABE-9102-4BC3-AC32-4A815F722BB9}"/>
                </a:ext>
              </a:extLst>
            </p:cNvPr>
            <p:cNvSpPr/>
            <p:nvPr/>
          </p:nvSpPr>
          <p:spPr>
            <a:xfrm>
              <a:off x="3355750" y="367061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329C07EB-3783-4224-966B-886A63A00211}"/>
                </a:ext>
              </a:extLst>
            </p:cNvPr>
            <p:cNvSpPr/>
            <p:nvPr/>
          </p:nvSpPr>
          <p:spPr>
            <a:xfrm>
              <a:off x="3355750" y="3907468"/>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477BBF6E-C25D-4E60-ADE8-CDEE0EB4A451}"/>
                </a:ext>
              </a:extLst>
            </p:cNvPr>
            <p:cNvSpPr/>
            <p:nvPr/>
          </p:nvSpPr>
          <p:spPr>
            <a:xfrm>
              <a:off x="3355750" y="414622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384E6419-8292-465E-9C28-45E34DB91A85}"/>
                </a:ext>
              </a:extLst>
            </p:cNvPr>
            <p:cNvSpPr/>
            <p:nvPr/>
          </p:nvSpPr>
          <p:spPr>
            <a:xfrm>
              <a:off x="3355750" y="4383085"/>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0" name="Rectangle 279">
            <a:extLst>
              <a:ext uri="{FF2B5EF4-FFF2-40B4-BE49-F238E27FC236}">
                <a16:creationId xmlns:a16="http://schemas.microsoft.com/office/drawing/2014/main" id="{DE92F692-B08D-4DC6-BF37-74A8A17D955D}"/>
              </a:ext>
            </a:extLst>
          </p:cNvPr>
          <p:cNvSpPr/>
          <p:nvPr/>
        </p:nvSpPr>
        <p:spPr>
          <a:xfrm>
            <a:off x="3355750" y="462184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3" name="Rectangle 292">
            <a:extLst>
              <a:ext uri="{FF2B5EF4-FFF2-40B4-BE49-F238E27FC236}">
                <a16:creationId xmlns:a16="http://schemas.microsoft.com/office/drawing/2014/main" id="{CDECED59-BE8F-4C30-ACF7-9E9877C4F39D}"/>
              </a:ext>
            </a:extLst>
          </p:cNvPr>
          <p:cNvSpPr/>
          <p:nvPr/>
        </p:nvSpPr>
        <p:spPr>
          <a:xfrm>
            <a:off x="3116811" y="199757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A7873631-5849-4A8D-AE4A-FBED95C814BF}"/>
              </a:ext>
            </a:extLst>
          </p:cNvPr>
          <p:cNvSpPr/>
          <p:nvPr/>
        </p:nvSpPr>
        <p:spPr>
          <a:xfrm>
            <a:off x="2642385" y="4624569"/>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3" name="Graphic 242">
            <a:extLst>
              <a:ext uri="{FF2B5EF4-FFF2-40B4-BE49-F238E27FC236}">
                <a16:creationId xmlns:a16="http://schemas.microsoft.com/office/drawing/2014/main" id="{34E8B0E7-2AF8-4838-AA49-E230C0E44B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547" y="5808854"/>
            <a:ext cx="640080" cy="640080"/>
          </a:xfrm>
          <a:prstGeom prst="rect">
            <a:avLst/>
          </a:prstGeom>
        </p:spPr>
      </p:pic>
      <p:pic>
        <p:nvPicPr>
          <p:cNvPr id="281" name="Graphic 280">
            <a:extLst>
              <a:ext uri="{FF2B5EF4-FFF2-40B4-BE49-F238E27FC236}">
                <a16:creationId xmlns:a16="http://schemas.microsoft.com/office/drawing/2014/main" id="{9650281F-8F48-4E69-A3BE-4DEA10C429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7382" y="5808854"/>
            <a:ext cx="640080" cy="640080"/>
          </a:xfrm>
          <a:prstGeom prst="rect">
            <a:avLst/>
          </a:prstGeom>
        </p:spPr>
      </p:pic>
      <p:pic>
        <p:nvPicPr>
          <p:cNvPr id="282" name="Graphic 281">
            <a:extLst>
              <a:ext uri="{FF2B5EF4-FFF2-40B4-BE49-F238E27FC236}">
                <a16:creationId xmlns:a16="http://schemas.microsoft.com/office/drawing/2014/main" id="{2DF85F7E-7485-4004-8AA3-57458FB0559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55217" y="5808854"/>
            <a:ext cx="640080" cy="640080"/>
          </a:xfrm>
          <a:prstGeom prst="rect">
            <a:avLst/>
          </a:prstGeom>
        </p:spPr>
      </p:pic>
      <p:sp>
        <p:nvSpPr>
          <p:cNvPr id="244" name="Oval 243">
            <a:extLst>
              <a:ext uri="{FF2B5EF4-FFF2-40B4-BE49-F238E27FC236}">
                <a16:creationId xmlns:a16="http://schemas.microsoft.com/office/drawing/2014/main" id="{FD0C0EC9-1ECB-4EA4-A89B-7213816B97EB}"/>
              </a:ext>
            </a:extLst>
          </p:cNvPr>
          <p:cNvSpPr/>
          <p:nvPr/>
        </p:nvSpPr>
        <p:spPr>
          <a:xfrm>
            <a:off x="2448947"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5" name="Graphic 244">
            <a:extLst>
              <a:ext uri="{FF2B5EF4-FFF2-40B4-BE49-F238E27FC236}">
                <a16:creationId xmlns:a16="http://schemas.microsoft.com/office/drawing/2014/main" id="{BD0FF22B-01B4-49E8-B3BF-067A708E3C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2421440" y="5808854"/>
            <a:ext cx="640080" cy="640080"/>
          </a:xfrm>
          <a:prstGeom prst="rect">
            <a:avLst/>
          </a:prstGeom>
        </p:spPr>
      </p:pic>
      <p:grpSp>
        <p:nvGrpSpPr>
          <p:cNvPr id="7" name="Group 6">
            <a:extLst>
              <a:ext uri="{FF2B5EF4-FFF2-40B4-BE49-F238E27FC236}">
                <a16:creationId xmlns:a16="http://schemas.microsoft.com/office/drawing/2014/main" id="{8DD0F98C-D41E-4593-835A-C445C2237CCF}"/>
              </a:ext>
            </a:extLst>
          </p:cNvPr>
          <p:cNvGrpSpPr/>
          <p:nvPr/>
        </p:nvGrpSpPr>
        <p:grpSpPr>
          <a:xfrm>
            <a:off x="2641155" y="1759717"/>
            <a:ext cx="6909689" cy="3338566"/>
            <a:chOff x="2641155" y="1759717"/>
            <a:chExt cx="6909689" cy="3338566"/>
          </a:xfrm>
        </p:grpSpPr>
        <p:grpSp>
          <p:nvGrpSpPr>
            <p:cNvPr id="256" name="Group 255">
              <a:extLst>
                <a:ext uri="{FF2B5EF4-FFF2-40B4-BE49-F238E27FC236}">
                  <a16:creationId xmlns:a16="http://schemas.microsoft.com/office/drawing/2014/main" id="{DEDE7FC1-DBB6-4828-8B31-BA318728A503}"/>
                </a:ext>
              </a:extLst>
            </p:cNvPr>
            <p:cNvGrpSpPr/>
            <p:nvPr/>
          </p:nvGrpSpPr>
          <p:grpSpPr>
            <a:xfrm>
              <a:off x="2641155" y="1759717"/>
              <a:ext cx="6909689" cy="3338566"/>
              <a:chOff x="2641155" y="1759717"/>
              <a:chExt cx="6909689" cy="3338566"/>
            </a:xfrm>
          </p:grpSpPr>
          <p:sp>
            <p:nvSpPr>
              <p:cNvPr id="2" name="Rectangle 1">
                <a:extLst>
                  <a:ext uri="{FF2B5EF4-FFF2-40B4-BE49-F238E27FC236}">
                    <a16:creationId xmlns:a16="http://schemas.microsoft.com/office/drawing/2014/main" id="{9BF537B6-5941-4959-8DC7-1C9B629CC1E1}"/>
                  </a:ext>
                </a:extLst>
              </p:cNvPr>
              <p:cNvSpPr/>
              <p:nvPr/>
            </p:nvSpPr>
            <p:spPr>
              <a:xfrm>
                <a:off x="3593848"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9F0548A-F14B-4EE1-8EAF-7B50ADD7C618}"/>
                  </a:ext>
                </a:extLst>
              </p:cNvPr>
              <p:cNvSpPr/>
              <p:nvPr/>
            </p:nvSpPr>
            <p:spPr>
              <a:xfrm>
                <a:off x="3593848"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01C23D7-B754-4946-9C3F-E7AF3D4326B6}"/>
                  </a:ext>
                </a:extLst>
              </p:cNvPr>
              <p:cNvSpPr/>
              <p:nvPr/>
            </p:nvSpPr>
            <p:spPr>
              <a:xfrm>
                <a:off x="3593848"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D4B6E6A-DC26-47A8-AA1D-8268EC7C1C78}"/>
                  </a:ext>
                </a:extLst>
              </p:cNvPr>
              <p:cNvSpPr/>
              <p:nvPr/>
            </p:nvSpPr>
            <p:spPr>
              <a:xfrm>
                <a:off x="3593848"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0664B06-7315-4080-8754-E4A9AE966B6D}"/>
                  </a:ext>
                </a:extLst>
              </p:cNvPr>
              <p:cNvSpPr/>
              <p:nvPr/>
            </p:nvSpPr>
            <p:spPr>
              <a:xfrm>
                <a:off x="3593848"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A3617E5-A4B9-40C1-9578-6857103FD54B}"/>
                  </a:ext>
                </a:extLst>
              </p:cNvPr>
              <p:cNvSpPr/>
              <p:nvPr/>
            </p:nvSpPr>
            <p:spPr>
              <a:xfrm>
                <a:off x="3593848"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3B4044C-09C3-42B2-A0A0-29D1CDB2E4CD}"/>
                  </a:ext>
                </a:extLst>
              </p:cNvPr>
              <p:cNvSpPr/>
              <p:nvPr/>
            </p:nvSpPr>
            <p:spPr>
              <a:xfrm>
                <a:off x="3593848"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53568D0-C69F-44AC-A72E-042558AF1F1B}"/>
                  </a:ext>
                </a:extLst>
              </p:cNvPr>
              <p:cNvSpPr/>
              <p:nvPr/>
            </p:nvSpPr>
            <p:spPr>
              <a:xfrm>
                <a:off x="3593848"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0B7BB5-BF2C-43F0-9860-DA94900939DA}"/>
                  </a:ext>
                </a:extLst>
              </p:cNvPr>
              <p:cNvSpPr/>
              <p:nvPr/>
            </p:nvSpPr>
            <p:spPr>
              <a:xfrm>
                <a:off x="3593848"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654710D-7A04-41C9-86E9-139347AE5A52}"/>
                  </a:ext>
                </a:extLst>
              </p:cNvPr>
              <p:cNvSpPr/>
              <p:nvPr/>
            </p:nvSpPr>
            <p:spPr>
              <a:xfrm>
                <a:off x="3593848"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B848381-1D6B-4638-8973-D66F7FE04F3F}"/>
                  </a:ext>
                </a:extLst>
              </p:cNvPr>
              <p:cNvSpPr/>
              <p:nvPr/>
            </p:nvSpPr>
            <p:spPr>
              <a:xfrm>
                <a:off x="3593848"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EDC8DCD8-AECA-4F58-A55E-9B65C5DC0ACC}"/>
                  </a:ext>
                </a:extLst>
              </p:cNvPr>
              <p:cNvSpPr/>
              <p:nvPr/>
            </p:nvSpPr>
            <p:spPr>
              <a:xfrm>
                <a:off x="3593848"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E1AC2C64-CD00-4DAA-AF90-29E31664202F}"/>
                  </a:ext>
                </a:extLst>
              </p:cNvPr>
              <p:cNvSpPr/>
              <p:nvPr/>
            </p:nvSpPr>
            <p:spPr>
              <a:xfrm>
                <a:off x="3356104"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2906212-4065-4229-B64F-319B7445A49D}"/>
                  </a:ext>
                </a:extLst>
              </p:cNvPr>
              <p:cNvSpPr/>
              <p:nvPr/>
            </p:nvSpPr>
            <p:spPr>
              <a:xfrm rot="5400000">
                <a:off x="59771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107EE87-8F41-4D90-A3FC-677C7C070086}"/>
                  </a:ext>
                </a:extLst>
              </p:cNvPr>
              <p:cNvSpPr/>
              <p:nvPr/>
            </p:nvSpPr>
            <p:spPr>
              <a:xfrm rot="5400000">
                <a:off x="62158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64546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B6A3C90-281D-476F-9F55-944EB3EF3828}"/>
                  </a:ext>
                </a:extLst>
              </p:cNvPr>
              <p:cNvSpPr/>
              <p:nvPr/>
            </p:nvSpPr>
            <p:spPr>
              <a:xfrm rot="5400000">
                <a:off x="573837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B5E1490-EDAA-4B1C-B2F8-D2E7E92CD23E}"/>
                  </a:ext>
                </a:extLst>
              </p:cNvPr>
              <p:cNvSpPr/>
              <p:nvPr/>
            </p:nvSpPr>
            <p:spPr>
              <a:xfrm rot="5400000">
                <a:off x="549961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14EE90A-D873-45D5-BDA3-A613028CDB7E}"/>
                  </a:ext>
                </a:extLst>
              </p:cNvPr>
              <p:cNvSpPr/>
              <p:nvPr/>
            </p:nvSpPr>
            <p:spPr>
              <a:xfrm rot="5400000">
                <a:off x="52608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AFF22E3-C0A1-4E03-B501-F5C30F25EFE3}"/>
                  </a:ext>
                </a:extLst>
              </p:cNvPr>
              <p:cNvSpPr/>
              <p:nvPr/>
            </p:nvSpPr>
            <p:spPr>
              <a:xfrm rot="5400000">
                <a:off x="50220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43818E3-EDF8-4FCF-BDB1-4EA4A83C54EA}"/>
                  </a:ext>
                </a:extLst>
              </p:cNvPr>
              <p:cNvSpPr/>
              <p:nvPr/>
            </p:nvSpPr>
            <p:spPr>
              <a:xfrm rot="5400000">
                <a:off x="47833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AD831EB-86B5-49A3-ACCD-761546D677F2}"/>
                  </a:ext>
                </a:extLst>
              </p:cNvPr>
              <p:cNvSpPr/>
              <p:nvPr/>
            </p:nvSpPr>
            <p:spPr>
              <a:xfrm rot="5400000">
                <a:off x="454647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5A886E4-08A5-4344-A780-E110EB912E09}"/>
                  </a:ext>
                </a:extLst>
              </p:cNvPr>
              <p:cNvSpPr/>
              <p:nvPr/>
            </p:nvSpPr>
            <p:spPr>
              <a:xfrm rot="5400000">
                <a:off x="430771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36F771C-E431-41D9-9AE0-B20370DB1430}"/>
                  </a:ext>
                </a:extLst>
              </p:cNvPr>
              <p:cNvSpPr/>
              <p:nvPr/>
            </p:nvSpPr>
            <p:spPr>
              <a:xfrm rot="5400000">
                <a:off x="407086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8321BAD7-F618-4E49-851E-D64FDEB2892E}"/>
                  </a:ext>
                </a:extLst>
              </p:cNvPr>
              <p:cNvSpPr/>
              <p:nvPr/>
            </p:nvSpPr>
            <p:spPr>
              <a:xfrm rot="5400000">
                <a:off x="383210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B94AB2F4-BC38-4183-8B10-55445F46A890}"/>
                  </a:ext>
                </a:extLst>
              </p:cNvPr>
              <p:cNvSpPr/>
              <p:nvPr/>
            </p:nvSpPr>
            <p:spPr>
              <a:xfrm>
                <a:off x="3118360"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99708FF-15B1-4231-B6ED-A5548842D739}"/>
                  </a:ext>
                </a:extLst>
              </p:cNvPr>
              <p:cNvSpPr/>
              <p:nvPr/>
            </p:nvSpPr>
            <p:spPr>
              <a:xfrm>
                <a:off x="3118360"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FA78E327-B08F-45CD-8C67-D282A43EC852}"/>
                  </a:ext>
                </a:extLst>
              </p:cNvPr>
              <p:cNvSpPr/>
              <p:nvPr/>
            </p:nvSpPr>
            <p:spPr>
              <a:xfrm>
                <a:off x="3118360"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0CB45C2-234E-47F3-B607-BD15012E29F1}"/>
                  </a:ext>
                </a:extLst>
              </p:cNvPr>
              <p:cNvSpPr/>
              <p:nvPr/>
            </p:nvSpPr>
            <p:spPr>
              <a:xfrm>
                <a:off x="3118360"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3B67769-1059-4098-BA54-3CE1D46BD588}"/>
                  </a:ext>
                </a:extLst>
              </p:cNvPr>
              <p:cNvSpPr/>
              <p:nvPr/>
            </p:nvSpPr>
            <p:spPr>
              <a:xfrm>
                <a:off x="3118360"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ABCD889-802E-4CEB-AACC-D0DC42A5A0CB}"/>
                  </a:ext>
                </a:extLst>
              </p:cNvPr>
              <p:cNvSpPr/>
              <p:nvPr/>
            </p:nvSpPr>
            <p:spPr>
              <a:xfrm>
                <a:off x="3118360"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F1F07103-EA8C-44DB-913A-B12C6436C72F}"/>
                  </a:ext>
                </a:extLst>
              </p:cNvPr>
              <p:cNvSpPr/>
              <p:nvPr/>
            </p:nvSpPr>
            <p:spPr>
              <a:xfrm>
                <a:off x="3118360"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4E19A45-6412-4306-8417-10983D98401C}"/>
                  </a:ext>
                </a:extLst>
              </p:cNvPr>
              <p:cNvSpPr/>
              <p:nvPr/>
            </p:nvSpPr>
            <p:spPr>
              <a:xfrm>
                <a:off x="3118360"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4959C9D1-F2BF-47D8-AFA6-DD3965EC6FB4}"/>
                  </a:ext>
                </a:extLst>
              </p:cNvPr>
              <p:cNvSpPr/>
              <p:nvPr/>
            </p:nvSpPr>
            <p:spPr>
              <a:xfrm>
                <a:off x="3118360"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71940F8-DFDB-47BC-933F-1705BCBA3087}"/>
                  </a:ext>
                </a:extLst>
              </p:cNvPr>
              <p:cNvSpPr/>
              <p:nvPr/>
            </p:nvSpPr>
            <p:spPr>
              <a:xfrm>
                <a:off x="3118360"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E1EF3611-567D-499D-931D-77BE3B77C5F0}"/>
                  </a:ext>
                </a:extLst>
              </p:cNvPr>
              <p:cNvSpPr/>
              <p:nvPr/>
            </p:nvSpPr>
            <p:spPr>
              <a:xfrm>
                <a:off x="3118360"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9E7C60F9-DAC9-41F2-8A6A-6217B3411719}"/>
                  </a:ext>
                </a:extLst>
              </p:cNvPr>
              <p:cNvSpPr/>
              <p:nvPr/>
            </p:nvSpPr>
            <p:spPr>
              <a:xfrm>
                <a:off x="2880616"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130DEF7-BC6D-43AB-A592-56F7B32C5705}"/>
                  </a:ext>
                </a:extLst>
              </p:cNvPr>
              <p:cNvSpPr/>
              <p:nvPr/>
            </p:nvSpPr>
            <p:spPr>
              <a:xfrm>
                <a:off x="2642872"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BC761D7C-4CD0-4ED7-AF7A-D8AC60C67BE8}"/>
                  </a:ext>
                </a:extLst>
              </p:cNvPr>
              <p:cNvSpPr/>
              <p:nvPr/>
            </p:nvSpPr>
            <p:spPr>
              <a:xfrm>
                <a:off x="3118360" y="462076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93897C6E-640B-48CD-B862-7E3FC6D714B5}"/>
                  </a:ext>
                </a:extLst>
              </p:cNvPr>
              <p:cNvSpPr/>
              <p:nvPr/>
            </p:nvSpPr>
            <p:spPr>
              <a:xfrm>
                <a:off x="3118360"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5601ED62-DDA4-4EE7-9AEC-0912B38F6051}"/>
                  </a:ext>
                </a:extLst>
              </p:cNvPr>
              <p:cNvSpPr/>
              <p:nvPr/>
            </p:nvSpPr>
            <p:spPr>
              <a:xfrm>
                <a:off x="2641727"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5E7412D6-38B5-454B-BCDE-76546580D8C3}"/>
                  </a:ext>
                </a:extLst>
              </p:cNvPr>
              <p:cNvSpPr/>
              <p:nvPr/>
            </p:nvSpPr>
            <p:spPr>
              <a:xfrm>
                <a:off x="2641727"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E479EA7E-B327-438A-8F7D-8D1E7C5CDA1D}"/>
                  </a:ext>
                </a:extLst>
              </p:cNvPr>
              <p:cNvSpPr/>
              <p:nvPr/>
            </p:nvSpPr>
            <p:spPr>
              <a:xfrm>
                <a:off x="2641727"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76AC5A2C-4A6A-4BBC-A0A0-7BFBFD6F1BFB}"/>
                  </a:ext>
                </a:extLst>
              </p:cNvPr>
              <p:cNvSpPr/>
              <p:nvPr/>
            </p:nvSpPr>
            <p:spPr>
              <a:xfrm>
                <a:off x="2641727"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39FD51B-46EE-4728-AABF-5E4B31ABFB0E}"/>
                  </a:ext>
                </a:extLst>
              </p:cNvPr>
              <p:cNvSpPr/>
              <p:nvPr/>
            </p:nvSpPr>
            <p:spPr>
              <a:xfrm>
                <a:off x="2641727"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E24C9A96-5EFC-42BB-9BA3-96886FD825C6}"/>
                  </a:ext>
                </a:extLst>
              </p:cNvPr>
              <p:cNvSpPr/>
              <p:nvPr/>
            </p:nvSpPr>
            <p:spPr>
              <a:xfrm>
                <a:off x="2641727"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920CD38-D451-41F1-A263-F52081CF3437}"/>
                  </a:ext>
                </a:extLst>
              </p:cNvPr>
              <p:cNvSpPr/>
              <p:nvPr/>
            </p:nvSpPr>
            <p:spPr>
              <a:xfrm>
                <a:off x="2641727"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6F186DA-FBA0-4F42-A7FE-38FA3E49E932}"/>
                  </a:ext>
                </a:extLst>
              </p:cNvPr>
              <p:cNvSpPr/>
              <p:nvPr/>
            </p:nvSpPr>
            <p:spPr>
              <a:xfrm>
                <a:off x="2641727"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DC1549C9-480D-44D8-A7D1-BCF2A278E4ED}"/>
                  </a:ext>
                </a:extLst>
              </p:cNvPr>
              <p:cNvSpPr/>
              <p:nvPr/>
            </p:nvSpPr>
            <p:spPr>
              <a:xfrm>
                <a:off x="2641727"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BF1BD18-C9EA-4032-844D-1DB308EB9FA6}"/>
                  </a:ext>
                </a:extLst>
              </p:cNvPr>
              <p:cNvSpPr/>
              <p:nvPr/>
            </p:nvSpPr>
            <p:spPr>
              <a:xfrm>
                <a:off x="2641727"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a:extLst>
                  <a:ext uri="{FF2B5EF4-FFF2-40B4-BE49-F238E27FC236}">
                    <a16:creationId xmlns:a16="http://schemas.microsoft.com/office/drawing/2014/main" id="{4A79EDDE-2E71-4FEF-9812-92C86F9B3DAC}"/>
                  </a:ext>
                </a:extLst>
              </p:cNvPr>
              <p:cNvSpPr/>
              <p:nvPr/>
            </p:nvSpPr>
            <p:spPr>
              <a:xfrm>
                <a:off x="2641727"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D859BAA5-650D-4427-9E66-CA8B465709B9}"/>
                  </a:ext>
                </a:extLst>
              </p:cNvPr>
              <p:cNvSpPr/>
              <p:nvPr/>
            </p:nvSpPr>
            <p:spPr>
              <a:xfrm>
                <a:off x="2879471"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98FF2501-C62C-47BE-A0F6-DA53E76CCBEF}"/>
                  </a:ext>
                </a:extLst>
              </p:cNvPr>
              <p:cNvSpPr/>
              <p:nvPr/>
            </p:nvSpPr>
            <p:spPr>
              <a:xfrm>
                <a:off x="2641155"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a:extLst>
                  <a:ext uri="{FF2B5EF4-FFF2-40B4-BE49-F238E27FC236}">
                    <a16:creationId xmlns:a16="http://schemas.microsoft.com/office/drawing/2014/main" id="{3A678ECD-C2F0-419A-95C5-67C04AC39561}"/>
                  </a:ext>
                </a:extLst>
              </p:cNvPr>
              <p:cNvSpPr/>
              <p:nvPr/>
            </p:nvSpPr>
            <p:spPr>
              <a:xfrm>
                <a:off x="3355596" y="48591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A545ECFE-42BA-4B37-83BA-2F3B609C7F39}"/>
                  </a:ext>
                </a:extLst>
              </p:cNvPr>
              <p:cNvSpPr/>
              <p:nvPr/>
            </p:nvSpPr>
            <p:spPr>
              <a:xfrm rot="5400000">
                <a:off x="57388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4DF0E5E-7048-4074-AC7C-005CD17DEA87}"/>
                  </a:ext>
                </a:extLst>
              </p:cNvPr>
              <p:cNvSpPr/>
              <p:nvPr/>
            </p:nvSpPr>
            <p:spPr>
              <a:xfrm rot="5400000">
                <a:off x="59776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3281BB9A-C399-4180-91B5-884BA168028B}"/>
                  </a:ext>
                </a:extLst>
              </p:cNvPr>
              <p:cNvSpPr/>
              <p:nvPr/>
            </p:nvSpPr>
            <p:spPr>
              <a:xfrm rot="5400000">
                <a:off x="62164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6D5A3867-D128-463B-A2AF-C9C6B5838162}"/>
                  </a:ext>
                </a:extLst>
              </p:cNvPr>
              <p:cNvSpPr/>
              <p:nvPr/>
            </p:nvSpPr>
            <p:spPr>
              <a:xfrm rot="5400000">
                <a:off x="550012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5F38C8B4-7D88-43D8-8DFE-BEA08C6CFFA4}"/>
                  </a:ext>
                </a:extLst>
              </p:cNvPr>
              <p:cNvSpPr/>
              <p:nvPr/>
            </p:nvSpPr>
            <p:spPr>
              <a:xfrm rot="5400000">
                <a:off x="526136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F247795-CAE2-459F-AE31-FA6D9D820394}"/>
                  </a:ext>
                </a:extLst>
              </p:cNvPr>
              <p:cNvSpPr/>
              <p:nvPr/>
            </p:nvSpPr>
            <p:spPr>
              <a:xfrm rot="5400000">
                <a:off x="50226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B0A0BA5-6119-4B9F-8AB3-E76D44E07B0F}"/>
                  </a:ext>
                </a:extLst>
              </p:cNvPr>
              <p:cNvSpPr/>
              <p:nvPr/>
            </p:nvSpPr>
            <p:spPr>
              <a:xfrm rot="5400000">
                <a:off x="47838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D49BF27-B37E-4E39-9DE8-92FDE05239B6}"/>
                  </a:ext>
                </a:extLst>
              </p:cNvPr>
              <p:cNvSpPr/>
              <p:nvPr/>
            </p:nvSpPr>
            <p:spPr>
              <a:xfrm rot="5400000">
                <a:off x="45450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9A1FC780-D416-4AB3-9F05-837071379048}"/>
                  </a:ext>
                </a:extLst>
              </p:cNvPr>
              <p:cNvSpPr/>
              <p:nvPr/>
            </p:nvSpPr>
            <p:spPr>
              <a:xfrm rot="5400000">
                <a:off x="430822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2020B15F-3756-4FD5-A508-14EE45B0B6E4}"/>
                  </a:ext>
                </a:extLst>
              </p:cNvPr>
              <p:cNvSpPr/>
              <p:nvPr/>
            </p:nvSpPr>
            <p:spPr>
              <a:xfrm rot="5400000">
                <a:off x="406946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9B79874-2DB5-4554-84FF-CAD5E1E0E8A1}"/>
                  </a:ext>
                </a:extLst>
              </p:cNvPr>
              <p:cNvSpPr/>
              <p:nvPr/>
            </p:nvSpPr>
            <p:spPr>
              <a:xfrm rot="5400000">
                <a:off x="383260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CBC97BCA-57C0-44E4-9EA1-02A61A5FA3F5}"/>
                  </a:ext>
                </a:extLst>
              </p:cNvPr>
              <p:cNvSpPr/>
              <p:nvPr/>
            </p:nvSpPr>
            <p:spPr>
              <a:xfrm rot="5400000">
                <a:off x="359384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E19F6475-6E05-4919-B987-7B8412A8E42E}"/>
                  </a:ext>
                </a:extLst>
              </p:cNvPr>
              <p:cNvSpPr/>
              <p:nvPr/>
            </p:nvSpPr>
            <p:spPr>
              <a:xfrm rot="5400000">
                <a:off x="6454654"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0000957D-B379-476F-8CBF-E7EF3966C5FA}"/>
                  </a:ext>
                </a:extLst>
              </p:cNvPr>
              <p:cNvSpPr/>
              <p:nvPr/>
            </p:nvSpPr>
            <p:spPr>
              <a:xfrm rot="5400000">
                <a:off x="59757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44E412AC-B1DC-4BDF-9332-AC40BE3D771D}"/>
                  </a:ext>
                </a:extLst>
              </p:cNvPr>
              <p:cNvSpPr/>
              <p:nvPr/>
            </p:nvSpPr>
            <p:spPr>
              <a:xfrm rot="5400000">
                <a:off x="64532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15C60825-74C4-4E32-9686-2FC9A17A93E9}"/>
                  </a:ext>
                </a:extLst>
              </p:cNvPr>
              <p:cNvSpPr/>
              <p:nvPr/>
            </p:nvSpPr>
            <p:spPr>
              <a:xfrm rot="5400000">
                <a:off x="573697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3C69C3C2-7B99-4F52-9C53-208CFEEFB79B}"/>
                  </a:ext>
                </a:extLst>
              </p:cNvPr>
              <p:cNvSpPr/>
              <p:nvPr/>
            </p:nvSpPr>
            <p:spPr>
              <a:xfrm rot="5400000">
                <a:off x="549821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62AC65C2-678B-46F8-B75F-0C13F507535C}"/>
                  </a:ext>
                </a:extLst>
              </p:cNvPr>
              <p:cNvSpPr/>
              <p:nvPr/>
            </p:nvSpPr>
            <p:spPr>
              <a:xfrm rot="5400000">
                <a:off x="52594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35AF8BF7-4B11-46FB-9CFA-AA7D9D580CF0}"/>
                  </a:ext>
                </a:extLst>
              </p:cNvPr>
              <p:cNvSpPr/>
              <p:nvPr/>
            </p:nvSpPr>
            <p:spPr>
              <a:xfrm rot="5400000">
                <a:off x="502069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3B051AD9-3DEC-499E-996E-F0065F2BD5C4}"/>
                  </a:ext>
                </a:extLst>
              </p:cNvPr>
              <p:cNvSpPr/>
              <p:nvPr/>
            </p:nvSpPr>
            <p:spPr>
              <a:xfrm rot="5400000">
                <a:off x="47819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4589DA7C-8823-4177-A5A1-DD5A00F04B1D}"/>
                  </a:ext>
                </a:extLst>
              </p:cNvPr>
              <p:cNvSpPr/>
              <p:nvPr/>
            </p:nvSpPr>
            <p:spPr>
              <a:xfrm rot="5400000">
                <a:off x="454508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0E827830-C3A3-4982-B3B6-3C5B9BABB529}"/>
                  </a:ext>
                </a:extLst>
              </p:cNvPr>
              <p:cNvSpPr/>
              <p:nvPr/>
            </p:nvSpPr>
            <p:spPr>
              <a:xfrm rot="5400000">
                <a:off x="430632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87EC8748-0E65-4F48-B564-CAFA20411677}"/>
                  </a:ext>
                </a:extLst>
              </p:cNvPr>
              <p:cNvSpPr/>
              <p:nvPr/>
            </p:nvSpPr>
            <p:spPr>
              <a:xfrm rot="5400000">
                <a:off x="406946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CB2DCF56-82A5-4390-BC77-A06811CCF46B}"/>
                  </a:ext>
                </a:extLst>
              </p:cNvPr>
              <p:cNvSpPr/>
              <p:nvPr/>
            </p:nvSpPr>
            <p:spPr>
              <a:xfrm rot="5400000">
                <a:off x="383070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BCA325F6-CA98-4EA6-A83A-C1C03488E902}"/>
                  </a:ext>
                </a:extLst>
              </p:cNvPr>
              <p:cNvSpPr/>
              <p:nvPr/>
            </p:nvSpPr>
            <p:spPr>
              <a:xfrm rot="5400000">
                <a:off x="6453259" y="367182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6453259" y="343248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6452751" y="223810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6452751" y="19993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6452751" y="175994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6452751" y="247686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6452751" y="271562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6452751" y="295438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6452751" y="31931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6690495" y="175971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11285082-6293-40B9-A563-667707CA76C8}"/>
                  </a:ext>
                </a:extLst>
              </p:cNvPr>
              <p:cNvSpPr/>
              <p:nvPr/>
            </p:nvSpPr>
            <p:spPr>
              <a:xfrm rot="5400000">
                <a:off x="90737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93125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883502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859626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E5D795D1-72F8-4DCB-A43D-0C753CA569C7}"/>
                  </a:ext>
                </a:extLst>
              </p:cNvPr>
              <p:cNvSpPr/>
              <p:nvPr/>
            </p:nvSpPr>
            <p:spPr>
              <a:xfrm rot="5400000">
                <a:off x="835750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81187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78799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764312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740436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716750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692874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9313100" y="19980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9313100" y="223685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9313100" y="247561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9313100" y="271437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9313100" y="295313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0488A464-3852-4927-A743-53AFAFE8E2A4}"/>
                  </a:ext>
                </a:extLst>
              </p:cNvPr>
              <p:cNvSpPr/>
              <p:nvPr/>
            </p:nvSpPr>
            <p:spPr>
              <a:xfrm>
                <a:off x="9313100" y="31918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9313100" y="342875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9313100" y="366751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B3F7414-310F-46B1-B308-08C2694642F6}"/>
                  </a:ext>
                </a:extLst>
              </p:cNvPr>
              <p:cNvSpPr/>
              <p:nvPr/>
            </p:nvSpPr>
            <p:spPr>
              <a:xfrm>
                <a:off x="9313100" y="39043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34A89B11-0ABF-49ED-9646-8D59FC824C05}"/>
                  </a:ext>
                </a:extLst>
              </p:cNvPr>
              <p:cNvSpPr/>
              <p:nvPr/>
            </p:nvSpPr>
            <p:spPr>
              <a:xfrm>
                <a:off x="9313100" y="414313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Rectangle 174">
                <a:extLst>
                  <a:ext uri="{FF2B5EF4-FFF2-40B4-BE49-F238E27FC236}">
                    <a16:creationId xmlns:a16="http://schemas.microsoft.com/office/drawing/2014/main" id="{E487127E-0479-4186-B15C-461AA6E65482}"/>
                  </a:ext>
                </a:extLst>
              </p:cNvPr>
              <p:cNvSpPr/>
              <p:nvPr/>
            </p:nvSpPr>
            <p:spPr>
              <a:xfrm>
                <a:off x="9313100" y="437999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9313100" y="461875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Rectangle 189">
                <a:extLst>
                  <a:ext uri="{FF2B5EF4-FFF2-40B4-BE49-F238E27FC236}">
                    <a16:creationId xmlns:a16="http://schemas.microsoft.com/office/drawing/2014/main" id="{12616CAB-110A-4E0E-8BD7-0702EEE28598}"/>
                  </a:ext>
                </a:extLst>
              </p:cNvPr>
              <p:cNvSpPr/>
              <p:nvPr/>
            </p:nvSpPr>
            <p:spPr>
              <a:xfrm rot="5400000">
                <a:off x="90737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4491867C-7A18-4AEF-8B0C-35579C30B6ED}"/>
                  </a:ext>
                </a:extLst>
              </p:cNvPr>
              <p:cNvSpPr/>
              <p:nvPr/>
            </p:nvSpPr>
            <p:spPr>
              <a:xfrm rot="5400000">
                <a:off x="93125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B7B71952-41AC-4477-9EA6-1C4C058797B0}"/>
                  </a:ext>
                </a:extLst>
              </p:cNvPr>
              <p:cNvSpPr/>
              <p:nvPr/>
            </p:nvSpPr>
            <p:spPr>
              <a:xfrm rot="5400000">
                <a:off x="883502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F0702E4D-57F5-4619-A5D1-B250071C3C5B}"/>
                  </a:ext>
                </a:extLst>
              </p:cNvPr>
              <p:cNvSpPr/>
              <p:nvPr/>
            </p:nvSpPr>
            <p:spPr>
              <a:xfrm rot="5400000">
                <a:off x="859626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678AEAC3-B472-4F48-8FAA-BB7B634809B9}"/>
                  </a:ext>
                </a:extLst>
              </p:cNvPr>
              <p:cNvSpPr/>
              <p:nvPr/>
            </p:nvSpPr>
            <p:spPr>
              <a:xfrm rot="5400000">
                <a:off x="835750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DD82AB6E-22BF-4F42-93BE-25F8172FF6CB}"/>
                  </a:ext>
                </a:extLst>
              </p:cNvPr>
              <p:cNvSpPr/>
              <p:nvPr/>
            </p:nvSpPr>
            <p:spPr>
              <a:xfrm rot="5400000">
                <a:off x="81187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FD2E717-96B5-4E98-A16F-69D9D0D198E3}"/>
                  </a:ext>
                </a:extLst>
              </p:cNvPr>
              <p:cNvSpPr/>
              <p:nvPr/>
            </p:nvSpPr>
            <p:spPr>
              <a:xfrm rot="5400000">
                <a:off x="78799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777C36B6-F9B9-4848-8F76-7546A1E61D0B}"/>
                  </a:ext>
                </a:extLst>
              </p:cNvPr>
              <p:cNvSpPr/>
              <p:nvPr/>
            </p:nvSpPr>
            <p:spPr>
              <a:xfrm rot="5400000">
                <a:off x="764312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8AB827DD-1A28-4F17-86E9-45E6DBFBEE72}"/>
                  </a:ext>
                </a:extLst>
              </p:cNvPr>
              <p:cNvSpPr/>
              <p:nvPr/>
            </p:nvSpPr>
            <p:spPr>
              <a:xfrm rot="5400000">
                <a:off x="740436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578FD911-CE20-4645-97EF-A9DC347D6C96}"/>
                  </a:ext>
                </a:extLst>
              </p:cNvPr>
              <p:cNvSpPr/>
              <p:nvPr/>
            </p:nvSpPr>
            <p:spPr>
              <a:xfrm rot="5400000">
                <a:off x="716750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26967DF3-92E8-4B04-82C1-574C01839907}"/>
                  </a:ext>
                </a:extLst>
              </p:cNvPr>
              <p:cNvSpPr/>
              <p:nvPr/>
            </p:nvSpPr>
            <p:spPr>
              <a:xfrm rot="5400000">
                <a:off x="692874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3" name="Rectangle 202">
                <a:extLst>
                  <a:ext uri="{FF2B5EF4-FFF2-40B4-BE49-F238E27FC236}">
                    <a16:creationId xmlns:a16="http://schemas.microsoft.com/office/drawing/2014/main" id="{9BC2EA8B-FD47-43B6-97A6-D7F4D998F8C7}"/>
                  </a:ext>
                </a:extLst>
              </p:cNvPr>
              <p:cNvSpPr/>
              <p:nvPr/>
            </p:nvSpPr>
            <p:spPr>
              <a:xfrm rot="5400000">
                <a:off x="90734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883469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859593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C6E05EEC-7FC9-4204-BD73-F4DF0CB680DD}"/>
                  </a:ext>
                </a:extLst>
              </p:cNvPr>
              <p:cNvSpPr/>
              <p:nvPr/>
            </p:nvSpPr>
            <p:spPr>
              <a:xfrm rot="5400000">
                <a:off x="835717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811841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78796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764279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740403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716717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692841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6" name="Rectangle 245">
              <a:extLst>
                <a:ext uri="{FF2B5EF4-FFF2-40B4-BE49-F238E27FC236}">
                  <a16:creationId xmlns:a16="http://schemas.microsoft.com/office/drawing/2014/main" id="{7F65CD2F-A37B-4B94-8CFC-DAAD6581CAA7}"/>
                </a:ext>
              </a:extLst>
            </p:cNvPr>
            <p:cNvSpPr/>
            <p:nvPr/>
          </p:nvSpPr>
          <p:spPr>
            <a:xfrm rot="5400000">
              <a:off x="6215894" y="39095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9" name="TextBox 248">
            <a:extLst>
              <a:ext uri="{FF2B5EF4-FFF2-40B4-BE49-F238E27FC236}">
                <a16:creationId xmlns:a16="http://schemas.microsoft.com/office/drawing/2014/main" id="{E7B3C0A4-732E-4C77-A15F-8287E4A87E9B}"/>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Pattern Construction</a:t>
            </a:r>
          </a:p>
        </p:txBody>
      </p:sp>
    </p:spTree>
    <p:extLst>
      <p:ext uri="{BB962C8B-B14F-4D97-AF65-F5344CB8AC3E}">
        <p14:creationId xmlns:p14="http://schemas.microsoft.com/office/powerpoint/2010/main" val="47492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300" fill="hold"/>
                                        <p:tgtEl>
                                          <p:spTgt spid="4"/>
                                        </p:tgtEl>
                                        <p:attrNameLst>
                                          <p:attrName>fillcolor</p:attrName>
                                        </p:attrNameLst>
                                      </p:cBhvr>
                                      <p:to>
                                        <a:srgbClr val="2DD741"/>
                                      </p:to>
                                    </p:animClr>
                                    <p:set>
                                      <p:cBhvr>
                                        <p:cTn id="7" dur="300" fill="hold"/>
                                        <p:tgtEl>
                                          <p:spTgt spid="4"/>
                                        </p:tgtEl>
                                        <p:attrNameLst>
                                          <p:attrName>fill.type</p:attrName>
                                        </p:attrNameLst>
                                      </p:cBhvr>
                                      <p:to>
                                        <p:strVal val="solid"/>
                                      </p:to>
                                    </p:set>
                                    <p:set>
                                      <p:cBhvr>
                                        <p:cTn id="8" dur="300" fill="hold"/>
                                        <p:tgtEl>
                                          <p:spTgt spid="4"/>
                                        </p:tgtEl>
                                        <p:attrNameLst>
                                          <p:attrName>fill.on</p:attrName>
                                        </p:attrNameLst>
                                      </p:cBhvr>
                                      <p:to>
                                        <p:strVal val="tru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9" presetID="42" presetClass="path" presetSubtype="0" fill="hold" grpId="0" nodeType="withEffect">
                                  <p:stCondLst>
                                    <p:cond delay="0"/>
                                  </p:stCondLst>
                                  <p:childTnLst>
                                    <p:animMotion origin="layout" path="M 3.95833E-6 -3.7037E-6 L 0.27356 -0.00046 " pathEditMode="relative" rAng="0" ptsTypes="AA">
                                      <p:cBhvr>
                                        <p:cTn id="10" dur="1400" fill="hold"/>
                                        <p:tgtEl>
                                          <p:spTgt spid="280"/>
                                        </p:tgtEl>
                                        <p:attrNameLst>
                                          <p:attrName>ppt_x</p:attrName>
                                          <p:attrName>ppt_y</p:attrName>
                                        </p:attrNameLst>
                                      </p:cBhvr>
                                      <p:rCtr x="13672" y="-23"/>
                                    </p:animMotion>
                                  </p:childTnLst>
                                </p:cTn>
                              </p:par>
                              <p:par>
                                <p:cTn id="11" presetID="42" presetClass="path" presetSubtype="0" fill="hold" nodeType="withEffect">
                                  <p:stCondLst>
                                    <p:cond delay="0"/>
                                  </p:stCondLst>
                                  <p:childTnLst>
                                    <p:animMotion origin="layout" path="M -4.16667E-7 -7.40741E-7 L 0.21523 -0.00046 " pathEditMode="relative" rAng="0" ptsTypes="AA">
                                      <p:cBhvr>
                                        <p:cTn id="12" dur="1100" fill="hold"/>
                                        <p:tgtEl>
                                          <p:spTgt spid="242"/>
                                        </p:tgtEl>
                                        <p:attrNameLst>
                                          <p:attrName>ppt_x</p:attrName>
                                          <p:attrName>ppt_y</p:attrName>
                                        </p:attrNameLst>
                                      </p:cBhvr>
                                      <p:rCtr x="10755" y="-23"/>
                                    </p:animMotion>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300" fill="hold"/>
                                        <p:tgtEl>
                                          <p:spTgt spid="284"/>
                                        </p:tgtEl>
                                        <p:attrNameLst>
                                          <p:attrName>fillcolor</p:attrName>
                                        </p:attrNameLst>
                                      </p:cBhvr>
                                      <p:to>
                                        <a:srgbClr val="2DD741"/>
                                      </p:to>
                                    </p:animClr>
                                    <p:set>
                                      <p:cBhvr>
                                        <p:cTn id="17" dur="300" fill="hold"/>
                                        <p:tgtEl>
                                          <p:spTgt spid="284"/>
                                        </p:tgtEl>
                                        <p:attrNameLst>
                                          <p:attrName>fill.type</p:attrName>
                                        </p:attrNameLst>
                                      </p:cBhvr>
                                      <p:to>
                                        <p:strVal val="solid"/>
                                      </p:to>
                                    </p:set>
                                    <p:set>
                                      <p:cBhvr>
                                        <p:cTn id="18" dur="300" fill="hold"/>
                                        <p:tgtEl>
                                          <p:spTgt spid="284"/>
                                        </p:tgtEl>
                                        <p:attrNameLst>
                                          <p:attrName>fill.on</p:attrName>
                                        </p:attrNameLst>
                                      </p:cBhvr>
                                      <p:to>
                                        <p:strVal val="true"/>
                                      </p:to>
                                    </p:set>
                                  </p:childTnLst>
                                  <p:subTnLst>
                                    <p:set>
                                      <p:cBhvr override="childStyle">
                                        <p:cTn dur="1" fill="hold" display="0" masterRel="nextClick" afterEffect="1"/>
                                        <p:tgtEl>
                                          <p:spTgt spid="284"/>
                                        </p:tgtEl>
                                        <p:attrNameLst>
                                          <p:attrName>style.visibility</p:attrName>
                                        </p:attrNameLst>
                                      </p:cBhvr>
                                      <p:to>
                                        <p:strVal val="hidden"/>
                                      </p:to>
                                    </p:set>
                                  </p:subTnLst>
                                </p:cTn>
                              </p:par>
                              <p:par>
                                <p:cTn id="19" presetID="64" presetClass="path" presetSubtype="0" fill="hold" grpId="1" nodeType="withEffect">
                                  <p:stCondLst>
                                    <p:cond delay="0"/>
                                  </p:stCondLst>
                                  <p:childTnLst>
                                    <p:animMotion origin="layout" path="M 0.27356 -0.00046 L 0.27343 -0.03472 " pathEditMode="relative" rAng="0" ptsTypes="AA">
                                      <p:cBhvr>
                                        <p:cTn id="20" dur="100" fill="hold"/>
                                        <p:tgtEl>
                                          <p:spTgt spid="280"/>
                                        </p:tgtEl>
                                        <p:attrNameLst>
                                          <p:attrName>ppt_x</p:attrName>
                                          <p:attrName>ppt_y</p:attrName>
                                        </p:attrNameLst>
                                      </p:cBhvr>
                                      <p:rCtr x="-13" y="-1713"/>
                                    </p:animMotion>
                                  </p:childTnLst>
                                </p:cTn>
                              </p:par>
                            </p:childTnLst>
                          </p:cTn>
                        </p:par>
                      </p:childTnLst>
                    </p:cTn>
                  </p:par>
                  <p:par>
                    <p:cTn id="21" fill="hold">
                      <p:stCondLst>
                        <p:cond delay="indefinite"/>
                      </p:stCondLst>
                      <p:childTnLst>
                        <p:par>
                          <p:cTn id="22" fill="hold">
                            <p:stCondLst>
                              <p:cond delay="0"/>
                            </p:stCondLst>
                            <p:childTnLst>
                              <p:par>
                                <p:cTn id="23" presetID="1" presetClass="emph" presetSubtype="2" fill="hold" nodeType="clickEffect">
                                  <p:stCondLst>
                                    <p:cond delay="0"/>
                                  </p:stCondLst>
                                  <p:childTnLst>
                                    <p:animClr clrSpc="rgb" dir="cw">
                                      <p:cBhvr>
                                        <p:cTn id="24" dur="300" fill="hold"/>
                                        <p:tgtEl>
                                          <p:spTgt spid="285"/>
                                        </p:tgtEl>
                                        <p:attrNameLst>
                                          <p:attrName>fillcolor</p:attrName>
                                        </p:attrNameLst>
                                      </p:cBhvr>
                                      <p:to>
                                        <a:srgbClr val="2DD741"/>
                                      </p:to>
                                    </p:animClr>
                                    <p:set>
                                      <p:cBhvr>
                                        <p:cTn id="25" dur="300" fill="hold"/>
                                        <p:tgtEl>
                                          <p:spTgt spid="285"/>
                                        </p:tgtEl>
                                        <p:attrNameLst>
                                          <p:attrName>fill.type</p:attrName>
                                        </p:attrNameLst>
                                      </p:cBhvr>
                                      <p:to>
                                        <p:strVal val="solid"/>
                                      </p:to>
                                    </p:set>
                                    <p:set>
                                      <p:cBhvr>
                                        <p:cTn id="26" dur="300" fill="hold"/>
                                        <p:tgtEl>
                                          <p:spTgt spid="285"/>
                                        </p:tgtEl>
                                        <p:attrNameLst>
                                          <p:attrName>fill.on</p:attrName>
                                        </p:attrNameLst>
                                      </p:cBhvr>
                                      <p:to>
                                        <p:strVal val="true"/>
                                      </p:to>
                                    </p:set>
                                  </p:childTnLst>
                                  <p:subTnLst>
                                    <p:set>
                                      <p:cBhvr override="childStyle">
                                        <p:cTn dur="1" fill="hold" display="0" masterRel="nextClick" afterEffect="1"/>
                                        <p:tgtEl>
                                          <p:spTgt spid="285"/>
                                        </p:tgtEl>
                                        <p:attrNameLst>
                                          <p:attrName>style.visibility</p:attrName>
                                        </p:attrNameLst>
                                      </p:cBhvr>
                                      <p:to>
                                        <p:strVal val="hidden"/>
                                      </p:to>
                                    </p:set>
                                  </p:subTnLst>
                                </p:cTn>
                              </p:par>
                              <p:par>
                                <p:cTn id="27" presetID="63" presetClass="path" presetSubtype="0" fill="hold" grpId="2" nodeType="withEffect">
                                  <p:stCondLst>
                                    <p:cond delay="0"/>
                                  </p:stCondLst>
                                  <p:childTnLst>
                                    <p:animMotion origin="layout" path="M 0.27343 -0.03472 L 0.46901 -0.03495 " pathEditMode="relative" rAng="0" ptsTypes="AA">
                                      <p:cBhvr>
                                        <p:cTn id="28" dur="1000" fill="hold"/>
                                        <p:tgtEl>
                                          <p:spTgt spid="280"/>
                                        </p:tgtEl>
                                        <p:attrNameLst>
                                          <p:attrName>ppt_x</p:attrName>
                                          <p:attrName>ppt_y</p:attrName>
                                        </p:attrNameLst>
                                      </p:cBhvr>
                                      <p:rCtr x="9779" y="-23"/>
                                    </p:animMotion>
                                  </p:childTnLst>
                                </p:cTn>
                              </p:par>
                            </p:childTnLst>
                          </p:cTn>
                        </p:par>
                      </p:childTnLst>
                    </p:cTn>
                  </p:par>
                  <p:par>
                    <p:cTn id="29" fill="hold">
                      <p:stCondLst>
                        <p:cond delay="indefinite"/>
                      </p:stCondLst>
                      <p:childTnLst>
                        <p:par>
                          <p:cTn id="30" fill="hold">
                            <p:stCondLst>
                              <p:cond delay="0"/>
                            </p:stCondLst>
                            <p:childTnLst>
                              <p:par>
                                <p:cTn id="31" presetID="1" presetClass="emph" presetSubtype="2" fill="hold" nodeType="clickEffect">
                                  <p:stCondLst>
                                    <p:cond delay="0"/>
                                  </p:stCondLst>
                                  <p:childTnLst>
                                    <p:animClr clrSpc="rgb" dir="cw">
                                      <p:cBhvr>
                                        <p:cTn id="32" dur="300" fill="hold"/>
                                        <p:tgtEl>
                                          <p:spTgt spid="244"/>
                                        </p:tgtEl>
                                        <p:attrNameLst>
                                          <p:attrName>fillcolor</p:attrName>
                                        </p:attrNameLst>
                                      </p:cBhvr>
                                      <p:to>
                                        <a:srgbClr val="2DD741"/>
                                      </p:to>
                                    </p:animClr>
                                    <p:set>
                                      <p:cBhvr>
                                        <p:cTn id="33" dur="300" fill="hold"/>
                                        <p:tgtEl>
                                          <p:spTgt spid="244"/>
                                        </p:tgtEl>
                                        <p:attrNameLst>
                                          <p:attrName>fill.type</p:attrName>
                                        </p:attrNameLst>
                                      </p:cBhvr>
                                      <p:to>
                                        <p:strVal val="solid"/>
                                      </p:to>
                                    </p:set>
                                    <p:set>
                                      <p:cBhvr>
                                        <p:cTn id="34" dur="300" fill="hold"/>
                                        <p:tgtEl>
                                          <p:spTgt spid="244"/>
                                        </p:tgtEl>
                                        <p:attrNameLst>
                                          <p:attrName>fill.on</p:attrName>
                                        </p:attrNameLst>
                                      </p:cBhvr>
                                      <p:to>
                                        <p:strVal val="true"/>
                                      </p:to>
                                    </p:set>
                                  </p:childTnLst>
                                </p:cTn>
                              </p:par>
                              <p:par>
                                <p:cTn id="35" presetID="42" presetClass="path" presetSubtype="0" fill="hold" nodeType="withEffect">
                                  <p:stCondLst>
                                    <p:cond delay="0"/>
                                  </p:stCondLst>
                                  <p:childTnLst>
                                    <p:animMotion origin="layout" path="M 3.95833E-6 1.11111E-6 L 3.95833E-6 0.03472 " pathEditMode="relative" rAng="0" ptsTypes="AA">
                                      <p:cBhvr>
                                        <p:cTn id="36" dur="100" fill="hold"/>
                                        <p:tgtEl>
                                          <p:spTgt spid="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 grpId="0" animBg="1"/>
      <p:bldP spid="280" grpId="1" animBg="1"/>
      <p:bldP spid="280" grpId="2"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Oval 283">
            <a:extLst>
              <a:ext uri="{FF2B5EF4-FFF2-40B4-BE49-F238E27FC236}">
                <a16:creationId xmlns:a16="http://schemas.microsoft.com/office/drawing/2014/main" id="{131CC413-210B-4835-B6CA-06D802992A8D}"/>
              </a:ext>
            </a:extLst>
          </p:cNvPr>
          <p:cNvSpPr/>
          <p:nvPr/>
        </p:nvSpPr>
        <p:spPr>
          <a:xfrm>
            <a:off x="4835251"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098A44D5-914D-4F3F-98A3-7CD05ED448D0}"/>
              </a:ext>
            </a:extLst>
          </p:cNvPr>
          <p:cNvSpPr/>
          <p:nvPr/>
        </p:nvSpPr>
        <p:spPr>
          <a:xfrm>
            <a:off x="4176052" y="583853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2" name="Group 241">
            <a:extLst>
              <a:ext uri="{FF2B5EF4-FFF2-40B4-BE49-F238E27FC236}">
                <a16:creationId xmlns:a16="http://schemas.microsoft.com/office/drawing/2014/main" id="{2E8A9593-71CB-4DF4-96F8-9D4D6D1E5480}"/>
              </a:ext>
            </a:extLst>
          </p:cNvPr>
          <p:cNvGrpSpPr/>
          <p:nvPr/>
        </p:nvGrpSpPr>
        <p:grpSpPr>
          <a:xfrm>
            <a:off x="6454197" y="4145209"/>
            <a:ext cx="2861314" cy="237744"/>
            <a:chOff x="2985901" y="3786189"/>
            <a:chExt cx="2861314" cy="237744"/>
          </a:xfrm>
        </p:grpSpPr>
        <p:grpSp>
          <p:nvGrpSpPr>
            <p:cNvPr id="230" name="Group 229">
              <a:extLst>
                <a:ext uri="{FF2B5EF4-FFF2-40B4-BE49-F238E27FC236}">
                  <a16:creationId xmlns:a16="http://schemas.microsoft.com/office/drawing/2014/main" id="{B0D1929A-8FC7-4F5F-98CD-0FB2B730F523}"/>
                </a:ext>
              </a:extLst>
            </p:cNvPr>
            <p:cNvGrpSpPr/>
            <p:nvPr/>
          </p:nvGrpSpPr>
          <p:grpSpPr>
            <a:xfrm>
              <a:off x="2985901" y="3786189"/>
              <a:ext cx="2861314" cy="237744"/>
              <a:chOff x="2985901" y="3786189"/>
              <a:chExt cx="2861314" cy="237744"/>
            </a:xfrm>
            <a:solidFill>
              <a:schemeClr val="accent1"/>
            </a:solidFill>
          </p:grpSpPr>
          <p:sp>
            <p:nvSpPr>
              <p:cNvPr id="218" name="Rectangle 217">
                <a:extLst>
                  <a:ext uri="{FF2B5EF4-FFF2-40B4-BE49-F238E27FC236}">
                    <a16:creationId xmlns:a16="http://schemas.microsoft.com/office/drawing/2014/main" id="{BBB8FE04-7A37-4C5A-8187-C2A96AD5CFFE}"/>
                  </a:ext>
                </a:extLst>
              </p:cNvPr>
              <p:cNvSpPr/>
              <p:nvPr/>
            </p:nvSpPr>
            <p:spPr>
              <a:xfrm rot="5400000">
                <a:off x="51314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4245CBF8-B502-4D92-BC09-7EBA386030D0}"/>
                  </a:ext>
                </a:extLst>
              </p:cNvPr>
              <p:cNvSpPr/>
              <p:nvPr/>
            </p:nvSpPr>
            <p:spPr>
              <a:xfrm rot="5400000">
                <a:off x="53702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279E4C20-3E39-4ED9-BFC2-8803CB7608EA}"/>
                  </a:ext>
                </a:extLst>
              </p:cNvPr>
              <p:cNvSpPr/>
              <p:nvPr/>
            </p:nvSpPr>
            <p:spPr>
              <a:xfrm rot="5400000">
                <a:off x="56089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5ECA41A8-66B7-4DAF-94E2-5907F2F148FF}"/>
                  </a:ext>
                </a:extLst>
              </p:cNvPr>
              <p:cNvSpPr/>
              <p:nvPr/>
            </p:nvSpPr>
            <p:spPr>
              <a:xfrm rot="5400000">
                <a:off x="489268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966986F2-881E-4C90-AC63-783C2F5F9C43}"/>
                  </a:ext>
                </a:extLst>
              </p:cNvPr>
              <p:cNvSpPr/>
              <p:nvPr/>
            </p:nvSpPr>
            <p:spPr>
              <a:xfrm rot="5400000">
                <a:off x="465392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F3B6C8E2-5587-433C-96BA-F08903EFEA37}"/>
                  </a:ext>
                </a:extLst>
              </p:cNvPr>
              <p:cNvSpPr/>
              <p:nvPr/>
            </p:nvSpPr>
            <p:spPr>
              <a:xfrm rot="5400000">
                <a:off x="44151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89871E4A-A84B-4638-A6F6-BB3F44FEB885}"/>
                  </a:ext>
                </a:extLst>
              </p:cNvPr>
              <p:cNvSpPr/>
              <p:nvPr/>
            </p:nvSpPr>
            <p:spPr>
              <a:xfrm rot="5400000">
                <a:off x="41764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7E9F7630-0735-4491-87BE-D85288CB1BCF}"/>
                  </a:ext>
                </a:extLst>
              </p:cNvPr>
              <p:cNvSpPr/>
              <p:nvPr/>
            </p:nvSpPr>
            <p:spPr>
              <a:xfrm rot="5400000">
                <a:off x="39376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E1F35DE4-7086-4609-A8F7-4E0B8794D1BC}"/>
                  </a:ext>
                </a:extLst>
              </p:cNvPr>
              <p:cNvSpPr/>
              <p:nvPr/>
            </p:nvSpPr>
            <p:spPr>
              <a:xfrm rot="5400000">
                <a:off x="370078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E43B030F-9505-41E3-ACC0-956BADD8B316}"/>
                  </a:ext>
                </a:extLst>
              </p:cNvPr>
              <p:cNvSpPr/>
              <p:nvPr/>
            </p:nvSpPr>
            <p:spPr>
              <a:xfrm rot="5400000">
                <a:off x="346202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D0EBC84D-84CC-4E42-887A-FFEDEF644F16}"/>
                  </a:ext>
                </a:extLst>
              </p:cNvPr>
              <p:cNvSpPr/>
              <p:nvPr/>
            </p:nvSpPr>
            <p:spPr>
              <a:xfrm rot="5400000">
                <a:off x="322516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Rectangle 228">
                <a:extLst>
                  <a:ext uri="{FF2B5EF4-FFF2-40B4-BE49-F238E27FC236}">
                    <a16:creationId xmlns:a16="http://schemas.microsoft.com/office/drawing/2014/main" id="{3E7956E7-EF72-49D5-88F0-8ACD106D23DD}"/>
                  </a:ext>
                </a:extLst>
              </p:cNvPr>
              <p:cNvSpPr/>
              <p:nvPr/>
            </p:nvSpPr>
            <p:spPr>
              <a:xfrm rot="5400000">
                <a:off x="298640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1" name="Rectangle 230">
              <a:extLst>
                <a:ext uri="{FF2B5EF4-FFF2-40B4-BE49-F238E27FC236}">
                  <a16:creationId xmlns:a16="http://schemas.microsoft.com/office/drawing/2014/main" id="{D51FD1B4-7293-4C95-ACC3-A41298479D7B}"/>
                </a:ext>
              </a:extLst>
            </p:cNvPr>
            <p:cNvSpPr/>
            <p:nvPr/>
          </p:nvSpPr>
          <p:spPr>
            <a:xfrm rot="5400000">
              <a:off x="3197171"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DC799A5D-6BAB-4BF3-A694-6A59177941AD}"/>
                </a:ext>
              </a:extLst>
            </p:cNvPr>
            <p:cNvSpPr/>
            <p:nvPr/>
          </p:nvSpPr>
          <p:spPr>
            <a:xfrm rot="5400000">
              <a:off x="3443988"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86D7BABC-9198-456A-A7AA-1227FCAB938D}"/>
                </a:ext>
              </a:extLst>
            </p:cNvPr>
            <p:cNvSpPr/>
            <p:nvPr/>
          </p:nvSpPr>
          <p:spPr>
            <a:xfrm rot="5400000">
              <a:off x="3674346"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3E50F76E-543F-445A-833E-3EEE3421FC3A}"/>
                </a:ext>
              </a:extLst>
            </p:cNvPr>
            <p:cNvSpPr/>
            <p:nvPr/>
          </p:nvSpPr>
          <p:spPr>
            <a:xfrm rot="5400000">
              <a:off x="3914179"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B1096265-29DB-415E-B34B-EF01EAF59E9D}"/>
                </a:ext>
              </a:extLst>
            </p:cNvPr>
            <p:cNvSpPr/>
            <p:nvPr/>
          </p:nvSpPr>
          <p:spPr>
            <a:xfrm rot="5400000">
              <a:off x="4156047"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77F2286D-F4F8-4EDF-AC0A-7DBFFB0B3EA1}"/>
                </a:ext>
              </a:extLst>
            </p:cNvPr>
            <p:cNvSpPr/>
            <p:nvPr/>
          </p:nvSpPr>
          <p:spPr>
            <a:xfrm rot="5400000">
              <a:off x="4401793"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592D3B79-9E62-459B-A5D3-87026AB319FC}"/>
                </a:ext>
              </a:extLst>
            </p:cNvPr>
            <p:cNvSpPr/>
            <p:nvPr/>
          </p:nvSpPr>
          <p:spPr>
            <a:xfrm rot="5400000">
              <a:off x="463385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C4C557B1-FEB8-4144-988F-075887F06D77}"/>
                </a:ext>
              </a:extLst>
            </p:cNvPr>
            <p:cNvSpPr/>
            <p:nvPr/>
          </p:nvSpPr>
          <p:spPr>
            <a:xfrm rot="5400000">
              <a:off x="487320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7CDC214C-EF6C-443D-9293-33759184D1CD}"/>
                </a:ext>
              </a:extLst>
            </p:cNvPr>
            <p:cNvSpPr/>
            <p:nvPr/>
          </p:nvSpPr>
          <p:spPr>
            <a:xfrm rot="5400000">
              <a:off x="5111425"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01A16DCE-FB48-44EE-A77D-EA0999911DCF}"/>
                </a:ext>
              </a:extLst>
            </p:cNvPr>
            <p:cNvSpPr/>
            <p:nvPr/>
          </p:nvSpPr>
          <p:spPr>
            <a:xfrm rot="5400000">
              <a:off x="5342206"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18E0AF91-2773-43C3-A8AF-884B8D6DA2D8}"/>
                </a:ext>
              </a:extLst>
            </p:cNvPr>
            <p:cNvSpPr/>
            <p:nvPr/>
          </p:nvSpPr>
          <p:spPr>
            <a:xfrm rot="5400000">
              <a:off x="5584201"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8" name="Rectangle 257">
            <a:extLst>
              <a:ext uri="{FF2B5EF4-FFF2-40B4-BE49-F238E27FC236}">
                <a16:creationId xmlns:a16="http://schemas.microsoft.com/office/drawing/2014/main" id="{80D5C7C7-67EC-4697-8FBB-AA80A1ED701F}"/>
              </a:ext>
            </a:extLst>
          </p:cNvPr>
          <p:cNvSpPr/>
          <p:nvPr/>
        </p:nvSpPr>
        <p:spPr>
          <a:xfrm>
            <a:off x="2879580" y="247700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67C90DDF-823A-4B83-B352-E535D2372F60}"/>
              </a:ext>
            </a:extLst>
          </p:cNvPr>
          <p:cNvSpPr/>
          <p:nvPr/>
        </p:nvSpPr>
        <p:spPr>
          <a:xfrm>
            <a:off x="2879580" y="223824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E04EDA40-B6EA-465E-AD7C-2C4FE6717A0B}"/>
              </a:ext>
            </a:extLst>
          </p:cNvPr>
          <p:cNvSpPr/>
          <p:nvPr/>
        </p:nvSpPr>
        <p:spPr>
          <a:xfrm>
            <a:off x="2879580" y="2715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1F34AEEB-0D2A-42BD-A7BC-C769B3EC3337}"/>
              </a:ext>
            </a:extLst>
          </p:cNvPr>
          <p:cNvSpPr/>
          <p:nvPr/>
        </p:nvSpPr>
        <p:spPr>
          <a:xfrm>
            <a:off x="2879580" y="295452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86F45F3E-3016-4D93-895E-E4BD5CFBC4BC}"/>
              </a:ext>
            </a:extLst>
          </p:cNvPr>
          <p:cNvSpPr/>
          <p:nvPr/>
        </p:nvSpPr>
        <p:spPr>
          <a:xfrm>
            <a:off x="2879580" y="319328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09A62BC9-2496-482C-8C09-203B0A5DA4EE}"/>
              </a:ext>
            </a:extLst>
          </p:cNvPr>
          <p:cNvSpPr/>
          <p:nvPr/>
        </p:nvSpPr>
        <p:spPr>
          <a:xfrm>
            <a:off x="2879580" y="343204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C22D5903-A226-42B2-96EB-F6E0BA7CAB83}"/>
              </a:ext>
            </a:extLst>
          </p:cNvPr>
          <p:cNvSpPr/>
          <p:nvPr/>
        </p:nvSpPr>
        <p:spPr>
          <a:xfrm>
            <a:off x="2879580" y="36708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7AF091A9-343E-4A75-A299-32964A877FB6}"/>
              </a:ext>
            </a:extLst>
          </p:cNvPr>
          <p:cNvSpPr/>
          <p:nvPr/>
        </p:nvSpPr>
        <p:spPr>
          <a:xfrm>
            <a:off x="2879580" y="390765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9ED47E2C-1596-44FB-85D4-0FCEF202C630}"/>
              </a:ext>
            </a:extLst>
          </p:cNvPr>
          <p:cNvSpPr/>
          <p:nvPr/>
        </p:nvSpPr>
        <p:spPr>
          <a:xfrm>
            <a:off x="2879580" y="414641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E4187FBF-77BD-4DC8-A3E0-80846B4D8F13}"/>
              </a:ext>
            </a:extLst>
          </p:cNvPr>
          <p:cNvSpPr/>
          <p:nvPr/>
        </p:nvSpPr>
        <p:spPr>
          <a:xfrm>
            <a:off x="2879580" y="4383274"/>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8" name="Rectangle 267">
            <a:extLst>
              <a:ext uri="{FF2B5EF4-FFF2-40B4-BE49-F238E27FC236}">
                <a16:creationId xmlns:a16="http://schemas.microsoft.com/office/drawing/2014/main" id="{6C4FC15C-B257-4F54-9C98-0F767E071350}"/>
              </a:ext>
            </a:extLst>
          </p:cNvPr>
          <p:cNvSpPr/>
          <p:nvPr/>
        </p:nvSpPr>
        <p:spPr>
          <a:xfrm>
            <a:off x="2879580" y="46220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DC4092D9-0B51-48A5-B0CE-E68D28FCD5EE}"/>
              </a:ext>
            </a:extLst>
          </p:cNvPr>
          <p:cNvGrpSpPr/>
          <p:nvPr/>
        </p:nvGrpSpPr>
        <p:grpSpPr>
          <a:xfrm>
            <a:off x="3355852" y="2238590"/>
            <a:ext cx="238889" cy="2386335"/>
            <a:chOff x="3355852" y="2238590"/>
            <a:chExt cx="238889" cy="2386335"/>
          </a:xfrm>
        </p:grpSpPr>
        <p:sp>
          <p:nvSpPr>
            <p:cNvPr id="269" name="Rectangle 268">
              <a:extLst>
                <a:ext uri="{FF2B5EF4-FFF2-40B4-BE49-F238E27FC236}">
                  <a16:creationId xmlns:a16="http://schemas.microsoft.com/office/drawing/2014/main" id="{BF2587F1-6B95-4270-AFCA-878C40AC14DA}"/>
                </a:ext>
              </a:extLst>
            </p:cNvPr>
            <p:cNvSpPr/>
            <p:nvPr/>
          </p:nvSpPr>
          <p:spPr>
            <a:xfrm>
              <a:off x="3356997" y="223859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BBBEC806-4D05-4386-855F-96A1F0D101F2}"/>
                </a:ext>
              </a:extLst>
            </p:cNvPr>
            <p:cNvSpPr/>
            <p:nvPr/>
          </p:nvSpPr>
          <p:spPr>
            <a:xfrm>
              <a:off x="3355852" y="2716748"/>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62568EE8-B0F1-475C-BFEE-C3C7C8542353}"/>
                </a:ext>
              </a:extLst>
            </p:cNvPr>
            <p:cNvSpPr/>
            <p:nvPr/>
          </p:nvSpPr>
          <p:spPr>
            <a:xfrm>
              <a:off x="3355852" y="247798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3818A2BC-0F62-4148-91F6-1DE0375608F7}"/>
                </a:ext>
              </a:extLst>
            </p:cNvPr>
            <p:cNvSpPr/>
            <p:nvPr/>
          </p:nvSpPr>
          <p:spPr>
            <a:xfrm>
              <a:off x="3355852" y="295550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A605DD11-FF44-43F7-9720-D3C074DC5890}"/>
                </a:ext>
              </a:extLst>
            </p:cNvPr>
            <p:cNvSpPr/>
            <p:nvPr/>
          </p:nvSpPr>
          <p:spPr>
            <a:xfrm>
              <a:off x="3355852" y="3194268"/>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CA482C62-3E1D-4D9D-90BC-6769C653C2F8}"/>
                </a:ext>
              </a:extLst>
            </p:cNvPr>
            <p:cNvSpPr/>
            <p:nvPr/>
          </p:nvSpPr>
          <p:spPr>
            <a:xfrm>
              <a:off x="3355852" y="343302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D1FA0A6A-6535-4034-9FD9-FA42E96EAFAB}"/>
                </a:ext>
              </a:extLst>
            </p:cNvPr>
            <p:cNvSpPr/>
            <p:nvPr/>
          </p:nvSpPr>
          <p:spPr>
            <a:xfrm>
              <a:off x="3355852" y="3671788"/>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88800ABE-9102-4BC3-AC32-4A815F722BB9}"/>
                </a:ext>
              </a:extLst>
            </p:cNvPr>
            <p:cNvSpPr/>
            <p:nvPr/>
          </p:nvSpPr>
          <p:spPr>
            <a:xfrm>
              <a:off x="3355852" y="391054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329C07EB-3783-4224-966B-886A63A00211}"/>
                </a:ext>
              </a:extLst>
            </p:cNvPr>
            <p:cNvSpPr/>
            <p:nvPr/>
          </p:nvSpPr>
          <p:spPr>
            <a:xfrm>
              <a:off x="3355852" y="4147405"/>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477BBF6E-C25D-4E60-ADE8-CDEE0EB4A451}"/>
                </a:ext>
              </a:extLst>
            </p:cNvPr>
            <p:cNvSpPr/>
            <p:nvPr/>
          </p:nvSpPr>
          <p:spPr>
            <a:xfrm>
              <a:off x="3355852" y="43861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9" name="Rectangle 278">
            <a:extLst>
              <a:ext uri="{FF2B5EF4-FFF2-40B4-BE49-F238E27FC236}">
                <a16:creationId xmlns:a16="http://schemas.microsoft.com/office/drawing/2014/main" id="{384E6419-8292-465E-9C28-45E34DB91A85}"/>
              </a:ext>
            </a:extLst>
          </p:cNvPr>
          <p:cNvSpPr/>
          <p:nvPr/>
        </p:nvSpPr>
        <p:spPr>
          <a:xfrm>
            <a:off x="3355754" y="4624569"/>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7" name="Rectangle 256">
            <a:extLst>
              <a:ext uri="{FF2B5EF4-FFF2-40B4-BE49-F238E27FC236}">
                <a16:creationId xmlns:a16="http://schemas.microsoft.com/office/drawing/2014/main" id="{757F35CF-AE03-40EE-9246-EDE3DF03F531}"/>
              </a:ext>
            </a:extLst>
          </p:cNvPr>
          <p:cNvSpPr/>
          <p:nvPr/>
        </p:nvSpPr>
        <p:spPr>
          <a:xfrm>
            <a:off x="2880725" y="1998842"/>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CDECED59-BE8F-4C30-ACF7-9E9877C4F39D}"/>
              </a:ext>
            </a:extLst>
          </p:cNvPr>
          <p:cNvSpPr/>
          <p:nvPr/>
        </p:nvSpPr>
        <p:spPr>
          <a:xfrm>
            <a:off x="3117215" y="199720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A7873631-5849-4A8D-AE4A-FBED95C814BF}"/>
              </a:ext>
            </a:extLst>
          </p:cNvPr>
          <p:cNvSpPr/>
          <p:nvPr/>
        </p:nvSpPr>
        <p:spPr>
          <a:xfrm>
            <a:off x="2642385" y="4624569"/>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3" name="Graphic 242">
            <a:extLst>
              <a:ext uri="{FF2B5EF4-FFF2-40B4-BE49-F238E27FC236}">
                <a16:creationId xmlns:a16="http://schemas.microsoft.com/office/drawing/2014/main" id="{34E8B0E7-2AF8-4838-AA49-E230C0E44B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49909" y="5808854"/>
            <a:ext cx="640080" cy="640080"/>
          </a:xfrm>
          <a:prstGeom prst="rect">
            <a:avLst/>
          </a:prstGeom>
        </p:spPr>
      </p:pic>
      <p:pic>
        <p:nvPicPr>
          <p:cNvPr id="281" name="Graphic 280">
            <a:extLst>
              <a:ext uri="{FF2B5EF4-FFF2-40B4-BE49-F238E27FC236}">
                <a16:creationId xmlns:a16="http://schemas.microsoft.com/office/drawing/2014/main" id="{9650281F-8F48-4E69-A3BE-4DEA10C429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V="1">
            <a:off x="4807744" y="5808854"/>
            <a:ext cx="640080" cy="640080"/>
          </a:xfrm>
          <a:prstGeom prst="rect">
            <a:avLst/>
          </a:prstGeom>
        </p:spPr>
      </p:pic>
      <p:sp>
        <p:nvSpPr>
          <p:cNvPr id="244" name="Rectangle 243">
            <a:extLst>
              <a:ext uri="{FF2B5EF4-FFF2-40B4-BE49-F238E27FC236}">
                <a16:creationId xmlns:a16="http://schemas.microsoft.com/office/drawing/2014/main" id="{F7A674E8-60F9-4E2E-A3D9-4B74014DA8D4}"/>
              </a:ext>
            </a:extLst>
          </p:cNvPr>
          <p:cNvSpPr/>
          <p:nvPr/>
        </p:nvSpPr>
        <p:spPr>
          <a:xfrm>
            <a:off x="9073452" y="438144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5" name="Group 244">
            <a:extLst>
              <a:ext uri="{FF2B5EF4-FFF2-40B4-BE49-F238E27FC236}">
                <a16:creationId xmlns:a16="http://schemas.microsoft.com/office/drawing/2014/main" id="{2FDBECA0-5210-4567-ACA4-B976558EF1DF}"/>
              </a:ext>
            </a:extLst>
          </p:cNvPr>
          <p:cNvGrpSpPr/>
          <p:nvPr/>
        </p:nvGrpSpPr>
        <p:grpSpPr>
          <a:xfrm>
            <a:off x="2641155" y="1759717"/>
            <a:ext cx="6909689" cy="3338566"/>
            <a:chOff x="2641155" y="1759717"/>
            <a:chExt cx="6909689" cy="3338566"/>
          </a:xfrm>
        </p:grpSpPr>
        <p:grpSp>
          <p:nvGrpSpPr>
            <p:cNvPr id="246" name="Group 245">
              <a:extLst>
                <a:ext uri="{FF2B5EF4-FFF2-40B4-BE49-F238E27FC236}">
                  <a16:creationId xmlns:a16="http://schemas.microsoft.com/office/drawing/2014/main" id="{3A78B1E7-93C0-42AE-9B13-1054A6954736}"/>
                </a:ext>
              </a:extLst>
            </p:cNvPr>
            <p:cNvGrpSpPr/>
            <p:nvPr/>
          </p:nvGrpSpPr>
          <p:grpSpPr>
            <a:xfrm>
              <a:off x="2641155" y="1759717"/>
              <a:ext cx="6909689" cy="3338566"/>
              <a:chOff x="2641155" y="1759717"/>
              <a:chExt cx="6909689" cy="3338566"/>
            </a:xfrm>
          </p:grpSpPr>
          <p:sp>
            <p:nvSpPr>
              <p:cNvPr id="248" name="Rectangle 247">
                <a:extLst>
                  <a:ext uri="{FF2B5EF4-FFF2-40B4-BE49-F238E27FC236}">
                    <a16:creationId xmlns:a16="http://schemas.microsoft.com/office/drawing/2014/main" id="{B1353429-FCE1-4603-B5D2-ED6701D10907}"/>
                  </a:ext>
                </a:extLst>
              </p:cNvPr>
              <p:cNvSpPr/>
              <p:nvPr/>
            </p:nvSpPr>
            <p:spPr>
              <a:xfrm>
                <a:off x="3593848"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46396B77-84BE-473A-AFBC-29B9ADDCFB0F}"/>
                  </a:ext>
                </a:extLst>
              </p:cNvPr>
              <p:cNvSpPr/>
              <p:nvPr/>
            </p:nvSpPr>
            <p:spPr>
              <a:xfrm>
                <a:off x="3593848"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68B9FC24-8957-4088-AAFD-413AD99F1F80}"/>
                  </a:ext>
                </a:extLst>
              </p:cNvPr>
              <p:cNvSpPr/>
              <p:nvPr/>
            </p:nvSpPr>
            <p:spPr>
              <a:xfrm>
                <a:off x="3593848"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7B9ED82A-DAAA-4B6C-B168-9207B8E54A7B}"/>
                  </a:ext>
                </a:extLst>
              </p:cNvPr>
              <p:cNvSpPr/>
              <p:nvPr/>
            </p:nvSpPr>
            <p:spPr>
              <a:xfrm>
                <a:off x="3593848"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935215F2-88EA-4DB1-8551-EBFF3CA50FF4}"/>
                  </a:ext>
                </a:extLst>
              </p:cNvPr>
              <p:cNvSpPr/>
              <p:nvPr/>
            </p:nvSpPr>
            <p:spPr>
              <a:xfrm>
                <a:off x="3593848"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61F76B4C-BA8D-4529-8423-06F46634FAA1}"/>
                  </a:ext>
                </a:extLst>
              </p:cNvPr>
              <p:cNvSpPr/>
              <p:nvPr/>
            </p:nvSpPr>
            <p:spPr>
              <a:xfrm>
                <a:off x="3593848"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7E60F018-52D5-4255-8AFC-6AF084AB075D}"/>
                  </a:ext>
                </a:extLst>
              </p:cNvPr>
              <p:cNvSpPr/>
              <p:nvPr/>
            </p:nvSpPr>
            <p:spPr>
              <a:xfrm>
                <a:off x="3593848"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18AC0DD1-290A-4A55-85FF-444CDC52A621}"/>
                  </a:ext>
                </a:extLst>
              </p:cNvPr>
              <p:cNvSpPr/>
              <p:nvPr/>
            </p:nvSpPr>
            <p:spPr>
              <a:xfrm>
                <a:off x="3593848"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56DF8ADE-28F1-41DA-88D0-BD70F3AB7BCF}"/>
                  </a:ext>
                </a:extLst>
              </p:cNvPr>
              <p:cNvSpPr/>
              <p:nvPr/>
            </p:nvSpPr>
            <p:spPr>
              <a:xfrm>
                <a:off x="3593848"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F2FCD9BC-4876-4390-8178-1E36D247AAF5}"/>
                  </a:ext>
                </a:extLst>
              </p:cNvPr>
              <p:cNvSpPr/>
              <p:nvPr/>
            </p:nvSpPr>
            <p:spPr>
              <a:xfrm>
                <a:off x="3593848"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D00CE186-FD87-44F8-83EB-75E4FAE50FB0}"/>
                  </a:ext>
                </a:extLst>
              </p:cNvPr>
              <p:cNvSpPr/>
              <p:nvPr/>
            </p:nvSpPr>
            <p:spPr>
              <a:xfrm>
                <a:off x="3593848"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8" name="Rectangle 287">
                <a:extLst>
                  <a:ext uri="{FF2B5EF4-FFF2-40B4-BE49-F238E27FC236}">
                    <a16:creationId xmlns:a16="http://schemas.microsoft.com/office/drawing/2014/main" id="{5AD598E1-9768-497D-87F9-13606143954A}"/>
                  </a:ext>
                </a:extLst>
              </p:cNvPr>
              <p:cNvSpPr/>
              <p:nvPr/>
            </p:nvSpPr>
            <p:spPr>
              <a:xfrm>
                <a:off x="3593848"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9" name="Rectangle 288">
                <a:extLst>
                  <a:ext uri="{FF2B5EF4-FFF2-40B4-BE49-F238E27FC236}">
                    <a16:creationId xmlns:a16="http://schemas.microsoft.com/office/drawing/2014/main" id="{AD706E87-6681-4D17-AC32-7D8B24E235D4}"/>
                  </a:ext>
                </a:extLst>
              </p:cNvPr>
              <p:cNvSpPr/>
              <p:nvPr/>
            </p:nvSpPr>
            <p:spPr>
              <a:xfrm>
                <a:off x="3356104"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89BCB9F4-D687-4B96-AEBF-B32377A06314}"/>
                  </a:ext>
                </a:extLst>
              </p:cNvPr>
              <p:cNvSpPr/>
              <p:nvPr/>
            </p:nvSpPr>
            <p:spPr>
              <a:xfrm rot="5400000">
                <a:off x="59771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A8880C55-81E9-42F3-B474-332C4F414D94}"/>
                  </a:ext>
                </a:extLst>
              </p:cNvPr>
              <p:cNvSpPr/>
              <p:nvPr/>
            </p:nvSpPr>
            <p:spPr>
              <a:xfrm rot="5400000">
                <a:off x="62158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FB205E54-7AF4-4886-8DCD-7EBFFC18188C}"/>
                  </a:ext>
                </a:extLst>
              </p:cNvPr>
              <p:cNvSpPr/>
              <p:nvPr/>
            </p:nvSpPr>
            <p:spPr>
              <a:xfrm rot="5400000">
                <a:off x="64546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6306DE12-4B4F-4A6A-B78C-C3CA794EDBE4}"/>
                  </a:ext>
                </a:extLst>
              </p:cNvPr>
              <p:cNvSpPr/>
              <p:nvPr/>
            </p:nvSpPr>
            <p:spPr>
              <a:xfrm rot="5400000">
                <a:off x="573837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23F02D21-D501-4E5D-BEA2-3587BACA8CF3}"/>
                  </a:ext>
                </a:extLst>
              </p:cNvPr>
              <p:cNvSpPr/>
              <p:nvPr/>
            </p:nvSpPr>
            <p:spPr>
              <a:xfrm rot="5400000">
                <a:off x="549961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55E61840-9D25-41DC-B4B4-40A32E71FE94}"/>
                  </a:ext>
                </a:extLst>
              </p:cNvPr>
              <p:cNvSpPr/>
              <p:nvPr/>
            </p:nvSpPr>
            <p:spPr>
              <a:xfrm rot="5400000">
                <a:off x="52608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83387C6A-3682-4925-AA78-9834B11AD66B}"/>
                  </a:ext>
                </a:extLst>
              </p:cNvPr>
              <p:cNvSpPr/>
              <p:nvPr/>
            </p:nvSpPr>
            <p:spPr>
              <a:xfrm rot="5400000">
                <a:off x="50220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9327D9A3-3D0F-408A-8104-27B432175C5C}"/>
                  </a:ext>
                </a:extLst>
              </p:cNvPr>
              <p:cNvSpPr/>
              <p:nvPr/>
            </p:nvSpPr>
            <p:spPr>
              <a:xfrm rot="5400000">
                <a:off x="47833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DB1CC3AE-BB16-4EFD-BB66-88E4EF0DA4B6}"/>
                  </a:ext>
                </a:extLst>
              </p:cNvPr>
              <p:cNvSpPr/>
              <p:nvPr/>
            </p:nvSpPr>
            <p:spPr>
              <a:xfrm rot="5400000">
                <a:off x="454647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83554BB8-B34D-459E-BE0B-B07E602DAB4A}"/>
                  </a:ext>
                </a:extLst>
              </p:cNvPr>
              <p:cNvSpPr/>
              <p:nvPr/>
            </p:nvSpPr>
            <p:spPr>
              <a:xfrm rot="5400000">
                <a:off x="430771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91305055-5EEE-4D70-A460-A939AB1D881D}"/>
                  </a:ext>
                </a:extLst>
              </p:cNvPr>
              <p:cNvSpPr/>
              <p:nvPr/>
            </p:nvSpPr>
            <p:spPr>
              <a:xfrm rot="5400000">
                <a:off x="407086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3" name="Rectangle 302">
                <a:extLst>
                  <a:ext uri="{FF2B5EF4-FFF2-40B4-BE49-F238E27FC236}">
                    <a16:creationId xmlns:a16="http://schemas.microsoft.com/office/drawing/2014/main" id="{B10A548A-6E01-49BD-A523-89AB95944B63}"/>
                  </a:ext>
                </a:extLst>
              </p:cNvPr>
              <p:cNvSpPr/>
              <p:nvPr/>
            </p:nvSpPr>
            <p:spPr>
              <a:xfrm rot="5400000">
                <a:off x="383210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4" name="Rectangle 303">
                <a:extLst>
                  <a:ext uri="{FF2B5EF4-FFF2-40B4-BE49-F238E27FC236}">
                    <a16:creationId xmlns:a16="http://schemas.microsoft.com/office/drawing/2014/main" id="{AE4671AB-3943-4EED-ADFC-3DE868D12885}"/>
                  </a:ext>
                </a:extLst>
              </p:cNvPr>
              <p:cNvSpPr/>
              <p:nvPr/>
            </p:nvSpPr>
            <p:spPr>
              <a:xfrm>
                <a:off x="3118360"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443946A4-2BBA-41F6-A431-B6C38C78D1A1}"/>
                  </a:ext>
                </a:extLst>
              </p:cNvPr>
              <p:cNvSpPr/>
              <p:nvPr/>
            </p:nvSpPr>
            <p:spPr>
              <a:xfrm>
                <a:off x="3118360"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1127DAD3-EE69-4778-830F-9ACC451EEAC3}"/>
                  </a:ext>
                </a:extLst>
              </p:cNvPr>
              <p:cNvSpPr/>
              <p:nvPr/>
            </p:nvSpPr>
            <p:spPr>
              <a:xfrm>
                <a:off x="3118360"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5B9CAD90-5CF0-47E6-B7B7-34D652953FD0}"/>
                  </a:ext>
                </a:extLst>
              </p:cNvPr>
              <p:cNvSpPr/>
              <p:nvPr/>
            </p:nvSpPr>
            <p:spPr>
              <a:xfrm>
                <a:off x="3118360"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4FDB6AA3-0353-4224-941C-372E3D72E6FD}"/>
                  </a:ext>
                </a:extLst>
              </p:cNvPr>
              <p:cNvSpPr/>
              <p:nvPr/>
            </p:nvSpPr>
            <p:spPr>
              <a:xfrm>
                <a:off x="3118360"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02A2BEC7-CEF9-4D1C-AD1E-A874152B48BB}"/>
                  </a:ext>
                </a:extLst>
              </p:cNvPr>
              <p:cNvSpPr/>
              <p:nvPr/>
            </p:nvSpPr>
            <p:spPr>
              <a:xfrm>
                <a:off x="3118360"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15FF517E-872E-40DE-BCDB-28169D45DA9F}"/>
                  </a:ext>
                </a:extLst>
              </p:cNvPr>
              <p:cNvSpPr/>
              <p:nvPr/>
            </p:nvSpPr>
            <p:spPr>
              <a:xfrm>
                <a:off x="3118360"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87BB23A5-80C6-4FAF-84EC-B71C499FCED2}"/>
                  </a:ext>
                </a:extLst>
              </p:cNvPr>
              <p:cNvSpPr/>
              <p:nvPr/>
            </p:nvSpPr>
            <p:spPr>
              <a:xfrm>
                <a:off x="3118360"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29196A44-698B-4758-83FB-90C603173A4C}"/>
                  </a:ext>
                </a:extLst>
              </p:cNvPr>
              <p:cNvSpPr/>
              <p:nvPr/>
            </p:nvSpPr>
            <p:spPr>
              <a:xfrm>
                <a:off x="3118360"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7818E5B7-5FA4-4B27-98B0-41676E09B689}"/>
                  </a:ext>
                </a:extLst>
              </p:cNvPr>
              <p:cNvSpPr/>
              <p:nvPr/>
            </p:nvSpPr>
            <p:spPr>
              <a:xfrm>
                <a:off x="3118360"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4" name="Rectangle 313">
                <a:extLst>
                  <a:ext uri="{FF2B5EF4-FFF2-40B4-BE49-F238E27FC236}">
                    <a16:creationId xmlns:a16="http://schemas.microsoft.com/office/drawing/2014/main" id="{BE886E3E-65A5-4035-8618-D2B5B7F007B9}"/>
                  </a:ext>
                </a:extLst>
              </p:cNvPr>
              <p:cNvSpPr/>
              <p:nvPr/>
            </p:nvSpPr>
            <p:spPr>
              <a:xfrm>
                <a:off x="3118360"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5" name="Rectangle 314">
                <a:extLst>
                  <a:ext uri="{FF2B5EF4-FFF2-40B4-BE49-F238E27FC236}">
                    <a16:creationId xmlns:a16="http://schemas.microsoft.com/office/drawing/2014/main" id="{1A85C86D-EAAB-47B6-8C17-53497244583F}"/>
                  </a:ext>
                </a:extLst>
              </p:cNvPr>
              <p:cNvSpPr/>
              <p:nvPr/>
            </p:nvSpPr>
            <p:spPr>
              <a:xfrm>
                <a:off x="2880616"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9D202A50-8C8A-4AF5-A90F-64A031C946DA}"/>
                  </a:ext>
                </a:extLst>
              </p:cNvPr>
              <p:cNvSpPr/>
              <p:nvPr/>
            </p:nvSpPr>
            <p:spPr>
              <a:xfrm>
                <a:off x="2642872"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51AFF127-1C3D-4B5C-8360-D7F26E1327EB}"/>
                  </a:ext>
                </a:extLst>
              </p:cNvPr>
              <p:cNvSpPr/>
              <p:nvPr/>
            </p:nvSpPr>
            <p:spPr>
              <a:xfrm>
                <a:off x="3118360" y="462076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8" name="Rectangle 317">
                <a:extLst>
                  <a:ext uri="{FF2B5EF4-FFF2-40B4-BE49-F238E27FC236}">
                    <a16:creationId xmlns:a16="http://schemas.microsoft.com/office/drawing/2014/main" id="{D117CB0D-A926-435F-8218-CE51B41703EA}"/>
                  </a:ext>
                </a:extLst>
              </p:cNvPr>
              <p:cNvSpPr/>
              <p:nvPr/>
            </p:nvSpPr>
            <p:spPr>
              <a:xfrm>
                <a:off x="3118360"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9" name="Rectangle 318">
                <a:extLst>
                  <a:ext uri="{FF2B5EF4-FFF2-40B4-BE49-F238E27FC236}">
                    <a16:creationId xmlns:a16="http://schemas.microsoft.com/office/drawing/2014/main" id="{11873C69-2999-4043-9E40-B2694B1BA07F}"/>
                  </a:ext>
                </a:extLst>
              </p:cNvPr>
              <p:cNvSpPr/>
              <p:nvPr/>
            </p:nvSpPr>
            <p:spPr>
              <a:xfrm>
                <a:off x="2641727"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797726E0-48C1-410E-82F3-B74C74FA9E25}"/>
                  </a:ext>
                </a:extLst>
              </p:cNvPr>
              <p:cNvSpPr/>
              <p:nvPr/>
            </p:nvSpPr>
            <p:spPr>
              <a:xfrm>
                <a:off x="2641727"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4C900B9A-9AE4-413E-A977-3352255696DD}"/>
                  </a:ext>
                </a:extLst>
              </p:cNvPr>
              <p:cNvSpPr/>
              <p:nvPr/>
            </p:nvSpPr>
            <p:spPr>
              <a:xfrm>
                <a:off x="2641727"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57428AB0-99E2-4F52-80C1-1D83EAA856FA}"/>
                  </a:ext>
                </a:extLst>
              </p:cNvPr>
              <p:cNvSpPr/>
              <p:nvPr/>
            </p:nvSpPr>
            <p:spPr>
              <a:xfrm>
                <a:off x="2641727"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E9C1DC18-C65E-49AA-BA7F-610E0533916C}"/>
                  </a:ext>
                </a:extLst>
              </p:cNvPr>
              <p:cNvSpPr/>
              <p:nvPr/>
            </p:nvSpPr>
            <p:spPr>
              <a:xfrm>
                <a:off x="2641727"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5AE3105E-088F-4921-B17F-4EE3F854ACE8}"/>
                  </a:ext>
                </a:extLst>
              </p:cNvPr>
              <p:cNvSpPr/>
              <p:nvPr/>
            </p:nvSpPr>
            <p:spPr>
              <a:xfrm>
                <a:off x="2641727"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E9F6B28B-6208-420B-B464-8E8787B88E48}"/>
                  </a:ext>
                </a:extLst>
              </p:cNvPr>
              <p:cNvSpPr/>
              <p:nvPr/>
            </p:nvSpPr>
            <p:spPr>
              <a:xfrm>
                <a:off x="2641727"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2AD22AC6-294C-41BC-B02E-1452551BF52E}"/>
                  </a:ext>
                </a:extLst>
              </p:cNvPr>
              <p:cNvSpPr/>
              <p:nvPr/>
            </p:nvSpPr>
            <p:spPr>
              <a:xfrm>
                <a:off x="2641727"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A68267B8-B0E1-45B7-B77D-0FCA7C33F222}"/>
                  </a:ext>
                </a:extLst>
              </p:cNvPr>
              <p:cNvSpPr/>
              <p:nvPr/>
            </p:nvSpPr>
            <p:spPr>
              <a:xfrm>
                <a:off x="2641727"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86E924B2-EF89-4A86-95B8-53973B2C07BF}"/>
                  </a:ext>
                </a:extLst>
              </p:cNvPr>
              <p:cNvSpPr/>
              <p:nvPr/>
            </p:nvSpPr>
            <p:spPr>
              <a:xfrm>
                <a:off x="2641727"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9" name="Rectangle 328">
                <a:extLst>
                  <a:ext uri="{FF2B5EF4-FFF2-40B4-BE49-F238E27FC236}">
                    <a16:creationId xmlns:a16="http://schemas.microsoft.com/office/drawing/2014/main" id="{FC4D2E11-0CA2-42A4-89CD-F5DA1345D2F0}"/>
                  </a:ext>
                </a:extLst>
              </p:cNvPr>
              <p:cNvSpPr/>
              <p:nvPr/>
            </p:nvSpPr>
            <p:spPr>
              <a:xfrm>
                <a:off x="2641727"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0" name="Rectangle 329">
                <a:extLst>
                  <a:ext uri="{FF2B5EF4-FFF2-40B4-BE49-F238E27FC236}">
                    <a16:creationId xmlns:a16="http://schemas.microsoft.com/office/drawing/2014/main" id="{A6D0E2F9-659E-47BF-AAA2-919AC55E8EE9}"/>
                  </a:ext>
                </a:extLst>
              </p:cNvPr>
              <p:cNvSpPr/>
              <p:nvPr/>
            </p:nvSpPr>
            <p:spPr>
              <a:xfrm>
                <a:off x="2879471"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1" name="Rectangle 330">
                <a:extLst>
                  <a:ext uri="{FF2B5EF4-FFF2-40B4-BE49-F238E27FC236}">
                    <a16:creationId xmlns:a16="http://schemas.microsoft.com/office/drawing/2014/main" id="{3872B617-BD21-4808-8B66-5EFED94B6221}"/>
                  </a:ext>
                </a:extLst>
              </p:cNvPr>
              <p:cNvSpPr/>
              <p:nvPr/>
            </p:nvSpPr>
            <p:spPr>
              <a:xfrm>
                <a:off x="2641155"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2" name="Rectangle 331">
                <a:extLst>
                  <a:ext uri="{FF2B5EF4-FFF2-40B4-BE49-F238E27FC236}">
                    <a16:creationId xmlns:a16="http://schemas.microsoft.com/office/drawing/2014/main" id="{CB8C5E45-0718-4ECC-9CB0-F0AA9D088AF3}"/>
                  </a:ext>
                </a:extLst>
              </p:cNvPr>
              <p:cNvSpPr/>
              <p:nvPr/>
            </p:nvSpPr>
            <p:spPr>
              <a:xfrm>
                <a:off x="3355596" y="48591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3" name="Rectangle 332">
                <a:extLst>
                  <a:ext uri="{FF2B5EF4-FFF2-40B4-BE49-F238E27FC236}">
                    <a16:creationId xmlns:a16="http://schemas.microsoft.com/office/drawing/2014/main" id="{74B0CEE6-03B7-4718-9225-40E5CA759106}"/>
                  </a:ext>
                </a:extLst>
              </p:cNvPr>
              <p:cNvSpPr/>
              <p:nvPr/>
            </p:nvSpPr>
            <p:spPr>
              <a:xfrm rot="5400000">
                <a:off x="57388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E0CDE670-8252-4525-925B-8C4EBAFF489E}"/>
                  </a:ext>
                </a:extLst>
              </p:cNvPr>
              <p:cNvSpPr/>
              <p:nvPr/>
            </p:nvSpPr>
            <p:spPr>
              <a:xfrm rot="5400000">
                <a:off x="59776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B9B66212-F2CD-4D47-9DC2-CE5A268CC908}"/>
                  </a:ext>
                </a:extLst>
              </p:cNvPr>
              <p:cNvSpPr/>
              <p:nvPr/>
            </p:nvSpPr>
            <p:spPr>
              <a:xfrm rot="5400000">
                <a:off x="62164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C6282B36-F23B-4DCA-BABF-A1B30CDE1458}"/>
                  </a:ext>
                </a:extLst>
              </p:cNvPr>
              <p:cNvSpPr/>
              <p:nvPr/>
            </p:nvSpPr>
            <p:spPr>
              <a:xfrm rot="5400000">
                <a:off x="550012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CACC229E-9A6D-4E47-95BA-53761A8F23F5}"/>
                  </a:ext>
                </a:extLst>
              </p:cNvPr>
              <p:cNvSpPr/>
              <p:nvPr/>
            </p:nvSpPr>
            <p:spPr>
              <a:xfrm rot="5400000">
                <a:off x="526136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D42204C1-4580-4C81-AB08-EBBF8F92FD59}"/>
                  </a:ext>
                </a:extLst>
              </p:cNvPr>
              <p:cNvSpPr/>
              <p:nvPr/>
            </p:nvSpPr>
            <p:spPr>
              <a:xfrm rot="5400000">
                <a:off x="50226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D80FDFC8-C4DD-4225-9895-A7C36340F29A}"/>
                  </a:ext>
                </a:extLst>
              </p:cNvPr>
              <p:cNvSpPr/>
              <p:nvPr/>
            </p:nvSpPr>
            <p:spPr>
              <a:xfrm rot="5400000">
                <a:off x="47838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ACAE54AB-665E-427E-BAFD-3B7C66EA84F5}"/>
                  </a:ext>
                </a:extLst>
              </p:cNvPr>
              <p:cNvSpPr/>
              <p:nvPr/>
            </p:nvSpPr>
            <p:spPr>
              <a:xfrm rot="5400000">
                <a:off x="45450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735EC2DF-C042-4EFC-B21F-03347FE1E64B}"/>
                  </a:ext>
                </a:extLst>
              </p:cNvPr>
              <p:cNvSpPr/>
              <p:nvPr/>
            </p:nvSpPr>
            <p:spPr>
              <a:xfrm rot="5400000">
                <a:off x="430822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C5DE84C2-3A09-41E9-A326-9EF829CD6DDC}"/>
                  </a:ext>
                </a:extLst>
              </p:cNvPr>
              <p:cNvSpPr/>
              <p:nvPr/>
            </p:nvSpPr>
            <p:spPr>
              <a:xfrm rot="5400000">
                <a:off x="406946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2DCCCF6E-F4D4-40EC-BEB9-C552F7562DB8}"/>
                  </a:ext>
                </a:extLst>
              </p:cNvPr>
              <p:cNvSpPr/>
              <p:nvPr/>
            </p:nvSpPr>
            <p:spPr>
              <a:xfrm rot="5400000">
                <a:off x="383260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4" name="Rectangle 343">
                <a:extLst>
                  <a:ext uri="{FF2B5EF4-FFF2-40B4-BE49-F238E27FC236}">
                    <a16:creationId xmlns:a16="http://schemas.microsoft.com/office/drawing/2014/main" id="{9470065F-9C35-429A-AF46-9EE6935B7242}"/>
                  </a:ext>
                </a:extLst>
              </p:cNvPr>
              <p:cNvSpPr/>
              <p:nvPr/>
            </p:nvSpPr>
            <p:spPr>
              <a:xfrm rot="5400000">
                <a:off x="359384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5" name="Rectangle 344">
                <a:extLst>
                  <a:ext uri="{FF2B5EF4-FFF2-40B4-BE49-F238E27FC236}">
                    <a16:creationId xmlns:a16="http://schemas.microsoft.com/office/drawing/2014/main" id="{44D3D8B0-0046-4BF1-AB6D-5D1E2EEE9B9D}"/>
                  </a:ext>
                </a:extLst>
              </p:cNvPr>
              <p:cNvSpPr/>
              <p:nvPr/>
            </p:nvSpPr>
            <p:spPr>
              <a:xfrm rot="5400000">
                <a:off x="6454654"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6315E993-9CC3-477A-AF72-FD7C73CF58A4}"/>
                  </a:ext>
                </a:extLst>
              </p:cNvPr>
              <p:cNvSpPr/>
              <p:nvPr/>
            </p:nvSpPr>
            <p:spPr>
              <a:xfrm rot="5400000">
                <a:off x="59757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CCD7E927-62F1-43D6-B544-ADBB836521C0}"/>
                  </a:ext>
                </a:extLst>
              </p:cNvPr>
              <p:cNvSpPr/>
              <p:nvPr/>
            </p:nvSpPr>
            <p:spPr>
              <a:xfrm rot="5400000">
                <a:off x="64532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58904922-F3CC-4139-A12D-FEC3F80CF10C}"/>
                  </a:ext>
                </a:extLst>
              </p:cNvPr>
              <p:cNvSpPr/>
              <p:nvPr/>
            </p:nvSpPr>
            <p:spPr>
              <a:xfrm rot="5400000">
                <a:off x="573697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6FEC2C48-1B5A-41B4-9E94-D42E83F28ACD}"/>
                  </a:ext>
                </a:extLst>
              </p:cNvPr>
              <p:cNvSpPr/>
              <p:nvPr/>
            </p:nvSpPr>
            <p:spPr>
              <a:xfrm rot="5400000">
                <a:off x="549821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85AF2B4-05BF-41D0-AFF1-0D7634BCE50C}"/>
                  </a:ext>
                </a:extLst>
              </p:cNvPr>
              <p:cNvSpPr/>
              <p:nvPr/>
            </p:nvSpPr>
            <p:spPr>
              <a:xfrm rot="5400000">
                <a:off x="52594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7B98A016-958B-40DD-A262-911590EEB6F0}"/>
                  </a:ext>
                </a:extLst>
              </p:cNvPr>
              <p:cNvSpPr/>
              <p:nvPr/>
            </p:nvSpPr>
            <p:spPr>
              <a:xfrm rot="5400000">
                <a:off x="502069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BA4B73A9-17DA-4C1A-B9C4-1B18842EC101}"/>
                  </a:ext>
                </a:extLst>
              </p:cNvPr>
              <p:cNvSpPr/>
              <p:nvPr/>
            </p:nvSpPr>
            <p:spPr>
              <a:xfrm rot="5400000">
                <a:off x="47819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FD8E9AC5-7826-4B80-B89E-B9F1EA7C8903}"/>
                  </a:ext>
                </a:extLst>
              </p:cNvPr>
              <p:cNvSpPr/>
              <p:nvPr/>
            </p:nvSpPr>
            <p:spPr>
              <a:xfrm rot="5400000">
                <a:off x="454508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4D430593-6D49-4392-8DFA-F2ED376A877C}"/>
                  </a:ext>
                </a:extLst>
              </p:cNvPr>
              <p:cNvSpPr/>
              <p:nvPr/>
            </p:nvSpPr>
            <p:spPr>
              <a:xfrm rot="5400000">
                <a:off x="430632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530F6A38-5F30-44D6-AD93-CB4C95CC6648}"/>
                  </a:ext>
                </a:extLst>
              </p:cNvPr>
              <p:cNvSpPr/>
              <p:nvPr/>
            </p:nvSpPr>
            <p:spPr>
              <a:xfrm rot="5400000">
                <a:off x="406946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6" name="Rectangle 355">
                <a:extLst>
                  <a:ext uri="{FF2B5EF4-FFF2-40B4-BE49-F238E27FC236}">
                    <a16:creationId xmlns:a16="http://schemas.microsoft.com/office/drawing/2014/main" id="{953D46D2-E829-4214-90FD-9C86E2DB61D7}"/>
                  </a:ext>
                </a:extLst>
              </p:cNvPr>
              <p:cNvSpPr/>
              <p:nvPr/>
            </p:nvSpPr>
            <p:spPr>
              <a:xfrm rot="5400000">
                <a:off x="383070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7" name="Rectangle 356">
                <a:extLst>
                  <a:ext uri="{FF2B5EF4-FFF2-40B4-BE49-F238E27FC236}">
                    <a16:creationId xmlns:a16="http://schemas.microsoft.com/office/drawing/2014/main" id="{24B0476C-D487-4459-8100-08067A750140}"/>
                  </a:ext>
                </a:extLst>
              </p:cNvPr>
              <p:cNvSpPr/>
              <p:nvPr/>
            </p:nvSpPr>
            <p:spPr>
              <a:xfrm rot="5400000">
                <a:off x="6453259" y="367182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3B6FF23D-A530-440C-8C30-51C53EC0FE9E}"/>
                  </a:ext>
                </a:extLst>
              </p:cNvPr>
              <p:cNvSpPr/>
              <p:nvPr/>
            </p:nvSpPr>
            <p:spPr>
              <a:xfrm rot="5400000">
                <a:off x="6453259" y="343248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65433E1A-19B0-4B7D-9070-C5D21ACD3509}"/>
                  </a:ext>
                </a:extLst>
              </p:cNvPr>
              <p:cNvSpPr/>
              <p:nvPr/>
            </p:nvSpPr>
            <p:spPr>
              <a:xfrm>
                <a:off x="6452751" y="223810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6ABE10D1-3B2E-48DE-B677-894250DF11B5}"/>
                  </a:ext>
                </a:extLst>
              </p:cNvPr>
              <p:cNvSpPr/>
              <p:nvPr/>
            </p:nvSpPr>
            <p:spPr>
              <a:xfrm>
                <a:off x="6452751" y="19993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D651E84C-60BC-4BA7-982C-6B91957CAF8D}"/>
                  </a:ext>
                </a:extLst>
              </p:cNvPr>
              <p:cNvSpPr/>
              <p:nvPr/>
            </p:nvSpPr>
            <p:spPr>
              <a:xfrm>
                <a:off x="6452751" y="175994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AEACD13C-DC7F-4B7C-B64B-4FD755791F1D}"/>
                  </a:ext>
                </a:extLst>
              </p:cNvPr>
              <p:cNvSpPr/>
              <p:nvPr/>
            </p:nvSpPr>
            <p:spPr>
              <a:xfrm>
                <a:off x="6452751" y="247686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8C9F6C45-ADCC-440D-A31D-E09E290A8C07}"/>
                  </a:ext>
                </a:extLst>
              </p:cNvPr>
              <p:cNvSpPr/>
              <p:nvPr/>
            </p:nvSpPr>
            <p:spPr>
              <a:xfrm>
                <a:off x="6452751" y="271562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61C73242-5F45-4725-8B17-85C6216C5CD6}"/>
                  </a:ext>
                </a:extLst>
              </p:cNvPr>
              <p:cNvSpPr/>
              <p:nvPr/>
            </p:nvSpPr>
            <p:spPr>
              <a:xfrm>
                <a:off x="6452751" y="295438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E6C22521-5AD8-41E5-B3B7-40556C1D5131}"/>
                  </a:ext>
                </a:extLst>
              </p:cNvPr>
              <p:cNvSpPr/>
              <p:nvPr/>
            </p:nvSpPr>
            <p:spPr>
              <a:xfrm>
                <a:off x="6452751" y="31931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80D938A7-80ED-4E06-A788-898E94D84572}"/>
                  </a:ext>
                </a:extLst>
              </p:cNvPr>
              <p:cNvSpPr/>
              <p:nvPr/>
            </p:nvSpPr>
            <p:spPr>
              <a:xfrm>
                <a:off x="6690495" y="175971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7" name="Rectangle 366">
                <a:extLst>
                  <a:ext uri="{FF2B5EF4-FFF2-40B4-BE49-F238E27FC236}">
                    <a16:creationId xmlns:a16="http://schemas.microsoft.com/office/drawing/2014/main" id="{833018D4-B2C1-484C-B3FC-769E164AE422}"/>
                  </a:ext>
                </a:extLst>
              </p:cNvPr>
              <p:cNvSpPr/>
              <p:nvPr/>
            </p:nvSpPr>
            <p:spPr>
              <a:xfrm rot="5400000">
                <a:off x="90737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B3814C76-4A5F-4AF8-BB63-F6288F71423E}"/>
                  </a:ext>
                </a:extLst>
              </p:cNvPr>
              <p:cNvSpPr/>
              <p:nvPr/>
            </p:nvSpPr>
            <p:spPr>
              <a:xfrm rot="5400000">
                <a:off x="93125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98286D94-D286-4E6C-97B1-E51CDA8E71C1}"/>
                  </a:ext>
                </a:extLst>
              </p:cNvPr>
              <p:cNvSpPr/>
              <p:nvPr/>
            </p:nvSpPr>
            <p:spPr>
              <a:xfrm rot="5400000">
                <a:off x="883502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3674CBA3-D7A2-4B6F-AC79-42D68256F5C9}"/>
                  </a:ext>
                </a:extLst>
              </p:cNvPr>
              <p:cNvSpPr/>
              <p:nvPr/>
            </p:nvSpPr>
            <p:spPr>
              <a:xfrm rot="5400000">
                <a:off x="859626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86EFD7D6-2B5B-47BA-B3C1-5526E01A0DAD}"/>
                  </a:ext>
                </a:extLst>
              </p:cNvPr>
              <p:cNvSpPr/>
              <p:nvPr/>
            </p:nvSpPr>
            <p:spPr>
              <a:xfrm rot="5400000">
                <a:off x="835750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EAFCF8FF-2FBA-46F3-B8D8-DEE725CDD105}"/>
                  </a:ext>
                </a:extLst>
              </p:cNvPr>
              <p:cNvSpPr/>
              <p:nvPr/>
            </p:nvSpPr>
            <p:spPr>
              <a:xfrm rot="5400000">
                <a:off x="81187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2DAA19FC-7F7B-44E3-BACD-AFA9950F2968}"/>
                  </a:ext>
                </a:extLst>
              </p:cNvPr>
              <p:cNvSpPr/>
              <p:nvPr/>
            </p:nvSpPr>
            <p:spPr>
              <a:xfrm rot="5400000">
                <a:off x="78799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F4EA8BD4-6D3D-47BD-AD46-37CE90C48F60}"/>
                  </a:ext>
                </a:extLst>
              </p:cNvPr>
              <p:cNvSpPr/>
              <p:nvPr/>
            </p:nvSpPr>
            <p:spPr>
              <a:xfrm rot="5400000">
                <a:off x="764312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41ED5C2F-E1B1-47B2-8525-CFC7195C4C35}"/>
                  </a:ext>
                </a:extLst>
              </p:cNvPr>
              <p:cNvSpPr/>
              <p:nvPr/>
            </p:nvSpPr>
            <p:spPr>
              <a:xfrm rot="5400000">
                <a:off x="740436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48284F51-8162-4B0D-87B6-CD20116AF510}"/>
                  </a:ext>
                </a:extLst>
              </p:cNvPr>
              <p:cNvSpPr/>
              <p:nvPr/>
            </p:nvSpPr>
            <p:spPr>
              <a:xfrm rot="5400000">
                <a:off x="716750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Rectangle 376">
                <a:extLst>
                  <a:ext uri="{FF2B5EF4-FFF2-40B4-BE49-F238E27FC236}">
                    <a16:creationId xmlns:a16="http://schemas.microsoft.com/office/drawing/2014/main" id="{11D451F1-8856-43ED-9F96-3EB53C766CE2}"/>
                  </a:ext>
                </a:extLst>
              </p:cNvPr>
              <p:cNvSpPr/>
              <p:nvPr/>
            </p:nvSpPr>
            <p:spPr>
              <a:xfrm rot="5400000">
                <a:off x="692874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8" name="Rectangle 377">
                <a:extLst>
                  <a:ext uri="{FF2B5EF4-FFF2-40B4-BE49-F238E27FC236}">
                    <a16:creationId xmlns:a16="http://schemas.microsoft.com/office/drawing/2014/main" id="{CBC5327B-99CF-4B7B-95BC-511ADC5E55CB}"/>
                  </a:ext>
                </a:extLst>
              </p:cNvPr>
              <p:cNvSpPr/>
              <p:nvPr/>
            </p:nvSpPr>
            <p:spPr>
              <a:xfrm>
                <a:off x="9313100" y="19980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199552D0-FB57-49D4-8177-B6E0E4939995}"/>
                  </a:ext>
                </a:extLst>
              </p:cNvPr>
              <p:cNvSpPr/>
              <p:nvPr/>
            </p:nvSpPr>
            <p:spPr>
              <a:xfrm>
                <a:off x="9313100" y="223685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66D0E136-12B1-4E40-AACB-9B7FF1E4C3F6}"/>
                  </a:ext>
                </a:extLst>
              </p:cNvPr>
              <p:cNvSpPr/>
              <p:nvPr/>
            </p:nvSpPr>
            <p:spPr>
              <a:xfrm>
                <a:off x="9313100" y="247561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7D5D7480-EB2F-4AAB-9350-B61769E72CD3}"/>
                  </a:ext>
                </a:extLst>
              </p:cNvPr>
              <p:cNvSpPr/>
              <p:nvPr/>
            </p:nvSpPr>
            <p:spPr>
              <a:xfrm>
                <a:off x="9313100" y="271437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420881BA-F657-4068-B00B-1CFA5C43229C}"/>
                  </a:ext>
                </a:extLst>
              </p:cNvPr>
              <p:cNvSpPr/>
              <p:nvPr/>
            </p:nvSpPr>
            <p:spPr>
              <a:xfrm>
                <a:off x="9313100" y="295313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4F89A489-16CE-4A9B-8598-223B1DFCF2A9}"/>
                  </a:ext>
                </a:extLst>
              </p:cNvPr>
              <p:cNvSpPr/>
              <p:nvPr/>
            </p:nvSpPr>
            <p:spPr>
              <a:xfrm>
                <a:off x="9313100" y="31918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CDD9431C-A1E9-4D37-998C-A8B8F65C4094}"/>
                  </a:ext>
                </a:extLst>
              </p:cNvPr>
              <p:cNvSpPr/>
              <p:nvPr/>
            </p:nvSpPr>
            <p:spPr>
              <a:xfrm>
                <a:off x="9313100" y="342875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B9BAF39B-FAD2-43FF-84BC-8D44749509E3}"/>
                  </a:ext>
                </a:extLst>
              </p:cNvPr>
              <p:cNvSpPr/>
              <p:nvPr/>
            </p:nvSpPr>
            <p:spPr>
              <a:xfrm>
                <a:off x="9313100" y="366751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87EF51CD-C380-42E2-A863-16E58EB8A7A1}"/>
                  </a:ext>
                </a:extLst>
              </p:cNvPr>
              <p:cNvSpPr/>
              <p:nvPr/>
            </p:nvSpPr>
            <p:spPr>
              <a:xfrm>
                <a:off x="9313100" y="39043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7" name="Rectangle 386">
                <a:extLst>
                  <a:ext uri="{FF2B5EF4-FFF2-40B4-BE49-F238E27FC236}">
                    <a16:creationId xmlns:a16="http://schemas.microsoft.com/office/drawing/2014/main" id="{6E07071E-441C-42CB-AEB1-DE027A10913B}"/>
                  </a:ext>
                </a:extLst>
              </p:cNvPr>
              <p:cNvSpPr/>
              <p:nvPr/>
            </p:nvSpPr>
            <p:spPr>
              <a:xfrm>
                <a:off x="9313100" y="414313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8" name="Rectangle 387">
                <a:extLst>
                  <a:ext uri="{FF2B5EF4-FFF2-40B4-BE49-F238E27FC236}">
                    <a16:creationId xmlns:a16="http://schemas.microsoft.com/office/drawing/2014/main" id="{46565B1F-3AD2-42F3-BC99-164771CEFF74}"/>
                  </a:ext>
                </a:extLst>
              </p:cNvPr>
              <p:cNvSpPr/>
              <p:nvPr/>
            </p:nvSpPr>
            <p:spPr>
              <a:xfrm>
                <a:off x="9313100" y="437999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9" name="Rectangle 388">
                <a:extLst>
                  <a:ext uri="{FF2B5EF4-FFF2-40B4-BE49-F238E27FC236}">
                    <a16:creationId xmlns:a16="http://schemas.microsoft.com/office/drawing/2014/main" id="{3FC1716C-86FE-41C9-A347-9017ED1F0B5A}"/>
                  </a:ext>
                </a:extLst>
              </p:cNvPr>
              <p:cNvSpPr/>
              <p:nvPr/>
            </p:nvSpPr>
            <p:spPr>
              <a:xfrm>
                <a:off x="9313100" y="461875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0" name="Rectangle 389">
                <a:extLst>
                  <a:ext uri="{FF2B5EF4-FFF2-40B4-BE49-F238E27FC236}">
                    <a16:creationId xmlns:a16="http://schemas.microsoft.com/office/drawing/2014/main" id="{C39EB220-E6E1-41CE-B613-BF386E7D5447}"/>
                  </a:ext>
                </a:extLst>
              </p:cNvPr>
              <p:cNvSpPr/>
              <p:nvPr/>
            </p:nvSpPr>
            <p:spPr>
              <a:xfrm rot="5400000">
                <a:off x="90737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6BBE6256-6AA5-45FA-B4DD-19E5B1087622}"/>
                  </a:ext>
                </a:extLst>
              </p:cNvPr>
              <p:cNvSpPr/>
              <p:nvPr/>
            </p:nvSpPr>
            <p:spPr>
              <a:xfrm rot="5400000">
                <a:off x="93125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98D5E464-637E-42D6-A023-045BBBD254C9}"/>
                  </a:ext>
                </a:extLst>
              </p:cNvPr>
              <p:cNvSpPr/>
              <p:nvPr/>
            </p:nvSpPr>
            <p:spPr>
              <a:xfrm rot="5400000">
                <a:off x="883502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13A0458E-3BB7-4764-A96C-FCCB1D72C9C7}"/>
                  </a:ext>
                </a:extLst>
              </p:cNvPr>
              <p:cNvSpPr/>
              <p:nvPr/>
            </p:nvSpPr>
            <p:spPr>
              <a:xfrm rot="5400000">
                <a:off x="859626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8135AE7B-6FCC-470F-BB37-798DFF0A19C3}"/>
                  </a:ext>
                </a:extLst>
              </p:cNvPr>
              <p:cNvSpPr/>
              <p:nvPr/>
            </p:nvSpPr>
            <p:spPr>
              <a:xfrm rot="5400000">
                <a:off x="835750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9D10B127-FEBD-4CF9-AFBC-E232F3D334DA}"/>
                  </a:ext>
                </a:extLst>
              </p:cNvPr>
              <p:cNvSpPr/>
              <p:nvPr/>
            </p:nvSpPr>
            <p:spPr>
              <a:xfrm rot="5400000">
                <a:off x="81187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C919D24D-726B-48D9-8210-61A7FEA9FCFA}"/>
                  </a:ext>
                </a:extLst>
              </p:cNvPr>
              <p:cNvSpPr/>
              <p:nvPr/>
            </p:nvSpPr>
            <p:spPr>
              <a:xfrm rot="5400000">
                <a:off x="78799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81CC7F05-4D6B-42BD-B8CF-2D8C9052B70F}"/>
                  </a:ext>
                </a:extLst>
              </p:cNvPr>
              <p:cNvSpPr/>
              <p:nvPr/>
            </p:nvSpPr>
            <p:spPr>
              <a:xfrm rot="5400000">
                <a:off x="764312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B59D0208-844D-461D-805E-66FA26196C96}"/>
                  </a:ext>
                </a:extLst>
              </p:cNvPr>
              <p:cNvSpPr/>
              <p:nvPr/>
            </p:nvSpPr>
            <p:spPr>
              <a:xfrm rot="5400000">
                <a:off x="740436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F940187C-59EA-4F25-ABF8-CDC96152951F}"/>
                  </a:ext>
                </a:extLst>
              </p:cNvPr>
              <p:cNvSpPr/>
              <p:nvPr/>
            </p:nvSpPr>
            <p:spPr>
              <a:xfrm rot="5400000">
                <a:off x="716750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0" name="Rectangle 399">
                <a:extLst>
                  <a:ext uri="{FF2B5EF4-FFF2-40B4-BE49-F238E27FC236}">
                    <a16:creationId xmlns:a16="http://schemas.microsoft.com/office/drawing/2014/main" id="{070AC116-E276-4589-81CE-AFC8EDDA0734}"/>
                  </a:ext>
                </a:extLst>
              </p:cNvPr>
              <p:cNvSpPr/>
              <p:nvPr/>
            </p:nvSpPr>
            <p:spPr>
              <a:xfrm rot="5400000">
                <a:off x="692874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1" name="Rectangle 400">
                <a:extLst>
                  <a:ext uri="{FF2B5EF4-FFF2-40B4-BE49-F238E27FC236}">
                    <a16:creationId xmlns:a16="http://schemas.microsoft.com/office/drawing/2014/main" id="{5173D41D-6762-4D2B-82E8-C8BCD3B2668B}"/>
                  </a:ext>
                </a:extLst>
              </p:cNvPr>
              <p:cNvSpPr/>
              <p:nvPr/>
            </p:nvSpPr>
            <p:spPr>
              <a:xfrm rot="5400000">
                <a:off x="90734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66E01F25-59D7-4646-9DA1-5B35CE98AF02}"/>
                  </a:ext>
                </a:extLst>
              </p:cNvPr>
              <p:cNvSpPr/>
              <p:nvPr/>
            </p:nvSpPr>
            <p:spPr>
              <a:xfrm rot="5400000">
                <a:off x="883469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25A22EA1-9BD3-42D0-91F3-AE16D34977AB}"/>
                  </a:ext>
                </a:extLst>
              </p:cNvPr>
              <p:cNvSpPr/>
              <p:nvPr/>
            </p:nvSpPr>
            <p:spPr>
              <a:xfrm rot="5400000">
                <a:off x="859593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E9C111BC-619C-4F70-9D31-6E2CFF1A835C}"/>
                  </a:ext>
                </a:extLst>
              </p:cNvPr>
              <p:cNvSpPr/>
              <p:nvPr/>
            </p:nvSpPr>
            <p:spPr>
              <a:xfrm rot="5400000">
                <a:off x="835717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823654CD-1162-4DF3-B556-FB2100B03DF4}"/>
                  </a:ext>
                </a:extLst>
              </p:cNvPr>
              <p:cNvSpPr/>
              <p:nvPr/>
            </p:nvSpPr>
            <p:spPr>
              <a:xfrm rot="5400000">
                <a:off x="811841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9EDB98E8-AEE7-4EEE-B3DC-C0F8080B5FD2}"/>
                  </a:ext>
                </a:extLst>
              </p:cNvPr>
              <p:cNvSpPr/>
              <p:nvPr/>
            </p:nvSpPr>
            <p:spPr>
              <a:xfrm rot="5400000">
                <a:off x="78796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D520B7D1-0556-433B-B03B-DBA7B133C3E3}"/>
                  </a:ext>
                </a:extLst>
              </p:cNvPr>
              <p:cNvSpPr/>
              <p:nvPr/>
            </p:nvSpPr>
            <p:spPr>
              <a:xfrm rot="5400000">
                <a:off x="764279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9A95EAAD-FE0A-4279-87A7-5D7490B80D15}"/>
                  </a:ext>
                </a:extLst>
              </p:cNvPr>
              <p:cNvSpPr/>
              <p:nvPr/>
            </p:nvSpPr>
            <p:spPr>
              <a:xfrm rot="5400000">
                <a:off x="740403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FA866EF0-9C26-49A3-8FD2-12F618F5871E}"/>
                  </a:ext>
                </a:extLst>
              </p:cNvPr>
              <p:cNvSpPr/>
              <p:nvPr/>
            </p:nvSpPr>
            <p:spPr>
              <a:xfrm rot="5400000">
                <a:off x="716717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 name="Rectangle 409">
                <a:extLst>
                  <a:ext uri="{FF2B5EF4-FFF2-40B4-BE49-F238E27FC236}">
                    <a16:creationId xmlns:a16="http://schemas.microsoft.com/office/drawing/2014/main" id="{B3A0565A-58F6-4882-AE03-3620CD56FE44}"/>
                  </a:ext>
                </a:extLst>
              </p:cNvPr>
              <p:cNvSpPr/>
              <p:nvPr/>
            </p:nvSpPr>
            <p:spPr>
              <a:xfrm rot="5400000">
                <a:off x="692841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7" name="Rectangle 246">
              <a:extLst>
                <a:ext uri="{FF2B5EF4-FFF2-40B4-BE49-F238E27FC236}">
                  <a16:creationId xmlns:a16="http://schemas.microsoft.com/office/drawing/2014/main" id="{06B882CC-59EB-4A8A-BEE7-9212BC12954F}"/>
                </a:ext>
              </a:extLst>
            </p:cNvPr>
            <p:cNvSpPr/>
            <p:nvPr/>
          </p:nvSpPr>
          <p:spPr>
            <a:xfrm rot="5400000">
              <a:off x="6215894" y="39095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0" name="TextBox 419">
            <a:extLst>
              <a:ext uri="{FF2B5EF4-FFF2-40B4-BE49-F238E27FC236}">
                <a16:creationId xmlns:a16="http://schemas.microsoft.com/office/drawing/2014/main" id="{9F863398-2E23-48BA-8503-E2620D3CBC2F}"/>
              </a:ext>
            </a:extLst>
          </p:cNvPr>
          <p:cNvSpPr txBox="1"/>
          <p:nvPr/>
        </p:nvSpPr>
        <p:spPr>
          <a:xfrm>
            <a:off x="360488" y="5191312"/>
            <a:ext cx="1959383"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Add Tile:</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421" name="Oval 420">
            <a:extLst>
              <a:ext uri="{FF2B5EF4-FFF2-40B4-BE49-F238E27FC236}">
                <a16:creationId xmlns:a16="http://schemas.microsoft.com/office/drawing/2014/main" id="{B6FA4CD3-5EAF-498F-8FCE-82F37B54DDA8}"/>
              </a:ext>
            </a:extLst>
          </p:cNvPr>
          <p:cNvSpPr/>
          <p:nvPr/>
        </p:nvSpPr>
        <p:spPr>
          <a:xfrm>
            <a:off x="1781360" y="584106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2" name="Oval 421">
            <a:extLst>
              <a:ext uri="{FF2B5EF4-FFF2-40B4-BE49-F238E27FC236}">
                <a16:creationId xmlns:a16="http://schemas.microsoft.com/office/drawing/2014/main" id="{BFA41351-36FA-48C7-8A2B-4C4C8CD072EF}"/>
              </a:ext>
            </a:extLst>
          </p:cNvPr>
          <p:cNvSpPr/>
          <p:nvPr/>
        </p:nvSpPr>
        <p:spPr>
          <a:xfrm>
            <a:off x="1124889"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3" name="Oval 422">
            <a:extLst>
              <a:ext uri="{FF2B5EF4-FFF2-40B4-BE49-F238E27FC236}">
                <a16:creationId xmlns:a16="http://schemas.microsoft.com/office/drawing/2014/main" id="{30214852-6180-464C-BAFE-18E14CA67492}"/>
              </a:ext>
            </a:extLst>
          </p:cNvPr>
          <p:cNvSpPr/>
          <p:nvPr/>
        </p:nvSpPr>
        <p:spPr>
          <a:xfrm>
            <a:off x="465690" y="583853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4" name="Graphic 423">
            <a:extLst>
              <a:ext uri="{FF2B5EF4-FFF2-40B4-BE49-F238E27FC236}">
                <a16:creationId xmlns:a16="http://schemas.microsoft.com/office/drawing/2014/main" id="{C7FC535E-2B75-4CBF-B93E-C990C1866F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9547" y="5808854"/>
            <a:ext cx="640080" cy="640080"/>
          </a:xfrm>
          <a:prstGeom prst="rect">
            <a:avLst/>
          </a:prstGeom>
        </p:spPr>
      </p:pic>
      <p:pic>
        <p:nvPicPr>
          <p:cNvPr id="425" name="Graphic 424">
            <a:extLst>
              <a:ext uri="{FF2B5EF4-FFF2-40B4-BE49-F238E27FC236}">
                <a16:creationId xmlns:a16="http://schemas.microsoft.com/office/drawing/2014/main" id="{8D66DDB0-F66D-437B-8F3B-56F789F603A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7382" y="5808854"/>
            <a:ext cx="640080" cy="640080"/>
          </a:xfrm>
          <a:prstGeom prst="rect">
            <a:avLst/>
          </a:prstGeom>
        </p:spPr>
      </p:pic>
      <p:pic>
        <p:nvPicPr>
          <p:cNvPr id="426" name="Graphic 425">
            <a:extLst>
              <a:ext uri="{FF2B5EF4-FFF2-40B4-BE49-F238E27FC236}">
                <a16:creationId xmlns:a16="http://schemas.microsoft.com/office/drawing/2014/main" id="{1213A876-E003-47B4-A0CB-4CDF89C129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55217" y="5808854"/>
            <a:ext cx="640080" cy="640080"/>
          </a:xfrm>
          <a:prstGeom prst="rect">
            <a:avLst/>
          </a:prstGeom>
        </p:spPr>
      </p:pic>
      <p:sp>
        <p:nvSpPr>
          <p:cNvPr id="427" name="Oval 426">
            <a:extLst>
              <a:ext uri="{FF2B5EF4-FFF2-40B4-BE49-F238E27FC236}">
                <a16:creationId xmlns:a16="http://schemas.microsoft.com/office/drawing/2014/main" id="{9C116FD9-187B-4D0C-87B6-85FCCBEC243F}"/>
              </a:ext>
            </a:extLst>
          </p:cNvPr>
          <p:cNvSpPr/>
          <p:nvPr/>
        </p:nvSpPr>
        <p:spPr>
          <a:xfrm>
            <a:off x="2448947"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28" name="Graphic 427">
            <a:extLst>
              <a:ext uri="{FF2B5EF4-FFF2-40B4-BE49-F238E27FC236}">
                <a16:creationId xmlns:a16="http://schemas.microsoft.com/office/drawing/2014/main" id="{EBD3FFB4-9A49-4530-97C0-402A376F8FB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V="1">
            <a:off x="2421440" y="5808854"/>
            <a:ext cx="640080" cy="640080"/>
          </a:xfrm>
          <a:prstGeom prst="rect">
            <a:avLst/>
          </a:prstGeom>
        </p:spPr>
      </p:pic>
      <p:sp>
        <p:nvSpPr>
          <p:cNvPr id="429" name="TextBox 428">
            <a:extLst>
              <a:ext uri="{FF2B5EF4-FFF2-40B4-BE49-F238E27FC236}">
                <a16:creationId xmlns:a16="http://schemas.microsoft.com/office/drawing/2014/main" id="{43501382-081D-4985-B332-1F7B3EFE062E}"/>
              </a:ext>
            </a:extLst>
          </p:cNvPr>
          <p:cNvSpPr txBox="1"/>
          <p:nvPr/>
        </p:nvSpPr>
        <p:spPr>
          <a:xfrm>
            <a:off x="4074483" y="5228116"/>
            <a:ext cx="273716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Remove Tile:</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439" name="TextBox 438">
            <a:extLst>
              <a:ext uri="{FF2B5EF4-FFF2-40B4-BE49-F238E27FC236}">
                <a16:creationId xmlns:a16="http://schemas.microsoft.com/office/drawing/2014/main" id="{D8467ED1-13A6-49C8-A285-F6A5551599BA}"/>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Pattern Construction</a:t>
            </a:r>
          </a:p>
        </p:txBody>
      </p:sp>
    </p:spTree>
    <p:extLst>
      <p:ext uri="{BB962C8B-B14F-4D97-AF65-F5344CB8AC3E}">
        <p14:creationId xmlns:p14="http://schemas.microsoft.com/office/powerpoint/2010/main" val="356139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300" fill="hold"/>
                                        <p:tgtEl>
                                          <p:spTgt spid="4"/>
                                        </p:tgtEl>
                                        <p:attrNameLst>
                                          <p:attrName>fillcolor</p:attrName>
                                        </p:attrNameLst>
                                      </p:cBhvr>
                                      <p:to>
                                        <a:srgbClr val="2DD741"/>
                                      </p:to>
                                    </p:animClr>
                                    <p:set>
                                      <p:cBhvr>
                                        <p:cTn id="7" dur="300" fill="hold"/>
                                        <p:tgtEl>
                                          <p:spTgt spid="4"/>
                                        </p:tgtEl>
                                        <p:attrNameLst>
                                          <p:attrName>fill.type</p:attrName>
                                        </p:attrNameLst>
                                      </p:cBhvr>
                                      <p:to>
                                        <p:strVal val="solid"/>
                                      </p:to>
                                    </p:set>
                                    <p:set>
                                      <p:cBhvr>
                                        <p:cTn id="8" dur="300" fill="hold"/>
                                        <p:tgtEl>
                                          <p:spTgt spid="4"/>
                                        </p:tgtEl>
                                        <p:attrNameLst>
                                          <p:attrName>fill.on</p:attrName>
                                        </p:attrNameLst>
                                      </p:cBhvr>
                                      <p:to>
                                        <p:strVal val="tru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9" presetID="63" presetClass="path" presetSubtype="0" fill="hold" grpId="0" nodeType="withEffect">
                                  <p:stCondLst>
                                    <p:cond delay="0"/>
                                  </p:stCondLst>
                                  <p:childTnLst>
                                    <p:animMotion origin="layout" path="M 3.95833E-6 3.33333E-6 L 0.27343 -0.00023 " pathEditMode="relative" rAng="0" ptsTypes="AA">
                                      <p:cBhvr>
                                        <p:cTn id="10" dur="1400" fill="hold"/>
                                        <p:tgtEl>
                                          <p:spTgt spid="279"/>
                                        </p:tgtEl>
                                        <p:attrNameLst>
                                          <p:attrName>ppt_x</p:attrName>
                                          <p:attrName>ppt_y</p:attrName>
                                        </p:attrNameLst>
                                      </p:cBhvr>
                                      <p:rCtr x="13672" y="-23"/>
                                    </p:animMotion>
                                  </p:childTnLst>
                                </p:cTn>
                              </p:par>
                              <p:par>
                                <p:cTn id="11" presetID="63" presetClass="path" presetSubtype="0" fill="hold" grpId="0" nodeType="withEffect">
                                  <p:stCondLst>
                                    <p:cond delay="0"/>
                                  </p:stCondLst>
                                  <p:childTnLst>
                                    <p:animMotion origin="layout" path="M -4.58333E-6 -4.81481E-6 L 0.01954 -4.81481E-6 " pathEditMode="relative" rAng="0" ptsTypes="AA">
                                      <p:cBhvr>
                                        <p:cTn id="12" dur="100" fill="hold"/>
                                        <p:tgtEl>
                                          <p:spTgt spid="293"/>
                                        </p:tgtEl>
                                        <p:attrNameLst>
                                          <p:attrName>ppt_x</p:attrName>
                                          <p:attrName>ppt_y</p:attrName>
                                        </p:attrNameLst>
                                      </p:cBhvr>
                                      <p:rCtr x="977" y="0"/>
                                    </p:animMotion>
                                  </p:childTnLst>
                                </p:cTn>
                              </p:par>
                              <p:par>
                                <p:cTn id="13" presetID="63" presetClass="path" presetSubtype="0" fill="hold" grpId="0" nodeType="withEffect">
                                  <p:stCondLst>
                                    <p:cond delay="0"/>
                                  </p:stCondLst>
                                  <p:childTnLst>
                                    <p:animMotion origin="layout" path="M -3.54167E-6 3.7037E-6 L 0.0194 -0.00023 " pathEditMode="relative" rAng="0" ptsTypes="AA">
                                      <p:cBhvr>
                                        <p:cTn id="14" dur="100" fill="hold"/>
                                        <p:tgtEl>
                                          <p:spTgt spid="257"/>
                                        </p:tgtEl>
                                        <p:attrNameLst>
                                          <p:attrName>ppt_x</p:attrName>
                                          <p:attrName>ppt_y</p:attrName>
                                        </p:attrNameLst>
                                      </p:cBhvr>
                                      <p:rCtr x="977" y="0"/>
                                    </p:animMotion>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300" fill="hold"/>
                                        <p:tgtEl>
                                          <p:spTgt spid="284"/>
                                        </p:tgtEl>
                                        <p:attrNameLst>
                                          <p:attrName>fillcolor</p:attrName>
                                        </p:attrNameLst>
                                      </p:cBhvr>
                                      <p:to>
                                        <a:srgbClr val="2DD741"/>
                                      </p:to>
                                    </p:animClr>
                                    <p:set>
                                      <p:cBhvr>
                                        <p:cTn id="19" dur="300" fill="hold"/>
                                        <p:tgtEl>
                                          <p:spTgt spid="284"/>
                                        </p:tgtEl>
                                        <p:attrNameLst>
                                          <p:attrName>fill.type</p:attrName>
                                        </p:attrNameLst>
                                      </p:cBhvr>
                                      <p:to>
                                        <p:strVal val="solid"/>
                                      </p:to>
                                    </p:set>
                                    <p:set>
                                      <p:cBhvr>
                                        <p:cTn id="20" dur="300" fill="hold"/>
                                        <p:tgtEl>
                                          <p:spTgt spid="284"/>
                                        </p:tgtEl>
                                        <p:attrNameLst>
                                          <p:attrName>fill.on</p:attrName>
                                        </p:attrNameLst>
                                      </p:cBhvr>
                                      <p:to>
                                        <p:strVal val="true"/>
                                      </p:to>
                                    </p:set>
                                  </p:childTnLst>
                                </p:cTn>
                              </p:par>
                              <p:par>
                                <p:cTn id="21" presetID="42" presetClass="path" presetSubtype="0" fill="hold" grpId="1" nodeType="withEffect">
                                  <p:stCondLst>
                                    <p:cond delay="0"/>
                                  </p:stCondLst>
                                  <p:childTnLst>
                                    <p:animMotion origin="layout" path="M 0.27343 -0.00023 L 0.27356 0.06875 " pathEditMode="relative" rAng="0" ptsTypes="AA">
                                      <p:cBhvr>
                                        <p:cTn id="22" dur="200" fill="hold"/>
                                        <p:tgtEl>
                                          <p:spTgt spid="279"/>
                                        </p:tgtEl>
                                        <p:attrNameLst>
                                          <p:attrName>ppt_x</p:attrName>
                                          <p:attrName>ppt_y</p:attrName>
                                        </p:attrNameLst>
                                      </p:cBhvr>
                                      <p:rCtr x="0" y="3449"/>
                                    </p:animMotion>
                                  </p:childTnLst>
                                  <p:subTnLst>
                                    <p:set>
                                      <p:cBhvr override="childStyle">
                                        <p:cTn dur="1" fill="hold" display="0" masterRel="sameClick" afterEffect="1">
                                          <p:stCondLst>
                                            <p:cond evt="end" delay="0">
                                              <p:tn val="21"/>
                                            </p:cond>
                                          </p:stCondLst>
                                        </p:cTn>
                                        <p:tgtEl>
                                          <p:spTgt spid="279"/>
                                        </p:tgtEl>
                                        <p:attrNameLst>
                                          <p:attrName>style.visibility</p:attrName>
                                        </p:attrNameLst>
                                      </p:cBhvr>
                                      <p:to>
                                        <p:strVal val="hidden"/>
                                      </p:to>
                                    </p:set>
                                  </p:subTnLst>
                                </p:cTn>
                              </p:par>
                              <p:par>
                                <p:cTn id="23" presetID="42" presetClass="path" presetSubtype="0" fill="hold" nodeType="withEffect">
                                  <p:stCondLst>
                                    <p:cond delay="0"/>
                                  </p:stCondLst>
                                  <p:childTnLst>
                                    <p:animMotion origin="layout" path="M 3.95833E-6 -1.48148E-6 L 3.95833E-6 0.03449 " pathEditMode="relative" rAng="0" ptsTypes="AA">
                                      <p:cBhvr>
                                        <p:cTn id="24" dur="100" fill="hold"/>
                                        <p:tgtEl>
                                          <p:spTgt spid="7"/>
                                        </p:tgtEl>
                                        <p:attrNameLst>
                                          <p:attrName>ppt_x</p:attrName>
                                          <p:attrName>ppt_y</p:attrName>
                                        </p:attrNameLst>
                                      </p:cBhvr>
                                      <p:rCtr x="0" y="1713"/>
                                    </p:animMotion>
                                  </p:childTnLst>
                                </p:cTn>
                              </p:par>
                              <p:par>
                                <p:cTn id="25" presetID="42" presetClass="path" presetSubtype="0" fill="hold" grpId="1" nodeType="withEffect">
                                  <p:stCondLst>
                                    <p:cond delay="0"/>
                                  </p:stCondLst>
                                  <p:childTnLst>
                                    <p:animMotion origin="layout" path="M 0.01954 -4.81481E-6 L 0.01967 0.03473 " pathEditMode="relative" rAng="0" ptsTypes="AA">
                                      <p:cBhvr>
                                        <p:cTn id="26" dur="100" fill="hold"/>
                                        <p:tgtEl>
                                          <p:spTgt spid="29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 grpId="0" animBg="1"/>
      <p:bldP spid="279" grpId="1" animBg="1"/>
      <p:bldP spid="257" grpId="0" animBg="1"/>
      <p:bldP spid="293" grpId="0" animBg="1"/>
      <p:bldP spid="293" grpId="1"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Oval 283">
            <a:extLst>
              <a:ext uri="{FF2B5EF4-FFF2-40B4-BE49-F238E27FC236}">
                <a16:creationId xmlns:a16="http://schemas.microsoft.com/office/drawing/2014/main" id="{131CC413-210B-4835-B6CA-06D802992A8D}"/>
              </a:ext>
            </a:extLst>
          </p:cNvPr>
          <p:cNvSpPr/>
          <p:nvPr/>
        </p:nvSpPr>
        <p:spPr>
          <a:xfrm>
            <a:off x="4835251"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098A44D5-914D-4F3F-98A3-7CD05ED448D0}"/>
              </a:ext>
            </a:extLst>
          </p:cNvPr>
          <p:cNvSpPr/>
          <p:nvPr/>
        </p:nvSpPr>
        <p:spPr>
          <a:xfrm>
            <a:off x="4176052" y="583853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2" name="Group 241">
            <a:extLst>
              <a:ext uri="{FF2B5EF4-FFF2-40B4-BE49-F238E27FC236}">
                <a16:creationId xmlns:a16="http://schemas.microsoft.com/office/drawing/2014/main" id="{2E8A9593-71CB-4DF4-96F8-9D4D6D1E5480}"/>
              </a:ext>
            </a:extLst>
          </p:cNvPr>
          <p:cNvGrpSpPr/>
          <p:nvPr/>
        </p:nvGrpSpPr>
        <p:grpSpPr>
          <a:xfrm>
            <a:off x="6454197" y="4145209"/>
            <a:ext cx="2861314" cy="237744"/>
            <a:chOff x="2985901" y="3786189"/>
            <a:chExt cx="2861314" cy="237744"/>
          </a:xfrm>
        </p:grpSpPr>
        <p:grpSp>
          <p:nvGrpSpPr>
            <p:cNvPr id="230" name="Group 229">
              <a:extLst>
                <a:ext uri="{FF2B5EF4-FFF2-40B4-BE49-F238E27FC236}">
                  <a16:creationId xmlns:a16="http://schemas.microsoft.com/office/drawing/2014/main" id="{B0D1929A-8FC7-4F5F-98CD-0FB2B730F523}"/>
                </a:ext>
              </a:extLst>
            </p:cNvPr>
            <p:cNvGrpSpPr/>
            <p:nvPr/>
          </p:nvGrpSpPr>
          <p:grpSpPr>
            <a:xfrm>
              <a:off x="2985901" y="3786189"/>
              <a:ext cx="2861314" cy="237744"/>
              <a:chOff x="2985901" y="3786189"/>
              <a:chExt cx="2861314" cy="237744"/>
            </a:xfrm>
            <a:solidFill>
              <a:schemeClr val="accent1"/>
            </a:solidFill>
          </p:grpSpPr>
          <p:sp>
            <p:nvSpPr>
              <p:cNvPr id="218" name="Rectangle 217">
                <a:extLst>
                  <a:ext uri="{FF2B5EF4-FFF2-40B4-BE49-F238E27FC236}">
                    <a16:creationId xmlns:a16="http://schemas.microsoft.com/office/drawing/2014/main" id="{BBB8FE04-7A37-4C5A-8187-C2A96AD5CFFE}"/>
                  </a:ext>
                </a:extLst>
              </p:cNvPr>
              <p:cNvSpPr/>
              <p:nvPr/>
            </p:nvSpPr>
            <p:spPr>
              <a:xfrm rot="5400000">
                <a:off x="51314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4245CBF8-B502-4D92-BC09-7EBA386030D0}"/>
                  </a:ext>
                </a:extLst>
              </p:cNvPr>
              <p:cNvSpPr/>
              <p:nvPr/>
            </p:nvSpPr>
            <p:spPr>
              <a:xfrm rot="5400000">
                <a:off x="53702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279E4C20-3E39-4ED9-BFC2-8803CB7608EA}"/>
                  </a:ext>
                </a:extLst>
              </p:cNvPr>
              <p:cNvSpPr/>
              <p:nvPr/>
            </p:nvSpPr>
            <p:spPr>
              <a:xfrm rot="5400000">
                <a:off x="56089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5ECA41A8-66B7-4DAF-94E2-5907F2F148FF}"/>
                  </a:ext>
                </a:extLst>
              </p:cNvPr>
              <p:cNvSpPr/>
              <p:nvPr/>
            </p:nvSpPr>
            <p:spPr>
              <a:xfrm rot="5400000">
                <a:off x="489268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966986F2-881E-4C90-AC63-783C2F5F9C43}"/>
                  </a:ext>
                </a:extLst>
              </p:cNvPr>
              <p:cNvSpPr/>
              <p:nvPr/>
            </p:nvSpPr>
            <p:spPr>
              <a:xfrm rot="5400000">
                <a:off x="465392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F3B6C8E2-5587-433C-96BA-F08903EFEA37}"/>
                  </a:ext>
                </a:extLst>
              </p:cNvPr>
              <p:cNvSpPr/>
              <p:nvPr/>
            </p:nvSpPr>
            <p:spPr>
              <a:xfrm rot="5400000">
                <a:off x="44151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89871E4A-A84B-4638-A6F6-BB3F44FEB885}"/>
                  </a:ext>
                </a:extLst>
              </p:cNvPr>
              <p:cNvSpPr/>
              <p:nvPr/>
            </p:nvSpPr>
            <p:spPr>
              <a:xfrm rot="5400000">
                <a:off x="41764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7E9F7630-0735-4491-87BE-D85288CB1BCF}"/>
                  </a:ext>
                </a:extLst>
              </p:cNvPr>
              <p:cNvSpPr/>
              <p:nvPr/>
            </p:nvSpPr>
            <p:spPr>
              <a:xfrm rot="5400000">
                <a:off x="39376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E1F35DE4-7086-4609-A8F7-4E0B8794D1BC}"/>
                  </a:ext>
                </a:extLst>
              </p:cNvPr>
              <p:cNvSpPr/>
              <p:nvPr/>
            </p:nvSpPr>
            <p:spPr>
              <a:xfrm rot="5400000">
                <a:off x="370078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E43B030F-9505-41E3-ACC0-956BADD8B316}"/>
                  </a:ext>
                </a:extLst>
              </p:cNvPr>
              <p:cNvSpPr/>
              <p:nvPr/>
            </p:nvSpPr>
            <p:spPr>
              <a:xfrm rot="5400000">
                <a:off x="346202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D0EBC84D-84CC-4E42-887A-FFEDEF644F16}"/>
                  </a:ext>
                </a:extLst>
              </p:cNvPr>
              <p:cNvSpPr/>
              <p:nvPr/>
            </p:nvSpPr>
            <p:spPr>
              <a:xfrm rot="5400000">
                <a:off x="322516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Rectangle 228">
                <a:extLst>
                  <a:ext uri="{FF2B5EF4-FFF2-40B4-BE49-F238E27FC236}">
                    <a16:creationId xmlns:a16="http://schemas.microsoft.com/office/drawing/2014/main" id="{3E7956E7-EF72-49D5-88F0-8ACD106D23DD}"/>
                  </a:ext>
                </a:extLst>
              </p:cNvPr>
              <p:cNvSpPr/>
              <p:nvPr/>
            </p:nvSpPr>
            <p:spPr>
              <a:xfrm rot="5400000">
                <a:off x="298640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1" name="Rectangle 230">
              <a:extLst>
                <a:ext uri="{FF2B5EF4-FFF2-40B4-BE49-F238E27FC236}">
                  <a16:creationId xmlns:a16="http://schemas.microsoft.com/office/drawing/2014/main" id="{D51FD1B4-7293-4C95-ACC3-A41298479D7B}"/>
                </a:ext>
              </a:extLst>
            </p:cNvPr>
            <p:cNvSpPr/>
            <p:nvPr/>
          </p:nvSpPr>
          <p:spPr>
            <a:xfrm rot="5400000">
              <a:off x="3197171"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DC799A5D-6BAB-4BF3-A694-6A59177941AD}"/>
                </a:ext>
              </a:extLst>
            </p:cNvPr>
            <p:cNvSpPr/>
            <p:nvPr/>
          </p:nvSpPr>
          <p:spPr>
            <a:xfrm rot="5400000">
              <a:off x="3443988"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86D7BABC-9198-456A-A7AA-1227FCAB938D}"/>
                </a:ext>
              </a:extLst>
            </p:cNvPr>
            <p:cNvSpPr/>
            <p:nvPr/>
          </p:nvSpPr>
          <p:spPr>
            <a:xfrm rot="5400000">
              <a:off x="3674346"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3E50F76E-543F-445A-833E-3EEE3421FC3A}"/>
                </a:ext>
              </a:extLst>
            </p:cNvPr>
            <p:cNvSpPr/>
            <p:nvPr/>
          </p:nvSpPr>
          <p:spPr>
            <a:xfrm rot="5400000">
              <a:off x="3914179"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B1096265-29DB-415E-B34B-EF01EAF59E9D}"/>
                </a:ext>
              </a:extLst>
            </p:cNvPr>
            <p:cNvSpPr/>
            <p:nvPr/>
          </p:nvSpPr>
          <p:spPr>
            <a:xfrm rot="5400000">
              <a:off x="4156047"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77F2286D-F4F8-4EDF-AC0A-7DBFFB0B3EA1}"/>
                </a:ext>
              </a:extLst>
            </p:cNvPr>
            <p:cNvSpPr/>
            <p:nvPr/>
          </p:nvSpPr>
          <p:spPr>
            <a:xfrm rot="5400000">
              <a:off x="4401793"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592D3B79-9E62-459B-A5D3-87026AB319FC}"/>
                </a:ext>
              </a:extLst>
            </p:cNvPr>
            <p:cNvSpPr/>
            <p:nvPr/>
          </p:nvSpPr>
          <p:spPr>
            <a:xfrm rot="5400000">
              <a:off x="463385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C4C557B1-FEB8-4144-988F-075887F06D77}"/>
                </a:ext>
              </a:extLst>
            </p:cNvPr>
            <p:cNvSpPr/>
            <p:nvPr/>
          </p:nvSpPr>
          <p:spPr>
            <a:xfrm rot="5400000">
              <a:off x="487320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7CDC214C-EF6C-443D-9293-33759184D1CD}"/>
                </a:ext>
              </a:extLst>
            </p:cNvPr>
            <p:cNvSpPr/>
            <p:nvPr/>
          </p:nvSpPr>
          <p:spPr>
            <a:xfrm rot="5400000">
              <a:off x="5111425"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01A16DCE-FB48-44EE-A77D-EA0999911DCF}"/>
                </a:ext>
              </a:extLst>
            </p:cNvPr>
            <p:cNvSpPr/>
            <p:nvPr/>
          </p:nvSpPr>
          <p:spPr>
            <a:xfrm rot="5400000">
              <a:off x="5342206"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18E0AF91-2773-43C3-A8AF-884B8D6DA2D8}"/>
                </a:ext>
              </a:extLst>
            </p:cNvPr>
            <p:cNvSpPr/>
            <p:nvPr/>
          </p:nvSpPr>
          <p:spPr>
            <a:xfrm rot="5400000">
              <a:off x="5584201"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9" name="Rectangle 258">
            <a:extLst>
              <a:ext uri="{FF2B5EF4-FFF2-40B4-BE49-F238E27FC236}">
                <a16:creationId xmlns:a16="http://schemas.microsoft.com/office/drawing/2014/main" id="{67C90DDF-823A-4B83-B352-E535D2372F60}"/>
              </a:ext>
            </a:extLst>
          </p:cNvPr>
          <p:cNvSpPr/>
          <p:nvPr/>
        </p:nvSpPr>
        <p:spPr>
          <a:xfrm>
            <a:off x="2879580" y="223824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34EA83F7-A10E-40CA-BC1D-92995009CA06}"/>
              </a:ext>
            </a:extLst>
          </p:cNvPr>
          <p:cNvGrpSpPr/>
          <p:nvPr/>
        </p:nvGrpSpPr>
        <p:grpSpPr>
          <a:xfrm>
            <a:off x="2879580" y="2477000"/>
            <a:ext cx="237744" cy="2383794"/>
            <a:chOff x="2879580" y="2477000"/>
            <a:chExt cx="237744" cy="2383794"/>
          </a:xfrm>
        </p:grpSpPr>
        <p:sp>
          <p:nvSpPr>
            <p:cNvPr id="258" name="Rectangle 257">
              <a:extLst>
                <a:ext uri="{FF2B5EF4-FFF2-40B4-BE49-F238E27FC236}">
                  <a16:creationId xmlns:a16="http://schemas.microsoft.com/office/drawing/2014/main" id="{80D5C7C7-67EC-4697-8FBB-AA80A1ED701F}"/>
                </a:ext>
              </a:extLst>
            </p:cNvPr>
            <p:cNvSpPr/>
            <p:nvPr/>
          </p:nvSpPr>
          <p:spPr>
            <a:xfrm>
              <a:off x="2879580" y="247700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E04EDA40-B6EA-465E-AD7C-2C4FE6717A0B}"/>
                </a:ext>
              </a:extLst>
            </p:cNvPr>
            <p:cNvSpPr/>
            <p:nvPr/>
          </p:nvSpPr>
          <p:spPr>
            <a:xfrm>
              <a:off x="2879580" y="2715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1F34AEEB-0D2A-42BD-A7BC-C769B3EC3337}"/>
                </a:ext>
              </a:extLst>
            </p:cNvPr>
            <p:cNvSpPr/>
            <p:nvPr/>
          </p:nvSpPr>
          <p:spPr>
            <a:xfrm>
              <a:off x="2879580" y="295452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86F45F3E-3016-4D93-895E-E4BD5CFBC4BC}"/>
                </a:ext>
              </a:extLst>
            </p:cNvPr>
            <p:cNvSpPr/>
            <p:nvPr/>
          </p:nvSpPr>
          <p:spPr>
            <a:xfrm>
              <a:off x="2879580" y="319328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09A62BC9-2496-482C-8C09-203B0A5DA4EE}"/>
                </a:ext>
              </a:extLst>
            </p:cNvPr>
            <p:cNvSpPr/>
            <p:nvPr/>
          </p:nvSpPr>
          <p:spPr>
            <a:xfrm>
              <a:off x="2879580" y="343204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C22D5903-A226-42B2-96EB-F6E0BA7CAB83}"/>
                </a:ext>
              </a:extLst>
            </p:cNvPr>
            <p:cNvSpPr/>
            <p:nvPr/>
          </p:nvSpPr>
          <p:spPr>
            <a:xfrm>
              <a:off x="2879580" y="36708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7AF091A9-343E-4A75-A299-32964A877FB6}"/>
                </a:ext>
              </a:extLst>
            </p:cNvPr>
            <p:cNvSpPr/>
            <p:nvPr/>
          </p:nvSpPr>
          <p:spPr>
            <a:xfrm>
              <a:off x="2879580" y="390765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9ED47E2C-1596-44FB-85D4-0FCEF202C630}"/>
                </a:ext>
              </a:extLst>
            </p:cNvPr>
            <p:cNvSpPr/>
            <p:nvPr/>
          </p:nvSpPr>
          <p:spPr>
            <a:xfrm>
              <a:off x="2879580" y="414641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E4187FBF-77BD-4DC8-A3E0-80846B4D8F13}"/>
                </a:ext>
              </a:extLst>
            </p:cNvPr>
            <p:cNvSpPr/>
            <p:nvPr/>
          </p:nvSpPr>
          <p:spPr>
            <a:xfrm>
              <a:off x="2879580" y="4383274"/>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8" name="Rectangle 267">
              <a:extLst>
                <a:ext uri="{FF2B5EF4-FFF2-40B4-BE49-F238E27FC236}">
                  <a16:creationId xmlns:a16="http://schemas.microsoft.com/office/drawing/2014/main" id="{6C4FC15C-B257-4F54-9C98-0F767E071350}"/>
                </a:ext>
              </a:extLst>
            </p:cNvPr>
            <p:cNvSpPr/>
            <p:nvPr/>
          </p:nvSpPr>
          <p:spPr>
            <a:xfrm>
              <a:off x="2879580" y="46220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78" name="Rectangle 277">
            <a:extLst>
              <a:ext uri="{FF2B5EF4-FFF2-40B4-BE49-F238E27FC236}">
                <a16:creationId xmlns:a16="http://schemas.microsoft.com/office/drawing/2014/main" id="{477BBF6E-C25D-4E60-ADE8-CDEE0EB4A451}"/>
              </a:ext>
            </a:extLst>
          </p:cNvPr>
          <p:cNvSpPr/>
          <p:nvPr/>
        </p:nvSpPr>
        <p:spPr>
          <a:xfrm>
            <a:off x="3355745" y="461684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757F35CF-AE03-40EE-9246-EDE3DF03F531}"/>
              </a:ext>
            </a:extLst>
          </p:cNvPr>
          <p:cNvSpPr/>
          <p:nvPr/>
        </p:nvSpPr>
        <p:spPr>
          <a:xfrm>
            <a:off x="3116303" y="1992581"/>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678577BD-1E21-469A-B208-A80B9AB26956}"/>
              </a:ext>
            </a:extLst>
          </p:cNvPr>
          <p:cNvGrpSpPr/>
          <p:nvPr/>
        </p:nvGrpSpPr>
        <p:grpSpPr>
          <a:xfrm>
            <a:off x="3355571" y="2234953"/>
            <a:ext cx="239063" cy="2381891"/>
            <a:chOff x="3355571" y="2234953"/>
            <a:chExt cx="239063" cy="2381891"/>
          </a:xfrm>
        </p:grpSpPr>
        <p:sp>
          <p:nvSpPr>
            <p:cNvPr id="269" name="Rectangle 268">
              <a:extLst>
                <a:ext uri="{FF2B5EF4-FFF2-40B4-BE49-F238E27FC236}">
                  <a16:creationId xmlns:a16="http://schemas.microsoft.com/office/drawing/2014/main" id="{BF2587F1-6B95-4270-AFCA-878C40AC14DA}"/>
                </a:ext>
              </a:extLst>
            </p:cNvPr>
            <p:cNvSpPr/>
            <p:nvPr/>
          </p:nvSpPr>
          <p:spPr>
            <a:xfrm>
              <a:off x="3356890" y="2469269"/>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BBBEC806-4D05-4386-855F-96A1F0D101F2}"/>
                </a:ext>
              </a:extLst>
            </p:cNvPr>
            <p:cNvSpPr/>
            <p:nvPr/>
          </p:nvSpPr>
          <p:spPr>
            <a:xfrm>
              <a:off x="3355745" y="294742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62568EE8-B0F1-475C-BFEE-C3C7C8542353}"/>
                </a:ext>
              </a:extLst>
            </p:cNvPr>
            <p:cNvSpPr/>
            <p:nvPr/>
          </p:nvSpPr>
          <p:spPr>
            <a:xfrm>
              <a:off x="3355745" y="270866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3818A2BC-0F62-4148-91F6-1DE0375608F7}"/>
                </a:ext>
              </a:extLst>
            </p:cNvPr>
            <p:cNvSpPr/>
            <p:nvPr/>
          </p:nvSpPr>
          <p:spPr>
            <a:xfrm>
              <a:off x="3355745" y="318618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A605DD11-FF44-43F7-9720-D3C074DC5890}"/>
                </a:ext>
              </a:extLst>
            </p:cNvPr>
            <p:cNvSpPr/>
            <p:nvPr/>
          </p:nvSpPr>
          <p:spPr>
            <a:xfrm>
              <a:off x="3355745" y="342494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CA482C62-3E1D-4D9D-90BC-6769C653C2F8}"/>
                </a:ext>
              </a:extLst>
            </p:cNvPr>
            <p:cNvSpPr/>
            <p:nvPr/>
          </p:nvSpPr>
          <p:spPr>
            <a:xfrm>
              <a:off x="3355745" y="366370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D1FA0A6A-6535-4034-9FD9-FA42E96EAFAB}"/>
                </a:ext>
              </a:extLst>
            </p:cNvPr>
            <p:cNvSpPr/>
            <p:nvPr/>
          </p:nvSpPr>
          <p:spPr>
            <a:xfrm>
              <a:off x="3355745" y="390246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88800ABE-9102-4BC3-AC32-4A815F722BB9}"/>
                </a:ext>
              </a:extLst>
            </p:cNvPr>
            <p:cNvSpPr/>
            <p:nvPr/>
          </p:nvSpPr>
          <p:spPr>
            <a:xfrm>
              <a:off x="3355745" y="414122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329C07EB-3783-4224-966B-886A63A00211}"/>
                </a:ext>
              </a:extLst>
            </p:cNvPr>
            <p:cNvSpPr/>
            <p:nvPr/>
          </p:nvSpPr>
          <p:spPr>
            <a:xfrm>
              <a:off x="3355745" y="4378084"/>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CDECED59-BE8F-4C30-ACF7-9E9877C4F39D}"/>
                </a:ext>
              </a:extLst>
            </p:cNvPr>
            <p:cNvSpPr/>
            <p:nvPr/>
          </p:nvSpPr>
          <p:spPr>
            <a:xfrm>
              <a:off x="3355571" y="223495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4" name="Rectangle 293">
            <a:extLst>
              <a:ext uri="{FF2B5EF4-FFF2-40B4-BE49-F238E27FC236}">
                <a16:creationId xmlns:a16="http://schemas.microsoft.com/office/drawing/2014/main" id="{A7873631-5849-4A8D-AE4A-FBED95C814BF}"/>
              </a:ext>
            </a:extLst>
          </p:cNvPr>
          <p:cNvSpPr/>
          <p:nvPr/>
        </p:nvSpPr>
        <p:spPr>
          <a:xfrm>
            <a:off x="2642385" y="4624569"/>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3" name="Graphic 242">
            <a:extLst>
              <a:ext uri="{FF2B5EF4-FFF2-40B4-BE49-F238E27FC236}">
                <a16:creationId xmlns:a16="http://schemas.microsoft.com/office/drawing/2014/main" id="{34E8B0E7-2AF8-4838-AA49-E230C0E44B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49909" y="5808854"/>
            <a:ext cx="640080" cy="640080"/>
          </a:xfrm>
          <a:prstGeom prst="rect">
            <a:avLst/>
          </a:prstGeom>
        </p:spPr>
      </p:pic>
      <p:pic>
        <p:nvPicPr>
          <p:cNvPr id="281" name="Graphic 280">
            <a:extLst>
              <a:ext uri="{FF2B5EF4-FFF2-40B4-BE49-F238E27FC236}">
                <a16:creationId xmlns:a16="http://schemas.microsoft.com/office/drawing/2014/main" id="{9650281F-8F48-4E69-A3BE-4DEA10C429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4807744" y="5808854"/>
            <a:ext cx="640080" cy="640080"/>
          </a:xfrm>
          <a:prstGeom prst="rect">
            <a:avLst/>
          </a:prstGeom>
        </p:spPr>
      </p:pic>
      <p:sp>
        <p:nvSpPr>
          <p:cNvPr id="244" name="Rectangle 243">
            <a:extLst>
              <a:ext uri="{FF2B5EF4-FFF2-40B4-BE49-F238E27FC236}">
                <a16:creationId xmlns:a16="http://schemas.microsoft.com/office/drawing/2014/main" id="{F7A674E8-60F9-4E2E-A3D9-4B74014DA8D4}"/>
              </a:ext>
            </a:extLst>
          </p:cNvPr>
          <p:cNvSpPr/>
          <p:nvPr/>
        </p:nvSpPr>
        <p:spPr>
          <a:xfrm>
            <a:off x="9073452" y="438144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5" name="Group 244">
            <a:extLst>
              <a:ext uri="{FF2B5EF4-FFF2-40B4-BE49-F238E27FC236}">
                <a16:creationId xmlns:a16="http://schemas.microsoft.com/office/drawing/2014/main" id="{2FDBECA0-5210-4567-ACA4-B976558EF1DF}"/>
              </a:ext>
            </a:extLst>
          </p:cNvPr>
          <p:cNvGrpSpPr/>
          <p:nvPr/>
        </p:nvGrpSpPr>
        <p:grpSpPr>
          <a:xfrm>
            <a:off x="2641155" y="1759717"/>
            <a:ext cx="6909689" cy="3338566"/>
            <a:chOff x="2641155" y="1759717"/>
            <a:chExt cx="6909689" cy="3338566"/>
          </a:xfrm>
        </p:grpSpPr>
        <p:grpSp>
          <p:nvGrpSpPr>
            <p:cNvPr id="246" name="Group 245">
              <a:extLst>
                <a:ext uri="{FF2B5EF4-FFF2-40B4-BE49-F238E27FC236}">
                  <a16:creationId xmlns:a16="http://schemas.microsoft.com/office/drawing/2014/main" id="{3A78B1E7-93C0-42AE-9B13-1054A6954736}"/>
                </a:ext>
              </a:extLst>
            </p:cNvPr>
            <p:cNvGrpSpPr/>
            <p:nvPr/>
          </p:nvGrpSpPr>
          <p:grpSpPr>
            <a:xfrm>
              <a:off x="2641155" y="1759717"/>
              <a:ext cx="6909689" cy="3338566"/>
              <a:chOff x="2641155" y="1759717"/>
              <a:chExt cx="6909689" cy="3338566"/>
            </a:xfrm>
          </p:grpSpPr>
          <p:sp>
            <p:nvSpPr>
              <p:cNvPr id="248" name="Rectangle 247">
                <a:extLst>
                  <a:ext uri="{FF2B5EF4-FFF2-40B4-BE49-F238E27FC236}">
                    <a16:creationId xmlns:a16="http://schemas.microsoft.com/office/drawing/2014/main" id="{B1353429-FCE1-4603-B5D2-ED6701D10907}"/>
                  </a:ext>
                </a:extLst>
              </p:cNvPr>
              <p:cNvSpPr/>
              <p:nvPr/>
            </p:nvSpPr>
            <p:spPr>
              <a:xfrm>
                <a:off x="3593848"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46396B77-84BE-473A-AFBC-29B9ADDCFB0F}"/>
                  </a:ext>
                </a:extLst>
              </p:cNvPr>
              <p:cNvSpPr/>
              <p:nvPr/>
            </p:nvSpPr>
            <p:spPr>
              <a:xfrm>
                <a:off x="3593848"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68B9FC24-8957-4088-AAFD-413AD99F1F80}"/>
                  </a:ext>
                </a:extLst>
              </p:cNvPr>
              <p:cNvSpPr/>
              <p:nvPr/>
            </p:nvSpPr>
            <p:spPr>
              <a:xfrm>
                <a:off x="3593848"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7B9ED82A-DAAA-4B6C-B168-9207B8E54A7B}"/>
                  </a:ext>
                </a:extLst>
              </p:cNvPr>
              <p:cNvSpPr/>
              <p:nvPr/>
            </p:nvSpPr>
            <p:spPr>
              <a:xfrm>
                <a:off x="3593848"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935215F2-88EA-4DB1-8551-EBFF3CA50FF4}"/>
                  </a:ext>
                </a:extLst>
              </p:cNvPr>
              <p:cNvSpPr/>
              <p:nvPr/>
            </p:nvSpPr>
            <p:spPr>
              <a:xfrm>
                <a:off x="3593848"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61F76B4C-BA8D-4529-8423-06F46634FAA1}"/>
                  </a:ext>
                </a:extLst>
              </p:cNvPr>
              <p:cNvSpPr/>
              <p:nvPr/>
            </p:nvSpPr>
            <p:spPr>
              <a:xfrm>
                <a:off x="3593848"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7E60F018-52D5-4255-8AFC-6AF084AB075D}"/>
                  </a:ext>
                </a:extLst>
              </p:cNvPr>
              <p:cNvSpPr/>
              <p:nvPr/>
            </p:nvSpPr>
            <p:spPr>
              <a:xfrm>
                <a:off x="3593848"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18AC0DD1-290A-4A55-85FF-444CDC52A621}"/>
                  </a:ext>
                </a:extLst>
              </p:cNvPr>
              <p:cNvSpPr/>
              <p:nvPr/>
            </p:nvSpPr>
            <p:spPr>
              <a:xfrm>
                <a:off x="3593848"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56DF8ADE-28F1-41DA-88D0-BD70F3AB7BCF}"/>
                  </a:ext>
                </a:extLst>
              </p:cNvPr>
              <p:cNvSpPr/>
              <p:nvPr/>
            </p:nvSpPr>
            <p:spPr>
              <a:xfrm>
                <a:off x="3593848"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F2FCD9BC-4876-4390-8178-1E36D247AAF5}"/>
                  </a:ext>
                </a:extLst>
              </p:cNvPr>
              <p:cNvSpPr/>
              <p:nvPr/>
            </p:nvSpPr>
            <p:spPr>
              <a:xfrm>
                <a:off x="3593848"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D00CE186-FD87-44F8-83EB-75E4FAE50FB0}"/>
                  </a:ext>
                </a:extLst>
              </p:cNvPr>
              <p:cNvSpPr/>
              <p:nvPr/>
            </p:nvSpPr>
            <p:spPr>
              <a:xfrm>
                <a:off x="3593848"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8" name="Rectangle 287">
                <a:extLst>
                  <a:ext uri="{FF2B5EF4-FFF2-40B4-BE49-F238E27FC236}">
                    <a16:creationId xmlns:a16="http://schemas.microsoft.com/office/drawing/2014/main" id="{5AD598E1-9768-497D-87F9-13606143954A}"/>
                  </a:ext>
                </a:extLst>
              </p:cNvPr>
              <p:cNvSpPr/>
              <p:nvPr/>
            </p:nvSpPr>
            <p:spPr>
              <a:xfrm>
                <a:off x="3593848"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9" name="Rectangle 288">
                <a:extLst>
                  <a:ext uri="{FF2B5EF4-FFF2-40B4-BE49-F238E27FC236}">
                    <a16:creationId xmlns:a16="http://schemas.microsoft.com/office/drawing/2014/main" id="{AD706E87-6681-4D17-AC32-7D8B24E235D4}"/>
                  </a:ext>
                </a:extLst>
              </p:cNvPr>
              <p:cNvSpPr/>
              <p:nvPr/>
            </p:nvSpPr>
            <p:spPr>
              <a:xfrm>
                <a:off x="3356104"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89BCB9F4-D687-4B96-AEBF-B32377A06314}"/>
                  </a:ext>
                </a:extLst>
              </p:cNvPr>
              <p:cNvSpPr/>
              <p:nvPr/>
            </p:nvSpPr>
            <p:spPr>
              <a:xfrm rot="5400000">
                <a:off x="59771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A8880C55-81E9-42F3-B474-332C4F414D94}"/>
                  </a:ext>
                </a:extLst>
              </p:cNvPr>
              <p:cNvSpPr/>
              <p:nvPr/>
            </p:nvSpPr>
            <p:spPr>
              <a:xfrm rot="5400000">
                <a:off x="62158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FB205E54-7AF4-4886-8DCD-7EBFFC18188C}"/>
                  </a:ext>
                </a:extLst>
              </p:cNvPr>
              <p:cNvSpPr/>
              <p:nvPr/>
            </p:nvSpPr>
            <p:spPr>
              <a:xfrm rot="5400000">
                <a:off x="64546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6306DE12-4B4F-4A6A-B78C-C3CA794EDBE4}"/>
                  </a:ext>
                </a:extLst>
              </p:cNvPr>
              <p:cNvSpPr/>
              <p:nvPr/>
            </p:nvSpPr>
            <p:spPr>
              <a:xfrm rot="5400000">
                <a:off x="573837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23F02D21-D501-4E5D-BEA2-3587BACA8CF3}"/>
                  </a:ext>
                </a:extLst>
              </p:cNvPr>
              <p:cNvSpPr/>
              <p:nvPr/>
            </p:nvSpPr>
            <p:spPr>
              <a:xfrm rot="5400000">
                <a:off x="549961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55E61840-9D25-41DC-B4B4-40A32E71FE94}"/>
                  </a:ext>
                </a:extLst>
              </p:cNvPr>
              <p:cNvSpPr/>
              <p:nvPr/>
            </p:nvSpPr>
            <p:spPr>
              <a:xfrm rot="5400000">
                <a:off x="52608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83387C6A-3682-4925-AA78-9834B11AD66B}"/>
                  </a:ext>
                </a:extLst>
              </p:cNvPr>
              <p:cNvSpPr/>
              <p:nvPr/>
            </p:nvSpPr>
            <p:spPr>
              <a:xfrm rot="5400000">
                <a:off x="50220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9327D9A3-3D0F-408A-8104-27B432175C5C}"/>
                  </a:ext>
                </a:extLst>
              </p:cNvPr>
              <p:cNvSpPr/>
              <p:nvPr/>
            </p:nvSpPr>
            <p:spPr>
              <a:xfrm rot="5400000">
                <a:off x="47833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DB1CC3AE-BB16-4EFD-BB66-88E4EF0DA4B6}"/>
                  </a:ext>
                </a:extLst>
              </p:cNvPr>
              <p:cNvSpPr/>
              <p:nvPr/>
            </p:nvSpPr>
            <p:spPr>
              <a:xfrm rot="5400000">
                <a:off x="454647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83554BB8-B34D-459E-BE0B-B07E602DAB4A}"/>
                  </a:ext>
                </a:extLst>
              </p:cNvPr>
              <p:cNvSpPr/>
              <p:nvPr/>
            </p:nvSpPr>
            <p:spPr>
              <a:xfrm rot="5400000">
                <a:off x="430771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91305055-5EEE-4D70-A460-A939AB1D881D}"/>
                  </a:ext>
                </a:extLst>
              </p:cNvPr>
              <p:cNvSpPr/>
              <p:nvPr/>
            </p:nvSpPr>
            <p:spPr>
              <a:xfrm rot="5400000">
                <a:off x="407086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3" name="Rectangle 302">
                <a:extLst>
                  <a:ext uri="{FF2B5EF4-FFF2-40B4-BE49-F238E27FC236}">
                    <a16:creationId xmlns:a16="http://schemas.microsoft.com/office/drawing/2014/main" id="{B10A548A-6E01-49BD-A523-89AB95944B63}"/>
                  </a:ext>
                </a:extLst>
              </p:cNvPr>
              <p:cNvSpPr/>
              <p:nvPr/>
            </p:nvSpPr>
            <p:spPr>
              <a:xfrm rot="5400000">
                <a:off x="383210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4" name="Rectangle 303">
                <a:extLst>
                  <a:ext uri="{FF2B5EF4-FFF2-40B4-BE49-F238E27FC236}">
                    <a16:creationId xmlns:a16="http://schemas.microsoft.com/office/drawing/2014/main" id="{AE4671AB-3943-4EED-ADFC-3DE868D12885}"/>
                  </a:ext>
                </a:extLst>
              </p:cNvPr>
              <p:cNvSpPr/>
              <p:nvPr/>
            </p:nvSpPr>
            <p:spPr>
              <a:xfrm>
                <a:off x="3118360"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443946A4-2BBA-41F6-A431-B6C38C78D1A1}"/>
                  </a:ext>
                </a:extLst>
              </p:cNvPr>
              <p:cNvSpPr/>
              <p:nvPr/>
            </p:nvSpPr>
            <p:spPr>
              <a:xfrm>
                <a:off x="3118360"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1127DAD3-EE69-4778-830F-9ACC451EEAC3}"/>
                  </a:ext>
                </a:extLst>
              </p:cNvPr>
              <p:cNvSpPr/>
              <p:nvPr/>
            </p:nvSpPr>
            <p:spPr>
              <a:xfrm>
                <a:off x="3118360"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5B9CAD90-5CF0-47E6-B7B7-34D652953FD0}"/>
                  </a:ext>
                </a:extLst>
              </p:cNvPr>
              <p:cNvSpPr/>
              <p:nvPr/>
            </p:nvSpPr>
            <p:spPr>
              <a:xfrm>
                <a:off x="3118360"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4FDB6AA3-0353-4224-941C-372E3D72E6FD}"/>
                  </a:ext>
                </a:extLst>
              </p:cNvPr>
              <p:cNvSpPr/>
              <p:nvPr/>
            </p:nvSpPr>
            <p:spPr>
              <a:xfrm>
                <a:off x="3118360"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02A2BEC7-CEF9-4D1C-AD1E-A874152B48BB}"/>
                  </a:ext>
                </a:extLst>
              </p:cNvPr>
              <p:cNvSpPr/>
              <p:nvPr/>
            </p:nvSpPr>
            <p:spPr>
              <a:xfrm>
                <a:off x="3118360"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15FF517E-872E-40DE-BCDB-28169D45DA9F}"/>
                  </a:ext>
                </a:extLst>
              </p:cNvPr>
              <p:cNvSpPr/>
              <p:nvPr/>
            </p:nvSpPr>
            <p:spPr>
              <a:xfrm>
                <a:off x="3118360"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87BB23A5-80C6-4FAF-84EC-B71C499FCED2}"/>
                  </a:ext>
                </a:extLst>
              </p:cNvPr>
              <p:cNvSpPr/>
              <p:nvPr/>
            </p:nvSpPr>
            <p:spPr>
              <a:xfrm>
                <a:off x="3118360"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29196A44-698B-4758-83FB-90C603173A4C}"/>
                  </a:ext>
                </a:extLst>
              </p:cNvPr>
              <p:cNvSpPr/>
              <p:nvPr/>
            </p:nvSpPr>
            <p:spPr>
              <a:xfrm>
                <a:off x="3118360"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7818E5B7-5FA4-4B27-98B0-41676E09B689}"/>
                  </a:ext>
                </a:extLst>
              </p:cNvPr>
              <p:cNvSpPr/>
              <p:nvPr/>
            </p:nvSpPr>
            <p:spPr>
              <a:xfrm>
                <a:off x="3118360"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4" name="Rectangle 313">
                <a:extLst>
                  <a:ext uri="{FF2B5EF4-FFF2-40B4-BE49-F238E27FC236}">
                    <a16:creationId xmlns:a16="http://schemas.microsoft.com/office/drawing/2014/main" id="{BE886E3E-65A5-4035-8618-D2B5B7F007B9}"/>
                  </a:ext>
                </a:extLst>
              </p:cNvPr>
              <p:cNvSpPr/>
              <p:nvPr/>
            </p:nvSpPr>
            <p:spPr>
              <a:xfrm>
                <a:off x="3118360"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5" name="Rectangle 314">
                <a:extLst>
                  <a:ext uri="{FF2B5EF4-FFF2-40B4-BE49-F238E27FC236}">
                    <a16:creationId xmlns:a16="http://schemas.microsoft.com/office/drawing/2014/main" id="{1A85C86D-EAAB-47B6-8C17-53497244583F}"/>
                  </a:ext>
                </a:extLst>
              </p:cNvPr>
              <p:cNvSpPr/>
              <p:nvPr/>
            </p:nvSpPr>
            <p:spPr>
              <a:xfrm>
                <a:off x="2880616"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9D202A50-8C8A-4AF5-A90F-64A031C946DA}"/>
                  </a:ext>
                </a:extLst>
              </p:cNvPr>
              <p:cNvSpPr/>
              <p:nvPr/>
            </p:nvSpPr>
            <p:spPr>
              <a:xfrm>
                <a:off x="2642872"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51AFF127-1C3D-4B5C-8360-D7F26E1327EB}"/>
                  </a:ext>
                </a:extLst>
              </p:cNvPr>
              <p:cNvSpPr/>
              <p:nvPr/>
            </p:nvSpPr>
            <p:spPr>
              <a:xfrm>
                <a:off x="3118360" y="462076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8" name="Rectangle 317">
                <a:extLst>
                  <a:ext uri="{FF2B5EF4-FFF2-40B4-BE49-F238E27FC236}">
                    <a16:creationId xmlns:a16="http://schemas.microsoft.com/office/drawing/2014/main" id="{D117CB0D-A926-435F-8218-CE51B41703EA}"/>
                  </a:ext>
                </a:extLst>
              </p:cNvPr>
              <p:cNvSpPr/>
              <p:nvPr/>
            </p:nvSpPr>
            <p:spPr>
              <a:xfrm>
                <a:off x="3118360"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9" name="Rectangle 318">
                <a:extLst>
                  <a:ext uri="{FF2B5EF4-FFF2-40B4-BE49-F238E27FC236}">
                    <a16:creationId xmlns:a16="http://schemas.microsoft.com/office/drawing/2014/main" id="{11873C69-2999-4043-9E40-B2694B1BA07F}"/>
                  </a:ext>
                </a:extLst>
              </p:cNvPr>
              <p:cNvSpPr/>
              <p:nvPr/>
            </p:nvSpPr>
            <p:spPr>
              <a:xfrm>
                <a:off x="2641727"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797726E0-48C1-410E-82F3-B74C74FA9E25}"/>
                  </a:ext>
                </a:extLst>
              </p:cNvPr>
              <p:cNvSpPr/>
              <p:nvPr/>
            </p:nvSpPr>
            <p:spPr>
              <a:xfrm>
                <a:off x="2641727"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4C900B9A-9AE4-413E-A977-3352255696DD}"/>
                  </a:ext>
                </a:extLst>
              </p:cNvPr>
              <p:cNvSpPr/>
              <p:nvPr/>
            </p:nvSpPr>
            <p:spPr>
              <a:xfrm>
                <a:off x="2641727"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57428AB0-99E2-4F52-80C1-1D83EAA856FA}"/>
                  </a:ext>
                </a:extLst>
              </p:cNvPr>
              <p:cNvSpPr/>
              <p:nvPr/>
            </p:nvSpPr>
            <p:spPr>
              <a:xfrm>
                <a:off x="2641727"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E9C1DC18-C65E-49AA-BA7F-610E0533916C}"/>
                  </a:ext>
                </a:extLst>
              </p:cNvPr>
              <p:cNvSpPr/>
              <p:nvPr/>
            </p:nvSpPr>
            <p:spPr>
              <a:xfrm>
                <a:off x="2641727"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5AE3105E-088F-4921-B17F-4EE3F854ACE8}"/>
                  </a:ext>
                </a:extLst>
              </p:cNvPr>
              <p:cNvSpPr/>
              <p:nvPr/>
            </p:nvSpPr>
            <p:spPr>
              <a:xfrm>
                <a:off x="2641727"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E9F6B28B-6208-420B-B464-8E8787B88E48}"/>
                  </a:ext>
                </a:extLst>
              </p:cNvPr>
              <p:cNvSpPr/>
              <p:nvPr/>
            </p:nvSpPr>
            <p:spPr>
              <a:xfrm>
                <a:off x="2641727"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2AD22AC6-294C-41BC-B02E-1452551BF52E}"/>
                  </a:ext>
                </a:extLst>
              </p:cNvPr>
              <p:cNvSpPr/>
              <p:nvPr/>
            </p:nvSpPr>
            <p:spPr>
              <a:xfrm>
                <a:off x="2641727"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A68267B8-B0E1-45B7-B77D-0FCA7C33F222}"/>
                  </a:ext>
                </a:extLst>
              </p:cNvPr>
              <p:cNvSpPr/>
              <p:nvPr/>
            </p:nvSpPr>
            <p:spPr>
              <a:xfrm>
                <a:off x="2641727"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86E924B2-EF89-4A86-95B8-53973B2C07BF}"/>
                  </a:ext>
                </a:extLst>
              </p:cNvPr>
              <p:cNvSpPr/>
              <p:nvPr/>
            </p:nvSpPr>
            <p:spPr>
              <a:xfrm>
                <a:off x="2641727"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9" name="Rectangle 328">
                <a:extLst>
                  <a:ext uri="{FF2B5EF4-FFF2-40B4-BE49-F238E27FC236}">
                    <a16:creationId xmlns:a16="http://schemas.microsoft.com/office/drawing/2014/main" id="{FC4D2E11-0CA2-42A4-89CD-F5DA1345D2F0}"/>
                  </a:ext>
                </a:extLst>
              </p:cNvPr>
              <p:cNvSpPr/>
              <p:nvPr/>
            </p:nvSpPr>
            <p:spPr>
              <a:xfrm>
                <a:off x="2641727"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0" name="Rectangle 329">
                <a:extLst>
                  <a:ext uri="{FF2B5EF4-FFF2-40B4-BE49-F238E27FC236}">
                    <a16:creationId xmlns:a16="http://schemas.microsoft.com/office/drawing/2014/main" id="{A6D0E2F9-659E-47BF-AAA2-919AC55E8EE9}"/>
                  </a:ext>
                </a:extLst>
              </p:cNvPr>
              <p:cNvSpPr/>
              <p:nvPr/>
            </p:nvSpPr>
            <p:spPr>
              <a:xfrm>
                <a:off x="2879471"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1" name="Rectangle 330">
                <a:extLst>
                  <a:ext uri="{FF2B5EF4-FFF2-40B4-BE49-F238E27FC236}">
                    <a16:creationId xmlns:a16="http://schemas.microsoft.com/office/drawing/2014/main" id="{3872B617-BD21-4808-8B66-5EFED94B6221}"/>
                  </a:ext>
                </a:extLst>
              </p:cNvPr>
              <p:cNvSpPr/>
              <p:nvPr/>
            </p:nvSpPr>
            <p:spPr>
              <a:xfrm>
                <a:off x="2641155"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2" name="Rectangle 331">
                <a:extLst>
                  <a:ext uri="{FF2B5EF4-FFF2-40B4-BE49-F238E27FC236}">
                    <a16:creationId xmlns:a16="http://schemas.microsoft.com/office/drawing/2014/main" id="{CB8C5E45-0718-4ECC-9CB0-F0AA9D088AF3}"/>
                  </a:ext>
                </a:extLst>
              </p:cNvPr>
              <p:cNvSpPr/>
              <p:nvPr/>
            </p:nvSpPr>
            <p:spPr>
              <a:xfrm>
                <a:off x="3355596" y="48591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3" name="Rectangle 332">
                <a:extLst>
                  <a:ext uri="{FF2B5EF4-FFF2-40B4-BE49-F238E27FC236}">
                    <a16:creationId xmlns:a16="http://schemas.microsoft.com/office/drawing/2014/main" id="{74B0CEE6-03B7-4718-9225-40E5CA759106}"/>
                  </a:ext>
                </a:extLst>
              </p:cNvPr>
              <p:cNvSpPr/>
              <p:nvPr/>
            </p:nvSpPr>
            <p:spPr>
              <a:xfrm rot="5400000">
                <a:off x="57388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E0CDE670-8252-4525-925B-8C4EBAFF489E}"/>
                  </a:ext>
                </a:extLst>
              </p:cNvPr>
              <p:cNvSpPr/>
              <p:nvPr/>
            </p:nvSpPr>
            <p:spPr>
              <a:xfrm rot="5400000">
                <a:off x="59776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B9B66212-F2CD-4D47-9DC2-CE5A268CC908}"/>
                  </a:ext>
                </a:extLst>
              </p:cNvPr>
              <p:cNvSpPr/>
              <p:nvPr/>
            </p:nvSpPr>
            <p:spPr>
              <a:xfrm rot="5400000">
                <a:off x="62164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C6282B36-F23B-4DCA-BABF-A1B30CDE1458}"/>
                  </a:ext>
                </a:extLst>
              </p:cNvPr>
              <p:cNvSpPr/>
              <p:nvPr/>
            </p:nvSpPr>
            <p:spPr>
              <a:xfrm rot="5400000">
                <a:off x="550012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CACC229E-9A6D-4E47-95BA-53761A8F23F5}"/>
                  </a:ext>
                </a:extLst>
              </p:cNvPr>
              <p:cNvSpPr/>
              <p:nvPr/>
            </p:nvSpPr>
            <p:spPr>
              <a:xfrm rot="5400000">
                <a:off x="526136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D42204C1-4580-4C81-AB08-EBBF8F92FD59}"/>
                  </a:ext>
                </a:extLst>
              </p:cNvPr>
              <p:cNvSpPr/>
              <p:nvPr/>
            </p:nvSpPr>
            <p:spPr>
              <a:xfrm rot="5400000">
                <a:off x="50226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D80FDFC8-C4DD-4225-9895-A7C36340F29A}"/>
                  </a:ext>
                </a:extLst>
              </p:cNvPr>
              <p:cNvSpPr/>
              <p:nvPr/>
            </p:nvSpPr>
            <p:spPr>
              <a:xfrm rot="5400000">
                <a:off x="47838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ACAE54AB-665E-427E-BAFD-3B7C66EA84F5}"/>
                  </a:ext>
                </a:extLst>
              </p:cNvPr>
              <p:cNvSpPr/>
              <p:nvPr/>
            </p:nvSpPr>
            <p:spPr>
              <a:xfrm rot="5400000">
                <a:off x="45450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735EC2DF-C042-4EFC-B21F-03347FE1E64B}"/>
                  </a:ext>
                </a:extLst>
              </p:cNvPr>
              <p:cNvSpPr/>
              <p:nvPr/>
            </p:nvSpPr>
            <p:spPr>
              <a:xfrm rot="5400000">
                <a:off x="430822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C5DE84C2-3A09-41E9-A326-9EF829CD6DDC}"/>
                  </a:ext>
                </a:extLst>
              </p:cNvPr>
              <p:cNvSpPr/>
              <p:nvPr/>
            </p:nvSpPr>
            <p:spPr>
              <a:xfrm rot="5400000">
                <a:off x="406946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2DCCCF6E-F4D4-40EC-BEB9-C552F7562DB8}"/>
                  </a:ext>
                </a:extLst>
              </p:cNvPr>
              <p:cNvSpPr/>
              <p:nvPr/>
            </p:nvSpPr>
            <p:spPr>
              <a:xfrm rot="5400000">
                <a:off x="383260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4" name="Rectangle 343">
                <a:extLst>
                  <a:ext uri="{FF2B5EF4-FFF2-40B4-BE49-F238E27FC236}">
                    <a16:creationId xmlns:a16="http://schemas.microsoft.com/office/drawing/2014/main" id="{9470065F-9C35-429A-AF46-9EE6935B7242}"/>
                  </a:ext>
                </a:extLst>
              </p:cNvPr>
              <p:cNvSpPr/>
              <p:nvPr/>
            </p:nvSpPr>
            <p:spPr>
              <a:xfrm rot="5400000">
                <a:off x="359384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5" name="Rectangle 344">
                <a:extLst>
                  <a:ext uri="{FF2B5EF4-FFF2-40B4-BE49-F238E27FC236}">
                    <a16:creationId xmlns:a16="http://schemas.microsoft.com/office/drawing/2014/main" id="{44D3D8B0-0046-4BF1-AB6D-5D1E2EEE9B9D}"/>
                  </a:ext>
                </a:extLst>
              </p:cNvPr>
              <p:cNvSpPr/>
              <p:nvPr/>
            </p:nvSpPr>
            <p:spPr>
              <a:xfrm rot="5400000">
                <a:off x="6454654"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6315E993-9CC3-477A-AF72-FD7C73CF58A4}"/>
                  </a:ext>
                </a:extLst>
              </p:cNvPr>
              <p:cNvSpPr/>
              <p:nvPr/>
            </p:nvSpPr>
            <p:spPr>
              <a:xfrm rot="5400000">
                <a:off x="59757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CCD7E927-62F1-43D6-B544-ADBB836521C0}"/>
                  </a:ext>
                </a:extLst>
              </p:cNvPr>
              <p:cNvSpPr/>
              <p:nvPr/>
            </p:nvSpPr>
            <p:spPr>
              <a:xfrm rot="5400000">
                <a:off x="64532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58904922-F3CC-4139-A12D-FEC3F80CF10C}"/>
                  </a:ext>
                </a:extLst>
              </p:cNvPr>
              <p:cNvSpPr/>
              <p:nvPr/>
            </p:nvSpPr>
            <p:spPr>
              <a:xfrm rot="5400000">
                <a:off x="573697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6FEC2C48-1B5A-41B4-9E94-D42E83F28ACD}"/>
                  </a:ext>
                </a:extLst>
              </p:cNvPr>
              <p:cNvSpPr/>
              <p:nvPr/>
            </p:nvSpPr>
            <p:spPr>
              <a:xfrm rot="5400000">
                <a:off x="549821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85AF2B4-05BF-41D0-AFF1-0D7634BCE50C}"/>
                  </a:ext>
                </a:extLst>
              </p:cNvPr>
              <p:cNvSpPr/>
              <p:nvPr/>
            </p:nvSpPr>
            <p:spPr>
              <a:xfrm rot="5400000">
                <a:off x="52594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7B98A016-958B-40DD-A262-911590EEB6F0}"/>
                  </a:ext>
                </a:extLst>
              </p:cNvPr>
              <p:cNvSpPr/>
              <p:nvPr/>
            </p:nvSpPr>
            <p:spPr>
              <a:xfrm rot="5400000">
                <a:off x="502069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BA4B73A9-17DA-4C1A-B9C4-1B18842EC101}"/>
                  </a:ext>
                </a:extLst>
              </p:cNvPr>
              <p:cNvSpPr/>
              <p:nvPr/>
            </p:nvSpPr>
            <p:spPr>
              <a:xfrm rot="5400000">
                <a:off x="47819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FD8E9AC5-7826-4B80-B89E-B9F1EA7C8903}"/>
                  </a:ext>
                </a:extLst>
              </p:cNvPr>
              <p:cNvSpPr/>
              <p:nvPr/>
            </p:nvSpPr>
            <p:spPr>
              <a:xfrm rot="5400000">
                <a:off x="454508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4D430593-6D49-4392-8DFA-F2ED376A877C}"/>
                  </a:ext>
                </a:extLst>
              </p:cNvPr>
              <p:cNvSpPr/>
              <p:nvPr/>
            </p:nvSpPr>
            <p:spPr>
              <a:xfrm rot="5400000">
                <a:off x="430632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530F6A38-5F30-44D6-AD93-CB4C95CC6648}"/>
                  </a:ext>
                </a:extLst>
              </p:cNvPr>
              <p:cNvSpPr/>
              <p:nvPr/>
            </p:nvSpPr>
            <p:spPr>
              <a:xfrm rot="5400000">
                <a:off x="406946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6" name="Rectangle 355">
                <a:extLst>
                  <a:ext uri="{FF2B5EF4-FFF2-40B4-BE49-F238E27FC236}">
                    <a16:creationId xmlns:a16="http://schemas.microsoft.com/office/drawing/2014/main" id="{953D46D2-E829-4214-90FD-9C86E2DB61D7}"/>
                  </a:ext>
                </a:extLst>
              </p:cNvPr>
              <p:cNvSpPr/>
              <p:nvPr/>
            </p:nvSpPr>
            <p:spPr>
              <a:xfrm rot="5400000">
                <a:off x="383070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7" name="Rectangle 356">
                <a:extLst>
                  <a:ext uri="{FF2B5EF4-FFF2-40B4-BE49-F238E27FC236}">
                    <a16:creationId xmlns:a16="http://schemas.microsoft.com/office/drawing/2014/main" id="{24B0476C-D487-4459-8100-08067A750140}"/>
                  </a:ext>
                </a:extLst>
              </p:cNvPr>
              <p:cNvSpPr/>
              <p:nvPr/>
            </p:nvSpPr>
            <p:spPr>
              <a:xfrm rot="5400000">
                <a:off x="6453259" y="367182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3B6FF23D-A530-440C-8C30-51C53EC0FE9E}"/>
                  </a:ext>
                </a:extLst>
              </p:cNvPr>
              <p:cNvSpPr/>
              <p:nvPr/>
            </p:nvSpPr>
            <p:spPr>
              <a:xfrm rot="5400000">
                <a:off x="6453259" y="343248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65433E1A-19B0-4B7D-9070-C5D21ACD3509}"/>
                  </a:ext>
                </a:extLst>
              </p:cNvPr>
              <p:cNvSpPr/>
              <p:nvPr/>
            </p:nvSpPr>
            <p:spPr>
              <a:xfrm>
                <a:off x="6452751" y="223810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6ABE10D1-3B2E-48DE-B677-894250DF11B5}"/>
                  </a:ext>
                </a:extLst>
              </p:cNvPr>
              <p:cNvSpPr/>
              <p:nvPr/>
            </p:nvSpPr>
            <p:spPr>
              <a:xfrm>
                <a:off x="6452751" y="19993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D651E84C-60BC-4BA7-982C-6B91957CAF8D}"/>
                  </a:ext>
                </a:extLst>
              </p:cNvPr>
              <p:cNvSpPr/>
              <p:nvPr/>
            </p:nvSpPr>
            <p:spPr>
              <a:xfrm>
                <a:off x="6452751" y="175994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AEACD13C-DC7F-4B7C-B64B-4FD755791F1D}"/>
                  </a:ext>
                </a:extLst>
              </p:cNvPr>
              <p:cNvSpPr/>
              <p:nvPr/>
            </p:nvSpPr>
            <p:spPr>
              <a:xfrm>
                <a:off x="6452751" y="247686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8C9F6C45-ADCC-440D-A31D-E09E290A8C07}"/>
                  </a:ext>
                </a:extLst>
              </p:cNvPr>
              <p:cNvSpPr/>
              <p:nvPr/>
            </p:nvSpPr>
            <p:spPr>
              <a:xfrm>
                <a:off x="6452751" y="271562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61C73242-5F45-4725-8B17-85C6216C5CD6}"/>
                  </a:ext>
                </a:extLst>
              </p:cNvPr>
              <p:cNvSpPr/>
              <p:nvPr/>
            </p:nvSpPr>
            <p:spPr>
              <a:xfrm>
                <a:off x="6452751" y="295438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E6C22521-5AD8-41E5-B3B7-40556C1D5131}"/>
                  </a:ext>
                </a:extLst>
              </p:cNvPr>
              <p:cNvSpPr/>
              <p:nvPr/>
            </p:nvSpPr>
            <p:spPr>
              <a:xfrm>
                <a:off x="6452751" y="31931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80D938A7-80ED-4E06-A788-898E94D84572}"/>
                  </a:ext>
                </a:extLst>
              </p:cNvPr>
              <p:cNvSpPr/>
              <p:nvPr/>
            </p:nvSpPr>
            <p:spPr>
              <a:xfrm>
                <a:off x="6690495" y="175971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7" name="Rectangle 366">
                <a:extLst>
                  <a:ext uri="{FF2B5EF4-FFF2-40B4-BE49-F238E27FC236}">
                    <a16:creationId xmlns:a16="http://schemas.microsoft.com/office/drawing/2014/main" id="{833018D4-B2C1-484C-B3FC-769E164AE422}"/>
                  </a:ext>
                </a:extLst>
              </p:cNvPr>
              <p:cNvSpPr/>
              <p:nvPr/>
            </p:nvSpPr>
            <p:spPr>
              <a:xfrm rot="5400000">
                <a:off x="90737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B3814C76-4A5F-4AF8-BB63-F6288F71423E}"/>
                  </a:ext>
                </a:extLst>
              </p:cNvPr>
              <p:cNvSpPr/>
              <p:nvPr/>
            </p:nvSpPr>
            <p:spPr>
              <a:xfrm rot="5400000">
                <a:off x="93125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98286D94-D286-4E6C-97B1-E51CDA8E71C1}"/>
                  </a:ext>
                </a:extLst>
              </p:cNvPr>
              <p:cNvSpPr/>
              <p:nvPr/>
            </p:nvSpPr>
            <p:spPr>
              <a:xfrm rot="5400000">
                <a:off x="883502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3674CBA3-D7A2-4B6F-AC79-42D68256F5C9}"/>
                  </a:ext>
                </a:extLst>
              </p:cNvPr>
              <p:cNvSpPr/>
              <p:nvPr/>
            </p:nvSpPr>
            <p:spPr>
              <a:xfrm rot="5400000">
                <a:off x="859626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86EFD7D6-2B5B-47BA-B3C1-5526E01A0DAD}"/>
                  </a:ext>
                </a:extLst>
              </p:cNvPr>
              <p:cNvSpPr/>
              <p:nvPr/>
            </p:nvSpPr>
            <p:spPr>
              <a:xfrm rot="5400000">
                <a:off x="835750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EAFCF8FF-2FBA-46F3-B8D8-DEE725CDD105}"/>
                  </a:ext>
                </a:extLst>
              </p:cNvPr>
              <p:cNvSpPr/>
              <p:nvPr/>
            </p:nvSpPr>
            <p:spPr>
              <a:xfrm rot="5400000">
                <a:off x="81187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2DAA19FC-7F7B-44E3-BACD-AFA9950F2968}"/>
                  </a:ext>
                </a:extLst>
              </p:cNvPr>
              <p:cNvSpPr/>
              <p:nvPr/>
            </p:nvSpPr>
            <p:spPr>
              <a:xfrm rot="5400000">
                <a:off x="78799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F4EA8BD4-6D3D-47BD-AD46-37CE90C48F60}"/>
                  </a:ext>
                </a:extLst>
              </p:cNvPr>
              <p:cNvSpPr/>
              <p:nvPr/>
            </p:nvSpPr>
            <p:spPr>
              <a:xfrm rot="5400000">
                <a:off x="764312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41ED5C2F-E1B1-47B2-8525-CFC7195C4C35}"/>
                  </a:ext>
                </a:extLst>
              </p:cNvPr>
              <p:cNvSpPr/>
              <p:nvPr/>
            </p:nvSpPr>
            <p:spPr>
              <a:xfrm rot="5400000">
                <a:off x="740436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48284F51-8162-4B0D-87B6-CD20116AF510}"/>
                  </a:ext>
                </a:extLst>
              </p:cNvPr>
              <p:cNvSpPr/>
              <p:nvPr/>
            </p:nvSpPr>
            <p:spPr>
              <a:xfrm rot="5400000">
                <a:off x="716750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Rectangle 376">
                <a:extLst>
                  <a:ext uri="{FF2B5EF4-FFF2-40B4-BE49-F238E27FC236}">
                    <a16:creationId xmlns:a16="http://schemas.microsoft.com/office/drawing/2014/main" id="{11D451F1-8856-43ED-9F96-3EB53C766CE2}"/>
                  </a:ext>
                </a:extLst>
              </p:cNvPr>
              <p:cNvSpPr/>
              <p:nvPr/>
            </p:nvSpPr>
            <p:spPr>
              <a:xfrm rot="5400000">
                <a:off x="692874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8" name="Rectangle 377">
                <a:extLst>
                  <a:ext uri="{FF2B5EF4-FFF2-40B4-BE49-F238E27FC236}">
                    <a16:creationId xmlns:a16="http://schemas.microsoft.com/office/drawing/2014/main" id="{CBC5327B-99CF-4B7B-95BC-511ADC5E55CB}"/>
                  </a:ext>
                </a:extLst>
              </p:cNvPr>
              <p:cNvSpPr/>
              <p:nvPr/>
            </p:nvSpPr>
            <p:spPr>
              <a:xfrm>
                <a:off x="9313100" y="19980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199552D0-FB57-49D4-8177-B6E0E4939995}"/>
                  </a:ext>
                </a:extLst>
              </p:cNvPr>
              <p:cNvSpPr/>
              <p:nvPr/>
            </p:nvSpPr>
            <p:spPr>
              <a:xfrm>
                <a:off x="9313100" y="223685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66D0E136-12B1-4E40-AACB-9B7FF1E4C3F6}"/>
                  </a:ext>
                </a:extLst>
              </p:cNvPr>
              <p:cNvSpPr/>
              <p:nvPr/>
            </p:nvSpPr>
            <p:spPr>
              <a:xfrm>
                <a:off x="9313100" y="247561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7D5D7480-EB2F-4AAB-9350-B61769E72CD3}"/>
                  </a:ext>
                </a:extLst>
              </p:cNvPr>
              <p:cNvSpPr/>
              <p:nvPr/>
            </p:nvSpPr>
            <p:spPr>
              <a:xfrm>
                <a:off x="9313100" y="271437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420881BA-F657-4068-B00B-1CFA5C43229C}"/>
                  </a:ext>
                </a:extLst>
              </p:cNvPr>
              <p:cNvSpPr/>
              <p:nvPr/>
            </p:nvSpPr>
            <p:spPr>
              <a:xfrm>
                <a:off x="9313100" y="295313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4F89A489-16CE-4A9B-8598-223B1DFCF2A9}"/>
                  </a:ext>
                </a:extLst>
              </p:cNvPr>
              <p:cNvSpPr/>
              <p:nvPr/>
            </p:nvSpPr>
            <p:spPr>
              <a:xfrm>
                <a:off x="9313100" y="31918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CDD9431C-A1E9-4D37-998C-A8B8F65C4094}"/>
                  </a:ext>
                </a:extLst>
              </p:cNvPr>
              <p:cNvSpPr/>
              <p:nvPr/>
            </p:nvSpPr>
            <p:spPr>
              <a:xfrm>
                <a:off x="9313100" y="342875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B9BAF39B-FAD2-43FF-84BC-8D44749509E3}"/>
                  </a:ext>
                </a:extLst>
              </p:cNvPr>
              <p:cNvSpPr/>
              <p:nvPr/>
            </p:nvSpPr>
            <p:spPr>
              <a:xfrm>
                <a:off x="9313100" y="366751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87EF51CD-C380-42E2-A863-16E58EB8A7A1}"/>
                  </a:ext>
                </a:extLst>
              </p:cNvPr>
              <p:cNvSpPr/>
              <p:nvPr/>
            </p:nvSpPr>
            <p:spPr>
              <a:xfrm>
                <a:off x="9313100" y="39043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7" name="Rectangle 386">
                <a:extLst>
                  <a:ext uri="{FF2B5EF4-FFF2-40B4-BE49-F238E27FC236}">
                    <a16:creationId xmlns:a16="http://schemas.microsoft.com/office/drawing/2014/main" id="{6E07071E-441C-42CB-AEB1-DE027A10913B}"/>
                  </a:ext>
                </a:extLst>
              </p:cNvPr>
              <p:cNvSpPr/>
              <p:nvPr/>
            </p:nvSpPr>
            <p:spPr>
              <a:xfrm>
                <a:off x="9313100" y="414313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8" name="Rectangle 387">
                <a:extLst>
                  <a:ext uri="{FF2B5EF4-FFF2-40B4-BE49-F238E27FC236}">
                    <a16:creationId xmlns:a16="http://schemas.microsoft.com/office/drawing/2014/main" id="{46565B1F-3AD2-42F3-BC99-164771CEFF74}"/>
                  </a:ext>
                </a:extLst>
              </p:cNvPr>
              <p:cNvSpPr/>
              <p:nvPr/>
            </p:nvSpPr>
            <p:spPr>
              <a:xfrm>
                <a:off x="9313100" y="437999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9" name="Rectangle 388">
                <a:extLst>
                  <a:ext uri="{FF2B5EF4-FFF2-40B4-BE49-F238E27FC236}">
                    <a16:creationId xmlns:a16="http://schemas.microsoft.com/office/drawing/2014/main" id="{3FC1716C-86FE-41C9-A347-9017ED1F0B5A}"/>
                  </a:ext>
                </a:extLst>
              </p:cNvPr>
              <p:cNvSpPr/>
              <p:nvPr/>
            </p:nvSpPr>
            <p:spPr>
              <a:xfrm>
                <a:off x="9313100" y="461875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0" name="Rectangle 389">
                <a:extLst>
                  <a:ext uri="{FF2B5EF4-FFF2-40B4-BE49-F238E27FC236}">
                    <a16:creationId xmlns:a16="http://schemas.microsoft.com/office/drawing/2014/main" id="{C39EB220-E6E1-41CE-B613-BF386E7D5447}"/>
                  </a:ext>
                </a:extLst>
              </p:cNvPr>
              <p:cNvSpPr/>
              <p:nvPr/>
            </p:nvSpPr>
            <p:spPr>
              <a:xfrm rot="5400000">
                <a:off x="90737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6BBE6256-6AA5-45FA-B4DD-19E5B1087622}"/>
                  </a:ext>
                </a:extLst>
              </p:cNvPr>
              <p:cNvSpPr/>
              <p:nvPr/>
            </p:nvSpPr>
            <p:spPr>
              <a:xfrm rot="5400000">
                <a:off x="93125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98D5E464-637E-42D6-A023-045BBBD254C9}"/>
                  </a:ext>
                </a:extLst>
              </p:cNvPr>
              <p:cNvSpPr/>
              <p:nvPr/>
            </p:nvSpPr>
            <p:spPr>
              <a:xfrm rot="5400000">
                <a:off x="883502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13A0458E-3BB7-4764-A96C-FCCB1D72C9C7}"/>
                  </a:ext>
                </a:extLst>
              </p:cNvPr>
              <p:cNvSpPr/>
              <p:nvPr/>
            </p:nvSpPr>
            <p:spPr>
              <a:xfrm rot="5400000">
                <a:off x="859626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8135AE7B-6FCC-470F-BB37-798DFF0A19C3}"/>
                  </a:ext>
                </a:extLst>
              </p:cNvPr>
              <p:cNvSpPr/>
              <p:nvPr/>
            </p:nvSpPr>
            <p:spPr>
              <a:xfrm rot="5400000">
                <a:off x="835750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9D10B127-FEBD-4CF9-AFBC-E232F3D334DA}"/>
                  </a:ext>
                </a:extLst>
              </p:cNvPr>
              <p:cNvSpPr/>
              <p:nvPr/>
            </p:nvSpPr>
            <p:spPr>
              <a:xfrm rot="5400000">
                <a:off x="81187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C919D24D-726B-48D9-8210-61A7FEA9FCFA}"/>
                  </a:ext>
                </a:extLst>
              </p:cNvPr>
              <p:cNvSpPr/>
              <p:nvPr/>
            </p:nvSpPr>
            <p:spPr>
              <a:xfrm rot="5400000">
                <a:off x="78799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81CC7F05-4D6B-42BD-B8CF-2D8C9052B70F}"/>
                  </a:ext>
                </a:extLst>
              </p:cNvPr>
              <p:cNvSpPr/>
              <p:nvPr/>
            </p:nvSpPr>
            <p:spPr>
              <a:xfrm rot="5400000">
                <a:off x="764312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B59D0208-844D-461D-805E-66FA26196C96}"/>
                  </a:ext>
                </a:extLst>
              </p:cNvPr>
              <p:cNvSpPr/>
              <p:nvPr/>
            </p:nvSpPr>
            <p:spPr>
              <a:xfrm rot="5400000">
                <a:off x="740436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F940187C-59EA-4F25-ABF8-CDC96152951F}"/>
                  </a:ext>
                </a:extLst>
              </p:cNvPr>
              <p:cNvSpPr/>
              <p:nvPr/>
            </p:nvSpPr>
            <p:spPr>
              <a:xfrm rot="5400000">
                <a:off x="716750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0" name="Rectangle 399">
                <a:extLst>
                  <a:ext uri="{FF2B5EF4-FFF2-40B4-BE49-F238E27FC236}">
                    <a16:creationId xmlns:a16="http://schemas.microsoft.com/office/drawing/2014/main" id="{070AC116-E276-4589-81CE-AFC8EDDA0734}"/>
                  </a:ext>
                </a:extLst>
              </p:cNvPr>
              <p:cNvSpPr/>
              <p:nvPr/>
            </p:nvSpPr>
            <p:spPr>
              <a:xfrm rot="5400000">
                <a:off x="692874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1" name="Rectangle 400">
                <a:extLst>
                  <a:ext uri="{FF2B5EF4-FFF2-40B4-BE49-F238E27FC236}">
                    <a16:creationId xmlns:a16="http://schemas.microsoft.com/office/drawing/2014/main" id="{5173D41D-6762-4D2B-82E8-C8BCD3B2668B}"/>
                  </a:ext>
                </a:extLst>
              </p:cNvPr>
              <p:cNvSpPr/>
              <p:nvPr/>
            </p:nvSpPr>
            <p:spPr>
              <a:xfrm rot="5400000">
                <a:off x="90734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66E01F25-59D7-4646-9DA1-5B35CE98AF02}"/>
                  </a:ext>
                </a:extLst>
              </p:cNvPr>
              <p:cNvSpPr/>
              <p:nvPr/>
            </p:nvSpPr>
            <p:spPr>
              <a:xfrm rot="5400000">
                <a:off x="883469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25A22EA1-9BD3-42D0-91F3-AE16D34977AB}"/>
                  </a:ext>
                </a:extLst>
              </p:cNvPr>
              <p:cNvSpPr/>
              <p:nvPr/>
            </p:nvSpPr>
            <p:spPr>
              <a:xfrm rot="5400000">
                <a:off x="859593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E9C111BC-619C-4F70-9D31-6E2CFF1A835C}"/>
                  </a:ext>
                </a:extLst>
              </p:cNvPr>
              <p:cNvSpPr/>
              <p:nvPr/>
            </p:nvSpPr>
            <p:spPr>
              <a:xfrm rot="5400000">
                <a:off x="835717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823654CD-1162-4DF3-B556-FB2100B03DF4}"/>
                  </a:ext>
                </a:extLst>
              </p:cNvPr>
              <p:cNvSpPr/>
              <p:nvPr/>
            </p:nvSpPr>
            <p:spPr>
              <a:xfrm rot="5400000">
                <a:off x="811841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9EDB98E8-AEE7-4EEE-B3DC-C0F8080B5FD2}"/>
                  </a:ext>
                </a:extLst>
              </p:cNvPr>
              <p:cNvSpPr/>
              <p:nvPr/>
            </p:nvSpPr>
            <p:spPr>
              <a:xfrm rot="5400000">
                <a:off x="78796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D520B7D1-0556-433B-B03B-DBA7B133C3E3}"/>
                  </a:ext>
                </a:extLst>
              </p:cNvPr>
              <p:cNvSpPr/>
              <p:nvPr/>
            </p:nvSpPr>
            <p:spPr>
              <a:xfrm rot="5400000">
                <a:off x="764279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9A95EAAD-FE0A-4279-87A7-5D7490B80D15}"/>
                  </a:ext>
                </a:extLst>
              </p:cNvPr>
              <p:cNvSpPr/>
              <p:nvPr/>
            </p:nvSpPr>
            <p:spPr>
              <a:xfrm rot="5400000">
                <a:off x="740403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FA866EF0-9C26-49A3-8FD2-12F618F5871E}"/>
                  </a:ext>
                </a:extLst>
              </p:cNvPr>
              <p:cNvSpPr/>
              <p:nvPr/>
            </p:nvSpPr>
            <p:spPr>
              <a:xfrm rot="5400000">
                <a:off x="716717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 name="Rectangle 409">
                <a:extLst>
                  <a:ext uri="{FF2B5EF4-FFF2-40B4-BE49-F238E27FC236}">
                    <a16:creationId xmlns:a16="http://schemas.microsoft.com/office/drawing/2014/main" id="{B3A0565A-58F6-4882-AE03-3620CD56FE44}"/>
                  </a:ext>
                </a:extLst>
              </p:cNvPr>
              <p:cNvSpPr/>
              <p:nvPr/>
            </p:nvSpPr>
            <p:spPr>
              <a:xfrm rot="5400000">
                <a:off x="692841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7" name="Rectangle 246">
              <a:extLst>
                <a:ext uri="{FF2B5EF4-FFF2-40B4-BE49-F238E27FC236}">
                  <a16:creationId xmlns:a16="http://schemas.microsoft.com/office/drawing/2014/main" id="{06B882CC-59EB-4A8A-BEE7-9212BC12954F}"/>
                </a:ext>
              </a:extLst>
            </p:cNvPr>
            <p:cNvSpPr/>
            <p:nvPr/>
          </p:nvSpPr>
          <p:spPr>
            <a:xfrm rot="5400000">
              <a:off x="6215894" y="39095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0" name="TextBox 419">
            <a:extLst>
              <a:ext uri="{FF2B5EF4-FFF2-40B4-BE49-F238E27FC236}">
                <a16:creationId xmlns:a16="http://schemas.microsoft.com/office/drawing/2014/main" id="{9F863398-2E23-48BA-8503-E2620D3CBC2F}"/>
              </a:ext>
            </a:extLst>
          </p:cNvPr>
          <p:cNvSpPr txBox="1"/>
          <p:nvPr/>
        </p:nvSpPr>
        <p:spPr>
          <a:xfrm>
            <a:off x="360488" y="5191312"/>
            <a:ext cx="1959383"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Add Tile:</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421" name="Oval 420">
            <a:extLst>
              <a:ext uri="{FF2B5EF4-FFF2-40B4-BE49-F238E27FC236}">
                <a16:creationId xmlns:a16="http://schemas.microsoft.com/office/drawing/2014/main" id="{B6FA4CD3-5EAF-498F-8FCE-82F37B54DDA8}"/>
              </a:ext>
            </a:extLst>
          </p:cNvPr>
          <p:cNvSpPr/>
          <p:nvPr/>
        </p:nvSpPr>
        <p:spPr>
          <a:xfrm>
            <a:off x="1781360" y="584106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2" name="Oval 421">
            <a:extLst>
              <a:ext uri="{FF2B5EF4-FFF2-40B4-BE49-F238E27FC236}">
                <a16:creationId xmlns:a16="http://schemas.microsoft.com/office/drawing/2014/main" id="{BFA41351-36FA-48C7-8A2B-4C4C8CD072EF}"/>
              </a:ext>
            </a:extLst>
          </p:cNvPr>
          <p:cNvSpPr/>
          <p:nvPr/>
        </p:nvSpPr>
        <p:spPr>
          <a:xfrm>
            <a:off x="1124889"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3" name="Oval 422">
            <a:extLst>
              <a:ext uri="{FF2B5EF4-FFF2-40B4-BE49-F238E27FC236}">
                <a16:creationId xmlns:a16="http://schemas.microsoft.com/office/drawing/2014/main" id="{30214852-6180-464C-BAFE-18E14CA67492}"/>
              </a:ext>
            </a:extLst>
          </p:cNvPr>
          <p:cNvSpPr/>
          <p:nvPr/>
        </p:nvSpPr>
        <p:spPr>
          <a:xfrm>
            <a:off x="465690" y="583853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4" name="Graphic 423">
            <a:extLst>
              <a:ext uri="{FF2B5EF4-FFF2-40B4-BE49-F238E27FC236}">
                <a16:creationId xmlns:a16="http://schemas.microsoft.com/office/drawing/2014/main" id="{C7FC535E-2B75-4CBF-B93E-C990C1866F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547" y="5808854"/>
            <a:ext cx="640080" cy="640080"/>
          </a:xfrm>
          <a:prstGeom prst="rect">
            <a:avLst/>
          </a:prstGeom>
        </p:spPr>
      </p:pic>
      <p:pic>
        <p:nvPicPr>
          <p:cNvPr id="425" name="Graphic 424">
            <a:extLst>
              <a:ext uri="{FF2B5EF4-FFF2-40B4-BE49-F238E27FC236}">
                <a16:creationId xmlns:a16="http://schemas.microsoft.com/office/drawing/2014/main" id="{8D66DDB0-F66D-437B-8F3B-56F789F603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7382" y="5808854"/>
            <a:ext cx="640080" cy="640080"/>
          </a:xfrm>
          <a:prstGeom prst="rect">
            <a:avLst/>
          </a:prstGeom>
        </p:spPr>
      </p:pic>
      <p:pic>
        <p:nvPicPr>
          <p:cNvPr id="426" name="Graphic 425">
            <a:extLst>
              <a:ext uri="{FF2B5EF4-FFF2-40B4-BE49-F238E27FC236}">
                <a16:creationId xmlns:a16="http://schemas.microsoft.com/office/drawing/2014/main" id="{1213A876-E003-47B4-A0CB-4CDF89C129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55217" y="5808854"/>
            <a:ext cx="640080" cy="640080"/>
          </a:xfrm>
          <a:prstGeom prst="rect">
            <a:avLst/>
          </a:prstGeom>
        </p:spPr>
      </p:pic>
      <p:sp>
        <p:nvSpPr>
          <p:cNvPr id="427" name="Oval 426">
            <a:extLst>
              <a:ext uri="{FF2B5EF4-FFF2-40B4-BE49-F238E27FC236}">
                <a16:creationId xmlns:a16="http://schemas.microsoft.com/office/drawing/2014/main" id="{9C116FD9-187B-4D0C-87B6-85FCCBEC243F}"/>
              </a:ext>
            </a:extLst>
          </p:cNvPr>
          <p:cNvSpPr/>
          <p:nvPr/>
        </p:nvSpPr>
        <p:spPr>
          <a:xfrm>
            <a:off x="2448947"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28" name="Graphic 427">
            <a:extLst>
              <a:ext uri="{FF2B5EF4-FFF2-40B4-BE49-F238E27FC236}">
                <a16:creationId xmlns:a16="http://schemas.microsoft.com/office/drawing/2014/main" id="{EBD3FFB4-9A49-4530-97C0-402A376F8F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2421440" y="5808854"/>
            <a:ext cx="640080" cy="640080"/>
          </a:xfrm>
          <a:prstGeom prst="rect">
            <a:avLst/>
          </a:prstGeom>
        </p:spPr>
      </p:pic>
      <p:sp>
        <p:nvSpPr>
          <p:cNvPr id="429" name="TextBox 428">
            <a:extLst>
              <a:ext uri="{FF2B5EF4-FFF2-40B4-BE49-F238E27FC236}">
                <a16:creationId xmlns:a16="http://schemas.microsoft.com/office/drawing/2014/main" id="{43501382-081D-4985-B332-1F7B3EFE062E}"/>
              </a:ext>
            </a:extLst>
          </p:cNvPr>
          <p:cNvSpPr txBox="1"/>
          <p:nvPr/>
        </p:nvSpPr>
        <p:spPr>
          <a:xfrm>
            <a:off x="4074483" y="5228116"/>
            <a:ext cx="273716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Remove Tile:</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212" name="TextBox 211">
            <a:extLst>
              <a:ext uri="{FF2B5EF4-FFF2-40B4-BE49-F238E27FC236}">
                <a16:creationId xmlns:a16="http://schemas.microsoft.com/office/drawing/2014/main" id="{87293C98-FF1F-4006-9AB8-7D4DB7C81106}"/>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Pattern Construction</a:t>
            </a:r>
          </a:p>
        </p:txBody>
      </p:sp>
    </p:spTree>
    <p:extLst>
      <p:ext uri="{BB962C8B-B14F-4D97-AF65-F5344CB8AC3E}">
        <p14:creationId xmlns:p14="http://schemas.microsoft.com/office/powerpoint/2010/main" val="288904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300" fill="hold"/>
                                        <p:tgtEl>
                                          <p:spTgt spid="423"/>
                                        </p:tgtEl>
                                        <p:attrNameLst>
                                          <p:attrName>fillcolor</p:attrName>
                                        </p:attrNameLst>
                                      </p:cBhvr>
                                      <p:to>
                                        <a:srgbClr val="2DD741"/>
                                      </p:to>
                                    </p:animClr>
                                    <p:set>
                                      <p:cBhvr>
                                        <p:cTn id="7" dur="300" fill="hold"/>
                                        <p:tgtEl>
                                          <p:spTgt spid="423"/>
                                        </p:tgtEl>
                                        <p:attrNameLst>
                                          <p:attrName>fill.type</p:attrName>
                                        </p:attrNameLst>
                                      </p:cBhvr>
                                      <p:to>
                                        <p:strVal val="solid"/>
                                      </p:to>
                                    </p:set>
                                    <p:set>
                                      <p:cBhvr>
                                        <p:cTn id="8" dur="300" fill="hold"/>
                                        <p:tgtEl>
                                          <p:spTgt spid="423"/>
                                        </p:tgtEl>
                                        <p:attrNameLst>
                                          <p:attrName>fill.on</p:attrName>
                                        </p:attrNameLst>
                                      </p:cBhvr>
                                      <p:to>
                                        <p:strVal val="true"/>
                                      </p:to>
                                    </p:set>
                                  </p:childTnLst>
                                  <p:subTnLst>
                                    <p:set>
                                      <p:cBhvr override="childStyle">
                                        <p:cTn dur="1" fill="hold" display="0" masterRel="nextClick" afterEffect="1"/>
                                        <p:tgtEl>
                                          <p:spTgt spid="423"/>
                                        </p:tgtEl>
                                        <p:attrNameLst>
                                          <p:attrName>style.visibility</p:attrName>
                                        </p:attrNameLst>
                                      </p:cBhvr>
                                      <p:to>
                                        <p:strVal val="hidden"/>
                                      </p:to>
                                    </p:set>
                                  </p:subTnLst>
                                </p:cTn>
                              </p:par>
                              <p:par>
                                <p:cTn id="9" presetID="63" presetClass="path" presetSubtype="0" fill="hold" grpId="0" nodeType="withEffect">
                                  <p:stCondLst>
                                    <p:cond delay="0"/>
                                  </p:stCondLst>
                                  <p:childTnLst>
                                    <p:animMotion origin="layout" path="M -4.58333E-6 -3.7037E-7 L 0.02019 0.00093 " pathEditMode="relative" rAng="0" ptsTypes="AA">
                                      <p:cBhvr>
                                        <p:cTn id="10" dur="100" fill="hold"/>
                                        <p:tgtEl>
                                          <p:spTgt spid="257"/>
                                        </p:tgtEl>
                                        <p:attrNameLst>
                                          <p:attrName>ppt_x</p:attrName>
                                          <p:attrName>ppt_y</p:attrName>
                                        </p:attrNameLst>
                                      </p:cBhvr>
                                      <p:rCtr x="1003" y="46"/>
                                    </p:animMotion>
                                  </p:childTnLst>
                                </p:cTn>
                              </p:par>
                              <p:par>
                                <p:cTn id="11" presetID="63" presetClass="path" presetSubtype="0" fill="hold" grpId="0" nodeType="withEffect">
                                  <p:stCondLst>
                                    <p:cond delay="0"/>
                                  </p:stCondLst>
                                  <p:childTnLst>
                                    <p:animMotion origin="layout" path="M 3.125E-6 1.85185E-6 L 0.27369 7.40741E-7 " pathEditMode="relative" rAng="0" ptsTypes="AA">
                                      <p:cBhvr>
                                        <p:cTn id="12" dur="1400" fill="hold"/>
                                        <p:tgtEl>
                                          <p:spTgt spid="278"/>
                                        </p:tgtEl>
                                        <p:attrNameLst>
                                          <p:attrName>ppt_x</p:attrName>
                                          <p:attrName>ppt_y</p:attrName>
                                        </p:attrNameLst>
                                      </p:cBhvr>
                                      <p:rCtr x="13659" y="-69"/>
                                    </p:animMotion>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300" fill="hold"/>
                                        <p:tgtEl>
                                          <p:spTgt spid="422"/>
                                        </p:tgtEl>
                                        <p:attrNameLst>
                                          <p:attrName>fillcolor</p:attrName>
                                        </p:attrNameLst>
                                      </p:cBhvr>
                                      <p:to>
                                        <a:srgbClr val="2DD741"/>
                                      </p:to>
                                    </p:animClr>
                                    <p:set>
                                      <p:cBhvr>
                                        <p:cTn id="17" dur="300" fill="hold"/>
                                        <p:tgtEl>
                                          <p:spTgt spid="422"/>
                                        </p:tgtEl>
                                        <p:attrNameLst>
                                          <p:attrName>fill.type</p:attrName>
                                        </p:attrNameLst>
                                      </p:cBhvr>
                                      <p:to>
                                        <p:strVal val="solid"/>
                                      </p:to>
                                    </p:set>
                                    <p:set>
                                      <p:cBhvr>
                                        <p:cTn id="18" dur="300" fill="hold"/>
                                        <p:tgtEl>
                                          <p:spTgt spid="422"/>
                                        </p:tgtEl>
                                        <p:attrNameLst>
                                          <p:attrName>fill.on</p:attrName>
                                        </p:attrNameLst>
                                      </p:cBhvr>
                                      <p:to>
                                        <p:strVal val="true"/>
                                      </p:to>
                                    </p:set>
                                  </p:childTnLst>
                                  <p:subTnLst>
                                    <p:set>
                                      <p:cBhvr override="childStyle">
                                        <p:cTn dur="1" fill="hold" display="0" masterRel="nextClick" afterEffect="1"/>
                                        <p:tgtEl>
                                          <p:spTgt spid="422"/>
                                        </p:tgtEl>
                                        <p:attrNameLst>
                                          <p:attrName>style.visibility</p:attrName>
                                        </p:attrNameLst>
                                      </p:cBhvr>
                                      <p:to>
                                        <p:strVal val="hidden"/>
                                      </p:to>
                                    </p:set>
                                  </p:subTnLst>
                                </p:cTn>
                              </p:par>
                              <p:par>
                                <p:cTn id="19" presetID="64" presetClass="path" presetSubtype="0" fill="hold" grpId="1" nodeType="withEffect">
                                  <p:stCondLst>
                                    <p:cond delay="0"/>
                                  </p:stCondLst>
                                  <p:childTnLst>
                                    <p:animMotion origin="layout" path="M 0.27369 7.40741E-7 L 0.27356 -0.03403 " pathEditMode="relative" rAng="0" ptsTypes="AA">
                                      <p:cBhvr>
                                        <p:cTn id="20" dur="100" fill="hold"/>
                                        <p:tgtEl>
                                          <p:spTgt spid="278"/>
                                        </p:tgtEl>
                                        <p:attrNameLst>
                                          <p:attrName>ppt_x</p:attrName>
                                          <p:attrName>ppt_y</p:attrName>
                                        </p:attrNameLst>
                                      </p:cBhvr>
                                      <p:rCtr x="-13" y="-1713"/>
                                    </p:animMotion>
                                  </p:childTnLst>
                                </p:cTn>
                              </p:par>
                              <p:par>
                                <p:cTn id="21" presetID="64" presetClass="path" presetSubtype="0" fill="hold" grpId="0" nodeType="withEffect">
                                  <p:stCondLst>
                                    <p:cond delay="0"/>
                                  </p:stCondLst>
                                  <p:childTnLst>
                                    <p:animMotion origin="layout" path="M -3.54167E-6 5.55112E-17 L 0.00013 -0.03472 " pathEditMode="relative" rAng="0" ptsTypes="AA">
                                      <p:cBhvr>
                                        <p:cTn id="22" dur="100" fill="hold"/>
                                        <p:tgtEl>
                                          <p:spTgt spid="259"/>
                                        </p:tgtEl>
                                        <p:attrNameLst>
                                          <p:attrName>ppt_x</p:attrName>
                                          <p:attrName>ppt_y</p:attrName>
                                        </p:attrNameLst>
                                      </p:cBhvr>
                                      <p:rCtr x="0" y="-1736"/>
                                    </p:animMotion>
                                  </p:childTnLst>
                                </p:cTn>
                              </p:par>
                              <p:par>
                                <p:cTn id="23" presetID="64" presetClass="path" presetSubtype="0" fill="hold" nodeType="withEffect">
                                  <p:stCondLst>
                                    <p:cond delay="0"/>
                                  </p:stCondLst>
                                  <p:childTnLst>
                                    <p:animMotion origin="layout" path="M -3.54167E-6 -3.7037E-6 L -0.00013 -0.03495 " pathEditMode="relative" rAng="0" ptsTypes="AA">
                                      <p:cBhvr>
                                        <p:cTn id="24" dur="100" fill="hold"/>
                                        <p:tgtEl>
                                          <p:spTgt spid="5"/>
                                        </p:tgtEl>
                                        <p:attrNameLst>
                                          <p:attrName>ppt_x</p:attrName>
                                          <p:attrName>ppt_y</p:attrName>
                                        </p:attrNameLst>
                                      </p:cBhvr>
                                      <p:rCtr x="-13" y="-1759"/>
                                    </p:animMotion>
                                  </p:childTnLst>
                                </p:cTn>
                              </p:par>
                            </p:childTnLst>
                          </p:cTn>
                        </p:par>
                      </p:childTnLst>
                    </p:cTn>
                  </p:par>
                  <p:par>
                    <p:cTn id="25" fill="hold">
                      <p:stCondLst>
                        <p:cond delay="indefinite"/>
                      </p:stCondLst>
                      <p:childTnLst>
                        <p:par>
                          <p:cTn id="26" fill="hold">
                            <p:stCondLst>
                              <p:cond delay="0"/>
                            </p:stCondLst>
                            <p:childTnLst>
                              <p:par>
                                <p:cTn id="27" presetID="1" presetClass="emph" presetSubtype="2" fill="hold" nodeType="clickEffect">
                                  <p:stCondLst>
                                    <p:cond delay="0"/>
                                  </p:stCondLst>
                                  <p:childTnLst>
                                    <p:animClr clrSpc="rgb" dir="cw">
                                      <p:cBhvr>
                                        <p:cTn id="28" dur="300" fill="hold"/>
                                        <p:tgtEl>
                                          <p:spTgt spid="421"/>
                                        </p:tgtEl>
                                        <p:attrNameLst>
                                          <p:attrName>fillcolor</p:attrName>
                                        </p:attrNameLst>
                                      </p:cBhvr>
                                      <p:to>
                                        <a:srgbClr val="2DD741"/>
                                      </p:to>
                                    </p:animClr>
                                    <p:set>
                                      <p:cBhvr>
                                        <p:cTn id="29" dur="300" fill="hold"/>
                                        <p:tgtEl>
                                          <p:spTgt spid="421"/>
                                        </p:tgtEl>
                                        <p:attrNameLst>
                                          <p:attrName>fill.type</p:attrName>
                                        </p:attrNameLst>
                                      </p:cBhvr>
                                      <p:to>
                                        <p:strVal val="solid"/>
                                      </p:to>
                                    </p:set>
                                    <p:set>
                                      <p:cBhvr>
                                        <p:cTn id="30" dur="300" fill="hold"/>
                                        <p:tgtEl>
                                          <p:spTgt spid="421"/>
                                        </p:tgtEl>
                                        <p:attrNameLst>
                                          <p:attrName>fill.on</p:attrName>
                                        </p:attrNameLst>
                                      </p:cBhvr>
                                      <p:to>
                                        <p:strVal val="true"/>
                                      </p:to>
                                    </p:set>
                                  </p:childTnLst>
                                  <p:subTnLst>
                                    <p:set>
                                      <p:cBhvr override="childStyle">
                                        <p:cTn dur="1" fill="hold" display="0" masterRel="nextClick" afterEffect="1"/>
                                        <p:tgtEl>
                                          <p:spTgt spid="421"/>
                                        </p:tgtEl>
                                        <p:attrNameLst>
                                          <p:attrName>style.visibility</p:attrName>
                                        </p:attrNameLst>
                                      </p:cBhvr>
                                      <p:to>
                                        <p:strVal val="hidden"/>
                                      </p:to>
                                    </p:set>
                                  </p:subTnLst>
                                </p:cTn>
                              </p:par>
                              <p:par>
                                <p:cTn id="31" presetID="63" presetClass="path" presetSubtype="0" fill="hold" grpId="2" nodeType="withEffect">
                                  <p:stCondLst>
                                    <p:cond delay="0"/>
                                  </p:stCondLst>
                                  <p:childTnLst>
                                    <p:animMotion origin="layout" path="M 0.27356 -0.03403 L 0.44935 -0.03472 " pathEditMode="relative" rAng="0" ptsTypes="AA">
                                      <p:cBhvr>
                                        <p:cTn id="32" dur="900" fill="hold"/>
                                        <p:tgtEl>
                                          <p:spTgt spid="278"/>
                                        </p:tgtEl>
                                        <p:attrNameLst>
                                          <p:attrName>ppt_x</p:attrName>
                                          <p:attrName>ppt_y</p:attrName>
                                        </p:attrNameLst>
                                      </p:cBhvr>
                                      <p:rCtr x="8789" y="-46"/>
                                    </p:animMotion>
                                  </p:childTnLst>
                                </p:cTn>
                              </p:par>
                              <p:par>
                                <p:cTn id="33" presetID="63" presetClass="path" presetSubtype="0" fill="hold" grpId="1" nodeType="withEffect">
                                  <p:stCondLst>
                                    <p:cond delay="0"/>
                                  </p:stCondLst>
                                  <p:childTnLst>
                                    <p:animMotion origin="layout" path="M 0.00013 -0.03473 L 0.0194 -0.03588 " pathEditMode="relative" rAng="0" ptsTypes="AA">
                                      <p:cBhvr>
                                        <p:cTn id="34" dur="100" fill="hold"/>
                                        <p:tgtEl>
                                          <p:spTgt spid="259"/>
                                        </p:tgtEl>
                                        <p:attrNameLst>
                                          <p:attrName>ppt_x</p:attrName>
                                          <p:attrName>ppt_y</p:attrName>
                                        </p:attrNameLst>
                                      </p:cBhvr>
                                      <p:rCtr x="977" y="-23"/>
                                    </p:animMotion>
                                  </p:childTnLst>
                                </p:cTn>
                              </p:par>
                              <p:par>
                                <p:cTn id="35" presetID="63" presetClass="path" presetSubtype="0" fill="hold" grpId="0" nodeType="withEffect">
                                  <p:stCondLst>
                                    <p:cond delay="0"/>
                                  </p:stCondLst>
                                  <p:childTnLst>
                                    <p:animMotion origin="layout" path="M -2.29167E-6 3.33333E-6 L 0.01953 3.33333E-6 " pathEditMode="relative" rAng="0" ptsTypes="AA">
                                      <p:cBhvr>
                                        <p:cTn id="36" dur="100" fill="hold"/>
                                        <p:tgtEl>
                                          <p:spTgt spid="294"/>
                                        </p:tgtEl>
                                        <p:attrNameLst>
                                          <p:attrName>ppt_x</p:attrName>
                                          <p:attrName>ppt_y</p:attrName>
                                        </p:attrNameLst>
                                      </p:cBhvr>
                                      <p:rCtr x="977" y="0"/>
                                    </p:animMotion>
                                  </p:childTnLst>
                                </p:cTn>
                              </p:par>
                            </p:childTnLst>
                          </p:cTn>
                        </p:par>
                      </p:childTnLst>
                    </p:cTn>
                  </p:par>
                  <p:par>
                    <p:cTn id="37" fill="hold">
                      <p:stCondLst>
                        <p:cond delay="indefinite"/>
                      </p:stCondLst>
                      <p:childTnLst>
                        <p:par>
                          <p:cTn id="38" fill="hold">
                            <p:stCondLst>
                              <p:cond delay="0"/>
                            </p:stCondLst>
                            <p:childTnLst>
                              <p:par>
                                <p:cTn id="39" presetID="1" presetClass="emph" presetSubtype="2" fill="hold" nodeType="clickEffect">
                                  <p:stCondLst>
                                    <p:cond delay="0"/>
                                  </p:stCondLst>
                                  <p:childTnLst>
                                    <p:animClr clrSpc="rgb" dir="cw">
                                      <p:cBhvr>
                                        <p:cTn id="40" dur="300" fill="hold"/>
                                        <p:tgtEl>
                                          <p:spTgt spid="427"/>
                                        </p:tgtEl>
                                        <p:attrNameLst>
                                          <p:attrName>fillcolor</p:attrName>
                                        </p:attrNameLst>
                                      </p:cBhvr>
                                      <p:to>
                                        <a:srgbClr val="2DD741"/>
                                      </p:to>
                                    </p:animClr>
                                    <p:set>
                                      <p:cBhvr>
                                        <p:cTn id="41" dur="300" fill="hold"/>
                                        <p:tgtEl>
                                          <p:spTgt spid="427"/>
                                        </p:tgtEl>
                                        <p:attrNameLst>
                                          <p:attrName>fill.type</p:attrName>
                                        </p:attrNameLst>
                                      </p:cBhvr>
                                      <p:to>
                                        <p:strVal val="solid"/>
                                      </p:to>
                                    </p:set>
                                    <p:set>
                                      <p:cBhvr>
                                        <p:cTn id="42" dur="300" fill="hold"/>
                                        <p:tgtEl>
                                          <p:spTgt spid="427"/>
                                        </p:tgtEl>
                                        <p:attrNameLst>
                                          <p:attrName>fill.on</p:attrName>
                                        </p:attrNameLst>
                                      </p:cBhvr>
                                      <p:to>
                                        <p:strVal val="true"/>
                                      </p:to>
                                    </p:set>
                                  </p:childTnLst>
                                </p:cTn>
                              </p:par>
                              <p:par>
                                <p:cTn id="43" presetID="42" presetClass="path" presetSubtype="0" fill="hold" nodeType="withEffect">
                                  <p:stCondLst>
                                    <p:cond delay="0"/>
                                  </p:stCondLst>
                                  <p:childTnLst>
                                    <p:animMotion origin="layout" path="M 3.95833E-6 2.96296E-6 L -0.00065 0.03518 " pathEditMode="relative" rAng="0" ptsTypes="AA">
                                      <p:cBhvr>
                                        <p:cTn id="44" dur="100" fill="hold"/>
                                        <p:tgtEl>
                                          <p:spTgt spid="6"/>
                                        </p:tgtEl>
                                        <p:attrNameLst>
                                          <p:attrName>ppt_x</p:attrName>
                                          <p:attrName>ppt_y</p:attrName>
                                        </p:attrNameLst>
                                      </p:cBhvr>
                                      <p:rCtr x="-39" y="1759"/>
                                    </p:animMotion>
                                  </p:childTnLst>
                                </p:cTn>
                              </p:par>
                              <p:par>
                                <p:cTn id="45" presetID="42" presetClass="path" presetSubtype="0" fill="hold" grpId="1" nodeType="withEffect">
                                  <p:stCondLst>
                                    <p:cond delay="0"/>
                                  </p:stCondLst>
                                  <p:childTnLst>
                                    <p:animMotion origin="layout" path="M 0.02019 0.00093 L 0.01954 0.03565 " pathEditMode="relative" rAng="0" ptsTypes="AA">
                                      <p:cBhvr>
                                        <p:cTn id="46" dur="100" fill="hold"/>
                                        <p:tgtEl>
                                          <p:spTgt spid="257"/>
                                        </p:tgtEl>
                                        <p:attrNameLst>
                                          <p:attrName>ppt_x</p:attrName>
                                          <p:attrName>ppt_y</p:attrName>
                                        </p:attrNameLst>
                                      </p:cBhvr>
                                      <p:rCtr x="-13"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 grpId="0" animBg="1"/>
      <p:bldP spid="259" grpId="1" animBg="1"/>
      <p:bldP spid="278" grpId="0" animBg="1"/>
      <p:bldP spid="278" grpId="1" animBg="1"/>
      <p:bldP spid="278" grpId="2" animBg="1"/>
      <p:bldP spid="257" grpId="0" animBg="1"/>
      <p:bldP spid="257" grpId="1" animBg="1"/>
      <p:bldP spid="294"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Oval 283">
            <a:extLst>
              <a:ext uri="{FF2B5EF4-FFF2-40B4-BE49-F238E27FC236}">
                <a16:creationId xmlns:a16="http://schemas.microsoft.com/office/drawing/2014/main" id="{131CC413-210B-4835-B6CA-06D802992A8D}"/>
              </a:ext>
            </a:extLst>
          </p:cNvPr>
          <p:cNvSpPr/>
          <p:nvPr/>
        </p:nvSpPr>
        <p:spPr>
          <a:xfrm>
            <a:off x="4835251"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098A44D5-914D-4F3F-98A3-7CD05ED448D0}"/>
              </a:ext>
            </a:extLst>
          </p:cNvPr>
          <p:cNvSpPr/>
          <p:nvPr/>
        </p:nvSpPr>
        <p:spPr>
          <a:xfrm>
            <a:off x="4176052" y="583853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2" name="Group 241">
            <a:extLst>
              <a:ext uri="{FF2B5EF4-FFF2-40B4-BE49-F238E27FC236}">
                <a16:creationId xmlns:a16="http://schemas.microsoft.com/office/drawing/2014/main" id="{2E8A9593-71CB-4DF4-96F8-9D4D6D1E5480}"/>
              </a:ext>
            </a:extLst>
          </p:cNvPr>
          <p:cNvGrpSpPr/>
          <p:nvPr/>
        </p:nvGrpSpPr>
        <p:grpSpPr>
          <a:xfrm>
            <a:off x="6454197" y="4145209"/>
            <a:ext cx="2861314" cy="237744"/>
            <a:chOff x="2985901" y="3786189"/>
            <a:chExt cx="2861314" cy="237744"/>
          </a:xfrm>
        </p:grpSpPr>
        <p:grpSp>
          <p:nvGrpSpPr>
            <p:cNvPr id="230" name="Group 229">
              <a:extLst>
                <a:ext uri="{FF2B5EF4-FFF2-40B4-BE49-F238E27FC236}">
                  <a16:creationId xmlns:a16="http://schemas.microsoft.com/office/drawing/2014/main" id="{B0D1929A-8FC7-4F5F-98CD-0FB2B730F523}"/>
                </a:ext>
              </a:extLst>
            </p:cNvPr>
            <p:cNvGrpSpPr/>
            <p:nvPr/>
          </p:nvGrpSpPr>
          <p:grpSpPr>
            <a:xfrm>
              <a:off x="2985901" y="3786189"/>
              <a:ext cx="2861314" cy="237744"/>
              <a:chOff x="2985901" y="3786189"/>
              <a:chExt cx="2861314" cy="237744"/>
            </a:xfrm>
            <a:solidFill>
              <a:schemeClr val="accent1"/>
            </a:solidFill>
          </p:grpSpPr>
          <p:sp>
            <p:nvSpPr>
              <p:cNvPr id="218" name="Rectangle 217">
                <a:extLst>
                  <a:ext uri="{FF2B5EF4-FFF2-40B4-BE49-F238E27FC236}">
                    <a16:creationId xmlns:a16="http://schemas.microsoft.com/office/drawing/2014/main" id="{BBB8FE04-7A37-4C5A-8187-C2A96AD5CFFE}"/>
                  </a:ext>
                </a:extLst>
              </p:cNvPr>
              <p:cNvSpPr/>
              <p:nvPr/>
            </p:nvSpPr>
            <p:spPr>
              <a:xfrm rot="5400000">
                <a:off x="51314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4245CBF8-B502-4D92-BC09-7EBA386030D0}"/>
                  </a:ext>
                </a:extLst>
              </p:cNvPr>
              <p:cNvSpPr/>
              <p:nvPr/>
            </p:nvSpPr>
            <p:spPr>
              <a:xfrm rot="5400000">
                <a:off x="53702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279E4C20-3E39-4ED9-BFC2-8803CB7608EA}"/>
                  </a:ext>
                </a:extLst>
              </p:cNvPr>
              <p:cNvSpPr/>
              <p:nvPr/>
            </p:nvSpPr>
            <p:spPr>
              <a:xfrm rot="5400000">
                <a:off x="56089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5ECA41A8-66B7-4DAF-94E2-5907F2F148FF}"/>
                  </a:ext>
                </a:extLst>
              </p:cNvPr>
              <p:cNvSpPr/>
              <p:nvPr/>
            </p:nvSpPr>
            <p:spPr>
              <a:xfrm rot="5400000">
                <a:off x="489268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966986F2-881E-4C90-AC63-783C2F5F9C43}"/>
                  </a:ext>
                </a:extLst>
              </p:cNvPr>
              <p:cNvSpPr/>
              <p:nvPr/>
            </p:nvSpPr>
            <p:spPr>
              <a:xfrm rot="5400000">
                <a:off x="465392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F3B6C8E2-5587-433C-96BA-F08903EFEA37}"/>
                  </a:ext>
                </a:extLst>
              </p:cNvPr>
              <p:cNvSpPr/>
              <p:nvPr/>
            </p:nvSpPr>
            <p:spPr>
              <a:xfrm rot="5400000">
                <a:off x="441516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89871E4A-A84B-4638-A6F6-BB3F44FEB885}"/>
                  </a:ext>
                </a:extLst>
              </p:cNvPr>
              <p:cNvSpPr/>
              <p:nvPr/>
            </p:nvSpPr>
            <p:spPr>
              <a:xfrm rot="5400000">
                <a:off x="417640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7E9F7630-0735-4491-87BE-D85288CB1BCF}"/>
                  </a:ext>
                </a:extLst>
              </p:cNvPr>
              <p:cNvSpPr/>
              <p:nvPr/>
            </p:nvSpPr>
            <p:spPr>
              <a:xfrm rot="5400000">
                <a:off x="3937643"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E1F35DE4-7086-4609-A8F7-4E0B8794D1BC}"/>
                  </a:ext>
                </a:extLst>
              </p:cNvPr>
              <p:cNvSpPr/>
              <p:nvPr/>
            </p:nvSpPr>
            <p:spPr>
              <a:xfrm rot="5400000">
                <a:off x="370078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E43B030F-9505-41E3-ACC0-956BADD8B316}"/>
                  </a:ext>
                </a:extLst>
              </p:cNvPr>
              <p:cNvSpPr/>
              <p:nvPr/>
            </p:nvSpPr>
            <p:spPr>
              <a:xfrm rot="5400000">
                <a:off x="3462026"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D0EBC84D-84CC-4E42-887A-FFEDEF644F16}"/>
                  </a:ext>
                </a:extLst>
              </p:cNvPr>
              <p:cNvSpPr/>
              <p:nvPr/>
            </p:nvSpPr>
            <p:spPr>
              <a:xfrm rot="5400000">
                <a:off x="322516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Rectangle 228">
                <a:extLst>
                  <a:ext uri="{FF2B5EF4-FFF2-40B4-BE49-F238E27FC236}">
                    <a16:creationId xmlns:a16="http://schemas.microsoft.com/office/drawing/2014/main" id="{3E7956E7-EF72-49D5-88F0-8ACD106D23DD}"/>
                  </a:ext>
                </a:extLst>
              </p:cNvPr>
              <p:cNvSpPr/>
              <p:nvPr/>
            </p:nvSpPr>
            <p:spPr>
              <a:xfrm rot="5400000">
                <a:off x="2986409" y="3785681"/>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1" name="Rectangle 230">
              <a:extLst>
                <a:ext uri="{FF2B5EF4-FFF2-40B4-BE49-F238E27FC236}">
                  <a16:creationId xmlns:a16="http://schemas.microsoft.com/office/drawing/2014/main" id="{D51FD1B4-7293-4C95-ACC3-A41298479D7B}"/>
                </a:ext>
              </a:extLst>
            </p:cNvPr>
            <p:cNvSpPr/>
            <p:nvPr/>
          </p:nvSpPr>
          <p:spPr>
            <a:xfrm rot="5400000">
              <a:off x="3197171"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DC799A5D-6BAB-4BF3-A694-6A59177941AD}"/>
                </a:ext>
              </a:extLst>
            </p:cNvPr>
            <p:cNvSpPr/>
            <p:nvPr/>
          </p:nvSpPr>
          <p:spPr>
            <a:xfrm rot="5400000">
              <a:off x="3443988"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86D7BABC-9198-456A-A7AA-1227FCAB938D}"/>
                </a:ext>
              </a:extLst>
            </p:cNvPr>
            <p:cNvSpPr/>
            <p:nvPr/>
          </p:nvSpPr>
          <p:spPr>
            <a:xfrm rot="5400000">
              <a:off x="3674346"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3E50F76E-543F-445A-833E-3EEE3421FC3A}"/>
                </a:ext>
              </a:extLst>
            </p:cNvPr>
            <p:cNvSpPr/>
            <p:nvPr/>
          </p:nvSpPr>
          <p:spPr>
            <a:xfrm rot="5400000">
              <a:off x="3914179"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B1096265-29DB-415E-B34B-EF01EAF59E9D}"/>
                </a:ext>
              </a:extLst>
            </p:cNvPr>
            <p:cNvSpPr/>
            <p:nvPr/>
          </p:nvSpPr>
          <p:spPr>
            <a:xfrm rot="5400000">
              <a:off x="4156047"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77F2286D-F4F8-4EDF-AC0A-7DBFFB0B3EA1}"/>
                </a:ext>
              </a:extLst>
            </p:cNvPr>
            <p:cNvSpPr/>
            <p:nvPr/>
          </p:nvSpPr>
          <p:spPr>
            <a:xfrm rot="5400000">
              <a:off x="4401793" y="3850164"/>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592D3B79-9E62-459B-A5D3-87026AB319FC}"/>
                </a:ext>
              </a:extLst>
            </p:cNvPr>
            <p:cNvSpPr/>
            <p:nvPr/>
          </p:nvSpPr>
          <p:spPr>
            <a:xfrm rot="5400000">
              <a:off x="463385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C4C557B1-FEB8-4144-988F-075887F06D77}"/>
                </a:ext>
              </a:extLst>
            </p:cNvPr>
            <p:cNvSpPr/>
            <p:nvPr/>
          </p:nvSpPr>
          <p:spPr>
            <a:xfrm rot="5400000">
              <a:off x="4873202"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7CDC214C-EF6C-443D-9293-33759184D1CD}"/>
                </a:ext>
              </a:extLst>
            </p:cNvPr>
            <p:cNvSpPr/>
            <p:nvPr/>
          </p:nvSpPr>
          <p:spPr>
            <a:xfrm rot="5400000">
              <a:off x="5111425"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01A16DCE-FB48-44EE-A77D-EA0999911DCF}"/>
                </a:ext>
              </a:extLst>
            </p:cNvPr>
            <p:cNvSpPr/>
            <p:nvPr/>
          </p:nvSpPr>
          <p:spPr>
            <a:xfrm rot="5400000">
              <a:off x="5342206"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18E0AF91-2773-43C3-A8AF-884B8D6DA2D8}"/>
                </a:ext>
              </a:extLst>
            </p:cNvPr>
            <p:cNvSpPr/>
            <p:nvPr/>
          </p:nvSpPr>
          <p:spPr>
            <a:xfrm rot="5400000">
              <a:off x="5584201" y="3850165"/>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8" name="Rectangle 277">
            <a:extLst>
              <a:ext uri="{FF2B5EF4-FFF2-40B4-BE49-F238E27FC236}">
                <a16:creationId xmlns:a16="http://schemas.microsoft.com/office/drawing/2014/main" id="{477BBF6E-C25D-4E60-ADE8-CDEE0EB4A451}"/>
              </a:ext>
            </a:extLst>
          </p:cNvPr>
          <p:cNvSpPr/>
          <p:nvPr/>
        </p:nvSpPr>
        <p:spPr>
          <a:xfrm>
            <a:off x="8835529" y="437998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3" name="Graphic 242">
            <a:extLst>
              <a:ext uri="{FF2B5EF4-FFF2-40B4-BE49-F238E27FC236}">
                <a16:creationId xmlns:a16="http://schemas.microsoft.com/office/drawing/2014/main" id="{34E8B0E7-2AF8-4838-AA49-E230C0E44B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49909" y="5808854"/>
            <a:ext cx="640080" cy="640080"/>
          </a:xfrm>
          <a:prstGeom prst="rect">
            <a:avLst/>
          </a:prstGeom>
        </p:spPr>
      </p:pic>
      <p:pic>
        <p:nvPicPr>
          <p:cNvPr id="281" name="Graphic 280">
            <a:extLst>
              <a:ext uri="{FF2B5EF4-FFF2-40B4-BE49-F238E27FC236}">
                <a16:creationId xmlns:a16="http://schemas.microsoft.com/office/drawing/2014/main" id="{9650281F-8F48-4E69-A3BE-4DEA10C429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4807744" y="5808854"/>
            <a:ext cx="640080" cy="640080"/>
          </a:xfrm>
          <a:prstGeom prst="rect">
            <a:avLst/>
          </a:prstGeom>
        </p:spPr>
      </p:pic>
      <p:sp>
        <p:nvSpPr>
          <p:cNvPr id="244" name="Rectangle 243">
            <a:extLst>
              <a:ext uri="{FF2B5EF4-FFF2-40B4-BE49-F238E27FC236}">
                <a16:creationId xmlns:a16="http://schemas.microsoft.com/office/drawing/2014/main" id="{F7A674E8-60F9-4E2E-A3D9-4B74014DA8D4}"/>
              </a:ext>
            </a:extLst>
          </p:cNvPr>
          <p:cNvSpPr/>
          <p:nvPr/>
        </p:nvSpPr>
        <p:spPr>
          <a:xfrm>
            <a:off x="9073452" y="438144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5" name="Group 244">
            <a:extLst>
              <a:ext uri="{FF2B5EF4-FFF2-40B4-BE49-F238E27FC236}">
                <a16:creationId xmlns:a16="http://schemas.microsoft.com/office/drawing/2014/main" id="{2FDBECA0-5210-4567-ACA4-B976558EF1DF}"/>
              </a:ext>
            </a:extLst>
          </p:cNvPr>
          <p:cNvGrpSpPr/>
          <p:nvPr/>
        </p:nvGrpSpPr>
        <p:grpSpPr>
          <a:xfrm>
            <a:off x="2641155" y="1759717"/>
            <a:ext cx="6909689" cy="3338566"/>
            <a:chOff x="2641155" y="1759717"/>
            <a:chExt cx="6909689" cy="3338566"/>
          </a:xfrm>
        </p:grpSpPr>
        <p:grpSp>
          <p:nvGrpSpPr>
            <p:cNvPr id="246" name="Group 245">
              <a:extLst>
                <a:ext uri="{FF2B5EF4-FFF2-40B4-BE49-F238E27FC236}">
                  <a16:creationId xmlns:a16="http://schemas.microsoft.com/office/drawing/2014/main" id="{3A78B1E7-93C0-42AE-9B13-1054A6954736}"/>
                </a:ext>
              </a:extLst>
            </p:cNvPr>
            <p:cNvGrpSpPr/>
            <p:nvPr/>
          </p:nvGrpSpPr>
          <p:grpSpPr>
            <a:xfrm>
              <a:off x="2641155" y="1759717"/>
              <a:ext cx="6909689" cy="3338566"/>
              <a:chOff x="2641155" y="1759717"/>
              <a:chExt cx="6909689" cy="3338566"/>
            </a:xfrm>
          </p:grpSpPr>
          <p:sp>
            <p:nvSpPr>
              <p:cNvPr id="248" name="Rectangle 247">
                <a:extLst>
                  <a:ext uri="{FF2B5EF4-FFF2-40B4-BE49-F238E27FC236}">
                    <a16:creationId xmlns:a16="http://schemas.microsoft.com/office/drawing/2014/main" id="{B1353429-FCE1-4603-B5D2-ED6701D10907}"/>
                  </a:ext>
                </a:extLst>
              </p:cNvPr>
              <p:cNvSpPr/>
              <p:nvPr/>
            </p:nvSpPr>
            <p:spPr>
              <a:xfrm>
                <a:off x="3593848"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46396B77-84BE-473A-AFBC-29B9ADDCFB0F}"/>
                  </a:ext>
                </a:extLst>
              </p:cNvPr>
              <p:cNvSpPr/>
              <p:nvPr/>
            </p:nvSpPr>
            <p:spPr>
              <a:xfrm>
                <a:off x="3593848"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68B9FC24-8957-4088-AAFD-413AD99F1F80}"/>
                  </a:ext>
                </a:extLst>
              </p:cNvPr>
              <p:cNvSpPr/>
              <p:nvPr/>
            </p:nvSpPr>
            <p:spPr>
              <a:xfrm>
                <a:off x="3593848"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7B9ED82A-DAAA-4B6C-B168-9207B8E54A7B}"/>
                  </a:ext>
                </a:extLst>
              </p:cNvPr>
              <p:cNvSpPr/>
              <p:nvPr/>
            </p:nvSpPr>
            <p:spPr>
              <a:xfrm>
                <a:off x="3593848"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935215F2-88EA-4DB1-8551-EBFF3CA50FF4}"/>
                  </a:ext>
                </a:extLst>
              </p:cNvPr>
              <p:cNvSpPr/>
              <p:nvPr/>
            </p:nvSpPr>
            <p:spPr>
              <a:xfrm>
                <a:off x="3593848"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61F76B4C-BA8D-4529-8423-06F46634FAA1}"/>
                  </a:ext>
                </a:extLst>
              </p:cNvPr>
              <p:cNvSpPr/>
              <p:nvPr/>
            </p:nvSpPr>
            <p:spPr>
              <a:xfrm>
                <a:off x="3593848"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7E60F018-52D5-4255-8AFC-6AF084AB075D}"/>
                  </a:ext>
                </a:extLst>
              </p:cNvPr>
              <p:cNvSpPr/>
              <p:nvPr/>
            </p:nvSpPr>
            <p:spPr>
              <a:xfrm>
                <a:off x="3593848"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18AC0DD1-290A-4A55-85FF-444CDC52A621}"/>
                  </a:ext>
                </a:extLst>
              </p:cNvPr>
              <p:cNvSpPr/>
              <p:nvPr/>
            </p:nvSpPr>
            <p:spPr>
              <a:xfrm>
                <a:off x="3593848"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56DF8ADE-28F1-41DA-88D0-BD70F3AB7BCF}"/>
                  </a:ext>
                </a:extLst>
              </p:cNvPr>
              <p:cNvSpPr/>
              <p:nvPr/>
            </p:nvSpPr>
            <p:spPr>
              <a:xfrm>
                <a:off x="3593848"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F2FCD9BC-4876-4390-8178-1E36D247AAF5}"/>
                  </a:ext>
                </a:extLst>
              </p:cNvPr>
              <p:cNvSpPr/>
              <p:nvPr/>
            </p:nvSpPr>
            <p:spPr>
              <a:xfrm>
                <a:off x="3593848"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D00CE186-FD87-44F8-83EB-75E4FAE50FB0}"/>
                  </a:ext>
                </a:extLst>
              </p:cNvPr>
              <p:cNvSpPr/>
              <p:nvPr/>
            </p:nvSpPr>
            <p:spPr>
              <a:xfrm>
                <a:off x="3593848"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8" name="Rectangle 287">
                <a:extLst>
                  <a:ext uri="{FF2B5EF4-FFF2-40B4-BE49-F238E27FC236}">
                    <a16:creationId xmlns:a16="http://schemas.microsoft.com/office/drawing/2014/main" id="{5AD598E1-9768-497D-87F9-13606143954A}"/>
                  </a:ext>
                </a:extLst>
              </p:cNvPr>
              <p:cNvSpPr/>
              <p:nvPr/>
            </p:nvSpPr>
            <p:spPr>
              <a:xfrm>
                <a:off x="3593848"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9" name="Rectangle 288">
                <a:extLst>
                  <a:ext uri="{FF2B5EF4-FFF2-40B4-BE49-F238E27FC236}">
                    <a16:creationId xmlns:a16="http://schemas.microsoft.com/office/drawing/2014/main" id="{AD706E87-6681-4D17-AC32-7D8B24E235D4}"/>
                  </a:ext>
                </a:extLst>
              </p:cNvPr>
              <p:cNvSpPr/>
              <p:nvPr/>
            </p:nvSpPr>
            <p:spPr>
              <a:xfrm>
                <a:off x="3356104"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89BCB9F4-D687-4B96-AEBF-B32377A06314}"/>
                  </a:ext>
                </a:extLst>
              </p:cNvPr>
              <p:cNvSpPr/>
              <p:nvPr/>
            </p:nvSpPr>
            <p:spPr>
              <a:xfrm rot="5400000">
                <a:off x="59771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A8880C55-81E9-42F3-B474-332C4F414D94}"/>
                  </a:ext>
                </a:extLst>
              </p:cNvPr>
              <p:cNvSpPr/>
              <p:nvPr/>
            </p:nvSpPr>
            <p:spPr>
              <a:xfrm rot="5400000">
                <a:off x="62158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FB205E54-7AF4-4886-8DCD-7EBFFC18188C}"/>
                  </a:ext>
                </a:extLst>
              </p:cNvPr>
              <p:cNvSpPr/>
              <p:nvPr/>
            </p:nvSpPr>
            <p:spPr>
              <a:xfrm rot="5400000">
                <a:off x="64546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6306DE12-4B4F-4A6A-B78C-C3CA794EDBE4}"/>
                  </a:ext>
                </a:extLst>
              </p:cNvPr>
              <p:cNvSpPr/>
              <p:nvPr/>
            </p:nvSpPr>
            <p:spPr>
              <a:xfrm rot="5400000">
                <a:off x="573837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23F02D21-D501-4E5D-BEA2-3587BACA8CF3}"/>
                  </a:ext>
                </a:extLst>
              </p:cNvPr>
              <p:cNvSpPr/>
              <p:nvPr/>
            </p:nvSpPr>
            <p:spPr>
              <a:xfrm rot="5400000">
                <a:off x="549961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55E61840-9D25-41DC-B4B4-40A32E71FE94}"/>
                  </a:ext>
                </a:extLst>
              </p:cNvPr>
              <p:cNvSpPr/>
              <p:nvPr/>
            </p:nvSpPr>
            <p:spPr>
              <a:xfrm rot="5400000">
                <a:off x="526085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83387C6A-3682-4925-AA78-9834B11AD66B}"/>
                  </a:ext>
                </a:extLst>
              </p:cNvPr>
              <p:cNvSpPr/>
              <p:nvPr/>
            </p:nvSpPr>
            <p:spPr>
              <a:xfrm rot="5400000">
                <a:off x="502209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9327D9A3-3D0F-408A-8104-27B432175C5C}"/>
                  </a:ext>
                </a:extLst>
              </p:cNvPr>
              <p:cNvSpPr/>
              <p:nvPr/>
            </p:nvSpPr>
            <p:spPr>
              <a:xfrm rot="5400000">
                <a:off x="4783334"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DB1CC3AE-BB16-4EFD-BB66-88E4EF0DA4B6}"/>
                  </a:ext>
                </a:extLst>
              </p:cNvPr>
              <p:cNvSpPr/>
              <p:nvPr/>
            </p:nvSpPr>
            <p:spPr>
              <a:xfrm rot="5400000">
                <a:off x="454647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83554BB8-B34D-459E-BE0B-B07E602DAB4A}"/>
                  </a:ext>
                </a:extLst>
              </p:cNvPr>
              <p:cNvSpPr/>
              <p:nvPr/>
            </p:nvSpPr>
            <p:spPr>
              <a:xfrm rot="5400000">
                <a:off x="4307717"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91305055-5EEE-4D70-A460-A939AB1D881D}"/>
                  </a:ext>
                </a:extLst>
              </p:cNvPr>
              <p:cNvSpPr/>
              <p:nvPr/>
            </p:nvSpPr>
            <p:spPr>
              <a:xfrm rot="5400000">
                <a:off x="407086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3" name="Rectangle 302">
                <a:extLst>
                  <a:ext uri="{FF2B5EF4-FFF2-40B4-BE49-F238E27FC236}">
                    <a16:creationId xmlns:a16="http://schemas.microsoft.com/office/drawing/2014/main" id="{B10A548A-6E01-49BD-A523-89AB95944B63}"/>
                  </a:ext>
                </a:extLst>
              </p:cNvPr>
              <p:cNvSpPr/>
              <p:nvPr/>
            </p:nvSpPr>
            <p:spPr>
              <a:xfrm rot="5400000">
                <a:off x="3832100" y="438403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4" name="Rectangle 303">
                <a:extLst>
                  <a:ext uri="{FF2B5EF4-FFF2-40B4-BE49-F238E27FC236}">
                    <a16:creationId xmlns:a16="http://schemas.microsoft.com/office/drawing/2014/main" id="{AE4671AB-3943-4EED-ADFC-3DE868D12885}"/>
                  </a:ext>
                </a:extLst>
              </p:cNvPr>
              <p:cNvSpPr/>
              <p:nvPr/>
            </p:nvSpPr>
            <p:spPr>
              <a:xfrm>
                <a:off x="3118360"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443946A4-2BBA-41F6-A431-B6C38C78D1A1}"/>
                  </a:ext>
                </a:extLst>
              </p:cNvPr>
              <p:cNvSpPr/>
              <p:nvPr/>
            </p:nvSpPr>
            <p:spPr>
              <a:xfrm>
                <a:off x="3118360"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1127DAD3-EE69-4778-830F-9ACC451EEAC3}"/>
                  </a:ext>
                </a:extLst>
              </p:cNvPr>
              <p:cNvSpPr/>
              <p:nvPr/>
            </p:nvSpPr>
            <p:spPr>
              <a:xfrm>
                <a:off x="3118360"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5B9CAD90-5CF0-47E6-B7B7-34D652953FD0}"/>
                  </a:ext>
                </a:extLst>
              </p:cNvPr>
              <p:cNvSpPr/>
              <p:nvPr/>
            </p:nvSpPr>
            <p:spPr>
              <a:xfrm>
                <a:off x="3118360"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4FDB6AA3-0353-4224-941C-372E3D72E6FD}"/>
                  </a:ext>
                </a:extLst>
              </p:cNvPr>
              <p:cNvSpPr/>
              <p:nvPr/>
            </p:nvSpPr>
            <p:spPr>
              <a:xfrm>
                <a:off x="3118360"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02A2BEC7-CEF9-4D1C-AD1E-A874152B48BB}"/>
                  </a:ext>
                </a:extLst>
              </p:cNvPr>
              <p:cNvSpPr/>
              <p:nvPr/>
            </p:nvSpPr>
            <p:spPr>
              <a:xfrm>
                <a:off x="3118360"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15FF517E-872E-40DE-BCDB-28169D45DA9F}"/>
                  </a:ext>
                </a:extLst>
              </p:cNvPr>
              <p:cNvSpPr/>
              <p:nvPr/>
            </p:nvSpPr>
            <p:spPr>
              <a:xfrm>
                <a:off x="3118360"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87BB23A5-80C6-4FAF-84EC-B71C499FCED2}"/>
                  </a:ext>
                </a:extLst>
              </p:cNvPr>
              <p:cNvSpPr/>
              <p:nvPr/>
            </p:nvSpPr>
            <p:spPr>
              <a:xfrm>
                <a:off x="3118360"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29196A44-698B-4758-83FB-90C603173A4C}"/>
                  </a:ext>
                </a:extLst>
              </p:cNvPr>
              <p:cNvSpPr/>
              <p:nvPr/>
            </p:nvSpPr>
            <p:spPr>
              <a:xfrm>
                <a:off x="3118360"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7818E5B7-5FA4-4B27-98B0-41676E09B689}"/>
                  </a:ext>
                </a:extLst>
              </p:cNvPr>
              <p:cNvSpPr/>
              <p:nvPr/>
            </p:nvSpPr>
            <p:spPr>
              <a:xfrm>
                <a:off x="3118360"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4" name="Rectangle 313">
                <a:extLst>
                  <a:ext uri="{FF2B5EF4-FFF2-40B4-BE49-F238E27FC236}">
                    <a16:creationId xmlns:a16="http://schemas.microsoft.com/office/drawing/2014/main" id="{BE886E3E-65A5-4035-8618-D2B5B7F007B9}"/>
                  </a:ext>
                </a:extLst>
              </p:cNvPr>
              <p:cNvSpPr/>
              <p:nvPr/>
            </p:nvSpPr>
            <p:spPr>
              <a:xfrm>
                <a:off x="3118360"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5" name="Rectangle 314">
                <a:extLst>
                  <a:ext uri="{FF2B5EF4-FFF2-40B4-BE49-F238E27FC236}">
                    <a16:creationId xmlns:a16="http://schemas.microsoft.com/office/drawing/2014/main" id="{1A85C86D-EAAB-47B6-8C17-53497244583F}"/>
                  </a:ext>
                </a:extLst>
              </p:cNvPr>
              <p:cNvSpPr/>
              <p:nvPr/>
            </p:nvSpPr>
            <p:spPr>
              <a:xfrm>
                <a:off x="2880616"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9D202A50-8C8A-4AF5-A90F-64A031C946DA}"/>
                  </a:ext>
                </a:extLst>
              </p:cNvPr>
              <p:cNvSpPr/>
              <p:nvPr/>
            </p:nvSpPr>
            <p:spPr>
              <a:xfrm>
                <a:off x="2642872" y="17607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51AFF127-1C3D-4B5C-8360-D7F26E1327EB}"/>
                  </a:ext>
                </a:extLst>
              </p:cNvPr>
              <p:cNvSpPr/>
              <p:nvPr/>
            </p:nvSpPr>
            <p:spPr>
              <a:xfrm>
                <a:off x="3118360" y="462076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8" name="Rectangle 317">
                <a:extLst>
                  <a:ext uri="{FF2B5EF4-FFF2-40B4-BE49-F238E27FC236}">
                    <a16:creationId xmlns:a16="http://schemas.microsoft.com/office/drawing/2014/main" id="{D117CB0D-A926-435F-8218-CE51B41703EA}"/>
                  </a:ext>
                </a:extLst>
              </p:cNvPr>
              <p:cNvSpPr/>
              <p:nvPr/>
            </p:nvSpPr>
            <p:spPr>
              <a:xfrm>
                <a:off x="3118360"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9" name="Rectangle 318">
                <a:extLst>
                  <a:ext uri="{FF2B5EF4-FFF2-40B4-BE49-F238E27FC236}">
                    <a16:creationId xmlns:a16="http://schemas.microsoft.com/office/drawing/2014/main" id="{11873C69-2999-4043-9E40-B2694B1BA07F}"/>
                  </a:ext>
                </a:extLst>
              </p:cNvPr>
              <p:cNvSpPr/>
              <p:nvPr/>
            </p:nvSpPr>
            <p:spPr>
              <a:xfrm>
                <a:off x="2641727" y="22388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797726E0-48C1-410E-82F3-B74C74FA9E25}"/>
                  </a:ext>
                </a:extLst>
              </p:cNvPr>
              <p:cNvSpPr/>
              <p:nvPr/>
            </p:nvSpPr>
            <p:spPr>
              <a:xfrm>
                <a:off x="2641727" y="20001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4C900B9A-9AE4-413E-A977-3352255696DD}"/>
                  </a:ext>
                </a:extLst>
              </p:cNvPr>
              <p:cNvSpPr/>
              <p:nvPr/>
            </p:nvSpPr>
            <p:spPr>
              <a:xfrm>
                <a:off x="2641727" y="247763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57428AB0-99E2-4F52-80C1-1D83EAA856FA}"/>
                  </a:ext>
                </a:extLst>
              </p:cNvPr>
              <p:cNvSpPr/>
              <p:nvPr/>
            </p:nvSpPr>
            <p:spPr>
              <a:xfrm>
                <a:off x="2641727" y="271639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E9C1DC18-C65E-49AA-BA7F-610E0533916C}"/>
                  </a:ext>
                </a:extLst>
              </p:cNvPr>
              <p:cNvSpPr/>
              <p:nvPr/>
            </p:nvSpPr>
            <p:spPr>
              <a:xfrm>
                <a:off x="2641727" y="295515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5AE3105E-088F-4921-B17F-4EE3F854ACE8}"/>
                  </a:ext>
                </a:extLst>
              </p:cNvPr>
              <p:cNvSpPr/>
              <p:nvPr/>
            </p:nvSpPr>
            <p:spPr>
              <a:xfrm>
                <a:off x="2641727" y="319391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E9F6B28B-6208-420B-B464-8E8787B88E48}"/>
                  </a:ext>
                </a:extLst>
              </p:cNvPr>
              <p:cNvSpPr/>
              <p:nvPr/>
            </p:nvSpPr>
            <p:spPr>
              <a:xfrm>
                <a:off x="2641727" y="34326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2AD22AC6-294C-41BC-B02E-1452551BF52E}"/>
                  </a:ext>
                </a:extLst>
              </p:cNvPr>
              <p:cNvSpPr/>
              <p:nvPr/>
            </p:nvSpPr>
            <p:spPr>
              <a:xfrm>
                <a:off x="2641727" y="366952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A68267B8-B0E1-45B7-B77D-0FCA7C33F222}"/>
                  </a:ext>
                </a:extLst>
              </p:cNvPr>
              <p:cNvSpPr/>
              <p:nvPr/>
            </p:nvSpPr>
            <p:spPr>
              <a:xfrm>
                <a:off x="2641727" y="390828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86E924B2-EF89-4A86-95B8-53973B2C07BF}"/>
                  </a:ext>
                </a:extLst>
              </p:cNvPr>
              <p:cNvSpPr/>
              <p:nvPr/>
            </p:nvSpPr>
            <p:spPr>
              <a:xfrm>
                <a:off x="2641727" y="414514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9" name="Rectangle 328">
                <a:extLst>
                  <a:ext uri="{FF2B5EF4-FFF2-40B4-BE49-F238E27FC236}">
                    <a16:creationId xmlns:a16="http://schemas.microsoft.com/office/drawing/2014/main" id="{FC4D2E11-0CA2-42A4-89CD-F5DA1345D2F0}"/>
                  </a:ext>
                </a:extLst>
              </p:cNvPr>
              <p:cNvSpPr/>
              <p:nvPr/>
            </p:nvSpPr>
            <p:spPr>
              <a:xfrm>
                <a:off x="2641727" y="438390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0" name="Rectangle 329">
                <a:extLst>
                  <a:ext uri="{FF2B5EF4-FFF2-40B4-BE49-F238E27FC236}">
                    <a16:creationId xmlns:a16="http://schemas.microsoft.com/office/drawing/2014/main" id="{A6D0E2F9-659E-47BF-AAA2-919AC55E8EE9}"/>
                  </a:ext>
                </a:extLst>
              </p:cNvPr>
              <p:cNvSpPr/>
              <p:nvPr/>
            </p:nvSpPr>
            <p:spPr>
              <a:xfrm>
                <a:off x="2879471"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1" name="Rectangle 330">
                <a:extLst>
                  <a:ext uri="{FF2B5EF4-FFF2-40B4-BE49-F238E27FC236}">
                    <a16:creationId xmlns:a16="http://schemas.microsoft.com/office/drawing/2014/main" id="{3872B617-BD21-4808-8B66-5EFED94B6221}"/>
                  </a:ext>
                </a:extLst>
              </p:cNvPr>
              <p:cNvSpPr/>
              <p:nvPr/>
            </p:nvSpPr>
            <p:spPr>
              <a:xfrm>
                <a:off x="2641155" y="485952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2" name="Rectangle 331">
                <a:extLst>
                  <a:ext uri="{FF2B5EF4-FFF2-40B4-BE49-F238E27FC236}">
                    <a16:creationId xmlns:a16="http://schemas.microsoft.com/office/drawing/2014/main" id="{CB8C5E45-0718-4ECC-9CB0-F0AA9D088AF3}"/>
                  </a:ext>
                </a:extLst>
              </p:cNvPr>
              <p:cNvSpPr/>
              <p:nvPr/>
            </p:nvSpPr>
            <p:spPr>
              <a:xfrm>
                <a:off x="3355596" y="48591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3" name="Rectangle 332">
                <a:extLst>
                  <a:ext uri="{FF2B5EF4-FFF2-40B4-BE49-F238E27FC236}">
                    <a16:creationId xmlns:a16="http://schemas.microsoft.com/office/drawing/2014/main" id="{74B0CEE6-03B7-4718-9225-40E5CA759106}"/>
                  </a:ext>
                </a:extLst>
              </p:cNvPr>
              <p:cNvSpPr/>
              <p:nvPr/>
            </p:nvSpPr>
            <p:spPr>
              <a:xfrm rot="5400000">
                <a:off x="57388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E0CDE670-8252-4525-925B-8C4EBAFF489E}"/>
                  </a:ext>
                </a:extLst>
              </p:cNvPr>
              <p:cNvSpPr/>
              <p:nvPr/>
            </p:nvSpPr>
            <p:spPr>
              <a:xfrm rot="5400000">
                <a:off x="59776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B9B66212-F2CD-4D47-9DC2-CE5A268CC908}"/>
                  </a:ext>
                </a:extLst>
              </p:cNvPr>
              <p:cNvSpPr/>
              <p:nvPr/>
            </p:nvSpPr>
            <p:spPr>
              <a:xfrm rot="5400000">
                <a:off x="62164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C6282B36-F23B-4DCA-BABF-A1B30CDE1458}"/>
                  </a:ext>
                </a:extLst>
              </p:cNvPr>
              <p:cNvSpPr/>
              <p:nvPr/>
            </p:nvSpPr>
            <p:spPr>
              <a:xfrm rot="5400000">
                <a:off x="550012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CACC229E-9A6D-4E47-95BA-53761A8F23F5}"/>
                  </a:ext>
                </a:extLst>
              </p:cNvPr>
              <p:cNvSpPr/>
              <p:nvPr/>
            </p:nvSpPr>
            <p:spPr>
              <a:xfrm rot="5400000">
                <a:off x="526136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D42204C1-4580-4C81-AB08-EBBF8F92FD59}"/>
                  </a:ext>
                </a:extLst>
              </p:cNvPr>
              <p:cNvSpPr/>
              <p:nvPr/>
            </p:nvSpPr>
            <p:spPr>
              <a:xfrm rot="5400000">
                <a:off x="502260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D80FDFC8-C4DD-4225-9895-A7C36340F29A}"/>
                  </a:ext>
                </a:extLst>
              </p:cNvPr>
              <p:cNvSpPr/>
              <p:nvPr/>
            </p:nvSpPr>
            <p:spPr>
              <a:xfrm rot="5400000">
                <a:off x="478384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ACAE54AB-665E-427E-BAFD-3B7C66EA84F5}"/>
                  </a:ext>
                </a:extLst>
              </p:cNvPr>
              <p:cNvSpPr/>
              <p:nvPr/>
            </p:nvSpPr>
            <p:spPr>
              <a:xfrm rot="5400000">
                <a:off x="4545082"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735EC2DF-C042-4EFC-B21F-03347FE1E64B}"/>
                  </a:ext>
                </a:extLst>
              </p:cNvPr>
              <p:cNvSpPr/>
              <p:nvPr/>
            </p:nvSpPr>
            <p:spPr>
              <a:xfrm rot="5400000">
                <a:off x="430822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C5DE84C2-3A09-41E9-A326-9EF829CD6DDC}"/>
                  </a:ext>
                </a:extLst>
              </p:cNvPr>
              <p:cNvSpPr/>
              <p:nvPr/>
            </p:nvSpPr>
            <p:spPr>
              <a:xfrm rot="5400000">
                <a:off x="4069465"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2DCCCF6E-F4D4-40EC-BEB9-C552F7562DB8}"/>
                  </a:ext>
                </a:extLst>
              </p:cNvPr>
              <p:cNvSpPr/>
              <p:nvPr/>
            </p:nvSpPr>
            <p:spPr>
              <a:xfrm rot="5400000">
                <a:off x="383260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4" name="Rectangle 343">
                <a:extLst>
                  <a:ext uri="{FF2B5EF4-FFF2-40B4-BE49-F238E27FC236}">
                    <a16:creationId xmlns:a16="http://schemas.microsoft.com/office/drawing/2014/main" id="{9470065F-9C35-429A-AF46-9EE6935B7242}"/>
                  </a:ext>
                </a:extLst>
              </p:cNvPr>
              <p:cNvSpPr/>
              <p:nvPr/>
            </p:nvSpPr>
            <p:spPr>
              <a:xfrm rot="5400000">
                <a:off x="3593848"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5" name="Rectangle 344">
                <a:extLst>
                  <a:ext uri="{FF2B5EF4-FFF2-40B4-BE49-F238E27FC236}">
                    <a16:creationId xmlns:a16="http://schemas.microsoft.com/office/drawing/2014/main" id="{44D3D8B0-0046-4BF1-AB6D-5D1E2EEE9B9D}"/>
                  </a:ext>
                </a:extLst>
              </p:cNvPr>
              <p:cNvSpPr/>
              <p:nvPr/>
            </p:nvSpPr>
            <p:spPr>
              <a:xfrm rot="5400000">
                <a:off x="6454654" y="485927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6315E993-9CC3-477A-AF72-FD7C73CF58A4}"/>
                  </a:ext>
                </a:extLst>
              </p:cNvPr>
              <p:cNvSpPr/>
              <p:nvPr/>
            </p:nvSpPr>
            <p:spPr>
              <a:xfrm rot="5400000">
                <a:off x="59757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CCD7E927-62F1-43D6-B544-ADBB836521C0}"/>
                  </a:ext>
                </a:extLst>
              </p:cNvPr>
              <p:cNvSpPr/>
              <p:nvPr/>
            </p:nvSpPr>
            <p:spPr>
              <a:xfrm rot="5400000">
                <a:off x="64532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58904922-F3CC-4139-A12D-FEC3F80CF10C}"/>
                  </a:ext>
                </a:extLst>
              </p:cNvPr>
              <p:cNvSpPr/>
              <p:nvPr/>
            </p:nvSpPr>
            <p:spPr>
              <a:xfrm rot="5400000">
                <a:off x="573697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6FEC2C48-1B5A-41B4-9E94-D42E83F28ACD}"/>
                  </a:ext>
                </a:extLst>
              </p:cNvPr>
              <p:cNvSpPr/>
              <p:nvPr/>
            </p:nvSpPr>
            <p:spPr>
              <a:xfrm rot="5400000">
                <a:off x="549821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85AF2B4-05BF-41D0-AFF1-0D7634BCE50C}"/>
                  </a:ext>
                </a:extLst>
              </p:cNvPr>
              <p:cNvSpPr/>
              <p:nvPr/>
            </p:nvSpPr>
            <p:spPr>
              <a:xfrm rot="5400000">
                <a:off x="525945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7B98A016-958B-40DD-A262-911590EEB6F0}"/>
                  </a:ext>
                </a:extLst>
              </p:cNvPr>
              <p:cNvSpPr/>
              <p:nvPr/>
            </p:nvSpPr>
            <p:spPr>
              <a:xfrm rot="5400000">
                <a:off x="502069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BA4B73A9-17DA-4C1A-B9C4-1B18842EC101}"/>
                  </a:ext>
                </a:extLst>
              </p:cNvPr>
              <p:cNvSpPr/>
              <p:nvPr/>
            </p:nvSpPr>
            <p:spPr>
              <a:xfrm rot="5400000">
                <a:off x="4781939"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FD8E9AC5-7826-4B80-B89E-B9F1EA7C8903}"/>
                  </a:ext>
                </a:extLst>
              </p:cNvPr>
              <p:cNvSpPr/>
              <p:nvPr/>
            </p:nvSpPr>
            <p:spPr>
              <a:xfrm rot="5400000">
                <a:off x="454508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4D430593-6D49-4392-8DFA-F2ED376A877C}"/>
                  </a:ext>
                </a:extLst>
              </p:cNvPr>
              <p:cNvSpPr/>
              <p:nvPr/>
            </p:nvSpPr>
            <p:spPr>
              <a:xfrm rot="5400000">
                <a:off x="4306322"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530F6A38-5F30-44D6-AD93-CB4C95CC6648}"/>
                  </a:ext>
                </a:extLst>
              </p:cNvPr>
              <p:cNvSpPr/>
              <p:nvPr/>
            </p:nvSpPr>
            <p:spPr>
              <a:xfrm rot="5400000">
                <a:off x="406946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6" name="Rectangle 355">
                <a:extLst>
                  <a:ext uri="{FF2B5EF4-FFF2-40B4-BE49-F238E27FC236}">
                    <a16:creationId xmlns:a16="http://schemas.microsoft.com/office/drawing/2014/main" id="{953D46D2-E829-4214-90FD-9C86E2DB61D7}"/>
                  </a:ext>
                </a:extLst>
              </p:cNvPr>
              <p:cNvSpPr/>
              <p:nvPr/>
            </p:nvSpPr>
            <p:spPr>
              <a:xfrm rot="5400000">
                <a:off x="3830705" y="390868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7" name="Rectangle 356">
                <a:extLst>
                  <a:ext uri="{FF2B5EF4-FFF2-40B4-BE49-F238E27FC236}">
                    <a16:creationId xmlns:a16="http://schemas.microsoft.com/office/drawing/2014/main" id="{24B0476C-D487-4459-8100-08067A750140}"/>
                  </a:ext>
                </a:extLst>
              </p:cNvPr>
              <p:cNvSpPr/>
              <p:nvPr/>
            </p:nvSpPr>
            <p:spPr>
              <a:xfrm rot="5400000">
                <a:off x="6453259" y="367182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3B6FF23D-A530-440C-8C30-51C53EC0FE9E}"/>
                  </a:ext>
                </a:extLst>
              </p:cNvPr>
              <p:cNvSpPr/>
              <p:nvPr/>
            </p:nvSpPr>
            <p:spPr>
              <a:xfrm rot="5400000">
                <a:off x="6453259" y="343248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65433E1A-19B0-4B7D-9070-C5D21ACD3509}"/>
                  </a:ext>
                </a:extLst>
              </p:cNvPr>
              <p:cNvSpPr/>
              <p:nvPr/>
            </p:nvSpPr>
            <p:spPr>
              <a:xfrm>
                <a:off x="6452751" y="223810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6ABE10D1-3B2E-48DE-B677-894250DF11B5}"/>
                  </a:ext>
                </a:extLst>
              </p:cNvPr>
              <p:cNvSpPr/>
              <p:nvPr/>
            </p:nvSpPr>
            <p:spPr>
              <a:xfrm>
                <a:off x="6452751" y="19993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D651E84C-60BC-4BA7-982C-6B91957CAF8D}"/>
                  </a:ext>
                </a:extLst>
              </p:cNvPr>
              <p:cNvSpPr/>
              <p:nvPr/>
            </p:nvSpPr>
            <p:spPr>
              <a:xfrm>
                <a:off x="6452751" y="175994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AEACD13C-DC7F-4B7C-B64B-4FD755791F1D}"/>
                  </a:ext>
                </a:extLst>
              </p:cNvPr>
              <p:cNvSpPr/>
              <p:nvPr/>
            </p:nvSpPr>
            <p:spPr>
              <a:xfrm>
                <a:off x="6452751" y="247686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8C9F6C45-ADCC-440D-A31D-E09E290A8C07}"/>
                  </a:ext>
                </a:extLst>
              </p:cNvPr>
              <p:cNvSpPr/>
              <p:nvPr/>
            </p:nvSpPr>
            <p:spPr>
              <a:xfrm>
                <a:off x="6452751" y="271562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61C73242-5F45-4725-8B17-85C6216C5CD6}"/>
                  </a:ext>
                </a:extLst>
              </p:cNvPr>
              <p:cNvSpPr/>
              <p:nvPr/>
            </p:nvSpPr>
            <p:spPr>
              <a:xfrm>
                <a:off x="6452751" y="295438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E6C22521-5AD8-41E5-B3B7-40556C1D5131}"/>
                  </a:ext>
                </a:extLst>
              </p:cNvPr>
              <p:cNvSpPr/>
              <p:nvPr/>
            </p:nvSpPr>
            <p:spPr>
              <a:xfrm>
                <a:off x="6452751" y="319314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80D938A7-80ED-4E06-A788-898E94D84572}"/>
                  </a:ext>
                </a:extLst>
              </p:cNvPr>
              <p:cNvSpPr/>
              <p:nvPr/>
            </p:nvSpPr>
            <p:spPr>
              <a:xfrm>
                <a:off x="6690495" y="175971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7" name="Rectangle 366">
                <a:extLst>
                  <a:ext uri="{FF2B5EF4-FFF2-40B4-BE49-F238E27FC236}">
                    <a16:creationId xmlns:a16="http://schemas.microsoft.com/office/drawing/2014/main" id="{833018D4-B2C1-484C-B3FC-769E164AE422}"/>
                  </a:ext>
                </a:extLst>
              </p:cNvPr>
              <p:cNvSpPr/>
              <p:nvPr/>
            </p:nvSpPr>
            <p:spPr>
              <a:xfrm rot="5400000">
                <a:off x="90737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B3814C76-4A5F-4AF8-BB63-F6288F71423E}"/>
                  </a:ext>
                </a:extLst>
              </p:cNvPr>
              <p:cNvSpPr/>
              <p:nvPr/>
            </p:nvSpPr>
            <p:spPr>
              <a:xfrm rot="5400000">
                <a:off x="93125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98286D94-D286-4E6C-97B1-E51CDA8E71C1}"/>
                  </a:ext>
                </a:extLst>
              </p:cNvPr>
              <p:cNvSpPr/>
              <p:nvPr/>
            </p:nvSpPr>
            <p:spPr>
              <a:xfrm rot="5400000">
                <a:off x="883502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3674CBA3-D7A2-4B6F-AC79-42D68256F5C9}"/>
                  </a:ext>
                </a:extLst>
              </p:cNvPr>
              <p:cNvSpPr/>
              <p:nvPr/>
            </p:nvSpPr>
            <p:spPr>
              <a:xfrm rot="5400000">
                <a:off x="859626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86EFD7D6-2B5B-47BA-B3C1-5526E01A0DAD}"/>
                  </a:ext>
                </a:extLst>
              </p:cNvPr>
              <p:cNvSpPr/>
              <p:nvPr/>
            </p:nvSpPr>
            <p:spPr>
              <a:xfrm rot="5400000">
                <a:off x="835750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EAFCF8FF-2FBA-46F3-B8D8-DEE725CDD105}"/>
                  </a:ext>
                </a:extLst>
              </p:cNvPr>
              <p:cNvSpPr/>
              <p:nvPr/>
            </p:nvSpPr>
            <p:spPr>
              <a:xfrm rot="5400000">
                <a:off x="811874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2DAA19FC-7F7B-44E3-BACD-AFA9950F2968}"/>
                  </a:ext>
                </a:extLst>
              </p:cNvPr>
              <p:cNvSpPr/>
              <p:nvPr/>
            </p:nvSpPr>
            <p:spPr>
              <a:xfrm rot="5400000">
                <a:off x="7879981"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F4EA8BD4-6D3D-47BD-AD46-37CE90C48F60}"/>
                  </a:ext>
                </a:extLst>
              </p:cNvPr>
              <p:cNvSpPr/>
              <p:nvPr/>
            </p:nvSpPr>
            <p:spPr>
              <a:xfrm rot="5400000">
                <a:off x="764312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41ED5C2F-E1B1-47B2-8525-CFC7195C4C35}"/>
                  </a:ext>
                </a:extLst>
              </p:cNvPr>
              <p:cNvSpPr/>
              <p:nvPr/>
            </p:nvSpPr>
            <p:spPr>
              <a:xfrm rot="5400000">
                <a:off x="7404364"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48284F51-8162-4B0D-87B6-CD20116AF510}"/>
                  </a:ext>
                </a:extLst>
              </p:cNvPr>
              <p:cNvSpPr/>
              <p:nvPr/>
            </p:nvSpPr>
            <p:spPr>
              <a:xfrm rot="5400000">
                <a:off x="716750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Rectangle 376">
                <a:extLst>
                  <a:ext uri="{FF2B5EF4-FFF2-40B4-BE49-F238E27FC236}">
                    <a16:creationId xmlns:a16="http://schemas.microsoft.com/office/drawing/2014/main" id="{11D451F1-8856-43ED-9F96-3EB53C766CE2}"/>
                  </a:ext>
                </a:extLst>
              </p:cNvPr>
              <p:cNvSpPr/>
              <p:nvPr/>
            </p:nvSpPr>
            <p:spPr>
              <a:xfrm rot="5400000">
                <a:off x="6928747" y="17598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8" name="Rectangle 377">
                <a:extLst>
                  <a:ext uri="{FF2B5EF4-FFF2-40B4-BE49-F238E27FC236}">
                    <a16:creationId xmlns:a16="http://schemas.microsoft.com/office/drawing/2014/main" id="{CBC5327B-99CF-4B7B-95BC-511ADC5E55CB}"/>
                  </a:ext>
                </a:extLst>
              </p:cNvPr>
              <p:cNvSpPr/>
              <p:nvPr/>
            </p:nvSpPr>
            <p:spPr>
              <a:xfrm>
                <a:off x="9313100" y="19980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199552D0-FB57-49D4-8177-B6E0E4939995}"/>
                  </a:ext>
                </a:extLst>
              </p:cNvPr>
              <p:cNvSpPr/>
              <p:nvPr/>
            </p:nvSpPr>
            <p:spPr>
              <a:xfrm>
                <a:off x="9313100" y="223685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66D0E136-12B1-4E40-AACB-9B7FF1E4C3F6}"/>
                  </a:ext>
                </a:extLst>
              </p:cNvPr>
              <p:cNvSpPr/>
              <p:nvPr/>
            </p:nvSpPr>
            <p:spPr>
              <a:xfrm>
                <a:off x="9313100" y="247561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7D5D7480-EB2F-4AAB-9350-B61769E72CD3}"/>
                  </a:ext>
                </a:extLst>
              </p:cNvPr>
              <p:cNvSpPr/>
              <p:nvPr/>
            </p:nvSpPr>
            <p:spPr>
              <a:xfrm>
                <a:off x="9313100" y="271437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420881BA-F657-4068-B00B-1CFA5C43229C}"/>
                  </a:ext>
                </a:extLst>
              </p:cNvPr>
              <p:cNvSpPr/>
              <p:nvPr/>
            </p:nvSpPr>
            <p:spPr>
              <a:xfrm>
                <a:off x="9313100" y="295313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4F89A489-16CE-4A9B-8598-223B1DFCF2A9}"/>
                  </a:ext>
                </a:extLst>
              </p:cNvPr>
              <p:cNvSpPr/>
              <p:nvPr/>
            </p:nvSpPr>
            <p:spPr>
              <a:xfrm>
                <a:off x="9313100" y="319189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CDD9431C-A1E9-4D37-998C-A8B8F65C4094}"/>
                  </a:ext>
                </a:extLst>
              </p:cNvPr>
              <p:cNvSpPr/>
              <p:nvPr/>
            </p:nvSpPr>
            <p:spPr>
              <a:xfrm>
                <a:off x="9313100" y="342875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B9BAF39B-FAD2-43FF-84BC-8D44749509E3}"/>
                  </a:ext>
                </a:extLst>
              </p:cNvPr>
              <p:cNvSpPr/>
              <p:nvPr/>
            </p:nvSpPr>
            <p:spPr>
              <a:xfrm>
                <a:off x="9313100" y="3667516"/>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87EF51CD-C380-42E2-A863-16E58EB8A7A1}"/>
                  </a:ext>
                </a:extLst>
              </p:cNvPr>
              <p:cNvSpPr/>
              <p:nvPr/>
            </p:nvSpPr>
            <p:spPr>
              <a:xfrm>
                <a:off x="9313100" y="39043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7" name="Rectangle 386">
                <a:extLst>
                  <a:ext uri="{FF2B5EF4-FFF2-40B4-BE49-F238E27FC236}">
                    <a16:creationId xmlns:a16="http://schemas.microsoft.com/office/drawing/2014/main" id="{6E07071E-441C-42CB-AEB1-DE027A10913B}"/>
                  </a:ext>
                </a:extLst>
              </p:cNvPr>
              <p:cNvSpPr/>
              <p:nvPr/>
            </p:nvSpPr>
            <p:spPr>
              <a:xfrm>
                <a:off x="9313100" y="414313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8" name="Rectangle 387">
                <a:extLst>
                  <a:ext uri="{FF2B5EF4-FFF2-40B4-BE49-F238E27FC236}">
                    <a16:creationId xmlns:a16="http://schemas.microsoft.com/office/drawing/2014/main" id="{46565B1F-3AD2-42F3-BC99-164771CEFF74}"/>
                  </a:ext>
                </a:extLst>
              </p:cNvPr>
              <p:cNvSpPr/>
              <p:nvPr/>
            </p:nvSpPr>
            <p:spPr>
              <a:xfrm>
                <a:off x="9313100" y="437999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9" name="Rectangle 388">
                <a:extLst>
                  <a:ext uri="{FF2B5EF4-FFF2-40B4-BE49-F238E27FC236}">
                    <a16:creationId xmlns:a16="http://schemas.microsoft.com/office/drawing/2014/main" id="{3FC1716C-86FE-41C9-A347-9017ED1F0B5A}"/>
                  </a:ext>
                </a:extLst>
              </p:cNvPr>
              <p:cNvSpPr/>
              <p:nvPr/>
            </p:nvSpPr>
            <p:spPr>
              <a:xfrm>
                <a:off x="9313100" y="461875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0" name="Rectangle 389">
                <a:extLst>
                  <a:ext uri="{FF2B5EF4-FFF2-40B4-BE49-F238E27FC236}">
                    <a16:creationId xmlns:a16="http://schemas.microsoft.com/office/drawing/2014/main" id="{C39EB220-E6E1-41CE-B613-BF386E7D5447}"/>
                  </a:ext>
                </a:extLst>
              </p:cNvPr>
              <p:cNvSpPr/>
              <p:nvPr/>
            </p:nvSpPr>
            <p:spPr>
              <a:xfrm rot="5400000">
                <a:off x="90737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6BBE6256-6AA5-45FA-B4DD-19E5B1087622}"/>
                  </a:ext>
                </a:extLst>
              </p:cNvPr>
              <p:cNvSpPr/>
              <p:nvPr/>
            </p:nvSpPr>
            <p:spPr>
              <a:xfrm rot="5400000">
                <a:off x="93125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98D5E464-637E-42D6-A023-045BBBD254C9}"/>
                  </a:ext>
                </a:extLst>
              </p:cNvPr>
              <p:cNvSpPr/>
              <p:nvPr/>
            </p:nvSpPr>
            <p:spPr>
              <a:xfrm rot="5400000">
                <a:off x="883502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13A0458E-3BB7-4764-A96C-FCCB1D72C9C7}"/>
                  </a:ext>
                </a:extLst>
              </p:cNvPr>
              <p:cNvSpPr/>
              <p:nvPr/>
            </p:nvSpPr>
            <p:spPr>
              <a:xfrm rot="5400000">
                <a:off x="859626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8135AE7B-6FCC-470F-BB37-798DFF0A19C3}"/>
                  </a:ext>
                </a:extLst>
              </p:cNvPr>
              <p:cNvSpPr/>
              <p:nvPr/>
            </p:nvSpPr>
            <p:spPr>
              <a:xfrm rot="5400000">
                <a:off x="835750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9D10B127-FEBD-4CF9-AFBC-E232F3D334DA}"/>
                  </a:ext>
                </a:extLst>
              </p:cNvPr>
              <p:cNvSpPr/>
              <p:nvPr/>
            </p:nvSpPr>
            <p:spPr>
              <a:xfrm rot="5400000">
                <a:off x="811874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C919D24D-726B-48D9-8210-61A7FEA9FCFA}"/>
                  </a:ext>
                </a:extLst>
              </p:cNvPr>
              <p:cNvSpPr/>
              <p:nvPr/>
            </p:nvSpPr>
            <p:spPr>
              <a:xfrm rot="5400000">
                <a:off x="7879981"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81CC7F05-4D6B-42BD-B8CF-2D8C9052B70F}"/>
                  </a:ext>
                </a:extLst>
              </p:cNvPr>
              <p:cNvSpPr/>
              <p:nvPr/>
            </p:nvSpPr>
            <p:spPr>
              <a:xfrm rot="5400000">
                <a:off x="764312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B59D0208-844D-461D-805E-66FA26196C96}"/>
                  </a:ext>
                </a:extLst>
              </p:cNvPr>
              <p:cNvSpPr/>
              <p:nvPr/>
            </p:nvSpPr>
            <p:spPr>
              <a:xfrm rot="5400000">
                <a:off x="7404364"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F940187C-59EA-4F25-ABF8-CDC96152951F}"/>
                  </a:ext>
                </a:extLst>
              </p:cNvPr>
              <p:cNvSpPr/>
              <p:nvPr/>
            </p:nvSpPr>
            <p:spPr>
              <a:xfrm rot="5400000">
                <a:off x="716750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0" name="Rectangle 399">
                <a:extLst>
                  <a:ext uri="{FF2B5EF4-FFF2-40B4-BE49-F238E27FC236}">
                    <a16:creationId xmlns:a16="http://schemas.microsoft.com/office/drawing/2014/main" id="{070AC116-E276-4589-81CE-AFC8EDDA0734}"/>
                  </a:ext>
                </a:extLst>
              </p:cNvPr>
              <p:cNvSpPr/>
              <p:nvPr/>
            </p:nvSpPr>
            <p:spPr>
              <a:xfrm rot="5400000">
                <a:off x="6928747" y="485611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1" name="Rectangle 400">
                <a:extLst>
                  <a:ext uri="{FF2B5EF4-FFF2-40B4-BE49-F238E27FC236}">
                    <a16:creationId xmlns:a16="http://schemas.microsoft.com/office/drawing/2014/main" id="{5173D41D-6762-4D2B-82E8-C8BCD3B2668B}"/>
                  </a:ext>
                </a:extLst>
              </p:cNvPr>
              <p:cNvSpPr/>
              <p:nvPr/>
            </p:nvSpPr>
            <p:spPr>
              <a:xfrm rot="5400000">
                <a:off x="90734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66E01F25-59D7-4646-9DA1-5B35CE98AF02}"/>
                  </a:ext>
                </a:extLst>
              </p:cNvPr>
              <p:cNvSpPr/>
              <p:nvPr/>
            </p:nvSpPr>
            <p:spPr>
              <a:xfrm rot="5400000">
                <a:off x="883469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25A22EA1-9BD3-42D0-91F3-AE16D34977AB}"/>
                  </a:ext>
                </a:extLst>
              </p:cNvPr>
              <p:cNvSpPr/>
              <p:nvPr/>
            </p:nvSpPr>
            <p:spPr>
              <a:xfrm rot="5400000">
                <a:off x="859593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E9C111BC-619C-4F70-9D31-6E2CFF1A835C}"/>
                  </a:ext>
                </a:extLst>
              </p:cNvPr>
              <p:cNvSpPr/>
              <p:nvPr/>
            </p:nvSpPr>
            <p:spPr>
              <a:xfrm rot="5400000">
                <a:off x="835717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823654CD-1162-4DF3-B556-FB2100B03DF4}"/>
                  </a:ext>
                </a:extLst>
              </p:cNvPr>
              <p:cNvSpPr/>
              <p:nvPr/>
            </p:nvSpPr>
            <p:spPr>
              <a:xfrm rot="5400000">
                <a:off x="811841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9EDB98E8-AEE7-4EEE-B3DC-C0F8080B5FD2}"/>
                  </a:ext>
                </a:extLst>
              </p:cNvPr>
              <p:cNvSpPr/>
              <p:nvPr/>
            </p:nvSpPr>
            <p:spPr>
              <a:xfrm rot="5400000">
                <a:off x="7879652"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D520B7D1-0556-433B-B03B-DBA7B133C3E3}"/>
                  </a:ext>
                </a:extLst>
              </p:cNvPr>
              <p:cNvSpPr/>
              <p:nvPr/>
            </p:nvSpPr>
            <p:spPr>
              <a:xfrm rot="5400000">
                <a:off x="764279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9A95EAAD-FE0A-4279-87A7-5D7490B80D15}"/>
                  </a:ext>
                </a:extLst>
              </p:cNvPr>
              <p:cNvSpPr/>
              <p:nvPr/>
            </p:nvSpPr>
            <p:spPr>
              <a:xfrm rot="5400000">
                <a:off x="7404035"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FA866EF0-9C26-49A3-8FD2-12F618F5871E}"/>
                  </a:ext>
                </a:extLst>
              </p:cNvPr>
              <p:cNvSpPr/>
              <p:nvPr/>
            </p:nvSpPr>
            <p:spPr>
              <a:xfrm rot="5400000">
                <a:off x="716717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 name="Rectangle 409">
                <a:extLst>
                  <a:ext uri="{FF2B5EF4-FFF2-40B4-BE49-F238E27FC236}">
                    <a16:creationId xmlns:a16="http://schemas.microsoft.com/office/drawing/2014/main" id="{B3A0565A-58F6-4882-AE03-3620CD56FE44}"/>
                  </a:ext>
                </a:extLst>
              </p:cNvPr>
              <p:cNvSpPr/>
              <p:nvPr/>
            </p:nvSpPr>
            <p:spPr>
              <a:xfrm rot="5400000">
                <a:off x="6928418" y="461735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7" name="Rectangle 246">
              <a:extLst>
                <a:ext uri="{FF2B5EF4-FFF2-40B4-BE49-F238E27FC236}">
                  <a16:creationId xmlns:a16="http://schemas.microsoft.com/office/drawing/2014/main" id="{06B882CC-59EB-4A8A-BEE7-9212BC12954F}"/>
                </a:ext>
              </a:extLst>
            </p:cNvPr>
            <p:cNvSpPr/>
            <p:nvPr/>
          </p:nvSpPr>
          <p:spPr>
            <a:xfrm rot="5400000">
              <a:off x="6215894" y="390957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0" name="TextBox 419">
            <a:extLst>
              <a:ext uri="{FF2B5EF4-FFF2-40B4-BE49-F238E27FC236}">
                <a16:creationId xmlns:a16="http://schemas.microsoft.com/office/drawing/2014/main" id="{9F863398-2E23-48BA-8503-E2620D3CBC2F}"/>
              </a:ext>
            </a:extLst>
          </p:cNvPr>
          <p:cNvSpPr txBox="1"/>
          <p:nvPr/>
        </p:nvSpPr>
        <p:spPr>
          <a:xfrm>
            <a:off x="360488" y="5191312"/>
            <a:ext cx="1959383"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Add Tile:</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421" name="Oval 420">
            <a:extLst>
              <a:ext uri="{FF2B5EF4-FFF2-40B4-BE49-F238E27FC236}">
                <a16:creationId xmlns:a16="http://schemas.microsoft.com/office/drawing/2014/main" id="{B6FA4CD3-5EAF-498F-8FCE-82F37B54DDA8}"/>
              </a:ext>
            </a:extLst>
          </p:cNvPr>
          <p:cNvSpPr/>
          <p:nvPr/>
        </p:nvSpPr>
        <p:spPr>
          <a:xfrm>
            <a:off x="1781360" y="584106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2" name="Oval 421">
            <a:extLst>
              <a:ext uri="{FF2B5EF4-FFF2-40B4-BE49-F238E27FC236}">
                <a16:creationId xmlns:a16="http://schemas.microsoft.com/office/drawing/2014/main" id="{BFA41351-36FA-48C7-8A2B-4C4C8CD072EF}"/>
              </a:ext>
            </a:extLst>
          </p:cNvPr>
          <p:cNvSpPr/>
          <p:nvPr/>
        </p:nvSpPr>
        <p:spPr>
          <a:xfrm>
            <a:off x="1124889"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3" name="Oval 422">
            <a:extLst>
              <a:ext uri="{FF2B5EF4-FFF2-40B4-BE49-F238E27FC236}">
                <a16:creationId xmlns:a16="http://schemas.microsoft.com/office/drawing/2014/main" id="{30214852-6180-464C-BAFE-18E14CA67492}"/>
              </a:ext>
            </a:extLst>
          </p:cNvPr>
          <p:cNvSpPr/>
          <p:nvPr/>
        </p:nvSpPr>
        <p:spPr>
          <a:xfrm>
            <a:off x="465690" y="583853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4" name="Graphic 423">
            <a:extLst>
              <a:ext uri="{FF2B5EF4-FFF2-40B4-BE49-F238E27FC236}">
                <a16:creationId xmlns:a16="http://schemas.microsoft.com/office/drawing/2014/main" id="{C7FC535E-2B75-4CBF-B93E-C990C1866F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547" y="5808854"/>
            <a:ext cx="640080" cy="640080"/>
          </a:xfrm>
          <a:prstGeom prst="rect">
            <a:avLst/>
          </a:prstGeom>
        </p:spPr>
      </p:pic>
      <p:pic>
        <p:nvPicPr>
          <p:cNvPr id="425" name="Graphic 424">
            <a:extLst>
              <a:ext uri="{FF2B5EF4-FFF2-40B4-BE49-F238E27FC236}">
                <a16:creationId xmlns:a16="http://schemas.microsoft.com/office/drawing/2014/main" id="{8D66DDB0-F66D-437B-8F3B-56F789F603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7382" y="5808854"/>
            <a:ext cx="640080" cy="640080"/>
          </a:xfrm>
          <a:prstGeom prst="rect">
            <a:avLst/>
          </a:prstGeom>
        </p:spPr>
      </p:pic>
      <p:pic>
        <p:nvPicPr>
          <p:cNvPr id="426" name="Graphic 425">
            <a:extLst>
              <a:ext uri="{FF2B5EF4-FFF2-40B4-BE49-F238E27FC236}">
                <a16:creationId xmlns:a16="http://schemas.microsoft.com/office/drawing/2014/main" id="{1213A876-E003-47B4-A0CB-4CDF89C129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55217" y="5808854"/>
            <a:ext cx="640080" cy="640080"/>
          </a:xfrm>
          <a:prstGeom prst="rect">
            <a:avLst/>
          </a:prstGeom>
        </p:spPr>
      </p:pic>
      <p:sp>
        <p:nvSpPr>
          <p:cNvPr id="427" name="Oval 426">
            <a:extLst>
              <a:ext uri="{FF2B5EF4-FFF2-40B4-BE49-F238E27FC236}">
                <a16:creationId xmlns:a16="http://schemas.microsoft.com/office/drawing/2014/main" id="{9C116FD9-187B-4D0C-87B6-85FCCBEC243F}"/>
              </a:ext>
            </a:extLst>
          </p:cNvPr>
          <p:cNvSpPr/>
          <p:nvPr/>
        </p:nvSpPr>
        <p:spPr>
          <a:xfrm>
            <a:off x="2448947"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28" name="Graphic 427">
            <a:extLst>
              <a:ext uri="{FF2B5EF4-FFF2-40B4-BE49-F238E27FC236}">
                <a16:creationId xmlns:a16="http://schemas.microsoft.com/office/drawing/2014/main" id="{EBD3FFB4-9A49-4530-97C0-402A376F8F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2421440" y="5808854"/>
            <a:ext cx="640080" cy="640080"/>
          </a:xfrm>
          <a:prstGeom prst="rect">
            <a:avLst/>
          </a:prstGeom>
        </p:spPr>
      </p:pic>
      <p:sp>
        <p:nvSpPr>
          <p:cNvPr id="429" name="TextBox 428">
            <a:extLst>
              <a:ext uri="{FF2B5EF4-FFF2-40B4-BE49-F238E27FC236}">
                <a16:creationId xmlns:a16="http://schemas.microsoft.com/office/drawing/2014/main" id="{43501382-081D-4985-B332-1F7B3EFE062E}"/>
              </a:ext>
            </a:extLst>
          </p:cNvPr>
          <p:cNvSpPr txBox="1"/>
          <p:nvPr/>
        </p:nvSpPr>
        <p:spPr>
          <a:xfrm>
            <a:off x="4074483" y="5228116"/>
            <a:ext cx="273716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Remove Tile:</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430" name="TextBox 429">
            <a:extLst>
              <a:ext uri="{FF2B5EF4-FFF2-40B4-BE49-F238E27FC236}">
                <a16:creationId xmlns:a16="http://schemas.microsoft.com/office/drawing/2014/main" id="{022AA99A-5715-4C80-9A4D-03722B0DDCAA}"/>
              </a:ext>
            </a:extLst>
          </p:cNvPr>
          <p:cNvSpPr txBox="1"/>
          <p:nvPr/>
        </p:nvSpPr>
        <p:spPr>
          <a:xfrm>
            <a:off x="8566255" y="5228116"/>
            <a:ext cx="2084866"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Add Row:</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431" name="Oval 430">
            <a:extLst>
              <a:ext uri="{FF2B5EF4-FFF2-40B4-BE49-F238E27FC236}">
                <a16:creationId xmlns:a16="http://schemas.microsoft.com/office/drawing/2014/main" id="{7814AED9-CB84-4E40-94F5-3EC738DF47CC}"/>
              </a:ext>
            </a:extLst>
          </p:cNvPr>
          <p:cNvSpPr/>
          <p:nvPr/>
        </p:nvSpPr>
        <p:spPr>
          <a:xfrm flipH="1">
            <a:off x="8647911"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2" name="Graphic 431">
            <a:extLst>
              <a:ext uri="{FF2B5EF4-FFF2-40B4-BE49-F238E27FC236}">
                <a16:creationId xmlns:a16="http://schemas.microsoft.com/office/drawing/2014/main" id="{D75EB694-B14D-4789-BE9C-2385304E64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8621768" y="5808853"/>
            <a:ext cx="640080" cy="640080"/>
          </a:xfrm>
          <a:prstGeom prst="rect">
            <a:avLst/>
          </a:prstGeom>
        </p:spPr>
      </p:pic>
      <p:sp>
        <p:nvSpPr>
          <p:cNvPr id="433" name="Oval 432">
            <a:extLst>
              <a:ext uri="{FF2B5EF4-FFF2-40B4-BE49-F238E27FC236}">
                <a16:creationId xmlns:a16="http://schemas.microsoft.com/office/drawing/2014/main" id="{4278BAD3-692C-4F91-AE29-EC0338AB108E}"/>
              </a:ext>
            </a:extLst>
          </p:cNvPr>
          <p:cNvSpPr/>
          <p:nvPr/>
        </p:nvSpPr>
        <p:spPr>
          <a:xfrm>
            <a:off x="9315498" y="583853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34" name="Graphic 433">
            <a:extLst>
              <a:ext uri="{FF2B5EF4-FFF2-40B4-BE49-F238E27FC236}">
                <a16:creationId xmlns:a16="http://schemas.microsoft.com/office/drawing/2014/main" id="{E81E4FF7-92BC-404E-AA2D-5AA384F2E8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87991" y="5808853"/>
            <a:ext cx="640080" cy="640080"/>
          </a:xfrm>
          <a:prstGeom prst="rect">
            <a:avLst/>
          </a:prstGeom>
        </p:spPr>
      </p:pic>
      <p:sp>
        <p:nvSpPr>
          <p:cNvPr id="435" name="Oval 434">
            <a:extLst>
              <a:ext uri="{FF2B5EF4-FFF2-40B4-BE49-F238E27FC236}">
                <a16:creationId xmlns:a16="http://schemas.microsoft.com/office/drawing/2014/main" id="{8039865E-ED0C-4E0E-8A4F-0CBE786A5EA0}"/>
              </a:ext>
            </a:extLst>
          </p:cNvPr>
          <p:cNvSpPr/>
          <p:nvPr/>
        </p:nvSpPr>
        <p:spPr>
          <a:xfrm>
            <a:off x="10636353" y="583853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6" name="Oval 435">
            <a:extLst>
              <a:ext uri="{FF2B5EF4-FFF2-40B4-BE49-F238E27FC236}">
                <a16:creationId xmlns:a16="http://schemas.microsoft.com/office/drawing/2014/main" id="{20CE5F4E-5128-476E-8286-15D33B58049A}"/>
              </a:ext>
            </a:extLst>
          </p:cNvPr>
          <p:cNvSpPr/>
          <p:nvPr/>
        </p:nvSpPr>
        <p:spPr>
          <a:xfrm>
            <a:off x="9977154" y="5838538"/>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7" name="Graphic 436">
            <a:extLst>
              <a:ext uri="{FF2B5EF4-FFF2-40B4-BE49-F238E27FC236}">
                <a16:creationId xmlns:a16="http://schemas.microsoft.com/office/drawing/2014/main" id="{764B1045-C99E-4F2C-A919-557D92F970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51011" y="5808853"/>
            <a:ext cx="640080" cy="640080"/>
          </a:xfrm>
          <a:prstGeom prst="rect">
            <a:avLst/>
          </a:prstGeom>
        </p:spPr>
      </p:pic>
      <p:pic>
        <p:nvPicPr>
          <p:cNvPr id="438" name="Graphic 437">
            <a:extLst>
              <a:ext uri="{FF2B5EF4-FFF2-40B4-BE49-F238E27FC236}">
                <a16:creationId xmlns:a16="http://schemas.microsoft.com/office/drawing/2014/main" id="{5B438A8B-B1D7-489A-87C3-A0985261B6A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10608846" y="5808853"/>
            <a:ext cx="640080" cy="640080"/>
          </a:xfrm>
          <a:prstGeom prst="rect">
            <a:avLst/>
          </a:prstGeom>
        </p:spPr>
      </p:pic>
      <p:sp>
        <p:nvSpPr>
          <p:cNvPr id="212" name="TextBox 211">
            <a:extLst>
              <a:ext uri="{FF2B5EF4-FFF2-40B4-BE49-F238E27FC236}">
                <a16:creationId xmlns:a16="http://schemas.microsoft.com/office/drawing/2014/main" id="{87293C98-FF1F-4006-9AB8-7D4DB7C81106}"/>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Pattern Construction</a:t>
            </a:r>
          </a:p>
        </p:txBody>
      </p:sp>
      <p:sp>
        <p:nvSpPr>
          <p:cNvPr id="213" name="Rectangle 212">
            <a:extLst>
              <a:ext uri="{FF2B5EF4-FFF2-40B4-BE49-F238E27FC236}">
                <a16:creationId xmlns:a16="http://schemas.microsoft.com/office/drawing/2014/main" id="{75069AB6-A120-44E0-BE11-44448005B0BB}"/>
              </a:ext>
            </a:extLst>
          </p:cNvPr>
          <p:cNvSpPr/>
          <p:nvPr/>
        </p:nvSpPr>
        <p:spPr>
          <a:xfrm>
            <a:off x="3125114" y="200117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oup 213">
            <a:extLst>
              <a:ext uri="{FF2B5EF4-FFF2-40B4-BE49-F238E27FC236}">
                <a16:creationId xmlns:a16="http://schemas.microsoft.com/office/drawing/2014/main" id="{4B9BBB0E-BDD0-4927-8C46-EFEE24B6A4D3}"/>
              </a:ext>
            </a:extLst>
          </p:cNvPr>
          <p:cNvGrpSpPr/>
          <p:nvPr/>
        </p:nvGrpSpPr>
        <p:grpSpPr>
          <a:xfrm>
            <a:off x="2884141" y="2241270"/>
            <a:ext cx="237744" cy="2383794"/>
            <a:chOff x="2879580" y="2477000"/>
            <a:chExt cx="237744" cy="2383794"/>
          </a:xfrm>
        </p:grpSpPr>
        <p:sp>
          <p:nvSpPr>
            <p:cNvPr id="215" name="Rectangle 214">
              <a:extLst>
                <a:ext uri="{FF2B5EF4-FFF2-40B4-BE49-F238E27FC236}">
                  <a16:creationId xmlns:a16="http://schemas.microsoft.com/office/drawing/2014/main" id="{E1FE9802-00D7-480B-85C5-AA1D3A602F97}"/>
                </a:ext>
              </a:extLst>
            </p:cNvPr>
            <p:cNvSpPr/>
            <p:nvPr/>
          </p:nvSpPr>
          <p:spPr>
            <a:xfrm>
              <a:off x="2879580" y="247700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D6032A3E-45F5-4E81-8DC5-0D0C93B6B70D}"/>
                </a:ext>
              </a:extLst>
            </p:cNvPr>
            <p:cNvSpPr/>
            <p:nvPr/>
          </p:nvSpPr>
          <p:spPr>
            <a:xfrm>
              <a:off x="2879580" y="2715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EC8B20D3-4DB9-4451-B0AF-43ECB7440F7D}"/>
                </a:ext>
              </a:extLst>
            </p:cNvPr>
            <p:cNvSpPr/>
            <p:nvPr/>
          </p:nvSpPr>
          <p:spPr>
            <a:xfrm>
              <a:off x="2879580" y="295452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7ED10F99-A100-463E-8555-53D539170D33}"/>
                </a:ext>
              </a:extLst>
            </p:cNvPr>
            <p:cNvSpPr/>
            <p:nvPr/>
          </p:nvSpPr>
          <p:spPr>
            <a:xfrm>
              <a:off x="2879580" y="319328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11908BF0-8FE7-4830-BF0F-46734FC9CFBE}"/>
                </a:ext>
              </a:extLst>
            </p:cNvPr>
            <p:cNvSpPr/>
            <p:nvPr/>
          </p:nvSpPr>
          <p:spPr>
            <a:xfrm>
              <a:off x="2879580" y="3432040"/>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D0867F47-FC49-499E-B444-563302F4F47C}"/>
                </a:ext>
              </a:extLst>
            </p:cNvPr>
            <p:cNvSpPr/>
            <p:nvPr/>
          </p:nvSpPr>
          <p:spPr>
            <a:xfrm>
              <a:off x="2879580" y="36708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941E4C75-4B0F-4070-87D9-52AE2A0C8D42}"/>
                </a:ext>
              </a:extLst>
            </p:cNvPr>
            <p:cNvSpPr/>
            <p:nvPr/>
          </p:nvSpPr>
          <p:spPr>
            <a:xfrm>
              <a:off x="2879580" y="390765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5CDF3A27-6A60-4930-B639-83BC989D7146}"/>
                </a:ext>
              </a:extLst>
            </p:cNvPr>
            <p:cNvSpPr/>
            <p:nvPr/>
          </p:nvSpPr>
          <p:spPr>
            <a:xfrm>
              <a:off x="2879580" y="414641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076F4586-EA47-47C1-A454-EB2B82C91988}"/>
                </a:ext>
              </a:extLst>
            </p:cNvPr>
            <p:cNvSpPr/>
            <p:nvPr/>
          </p:nvSpPr>
          <p:spPr>
            <a:xfrm>
              <a:off x="2879580" y="4383274"/>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2" name="Rectangle 411">
              <a:extLst>
                <a:ext uri="{FF2B5EF4-FFF2-40B4-BE49-F238E27FC236}">
                  <a16:creationId xmlns:a16="http://schemas.microsoft.com/office/drawing/2014/main" id="{E8FCB5E0-4C2C-4A80-8FED-8154C9994144}"/>
                </a:ext>
              </a:extLst>
            </p:cNvPr>
            <p:cNvSpPr/>
            <p:nvPr/>
          </p:nvSpPr>
          <p:spPr>
            <a:xfrm>
              <a:off x="2879580" y="46220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062D032F-62F8-4AC0-9A23-F4FF1B0761D6}"/>
              </a:ext>
            </a:extLst>
          </p:cNvPr>
          <p:cNvGrpSpPr/>
          <p:nvPr/>
        </p:nvGrpSpPr>
        <p:grpSpPr>
          <a:xfrm>
            <a:off x="3355571" y="2237536"/>
            <a:ext cx="239647" cy="2618116"/>
            <a:chOff x="3355571" y="2237536"/>
            <a:chExt cx="239647" cy="2618116"/>
          </a:xfrm>
        </p:grpSpPr>
        <p:sp>
          <p:nvSpPr>
            <p:cNvPr id="414" name="Rectangle 413">
              <a:extLst>
                <a:ext uri="{FF2B5EF4-FFF2-40B4-BE49-F238E27FC236}">
                  <a16:creationId xmlns:a16="http://schemas.microsoft.com/office/drawing/2014/main" id="{DE081CCA-22A6-47C7-9223-2C4F7DB856B2}"/>
                </a:ext>
              </a:extLst>
            </p:cNvPr>
            <p:cNvSpPr/>
            <p:nvPr/>
          </p:nvSpPr>
          <p:spPr>
            <a:xfrm>
              <a:off x="3355571" y="2237536"/>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5" name="Group 414">
              <a:extLst>
                <a:ext uri="{FF2B5EF4-FFF2-40B4-BE49-F238E27FC236}">
                  <a16:creationId xmlns:a16="http://schemas.microsoft.com/office/drawing/2014/main" id="{77CCA332-76CE-4ED5-B022-8E7F2F57C2D6}"/>
                </a:ext>
              </a:extLst>
            </p:cNvPr>
            <p:cNvGrpSpPr/>
            <p:nvPr/>
          </p:nvGrpSpPr>
          <p:grpSpPr>
            <a:xfrm>
              <a:off x="3356155" y="2473761"/>
              <a:ext cx="239063" cy="2381891"/>
              <a:chOff x="3355571" y="2234953"/>
              <a:chExt cx="239063" cy="2381891"/>
            </a:xfrm>
          </p:grpSpPr>
          <p:sp>
            <p:nvSpPr>
              <p:cNvPr id="416" name="Rectangle 415">
                <a:extLst>
                  <a:ext uri="{FF2B5EF4-FFF2-40B4-BE49-F238E27FC236}">
                    <a16:creationId xmlns:a16="http://schemas.microsoft.com/office/drawing/2014/main" id="{8220B932-26A3-4470-AB91-CA28E39BB6DD}"/>
                  </a:ext>
                </a:extLst>
              </p:cNvPr>
              <p:cNvSpPr/>
              <p:nvPr/>
            </p:nvSpPr>
            <p:spPr>
              <a:xfrm>
                <a:off x="3356890" y="2469269"/>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7BD86753-F238-4EAE-89FB-FBE26E6D3B96}"/>
                  </a:ext>
                </a:extLst>
              </p:cNvPr>
              <p:cNvSpPr/>
              <p:nvPr/>
            </p:nvSpPr>
            <p:spPr>
              <a:xfrm>
                <a:off x="3355745" y="294742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BE4C306E-651F-4685-8FED-17C516208CD3}"/>
                  </a:ext>
                </a:extLst>
              </p:cNvPr>
              <p:cNvSpPr/>
              <p:nvPr/>
            </p:nvSpPr>
            <p:spPr>
              <a:xfrm>
                <a:off x="3355745" y="270866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41FFC6F7-265A-452F-9515-4D19E47FC7B2}"/>
                  </a:ext>
                </a:extLst>
              </p:cNvPr>
              <p:cNvSpPr/>
              <p:nvPr/>
            </p:nvSpPr>
            <p:spPr>
              <a:xfrm>
                <a:off x="3355745" y="318618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D333B60D-7447-4005-826D-7641AC605C76}"/>
                  </a:ext>
                </a:extLst>
              </p:cNvPr>
              <p:cNvSpPr/>
              <p:nvPr/>
            </p:nvSpPr>
            <p:spPr>
              <a:xfrm>
                <a:off x="3355745" y="342494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7E78327F-2661-435A-952D-E6750ABEB0CE}"/>
                  </a:ext>
                </a:extLst>
              </p:cNvPr>
              <p:cNvSpPr/>
              <p:nvPr/>
            </p:nvSpPr>
            <p:spPr>
              <a:xfrm>
                <a:off x="3355745" y="366370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71684B92-8BC6-4C1F-978C-078242EE14F6}"/>
                  </a:ext>
                </a:extLst>
              </p:cNvPr>
              <p:cNvSpPr/>
              <p:nvPr/>
            </p:nvSpPr>
            <p:spPr>
              <a:xfrm>
                <a:off x="3355745" y="3902467"/>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AC4D8161-A0C1-4A67-828A-5CF88E9AB9CA}"/>
                  </a:ext>
                </a:extLst>
              </p:cNvPr>
              <p:cNvSpPr/>
              <p:nvPr/>
            </p:nvSpPr>
            <p:spPr>
              <a:xfrm>
                <a:off x="3355745" y="414122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9777C031-1362-40FA-B7E6-0797E0CAA4E7}"/>
                  </a:ext>
                </a:extLst>
              </p:cNvPr>
              <p:cNvSpPr/>
              <p:nvPr/>
            </p:nvSpPr>
            <p:spPr>
              <a:xfrm>
                <a:off x="3355745" y="4378084"/>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B34C9F0D-80EC-4371-938B-28A0D9D744ED}"/>
                  </a:ext>
                </a:extLst>
              </p:cNvPr>
              <p:cNvSpPr/>
              <p:nvPr/>
            </p:nvSpPr>
            <p:spPr>
              <a:xfrm>
                <a:off x="3355571" y="223495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45" name="Rectangle 444">
            <a:extLst>
              <a:ext uri="{FF2B5EF4-FFF2-40B4-BE49-F238E27FC236}">
                <a16:creationId xmlns:a16="http://schemas.microsoft.com/office/drawing/2014/main" id="{5EA9BC7F-D42D-4DDB-A582-20EB3755676C}"/>
              </a:ext>
            </a:extLst>
          </p:cNvPr>
          <p:cNvSpPr/>
          <p:nvPr/>
        </p:nvSpPr>
        <p:spPr>
          <a:xfrm>
            <a:off x="2884141" y="4619213"/>
            <a:ext cx="237744" cy="238760"/>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6" name="Rectangle 445">
            <a:extLst>
              <a:ext uri="{FF2B5EF4-FFF2-40B4-BE49-F238E27FC236}">
                <a16:creationId xmlns:a16="http://schemas.microsoft.com/office/drawing/2014/main" id="{A80B0E88-D2F9-49BA-844E-D6E226E5FE77}"/>
              </a:ext>
            </a:extLst>
          </p:cNvPr>
          <p:cNvSpPr/>
          <p:nvPr/>
        </p:nvSpPr>
        <p:spPr>
          <a:xfrm>
            <a:off x="8359838" y="438211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C18F3A0F-D5A2-4285-9676-1F04CF6A53FC}"/>
              </a:ext>
            </a:extLst>
          </p:cNvPr>
          <p:cNvSpPr/>
          <p:nvPr/>
        </p:nvSpPr>
        <p:spPr>
          <a:xfrm>
            <a:off x="8597173" y="437998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623D817B-D20B-4B0C-B7B1-C001B7B9ED4E}"/>
              </a:ext>
            </a:extLst>
          </p:cNvPr>
          <p:cNvSpPr/>
          <p:nvPr/>
        </p:nvSpPr>
        <p:spPr>
          <a:xfrm>
            <a:off x="8121522" y="437998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954346D5-C70E-4E66-9498-1BBC63FE7195}"/>
              </a:ext>
            </a:extLst>
          </p:cNvPr>
          <p:cNvSpPr/>
          <p:nvPr/>
        </p:nvSpPr>
        <p:spPr>
          <a:xfrm>
            <a:off x="7881922" y="437859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5AF370F7-9627-4903-8745-FD739F496326}"/>
              </a:ext>
            </a:extLst>
          </p:cNvPr>
          <p:cNvSpPr/>
          <p:nvPr/>
        </p:nvSpPr>
        <p:spPr>
          <a:xfrm>
            <a:off x="7644177" y="437859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398A9F72-F0FD-4F92-B2B5-B934F1E242A4}"/>
              </a:ext>
            </a:extLst>
          </p:cNvPr>
          <p:cNvSpPr/>
          <p:nvPr/>
        </p:nvSpPr>
        <p:spPr>
          <a:xfrm>
            <a:off x="7407287" y="43785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58DA508A-8A7B-47CF-9486-CF7F6012EEC7}"/>
              </a:ext>
            </a:extLst>
          </p:cNvPr>
          <p:cNvSpPr/>
          <p:nvPr/>
        </p:nvSpPr>
        <p:spPr>
          <a:xfrm>
            <a:off x="7169536" y="437859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C2579C19-E6F8-4001-B0E1-3E1DB3E36563}"/>
              </a:ext>
            </a:extLst>
          </p:cNvPr>
          <p:cNvSpPr/>
          <p:nvPr/>
        </p:nvSpPr>
        <p:spPr>
          <a:xfrm>
            <a:off x="6930097" y="437859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28065A92-A395-4670-B379-8F08398942C8}"/>
              </a:ext>
            </a:extLst>
          </p:cNvPr>
          <p:cNvSpPr/>
          <p:nvPr/>
        </p:nvSpPr>
        <p:spPr>
          <a:xfrm>
            <a:off x="6691318" y="437973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309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
                                  </p:stCondLst>
                                  <p:childTnLst>
                                    <p:set>
                                      <p:cBhvr>
                                        <p:cTn id="6" dur="1" fill="hold">
                                          <p:stCondLst>
                                            <p:cond delay="0"/>
                                          </p:stCondLst>
                                        </p:cTn>
                                        <p:tgtEl>
                                          <p:spTgt spid="446"/>
                                        </p:tgtEl>
                                        <p:attrNameLst>
                                          <p:attrName>style.visibility</p:attrName>
                                        </p:attrNameLst>
                                      </p:cBhvr>
                                      <p:to>
                                        <p:strVal val="visible"/>
                                      </p:to>
                                    </p:set>
                                  </p:childTnLst>
                                </p:cTn>
                              </p:par>
                            </p:childTnLst>
                          </p:cTn>
                        </p:par>
                        <p:par>
                          <p:cTn id="7" fill="hold">
                            <p:stCondLst>
                              <p:cond delay="100"/>
                            </p:stCondLst>
                            <p:childTnLst>
                              <p:par>
                                <p:cTn id="8" presetID="1" presetClass="entr" presetSubtype="0" fill="hold" grpId="0" nodeType="afterEffect">
                                  <p:stCondLst>
                                    <p:cond delay="100"/>
                                  </p:stCondLst>
                                  <p:childTnLst>
                                    <p:set>
                                      <p:cBhvr>
                                        <p:cTn id="9" dur="1" fill="hold">
                                          <p:stCondLst>
                                            <p:cond delay="0"/>
                                          </p:stCondLst>
                                        </p:cTn>
                                        <p:tgtEl>
                                          <p:spTgt spid="447"/>
                                        </p:tgtEl>
                                        <p:attrNameLst>
                                          <p:attrName>style.visibility</p:attrName>
                                        </p:attrNameLst>
                                      </p:cBhvr>
                                      <p:to>
                                        <p:strVal val="visible"/>
                                      </p:to>
                                    </p:set>
                                  </p:childTnLst>
                                </p:cTn>
                              </p:par>
                            </p:childTnLst>
                          </p:cTn>
                        </p:par>
                        <p:par>
                          <p:cTn id="10" fill="hold">
                            <p:stCondLst>
                              <p:cond delay="200"/>
                            </p:stCondLst>
                            <p:childTnLst>
                              <p:par>
                                <p:cTn id="11" presetID="1" presetClass="entr" presetSubtype="0" fill="hold" grpId="0" nodeType="afterEffect">
                                  <p:stCondLst>
                                    <p:cond delay="100"/>
                                  </p:stCondLst>
                                  <p:childTnLst>
                                    <p:set>
                                      <p:cBhvr>
                                        <p:cTn id="12" dur="1" fill="hold">
                                          <p:stCondLst>
                                            <p:cond delay="0"/>
                                          </p:stCondLst>
                                        </p:cTn>
                                        <p:tgtEl>
                                          <p:spTgt spid="448"/>
                                        </p:tgtEl>
                                        <p:attrNameLst>
                                          <p:attrName>style.visibility</p:attrName>
                                        </p:attrNameLst>
                                      </p:cBhvr>
                                      <p:to>
                                        <p:strVal val="visible"/>
                                      </p:to>
                                    </p:set>
                                  </p:childTnLst>
                                </p:cTn>
                              </p:par>
                            </p:childTnLst>
                          </p:cTn>
                        </p:par>
                        <p:par>
                          <p:cTn id="13" fill="hold">
                            <p:stCondLst>
                              <p:cond delay="300"/>
                            </p:stCondLst>
                            <p:childTnLst>
                              <p:par>
                                <p:cTn id="14" presetID="1" presetClass="entr" presetSubtype="0" fill="hold" grpId="0" nodeType="afterEffect">
                                  <p:stCondLst>
                                    <p:cond delay="100"/>
                                  </p:stCondLst>
                                  <p:childTnLst>
                                    <p:set>
                                      <p:cBhvr>
                                        <p:cTn id="15" dur="1" fill="hold">
                                          <p:stCondLst>
                                            <p:cond delay="0"/>
                                          </p:stCondLst>
                                        </p:cTn>
                                        <p:tgtEl>
                                          <p:spTgt spid="449"/>
                                        </p:tgtEl>
                                        <p:attrNameLst>
                                          <p:attrName>style.visibility</p:attrName>
                                        </p:attrNameLst>
                                      </p:cBhvr>
                                      <p:to>
                                        <p:strVal val="visible"/>
                                      </p:to>
                                    </p:set>
                                  </p:childTnLst>
                                </p:cTn>
                              </p:par>
                            </p:childTnLst>
                          </p:cTn>
                        </p:par>
                        <p:par>
                          <p:cTn id="16" fill="hold">
                            <p:stCondLst>
                              <p:cond delay="400"/>
                            </p:stCondLst>
                            <p:childTnLst>
                              <p:par>
                                <p:cTn id="17" presetID="1" presetClass="entr" presetSubtype="0" fill="hold" grpId="0" nodeType="afterEffect">
                                  <p:stCondLst>
                                    <p:cond delay="100"/>
                                  </p:stCondLst>
                                  <p:childTnLst>
                                    <p:set>
                                      <p:cBhvr>
                                        <p:cTn id="18" dur="1" fill="hold">
                                          <p:stCondLst>
                                            <p:cond delay="0"/>
                                          </p:stCondLst>
                                        </p:cTn>
                                        <p:tgtEl>
                                          <p:spTgt spid="450"/>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grpId="0" nodeType="afterEffect">
                                  <p:stCondLst>
                                    <p:cond delay="100"/>
                                  </p:stCondLst>
                                  <p:childTnLst>
                                    <p:set>
                                      <p:cBhvr>
                                        <p:cTn id="21" dur="1" fill="hold">
                                          <p:stCondLst>
                                            <p:cond delay="0"/>
                                          </p:stCondLst>
                                        </p:cTn>
                                        <p:tgtEl>
                                          <p:spTgt spid="451"/>
                                        </p:tgtEl>
                                        <p:attrNameLst>
                                          <p:attrName>style.visibility</p:attrName>
                                        </p:attrNameLst>
                                      </p:cBhvr>
                                      <p:to>
                                        <p:strVal val="visible"/>
                                      </p:to>
                                    </p:set>
                                  </p:childTnLst>
                                </p:cTn>
                              </p:par>
                            </p:childTnLst>
                          </p:cTn>
                        </p:par>
                        <p:par>
                          <p:cTn id="22" fill="hold">
                            <p:stCondLst>
                              <p:cond delay="600"/>
                            </p:stCondLst>
                            <p:childTnLst>
                              <p:par>
                                <p:cTn id="23" presetID="1" presetClass="entr" presetSubtype="0" fill="hold" grpId="0" nodeType="afterEffect">
                                  <p:stCondLst>
                                    <p:cond delay="100"/>
                                  </p:stCondLst>
                                  <p:childTnLst>
                                    <p:set>
                                      <p:cBhvr>
                                        <p:cTn id="24" dur="1" fill="hold">
                                          <p:stCondLst>
                                            <p:cond delay="0"/>
                                          </p:stCondLst>
                                        </p:cTn>
                                        <p:tgtEl>
                                          <p:spTgt spid="452"/>
                                        </p:tgtEl>
                                        <p:attrNameLst>
                                          <p:attrName>style.visibility</p:attrName>
                                        </p:attrNameLst>
                                      </p:cBhvr>
                                      <p:to>
                                        <p:strVal val="visible"/>
                                      </p:to>
                                    </p:set>
                                  </p:childTnLst>
                                </p:cTn>
                              </p:par>
                            </p:childTnLst>
                          </p:cTn>
                        </p:par>
                        <p:par>
                          <p:cTn id="25" fill="hold">
                            <p:stCondLst>
                              <p:cond delay="700"/>
                            </p:stCondLst>
                            <p:childTnLst>
                              <p:par>
                                <p:cTn id="26" presetID="1" presetClass="entr" presetSubtype="0" fill="hold" grpId="0" nodeType="afterEffect">
                                  <p:stCondLst>
                                    <p:cond delay="100"/>
                                  </p:stCondLst>
                                  <p:childTnLst>
                                    <p:set>
                                      <p:cBhvr>
                                        <p:cTn id="27" dur="1" fill="hold">
                                          <p:stCondLst>
                                            <p:cond delay="0"/>
                                          </p:stCondLst>
                                        </p:cTn>
                                        <p:tgtEl>
                                          <p:spTgt spid="453"/>
                                        </p:tgtEl>
                                        <p:attrNameLst>
                                          <p:attrName>style.visibility</p:attrName>
                                        </p:attrNameLst>
                                      </p:cBhvr>
                                      <p:to>
                                        <p:strVal val="visible"/>
                                      </p:to>
                                    </p:set>
                                  </p:childTnLst>
                                </p:cTn>
                              </p:par>
                            </p:childTnLst>
                          </p:cTn>
                        </p:par>
                        <p:par>
                          <p:cTn id="28" fill="hold">
                            <p:stCondLst>
                              <p:cond delay="800"/>
                            </p:stCondLst>
                            <p:childTnLst>
                              <p:par>
                                <p:cTn id="29" presetID="1" presetClass="entr" presetSubtype="0" fill="hold" grpId="0" nodeType="afterEffect">
                                  <p:stCondLst>
                                    <p:cond delay="100"/>
                                  </p:stCondLst>
                                  <p:childTnLst>
                                    <p:set>
                                      <p:cBhvr>
                                        <p:cTn id="30" dur="1" fill="hold">
                                          <p:stCondLst>
                                            <p:cond delay="0"/>
                                          </p:stCondLst>
                                        </p:cTn>
                                        <p:tgtEl>
                                          <p:spTgt spid="4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mph" presetSubtype="2" fill="hold" nodeType="clickEffect">
                                  <p:stCondLst>
                                    <p:cond delay="0"/>
                                  </p:stCondLst>
                                  <p:childTnLst>
                                    <p:animClr clrSpc="rgb" dir="cw">
                                      <p:cBhvr>
                                        <p:cTn id="34" dur="300" fill="hold"/>
                                        <p:tgtEl>
                                          <p:spTgt spid="431"/>
                                        </p:tgtEl>
                                        <p:attrNameLst>
                                          <p:attrName>fillcolor</p:attrName>
                                        </p:attrNameLst>
                                      </p:cBhvr>
                                      <p:to>
                                        <a:srgbClr val="2DD741"/>
                                      </p:to>
                                    </p:animClr>
                                    <p:set>
                                      <p:cBhvr>
                                        <p:cTn id="35" dur="300" fill="hold"/>
                                        <p:tgtEl>
                                          <p:spTgt spid="431"/>
                                        </p:tgtEl>
                                        <p:attrNameLst>
                                          <p:attrName>fill.type</p:attrName>
                                        </p:attrNameLst>
                                      </p:cBhvr>
                                      <p:to>
                                        <p:strVal val="solid"/>
                                      </p:to>
                                    </p:set>
                                    <p:set>
                                      <p:cBhvr>
                                        <p:cTn id="36" dur="300" fill="hold"/>
                                        <p:tgtEl>
                                          <p:spTgt spid="431"/>
                                        </p:tgtEl>
                                        <p:attrNameLst>
                                          <p:attrName>fill.on</p:attrName>
                                        </p:attrNameLst>
                                      </p:cBhvr>
                                      <p:to>
                                        <p:strVal val="true"/>
                                      </p:to>
                                    </p:set>
                                  </p:childTnLst>
                                  <p:subTnLst>
                                    <p:set>
                                      <p:cBhvr override="childStyle">
                                        <p:cTn dur="1" fill="hold" display="0" masterRel="nextClick" afterEffect="1"/>
                                        <p:tgtEl>
                                          <p:spTgt spid="431"/>
                                        </p:tgtEl>
                                        <p:attrNameLst>
                                          <p:attrName>style.visibility</p:attrName>
                                        </p:attrNameLst>
                                      </p:cBhvr>
                                      <p:to>
                                        <p:strVal val="hidden"/>
                                      </p:to>
                                    </p:set>
                                  </p:subTnLst>
                                </p:cTn>
                              </p:par>
                              <p:par>
                                <p:cTn id="37" presetID="35" presetClass="path" presetSubtype="0" fill="hold" nodeType="withEffect">
                                  <p:stCondLst>
                                    <p:cond delay="0"/>
                                  </p:stCondLst>
                                  <p:childTnLst>
                                    <p:animMotion origin="layout" path="M -4.79167E-6 7.40741E-7 L -0.21497 0.00069 " pathEditMode="relative" rAng="0" ptsTypes="AA">
                                      <p:cBhvr>
                                        <p:cTn id="38" dur="1100" fill="hold"/>
                                        <p:tgtEl>
                                          <p:spTgt spid="242"/>
                                        </p:tgtEl>
                                        <p:attrNameLst>
                                          <p:attrName>ppt_x</p:attrName>
                                          <p:attrName>ppt_y</p:attrName>
                                        </p:attrNameLst>
                                      </p:cBhvr>
                                      <p:rCtr x="-10755" y="23"/>
                                    </p:animMotion>
                                  </p:childTnLst>
                                </p:cTn>
                              </p:par>
                              <p:par>
                                <p:cTn id="39" presetID="35" presetClass="path" presetSubtype="0" fill="hold" grpId="0" nodeType="withEffect">
                                  <p:stCondLst>
                                    <p:cond delay="0"/>
                                  </p:stCondLst>
                                  <p:childTnLst>
                                    <p:animMotion origin="layout" path="M 4.375E-6 7.40741E-7 L -0.01954 7.40741E-7 " pathEditMode="relative" rAng="0" ptsTypes="AA">
                                      <p:cBhvr>
                                        <p:cTn id="40" dur="100" fill="hold"/>
                                        <p:tgtEl>
                                          <p:spTgt spid="213"/>
                                        </p:tgtEl>
                                        <p:attrNameLst>
                                          <p:attrName>ppt_x</p:attrName>
                                          <p:attrName>ppt_y</p:attrName>
                                        </p:attrNameLst>
                                      </p:cBhvr>
                                      <p:rCtr x="-977" y="0"/>
                                    </p:animMotion>
                                  </p:childTnLst>
                                </p:cTn>
                              </p:par>
                            </p:childTnLst>
                          </p:cTn>
                        </p:par>
                      </p:childTnLst>
                    </p:cTn>
                  </p:par>
                  <p:par>
                    <p:cTn id="41" fill="hold">
                      <p:stCondLst>
                        <p:cond delay="indefinite"/>
                      </p:stCondLst>
                      <p:childTnLst>
                        <p:par>
                          <p:cTn id="42" fill="hold">
                            <p:stCondLst>
                              <p:cond delay="0"/>
                            </p:stCondLst>
                            <p:childTnLst>
                              <p:par>
                                <p:cTn id="43" presetID="1" presetClass="emph" presetSubtype="2" fill="hold" nodeType="clickEffect">
                                  <p:stCondLst>
                                    <p:cond delay="0"/>
                                  </p:stCondLst>
                                  <p:childTnLst>
                                    <p:animClr clrSpc="rgb" dir="cw">
                                      <p:cBhvr>
                                        <p:cTn id="44" dur="300" fill="hold"/>
                                        <p:tgtEl>
                                          <p:spTgt spid="433"/>
                                        </p:tgtEl>
                                        <p:attrNameLst>
                                          <p:attrName>fillcolor</p:attrName>
                                        </p:attrNameLst>
                                      </p:cBhvr>
                                      <p:to>
                                        <a:srgbClr val="2DD741"/>
                                      </p:to>
                                    </p:animClr>
                                    <p:set>
                                      <p:cBhvr>
                                        <p:cTn id="45" dur="300" fill="hold"/>
                                        <p:tgtEl>
                                          <p:spTgt spid="433"/>
                                        </p:tgtEl>
                                        <p:attrNameLst>
                                          <p:attrName>fill.type</p:attrName>
                                        </p:attrNameLst>
                                      </p:cBhvr>
                                      <p:to>
                                        <p:strVal val="solid"/>
                                      </p:to>
                                    </p:set>
                                    <p:set>
                                      <p:cBhvr>
                                        <p:cTn id="46" dur="300" fill="hold"/>
                                        <p:tgtEl>
                                          <p:spTgt spid="433"/>
                                        </p:tgtEl>
                                        <p:attrNameLst>
                                          <p:attrName>fill.on</p:attrName>
                                        </p:attrNameLst>
                                      </p:cBhvr>
                                      <p:to>
                                        <p:strVal val="true"/>
                                      </p:to>
                                    </p:set>
                                  </p:childTnLst>
                                  <p:subTnLst>
                                    <p:set>
                                      <p:cBhvr override="childStyle">
                                        <p:cTn dur="1" fill="hold" display="0" masterRel="nextClick" afterEffect="1"/>
                                        <p:tgtEl>
                                          <p:spTgt spid="433"/>
                                        </p:tgtEl>
                                        <p:attrNameLst>
                                          <p:attrName>style.visibility</p:attrName>
                                        </p:attrNameLst>
                                      </p:cBhvr>
                                      <p:to>
                                        <p:strVal val="hidden"/>
                                      </p:to>
                                    </p:set>
                                  </p:subTnLst>
                                </p:cTn>
                              </p:par>
                              <p:par>
                                <p:cTn id="47" presetID="64" presetClass="path" presetSubtype="0" fill="hold" grpId="1" nodeType="withEffect">
                                  <p:stCondLst>
                                    <p:cond delay="0"/>
                                  </p:stCondLst>
                                  <p:childTnLst>
                                    <p:animMotion origin="layout" path="M -2.70833E-6 1.11022E-16 L -0.00039 -0.34745 " pathEditMode="relative" rAng="0" ptsTypes="AA">
                                      <p:cBhvr>
                                        <p:cTn id="48" dur="1000" fill="hold"/>
                                        <p:tgtEl>
                                          <p:spTgt spid="446"/>
                                        </p:tgtEl>
                                        <p:attrNameLst>
                                          <p:attrName>ppt_x</p:attrName>
                                          <p:attrName>ppt_y</p:attrName>
                                        </p:attrNameLst>
                                      </p:cBhvr>
                                      <p:rCtr x="-26" y="-17384"/>
                                    </p:animMotion>
                                  </p:childTnLst>
                                </p:cTn>
                              </p:par>
                              <p:par>
                                <p:cTn id="49" presetID="64" presetClass="path" presetSubtype="0" fill="hold" grpId="1" nodeType="withEffect">
                                  <p:stCondLst>
                                    <p:cond delay="0"/>
                                  </p:stCondLst>
                                  <p:childTnLst>
                                    <p:animMotion origin="layout" path="M -3.75E-6 1.48148E-6 L 0.00013 -0.34699 " pathEditMode="relative" rAng="0" ptsTypes="AA">
                                      <p:cBhvr>
                                        <p:cTn id="50" dur="1000" fill="hold"/>
                                        <p:tgtEl>
                                          <p:spTgt spid="447"/>
                                        </p:tgtEl>
                                        <p:attrNameLst>
                                          <p:attrName>ppt_x</p:attrName>
                                          <p:attrName>ppt_y</p:attrName>
                                        </p:attrNameLst>
                                      </p:cBhvr>
                                      <p:rCtr x="0" y="-17361"/>
                                    </p:animMotion>
                                  </p:childTnLst>
                                </p:cTn>
                              </p:par>
                              <p:par>
                                <p:cTn id="51" presetID="64" presetClass="path" presetSubtype="0" fill="hold" grpId="1" nodeType="withEffect">
                                  <p:stCondLst>
                                    <p:cond delay="0"/>
                                  </p:stCondLst>
                                  <p:childTnLst>
                                    <p:animMotion origin="layout" path="M -1.45833E-6 1.48148E-6 L -0.00052 -0.34676 " pathEditMode="relative" rAng="0" ptsTypes="AA">
                                      <p:cBhvr>
                                        <p:cTn id="52" dur="1000" fill="hold"/>
                                        <p:tgtEl>
                                          <p:spTgt spid="448"/>
                                        </p:tgtEl>
                                        <p:attrNameLst>
                                          <p:attrName>ppt_x</p:attrName>
                                          <p:attrName>ppt_y</p:attrName>
                                        </p:attrNameLst>
                                      </p:cBhvr>
                                      <p:rCtr x="-26" y="-17338"/>
                                    </p:animMotion>
                                  </p:childTnLst>
                                </p:cTn>
                              </p:par>
                              <p:par>
                                <p:cTn id="53" presetID="64" presetClass="path" presetSubtype="0" fill="hold" grpId="1" nodeType="withEffect">
                                  <p:stCondLst>
                                    <p:cond delay="0"/>
                                  </p:stCondLst>
                                  <p:childTnLst>
                                    <p:animMotion origin="layout" path="M 1.11022E-16 2.96296E-6 L -0.00039 -0.34676 " pathEditMode="relative" rAng="0" ptsTypes="AA">
                                      <p:cBhvr>
                                        <p:cTn id="54" dur="1000" fill="hold"/>
                                        <p:tgtEl>
                                          <p:spTgt spid="449"/>
                                        </p:tgtEl>
                                        <p:attrNameLst>
                                          <p:attrName>ppt_x</p:attrName>
                                          <p:attrName>ppt_y</p:attrName>
                                        </p:attrNameLst>
                                      </p:cBhvr>
                                      <p:rCtr x="-26" y="-17338"/>
                                    </p:animMotion>
                                  </p:childTnLst>
                                </p:cTn>
                              </p:par>
                              <p:par>
                                <p:cTn id="55" presetID="64" presetClass="path" presetSubtype="0" fill="hold" grpId="1" nodeType="withEffect">
                                  <p:stCondLst>
                                    <p:cond delay="0"/>
                                  </p:stCondLst>
                                  <p:childTnLst>
                                    <p:animMotion origin="layout" path="M 1.25E-6 2.96296E-6 L -0.00026 -0.34723 " pathEditMode="relative" rAng="0" ptsTypes="AA">
                                      <p:cBhvr>
                                        <p:cTn id="56" dur="1000" fill="hold"/>
                                        <p:tgtEl>
                                          <p:spTgt spid="450"/>
                                        </p:tgtEl>
                                        <p:attrNameLst>
                                          <p:attrName>ppt_x</p:attrName>
                                          <p:attrName>ppt_y</p:attrName>
                                        </p:attrNameLst>
                                      </p:cBhvr>
                                      <p:rCtr x="-13" y="-17361"/>
                                    </p:animMotion>
                                  </p:childTnLst>
                                </p:cTn>
                              </p:par>
                              <p:par>
                                <p:cTn id="57" presetID="64" presetClass="path" presetSubtype="0" fill="hold" grpId="1" nodeType="withEffect">
                                  <p:stCondLst>
                                    <p:cond delay="0"/>
                                  </p:stCondLst>
                                  <p:childTnLst>
                                    <p:animMotion origin="layout" path="M 2.29167E-6 2.96296E-6 L 2.29167E-6 -0.34653 " pathEditMode="relative" rAng="0" ptsTypes="AA">
                                      <p:cBhvr>
                                        <p:cTn id="58" dur="1000" fill="hold"/>
                                        <p:tgtEl>
                                          <p:spTgt spid="451"/>
                                        </p:tgtEl>
                                        <p:attrNameLst>
                                          <p:attrName>ppt_x</p:attrName>
                                          <p:attrName>ppt_y</p:attrName>
                                        </p:attrNameLst>
                                      </p:cBhvr>
                                      <p:rCtr x="0" y="-17338"/>
                                    </p:animMotion>
                                  </p:childTnLst>
                                </p:cTn>
                              </p:par>
                              <p:par>
                                <p:cTn id="59" presetID="64" presetClass="path" presetSubtype="0" fill="hold" grpId="1" nodeType="withEffect">
                                  <p:stCondLst>
                                    <p:cond delay="0"/>
                                  </p:stCondLst>
                                  <p:childTnLst>
                                    <p:animMotion origin="layout" path="M 3.54167E-6 2.96296E-6 L -0.00026 -0.34746 " pathEditMode="relative" rAng="0" ptsTypes="AA">
                                      <p:cBhvr>
                                        <p:cTn id="60" dur="1000" fill="hold"/>
                                        <p:tgtEl>
                                          <p:spTgt spid="452"/>
                                        </p:tgtEl>
                                        <p:attrNameLst>
                                          <p:attrName>ppt_x</p:attrName>
                                          <p:attrName>ppt_y</p:attrName>
                                        </p:attrNameLst>
                                      </p:cBhvr>
                                      <p:rCtr x="-13" y="-17384"/>
                                    </p:animMotion>
                                  </p:childTnLst>
                                </p:cTn>
                              </p:par>
                              <p:par>
                                <p:cTn id="61" presetID="64" presetClass="path" presetSubtype="0" fill="hold" grpId="1" nodeType="withEffect">
                                  <p:stCondLst>
                                    <p:cond delay="0"/>
                                  </p:stCondLst>
                                  <p:childTnLst>
                                    <p:animMotion origin="layout" path="M 5E-6 2.96296E-6 L -0.00013 -0.34723 " pathEditMode="relative" rAng="0" ptsTypes="AA">
                                      <p:cBhvr>
                                        <p:cTn id="62" dur="1000" fill="hold"/>
                                        <p:tgtEl>
                                          <p:spTgt spid="453"/>
                                        </p:tgtEl>
                                        <p:attrNameLst>
                                          <p:attrName>ppt_x</p:attrName>
                                          <p:attrName>ppt_y</p:attrName>
                                        </p:attrNameLst>
                                      </p:cBhvr>
                                      <p:rCtr x="-13" y="-17361"/>
                                    </p:animMotion>
                                  </p:childTnLst>
                                </p:cTn>
                              </p:par>
                              <p:par>
                                <p:cTn id="63" presetID="64" presetClass="path" presetSubtype="0" fill="hold" grpId="1" nodeType="withEffect">
                                  <p:stCondLst>
                                    <p:cond delay="0"/>
                                  </p:stCondLst>
                                  <p:childTnLst>
                                    <p:animMotion origin="layout" path="M -3.75E-6 1.48148E-6 L 0.00013 -0.34699 " pathEditMode="relative" rAng="0" ptsTypes="AA">
                                      <p:cBhvr>
                                        <p:cTn id="64" dur="1000" fill="hold"/>
                                        <p:tgtEl>
                                          <p:spTgt spid="454"/>
                                        </p:tgtEl>
                                        <p:attrNameLst>
                                          <p:attrName>ppt_x</p:attrName>
                                          <p:attrName>ppt_y</p:attrName>
                                        </p:attrNameLst>
                                      </p:cBhvr>
                                      <p:rCtr x="0" y="-17361"/>
                                    </p:animMotion>
                                  </p:childTnLst>
                                </p:cTn>
                              </p:par>
                              <p:par>
                                <p:cTn id="65" presetID="64" presetClass="path" presetSubtype="0" fill="hold" grpId="0" nodeType="withEffect">
                                  <p:stCondLst>
                                    <p:cond delay="0"/>
                                  </p:stCondLst>
                                  <p:childTnLst>
                                    <p:animMotion origin="layout" path="M 5E-6 1.48148E-6 L 0.00013 -0.34699 " pathEditMode="relative" rAng="0" ptsTypes="AA">
                                      <p:cBhvr>
                                        <p:cTn id="66" dur="1000" fill="hold"/>
                                        <p:tgtEl>
                                          <p:spTgt spid="278"/>
                                        </p:tgtEl>
                                        <p:attrNameLst>
                                          <p:attrName>ppt_x</p:attrName>
                                          <p:attrName>ppt_y</p:attrName>
                                        </p:attrNameLst>
                                      </p:cBhvr>
                                      <p:rCtr x="0" y="-17361"/>
                                    </p:animMotion>
                                  </p:childTnLst>
                                </p:cTn>
                              </p:par>
                              <p:par>
                                <p:cTn id="67" presetID="64" presetClass="path" presetSubtype="0" fill="hold" grpId="0" nodeType="withEffect">
                                  <p:stCondLst>
                                    <p:cond delay="0"/>
                                  </p:stCondLst>
                                  <p:childTnLst>
                                    <p:animMotion origin="layout" path="M 3.75E-6 1.11022E-16 L 0.00013 -0.34699 " pathEditMode="relative" rAng="0" ptsTypes="AA">
                                      <p:cBhvr>
                                        <p:cTn id="68" dur="1000" fill="hold"/>
                                        <p:tgtEl>
                                          <p:spTgt spid="244"/>
                                        </p:tgtEl>
                                        <p:attrNameLst>
                                          <p:attrName>ppt_x</p:attrName>
                                          <p:attrName>ppt_y</p:attrName>
                                        </p:attrNameLst>
                                      </p:cBhvr>
                                      <p:rCtr x="0" y="-17361"/>
                                    </p:animMotion>
                                  </p:childTnLst>
                                </p:cTn>
                              </p:par>
                              <p:par>
                                <p:cTn id="69" presetID="64" presetClass="path" presetSubtype="0" fill="hold" nodeType="withEffect">
                                  <p:stCondLst>
                                    <p:cond delay="0"/>
                                  </p:stCondLst>
                                  <p:childTnLst>
                                    <p:animMotion origin="layout" path="M 3.95833E-6 3.7037E-7 L 3.95833E-6 -0.03472 " pathEditMode="relative" rAng="0" ptsTypes="AA">
                                      <p:cBhvr>
                                        <p:cTn id="70" dur="100" fill="hold"/>
                                        <p:tgtEl>
                                          <p:spTgt spid="2"/>
                                        </p:tgtEl>
                                        <p:attrNameLst>
                                          <p:attrName>ppt_x</p:attrName>
                                          <p:attrName>ppt_y</p:attrName>
                                        </p:attrNameLst>
                                      </p:cBhvr>
                                      <p:rCtr x="0" y="-1736"/>
                                    </p:animMotion>
                                  </p:childTnLst>
                                </p:cTn>
                              </p:par>
                            </p:childTnLst>
                          </p:cTn>
                        </p:par>
                      </p:childTnLst>
                    </p:cTn>
                  </p:par>
                  <p:par>
                    <p:cTn id="71" fill="hold">
                      <p:stCondLst>
                        <p:cond delay="indefinite"/>
                      </p:stCondLst>
                      <p:childTnLst>
                        <p:par>
                          <p:cTn id="72" fill="hold">
                            <p:stCondLst>
                              <p:cond delay="0"/>
                            </p:stCondLst>
                            <p:childTnLst>
                              <p:par>
                                <p:cTn id="73" presetID="1" presetClass="emph" presetSubtype="2" fill="hold" nodeType="clickEffect">
                                  <p:stCondLst>
                                    <p:cond delay="0"/>
                                  </p:stCondLst>
                                  <p:childTnLst>
                                    <p:animClr clrSpc="rgb" dir="cw">
                                      <p:cBhvr>
                                        <p:cTn id="74" dur="300" fill="hold"/>
                                        <p:tgtEl>
                                          <p:spTgt spid="436"/>
                                        </p:tgtEl>
                                        <p:attrNameLst>
                                          <p:attrName>fillcolor</p:attrName>
                                        </p:attrNameLst>
                                      </p:cBhvr>
                                      <p:to>
                                        <a:srgbClr val="2DD741"/>
                                      </p:to>
                                    </p:animClr>
                                    <p:set>
                                      <p:cBhvr>
                                        <p:cTn id="75" dur="300" fill="hold"/>
                                        <p:tgtEl>
                                          <p:spTgt spid="436"/>
                                        </p:tgtEl>
                                        <p:attrNameLst>
                                          <p:attrName>fill.type</p:attrName>
                                        </p:attrNameLst>
                                      </p:cBhvr>
                                      <p:to>
                                        <p:strVal val="solid"/>
                                      </p:to>
                                    </p:set>
                                    <p:set>
                                      <p:cBhvr>
                                        <p:cTn id="76" dur="300" fill="hold"/>
                                        <p:tgtEl>
                                          <p:spTgt spid="436"/>
                                        </p:tgtEl>
                                        <p:attrNameLst>
                                          <p:attrName>fill.on</p:attrName>
                                        </p:attrNameLst>
                                      </p:cBhvr>
                                      <p:to>
                                        <p:strVal val="true"/>
                                      </p:to>
                                    </p:set>
                                  </p:childTnLst>
                                  <p:subTnLst>
                                    <p:set>
                                      <p:cBhvr override="childStyle">
                                        <p:cTn dur="1" fill="hold" display="0" masterRel="nextClick" afterEffect="1"/>
                                        <p:tgtEl>
                                          <p:spTgt spid="436"/>
                                        </p:tgtEl>
                                        <p:attrNameLst>
                                          <p:attrName>style.visibility</p:attrName>
                                        </p:attrNameLst>
                                      </p:cBhvr>
                                      <p:to>
                                        <p:strVal val="hidden"/>
                                      </p:to>
                                    </p:set>
                                  </p:subTnLst>
                                </p:cTn>
                              </p:par>
                              <p:par>
                                <p:cTn id="77" presetID="63" presetClass="path" presetSubtype="0" fill="hold" grpId="1" nodeType="withEffect">
                                  <p:stCondLst>
                                    <p:cond delay="0"/>
                                  </p:stCondLst>
                                  <p:childTnLst>
                                    <p:animMotion origin="layout" path="M -0.01954 7.40741E-7 L 4.375E-6 4.44444E-6 " pathEditMode="relative" rAng="0" ptsTypes="AA">
                                      <p:cBhvr>
                                        <p:cTn id="78" dur="100" fill="hold"/>
                                        <p:tgtEl>
                                          <p:spTgt spid="213"/>
                                        </p:tgtEl>
                                        <p:attrNameLst>
                                          <p:attrName>ppt_x</p:attrName>
                                          <p:attrName>ppt_y</p:attrName>
                                        </p:attrNameLst>
                                      </p:cBhvr>
                                      <p:rCtr x="977" y="116"/>
                                    </p:animMotion>
                                  </p:childTnLst>
                                </p:cTn>
                              </p:par>
                              <p:par>
                                <p:cTn id="79" presetID="63" presetClass="path" presetSubtype="0" fill="hold" nodeType="withEffect">
                                  <p:stCondLst>
                                    <p:cond delay="0"/>
                                  </p:stCondLst>
                                  <p:childTnLst>
                                    <p:animMotion origin="layout" path="M -0.21497 0.00069 L 1.875E-6 -1.11111E-6 " pathEditMode="relative" rAng="0" ptsTypes="AA">
                                      <p:cBhvr>
                                        <p:cTn id="80" dur="1100" fill="hold"/>
                                        <p:tgtEl>
                                          <p:spTgt spid="242"/>
                                        </p:tgtEl>
                                        <p:attrNameLst>
                                          <p:attrName>ppt_x</p:attrName>
                                          <p:attrName>ppt_y</p:attrName>
                                        </p:attrNameLst>
                                      </p:cBhvr>
                                      <p:rCtr x="10534" y="46"/>
                                    </p:animMotion>
                                  </p:childTnLst>
                                </p:cTn>
                              </p:par>
                            </p:childTnLst>
                          </p:cTn>
                        </p:par>
                      </p:childTnLst>
                    </p:cTn>
                  </p:par>
                  <p:par>
                    <p:cTn id="81" fill="hold">
                      <p:stCondLst>
                        <p:cond delay="indefinite"/>
                      </p:stCondLst>
                      <p:childTnLst>
                        <p:par>
                          <p:cTn id="82" fill="hold">
                            <p:stCondLst>
                              <p:cond delay="0"/>
                            </p:stCondLst>
                            <p:childTnLst>
                              <p:par>
                                <p:cTn id="83" presetID="1" presetClass="emph" presetSubtype="2" fill="hold" nodeType="clickEffect">
                                  <p:stCondLst>
                                    <p:cond delay="0"/>
                                  </p:stCondLst>
                                  <p:childTnLst>
                                    <p:animClr clrSpc="rgb" dir="cw">
                                      <p:cBhvr>
                                        <p:cTn id="84" dur="300" fill="hold"/>
                                        <p:tgtEl>
                                          <p:spTgt spid="435"/>
                                        </p:tgtEl>
                                        <p:attrNameLst>
                                          <p:attrName>fillcolor</p:attrName>
                                        </p:attrNameLst>
                                      </p:cBhvr>
                                      <p:to>
                                        <a:srgbClr val="2DD741"/>
                                      </p:to>
                                    </p:animClr>
                                    <p:set>
                                      <p:cBhvr>
                                        <p:cTn id="85" dur="300" fill="hold"/>
                                        <p:tgtEl>
                                          <p:spTgt spid="435"/>
                                        </p:tgtEl>
                                        <p:attrNameLst>
                                          <p:attrName>fill.type</p:attrName>
                                        </p:attrNameLst>
                                      </p:cBhvr>
                                      <p:to>
                                        <p:strVal val="solid"/>
                                      </p:to>
                                    </p:set>
                                    <p:set>
                                      <p:cBhvr>
                                        <p:cTn id="86" dur="300" fill="hold"/>
                                        <p:tgtEl>
                                          <p:spTgt spid="435"/>
                                        </p:tgtEl>
                                        <p:attrNameLst>
                                          <p:attrName>fill.on</p:attrName>
                                        </p:attrNameLst>
                                      </p:cBhvr>
                                      <p:to>
                                        <p:strVal val="true"/>
                                      </p:to>
                                    </p:set>
                                  </p:childTnLst>
                                  <p:subTnLst>
                                    <p:set>
                                      <p:cBhvr override="childStyle">
                                        <p:cTn dur="1" fill="hold" display="0" masterRel="nextClick" afterEffect="1"/>
                                        <p:tgtEl>
                                          <p:spTgt spid="435"/>
                                        </p:tgtEl>
                                        <p:attrNameLst>
                                          <p:attrName>style.visibility</p:attrName>
                                        </p:attrNameLst>
                                      </p:cBhvr>
                                      <p:to>
                                        <p:strVal val="hidden"/>
                                      </p:to>
                                    </p:set>
                                  </p:subTnLst>
                                </p:cTn>
                              </p:par>
                              <p:par>
                                <p:cTn id="87" presetID="42" presetClass="path" presetSubtype="0" fill="hold" grpId="2" nodeType="withEffect">
                                  <p:stCondLst>
                                    <p:cond delay="0"/>
                                  </p:stCondLst>
                                  <p:childTnLst>
                                    <p:animMotion origin="layout" path="M -0.00039 -0.34745 L 0.00013 -0.06921 " pathEditMode="relative" rAng="0" ptsTypes="AA">
                                      <p:cBhvr>
                                        <p:cTn id="88" dur="800" fill="hold"/>
                                        <p:tgtEl>
                                          <p:spTgt spid="446"/>
                                        </p:tgtEl>
                                        <p:attrNameLst>
                                          <p:attrName>ppt_x</p:attrName>
                                          <p:attrName>ppt_y</p:attrName>
                                        </p:attrNameLst>
                                      </p:cBhvr>
                                      <p:rCtr x="26" y="13912"/>
                                    </p:animMotion>
                                  </p:childTnLst>
                                </p:cTn>
                              </p:par>
                              <p:par>
                                <p:cTn id="89" presetID="42" presetClass="path" presetSubtype="0" fill="hold" grpId="2" nodeType="withEffect">
                                  <p:stCondLst>
                                    <p:cond delay="0"/>
                                  </p:stCondLst>
                                  <p:childTnLst>
                                    <p:animMotion origin="layout" path="M 0.00013 -0.34699 L 0.00026 -0.06898 " pathEditMode="relative" rAng="0" ptsTypes="AA">
                                      <p:cBhvr>
                                        <p:cTn id="90" dur="800" fill="hold"/>
                                        <p:tgtEl>
                                          <p:spTgt spid="447"/>
                                        </p:tgtEl>
                                        <p:attrNameLst>
                                          <p:attrName>ppt_x</p:attrName>
                                          <p:attrName>ppt_y</p:attrName>
                                        </p:attrNameLst>
                                      </p:cBhvr>
                                      <p:rCtr x="0" y="13889"/>
                                    </p:animMotion>
                                  </p:childTnLst>
                                </p:cTn>
                              </p:par>
                              <p:par>
                                <p:cTn id="91" presetID="42" presetClass="path" presetSubtype="0" fill="hold" grpId="2" nodeType="withEffect">
                                  <p:stCondLst>
                                    <p:cond delay="0"/>
                                  </p:stCondLst>
                                  <p:childTnLst>
                                    <p:animMotion origin="layout" path="M -0.00052 -0.34676 L 0.00013 -0.06898 " pathEditMode="relative" rAng="0" ptsTypes="AA">
                                      <p:cBhvr>
                                        <p:cTn id="92" dur="800" fill="hold"/>
                                        <p:tgtEl>
                                          <p:spTgt spid="448"/>
                                        </p:tgtEl>
                                        <p:attrNameLst>
                                          <p:attrName>ppt_x</p:attrName>
                                          <p:attrName>ppt_y</p:attrName>
                                        </p:attrNameLst>
                                      </p:cBhvr>
                                      <p:rCtr x="26" y="13889"/>
                                    </p:animMotion>
                                  </p:childTnLst>
                                </p:cTn>
                              </p:par>
                              <p:par>
                                <p:cTn id="93" presetID="42" presetClass="path" presetSubtype="0" fill="hold" grpId="2" nodeType="withEffect">
                                  <p:stCondLst>
                                    <p:cond delay="0"/>
                                  </p:stCondLst>
                                  <p:childTnLst>
                                    <p:animMotion origin="layout" path="M -0.00039 -0.34676 L 0.00026 -0.06922 " pathEditMode="relative" rAng="0" ptsTypes="AA">
                                      <p:cBhvr>
                                        <p:cTn id="94" dur="800" fill="hold"/>
                                        <p:tgtEl>
                                          <p:spTgt spid="449"/>
                                        </p:tgtEl>
                                        <p:attrNameLst>
                                          <p:attrName>ppt_x</p:attrName>
                                          <p:attrName>ppt_y</p:attrName>
                                        </p:attrNameLst>
                                      </p:cBhvr>
                                      <p:rCtr x="26" y="13866"/>
                                    </p:animMotion>
                                  </p:childTnLst>
                                </p:cTn>
                              </p:par>
                              <p:par>
                                <p:cTn id="95" presetID="42" presetClass="path" presetSubtype="0" fill="hold" grpId="2" nodeType="withEffect">
                                  <p:stCondLst>
                                    <p:cond delay="0"/>
                                  </p:stCondLst>
                                  <p:childTnLst>
                                    <p:animMotion origin="layout" path="M -0.00026 -0.34723 L 1.25E-6 -0.06875 " pathEditMode="relative" rAng="0" ptsTypes="AA">
                                      <p:cBhvr>
                                        <p:cTn id="96" dur="800" fill="hold"/>
                                        <p:tgtEl>
                                          <p:spTgt spid="450"/>
                                        </p:tgtEl>
                                        <p:attrNameLst>
                                          <p:attrName>ppt_x</p:attrName>
                                          <p:attrName>ppt_y</p:attrName>
                                        </p:attrNameLst>
                                      </p:cBhvr>
                                      <p:rCtr x="13" y="13912"/>
                                    </p:animMotion>
                                  </p:childTnLst>
                                </p:cTn>
                              </p:par>
                              <p:par>
                                <p:cTn id="97" presetID="42" presetClass="path" presetSubtype="0" fill="hold" grpId="2" nodeType="withEffect">
                                  <p:stCondLst>
                                    <p:cond delay="0"/>
                                  </p:stCondLst>
                                  <p:childTnLst>
                                    <p:animMotion origin="layout" path="M 2.29167E-6 -0.34653 L 0.00013 -0.06968 " pathEditMode="relative" rAng="0" ptsTypes="AA">
                                      <p:cBhvr>
                                        <p:cTn id="98" dur="800" fill="hold"/>
                                        <p:tgtEl>
                                          <p:spTgt spid="451"/>
                                        </p:tgtEl>
                                        <p:attrNameLst>
                                          <p:attrName>ppt_x</p:attrName>
                                          <p:attrName>ppt_y</p:attrName>
                                        </p:attrNameLst>
                                      </p:cBhvr>
                                      <p:rCtr x="0" y="13843"/>
                                    </p:animMotion>
                                  </p:childTnLst>
                                </p:cTn>
                              </p:par>
                              <p:par>
                                <p:cTn id="99" presetID="42" presetClass="path" presetSubtype="0" fill="hold" grpId="2" nodeType="withEffect">
                                  <p:stCondLst>
                                    <p:cond delay="0"/>
                                  </p:stCondLst>
                                  <p:childTnLst>
                                    <p:animMotion origin="layout" path="M -0.00026 -0.34746 L 0.00013 -0.06875 " pathEditMode="relative" rAng="0" ptsTypes="AA">
                                      <p:cBhvr>
                                        <p:cTn id="100" dur="800" fill="hold"/>
                                        <p:tgtEl>
                                          <p:spTgt spid="452"/>
                                        </p:tgtEl>
                                        <p:attrNameLst>
                                          <p:attrName>ppt_x</p:attrName>
                                          <p:attrName>ppt_y</p:attrName>
                                        </p:attrNameLst>
                                      </p:cBhvr>
                                      <p:rCtr x="13" y="13935"/>
                                    </p:animMotion>
                                  </p:childTnLst>
                                </p:cTn>
                              </p:par>
                              <p:par>
                                <p:cTn id="101" presetID="42" presetClass="path" presetSubtype="0" fill="hold" grpId="2" nodeType="withEffect">
                                  <p:stCondLst>
                                    <p:cond delay="0"/>
                                  </p:stCondLst>
                                  <p:childTnLst>
                                    <p:animMotion origin="layout" path="M -0.00013 -0.34723 L 0.00027 -0.06875 " pathEditMode="relative" rAng="0" ptsTypes="AA">
                                      <p:cBhvr>
                                        <p:cTn id="102" dur="800" fill="hold"/>
                                        <p:tgtEl>
                                          <p:spTgt spid="453"/>
                                        </p:tgtEl>
                                        <p:attrNameLst>
                                          <p:attrName>ppt_x</p:attrName>
                                          <p:attrName>ppt_y</p:attrName>
                                        </p:attrNameLst>
                                      </p:cBhvr>
                                      <p:rCtr x="13" y="13912"/>
                                    </p:animMotion>
                                  </p:childTnLst>
                                </p:cTn>
                              </p:par>
                              <p:par>
                                <p:cTn id="103" presetID="42" presetClass="path" presetSubtype="0" fill="hold" grpId="2" nodeType="withEffect">
                                  <p:stCondLst>
                                    <p:cond delay="0"/>
                                  </p:stCondLst>
                                  <p:childTnLst>
                                    <p:animMotion origin="layout" path="M 0.00013 -0.34699 L 0.00026 -0.06898 " pathEditMode="relative" rAng="0" ptsTypes="AA">
                                      <p:cBhvr>
                                        <p:cTn id="104" dur="800" fill="hold"/>
                                        <p:tgtEl>
                                          <p:spTgt spid="454"/>
                                        </p:tgtEl>
                                        <p:attrNameLst>
                                          <p:attrName>ppt_x</p:attrName>
                                          <p:attrName>ppt_y</p:attrName>
                                        </p:attrNameLst>
                                      </p:cBhvr>
                                      <p:rCtr x="0" y="13889"/>
                                    </p:animMotion>
                                  </p:childTnLst>
                                </p:cTn>
                              </p:par>
                              <p:par>
                                <p:cTn id="105" presetID="42" presetClass="path" presetSubtype="0" fill="hold" grpId="1" nodeType="withEffect">
                                  <p:stCondLst>
                                    <p:cond delay="0"/>
                                  </p:stCondLst>
                                  <p:childTnLst>
                                    <p:animMotion origin="layout" path="M 0.00013 -0.34699 L 0.00053 -0.06945 " pathEditMode="relative" rAng="0" ptsTypes="AA">
                                      <p:cBhvr>
                                        <p:cTn id="106" dur="800" fill="hold"/>
                                        <p:tgtEl>
                                          <p:spTgt spid="278"/>
                                        </p:tgtEl>
                                        <p:attrNameLst>
                                          <p:attrName>ppt_x</p:attrName>
                                          <p:attrName>ppt_y</p:attrName>
                                        </p:attrNameLst>
                                      </p:cBhvr>
                                      <p:rCtr x="13" y="13866"/>
                                    </p:animMotion>
                                  </p:childTnLst>
                                </p:cTn>
                              </p:par>
                              <p:par>
                                <p:cTn id="107" presetID="42" presetClass="path" presetSubtype="0" fill="hold" grpId="1" nodeType="withEffect">
                                  <p:stCondLst>
                                    <p:cond delay="0"/>
                                  </p:stCondLst>
                                  <p:childTnLst>
                                    <p:animMotion origin="layout" path="M 0.00013 -0.34699 L 3.75E-6 -0.06921 " pathEditMode="relative" rAng="0" ptsTypes="AA">
                                      <p:cBhvr>
                                        <p:cTn id="108" dur="800" fill="hold"/>
                                        <p:tgtEl>
                                          <p:spTgt spid="244"/>
                                        </p:tgtEl>
                                        <p:attrNameLst>
                                          <p:attrName>ppt_x</p:attrName>
                                          <p:attrName>ppt_y</p:attrName>
                                        </p:attrNameLst>
                                      </p:cBhvr>
                                      <p:rCtr x="-13" y="13889"/>
                                    </p:animMotion>
                                  </p:childTnLst>
                                </p:cTn>
                              </p:par>
                              <p:par>
                                <p:cTn id="109" presetID="42" presetClass="path" presetSubtype="0" fill="hold" nodeType="withEffect">
                                  <p:stCondLst>
                                    <p:cond delay="0"/>
                                  </p:stCondLst>
                                  <p:childTnLst>
                                    <p:animMotion origin="layout" path="M 3.95833E-6 -0.03472 L -4.375E-6 3.7037E-7 " pathEditMode="relative" rAng="0" ptsTypes="AA">
                                      <p:cBhvr>
                                        <p:cTn id="110" dur="100" fill="hold"/>
                                        <p:tgtEl>
                                          <p:spTgt spid="2"/>
                                        </p:tgtEl>
                                        <p:attrNameLst>
                                          <p:attrName>ppt_x</p:attrName>
                                          <p:attrName>ppt_y</p:attrName>
                                        </p:attrNameLst>
                                      </p:cBhvr>
                                      <p:rCtr x="-52"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 grpId="0" animBg="1"/>
      <p:bldP spid="278" grpId="1" animBg="1"/>
      <p:bldP spid="244" grpId="0" animBg="1"/>
      <p:bldP spid="244" grpId="1" animBg="1"/>
      <p:bldP spid="213" grpId="0" animBg="1"/>
      <p:bldP spid="213" grpId="1" animBg="1"/>
      <p:bldP spid="446" grpId="0" animBg="1"/>
      <p:bldP spid="446" grpId="1" animBg="1"/>
      <p:bldP spid="446" grpId="2" animBg="1"/>
      <p:bldP spid="447" grpId="0" animBg="1"/>
      <p:bldP spid="447" grpId="1" animBg="1"/>
      <p:bldP spid="447" grpId="2" animBg="1"/>
      <p:bldP spid="448" grpId="0" animBg="1"/>
      <p:bldP spid="448" grpId="1" animBg="1"/>
      <p:bldP spid="448" grpId="2" animBg="1"/>
      <p:bldP spid="449" grpId="0" animBg="1"/>
      <p:bldP spid="449" grpId="1" animBg="1"/>
      <p:bldP spid="449" grpId="2" animBg="1"/>
      <p:bldP spid="450" grpId="0" animBg="1"/>
      <p:bldP spid="450" grpId="1" animBg="1"/>
      <p:bldP spid="450" grpId="2" animBg="1"/>
      <p:bldP spid="451" grpId="0" animBg="1"/>
      <p:bldP spid="451" grpId="1" animBg="1"/>
      <p:bldP spid="451" grpId="2" animBg="1"/>
      <p:bldP spid="452" grpId="0" animBg="1"/>
      <p:bldP spid="452" grpId="1" animBg="1"/>
      <p:bldP spid="452" grpId="2" animBg="1"/>
      <p:bldP spid="453" grpId="0" animBg="1"/>
      <p:bldP spid="453" grpId="1" animBg="1"/>
      <p:bldP spid="453" grpId="2" animBg="1"/>
      <p:bldP spid="454" grpId="0" animBg="1"/>
      <p:bldP spid="454" grpId="1" animBg="1"/>
      <p:bldP spid="454" grpId="2"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Weakly Universal Pattern Construction</a:t>
            </a:r>
          </a:p>
        </p:txBody>
      </p:sp>
      <p:pic>
        <p:nvPicPr>
          <p:cNvPr id="3" name="SpaceInvaderFast">
            <a:hlinkClick r:id="" action="ppaction://media"/>
            <a:extLst>
              <a:ext uri="{FF2B5EF4-FFF2-40B4-BE49-F238E27FC236}">
                <a16:creationId xmlns:a16="http://schemas.microsoft.com/office/drawing/2014/main" id="{902EFAF5-44E9-4B5E-A894-E15B71D97E2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17393" y="2646779"/>
            <a:ext cx="11357213" cy="2026708"/>
          </a:xfrm>
          <a:prstGeom prst="rect">
            <a:avLst/>
          </a:prstGeom>
        </p:spPr>
      </p:pic>
    </p:spTree>
    <p:extLst>
      <p:ext uri="{BB962C8B-B14F-4D97-AF65-F5344CB8AC3E}">
        <p14:creationId xmlns:p14="http://schemas.microsoft.com/office/powerpoint/2010/main" val="3039262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Results Tables</a:t>
            </a:r>
          </a:p>
        </p:txBody>
      </p:sp>
      <p:graphicFrame>
        <p:nvGraphicFramePr>
          <p:cNvPr id="5" name="Table 4">
            <a:extLst>
              <a:ext uri="{FF2B5EF4-FFF2-40B4-BE49-F238E27FC236}">
                <a16:creationId xmlns:a16="http://schemas.microsoft.com/office/drawing/2014/main" id="{BCDB6A85-5B5F-4350-A42C-84D89A6A4099}"/>
              </a:ext>
            </a:extLst>
          </p:cNvPr>
          <p:cNvGraphicFramePr>
            <a:graphicFrameLocks noGrp="1"/>
          </p:cNvGraphicFramePr>
          <p:nvPr>
            <p:extLst>
              <p:ext uri="{D42A27DB-BD31-4B8C-83A1-F6EECF244321}">
                <p14:modId xmlns:p14="http://schemas.microsoft.com/office/powerpoint/2010/main" val="3549814642"/>
              </p:ext>
            </p:extLst>
          </p:nvPr>
        </p:nvGraphicFramePr>
        <p:xfrm>
          <a:off x="634999" y="2367280"/>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r>
                        <a:rPr lang="en-US" b="1" dirty="0">
                          <a:latin typeface="Dubai" panose="020B0503030403030204" pitchFamily="34" charset="-78"/>
                          <a:cs typeface="Dubai" panose="020B0503030403030204" pitchFamily="34" charset="-78"/>
                        </a:rPr>
                        <a:t>Universal Pattern</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k labels</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2459792027"/>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3185818201"/>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109485253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Weakly Universal Shape Constructor</a:t>
            </a:r>
          </a:p>
        </p:txBody>
      </p:sp>
      <p:sp>
        <p:nvSpPr>
          <p:cNvPr id="5" name="TextBox 4">
            <a:extLst>
              <a:ext uri="{FF2B5EF4-FFF2-40B4-BE49-F238E27FC236}">
                <a16:creationId xmlns:a16="http://schemas.microsoft.com/office/drawing/2014/main" id="{46A97A4F-153A-49AF-8528-941D886231CC}"/>
              </a:ext>
            </a:extLst>
          </p:cNvPr>
          <p:cNvSpPr txBox="1"/>
          <p:nvPr/>
        </p:nvSpPr>
        <p:spPr>
          <a:xfrm>
            <a:off x="2501347" y="1461989"/>
            <a:ext cx="7189306"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Given two integers </a:t>
            </a:r>
            <a:r>
              <a:rPr lang="en-US" sz="3000" i="1" dirty="0">
                <a:solidFill>
                  <a:schemeClr val="bg1"/>
                </a:solidFill>
                <a:latin typeface="Dubai Light" panose="020B0303030403030204" pitchFamily="34" charset="-78"/>
                <a:cs typeface="Dubai Light" panose="020B0303030403030204" pitchFamily="34" charset="-78"/>
              </a:rPr>
              <a:t>w</a:t>
            </a:r>
            <a:r>
              <a:rPr lang="en-US" sz="3000" dirty="0">
                <a:solidFill>
                  <a:schemeClr val="bg1"/>
                </a:solidFill>
                <a:latin typeface="Dubai Light" panose="020B0303030403030204" pitchFamily="34" charset="-78"/>
                <a:cs typeface="Dubai Light" panose="020B0303030403030204" pitchFamily="34" charset="-78"/>
              </a:rPr>
              <a:t> and </a:t>
            </a:r>
            <a:r>
              <a:rPr lang="en-US" sz="3000" i="1" dirty="0">
                <a:solidFill>
                  <a:schemeClr val="bg1"/>
                </a:solidFill>
                <a:latin typeface="Dubai Light" panose="020B0303030403030204" pitchFamily="34" charset="-78"/>
                <a:cs typeface="Dubai Light" panose="020B0303030403030204" pitchFamily="34" charset="-78"/>
              </a:rPr>
              <a:t>h</a:t>
            </a:r>
            <a:r>
              <a:rPr lang="en-US" sz="3000" dirty="0">
                <a:solidFill>
                  <a:schemeClr val="bg1"/>
                </a:solidFill>
                <a:latin typeface="Dubai Light" panose="020B0303030403030204" pitchFamily="34" charset="-78"/>
                <a:cs typeface="Dubai Light" panose="020B0303030403030204" pitchFamily="34" charset="-78"/>
              </a:rPr>
              <a:t>, there exists a configuration which is </a:t>
            </a:r>
            <a:r>
              <a:rPr lang="en-US" sz="3000" b="1" dirty="0">
                <a:solidFill>
                  <a:schemeClr val="bg1"/>
                </a:solidFill>
                <a:latin typeface="Dubai Light" panose="020B0303030403030204" pitchFamily="34" charset="-78"/>
                <a:cs typeface="Dubai Light" panose="020B0303030403030204" pitchFamily="34" charset="-78"/>
              </a:rPr>
              <a:t>weakly</a:t>
            </a:r>
            <a:r>
              <a:rPr lang="en-US" sz="3000" dirty="0">
                <a:solidFill>
                  <a:schemeClr val="bg1"/>
                </a:solidFill>
                <a:latin typeface="Dubai Light" panose="020B0303030403030204" pitchFamily="34" charset="-78"/>
                <a:cs typeface="Dubai Light" panose="020B0303030403030204" pitchFamily="34" charset="-78"/>
              </a:rPr>
              <a:t> universal for all shapes which fit inside a </a:t>
            </a:r>
            <a:r>
              <a:rPr lang="en-US" sz="3000" i="1" dirty="0">
                <a:solidFill>
                  <a:schemeClr val="bg1"/>
                </a:solidFill>
                <a:latin typeface="Dubai Light" panose="020B0303030403030204" pitchFamily="34" charset="-78"/>
                <a:cs typeface="Dubai Light" panose="020B0303030403030204" pitchFamily="34" charset="-78"/>
              </a:rPr>
              <a:t>w </a:t>
            </a:r>
            <a:r>
              <a:rPr lang="en-US" sz="3000" dirty="0">
                <a:solidFill>
                  <a:schemeClr val="bg1"/>
                </a:solidFill>
                <a:latin typeface="Dubai Light" panose="020B0303030403030204" pitchFamily="34" charset="-78"/>
                <a:cs typeface="Dubai Light" panose="020B0303030403030204" pitchFamily="34" charset="-78"/>
              </a:rPr>
              <a:t>x</a:t>
            </a:r>
            <a:r>
              <a:rPr lang="en-US" sz="3000" i="1" dirty="0">
                <a:solidFill>
                  <a:schemeClr val="bg1"/>
                </a:solidFill>
                <a:latin typeface="Dubai Light" panose="020B0303030403030204" pitchFamily="34" charset="-78"/>
                <a:cs typeface="Dubai Light" panose="020B0303030403030204" pitchFamily="34" charset="-78"/>
              </a:rPr>
              <a:t> h </a:t>
            </a:r>
            <a:r>
              <a:rPr lang="en-US" sz="3000" dirty="0">
                <a:solidFill>
                  <a:schemeClr val="bg1"/>
                </a:solidFill>
                <a:latin typeface="Dubai Light" panose="020B0303030403030204" pitchFamily="34" charset="-78"/>
                <a:cs typeface="Dubai Light" panose="020B0303030403030204" pitchFamily="34" charset="-78"/>
              </a:rPr>
              <a:t>bounding box.</a:t>
            </a:r>
          </a:p>
        </p:txBody>
      </p:sp>
      <p:grpSp>
        <p:nvGrpSpPr>
          <p:cNvPr id="4" name="Group 3">
            <a:extLst>
              <a:ext uri="{FF2B5EF4-FFF2-40B4-BE49-F238E27FC236}">
                <a16:creationId xmlns:a16="http://schemas.microsoft.com/office/drawing/2014/main" id="{2FB94062-2858-4854-84D4-3A59619C43A2}"/>
              </a:ext>
            </a:extLst>
          </p:cNvPr>
          <p:cNvGrpSpPr/>
          <p:nvPr/>
        </p:nvGrpSpPr>
        <p:grpSpPr>
          <a:xfrm>
            <a:off x="7058077" y="3757790"/>
            <a:ext cx="1431898" cy="1414883"/>
            <a:chOff x="8478571" y="3180077"/>
            <a:chExt cx="2619872" cy="2621802"/>
          </a:xfrm>
        </p:grpSpPr>
        <p:sp>
          <p:nvSpPr>
            <p:cNvPr id="6" name="Rectangle 5">
              <a:extLst>
                <a:ext uri="{FF2B5EF4-FFF2-40B4-BE49-F238E27FC236}">
                  <a16:creationId xmlns:a16="http://schemas.microsoft.com/office/drawing/2014/main" id="{EEA06998-3A20-4A49-B99A-1749018736EC}"/>
                </a:ext>
              </a:extLst>
            </p:cNvPr>
            <p:cNvSpPr/>
            <p:nvPr/>
          </p:nvSpPr>
          <p:spPr>
            <a:xfrm rot="5400000">
              <a:off x="9668408" y="4853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AF9DE5A-7449-45B6-8DD2-DBC5B42C5064}"/>
                </a:ext>
              </a:extLst>
            </p:cNvPr>
            <p:cNvSpPr/>
            <p:nvPr/>
          </p:nvSpPr>
          <p:spPr>
            <a:xfrm rot="5400000">
              <a:off x="9196573" y="508946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9ED853D3-DA70-423D-AE81-2FFA5E31051C}"/>
                </a:ext>
              </a:extLst>
            </p:cNvPr>
            <p:cNvGrpSpPr/>
            <p:nvPr/>
          </p:nvGrpSpPr>
          <p:grpSpPr>
            <a:xfrm>
              <a:off x="8478571" y="3180077"/>
              <a:ext cx="2619872" cy="2621802"/>
              <a:chOff x="1228153" y="1651269"/>
              <a:chExt cx="2619865" cy="2621799"/>
            </a:xfrm>
          </p:grpSpPr>
          <p:sp>
            <p:nvSpPr>
              <p:cNvPr id="26" name="Rectangle 25">
                <a:extLst>
                  <a:ext uri="{FF2B5EF4-FFF2-40B4-BE49-F238E27FC236}">
                    <a16:creationId xmlns:a16="http://schemas.microsoft.com/office/drawing/2014/main" id="{69BFFC9B-4E2F-4057-B47B-7C475F1F2CAA}"/>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ABFE3FE-0D40-4DF5-9E1D-B599D432F536}"/>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6EDA436-8D51-4BC0-B7AE-7522B082A634}"/>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7545273-F1FD-4337-AD32-FC204B35676F}"/>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FB7ADE5-AFF0-4B3B-B736-D1B0168F43A8}"/>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D3E2FC6-CBC2-4454-8C77-C96B4A0E6D4E}"/>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E0EA3A7-A4CE-46F5-AD94-F3942BB3D7CD}"/>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C53F4A3-0556-40ED-A308-3C2106DEC603}"/>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75FD9BB-8BE9-463E-A9AA-AA07ECFBE6FD}"/>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5B41CCF-DFCE-4A4C-A1D4-63C272FABE5F}"/>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0F59F180-B753-4D7E-B425-32349D3C9EEA}"/>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BE49BB0-FAED-49B0-BCE7-59E2A0E7EE5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999DEE6-6C37-4A19-AC7E-AB726B0842E1}"/>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E132BE0-8817-485D-B846-98DA1CBB30EA}"/>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6C4996F3-BA96-4971-99C4-B1DC11412831}"/>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4B929BE-853F-4BD5-9CD4-B4A53A38D23F}"/>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AEDD596-B1CD-4EF6-9EC8-53473B21F85B}"/>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7FBB995-6469-4454-BE90-45DEED5CDDB5}"/>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3C07A626-8D8B-4734-ADCC-DE4164C00C4C}"/>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FF753654-BD96-4D92-AE33-0B7742371D94}"/>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295BE01-82E8-455F-ACD0-D11E0C996F7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E482889-E6F2-4A37-B42E-81C928A576CD}"/>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D57A822-8673-4005-A9ED-AB4DD6354AE1}"/>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EC8711E-E38F-44BE-AB7B-9E6755FF2E1E}"/>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F13C5E9-7D54-4831-A027-7002508FD082}"/>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7E96D2A-C68A-4896-9F6B-F3A3DC5C8921}"/>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A5041478-C92A-49AF-8CFA-8F02DA08E5A9}"/>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5FF6FC4-C4CB-4B6B-9826-5A1BA5425A5A}"/>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93DE7675-2C84-4CEA-AB0E-668A4ED02272}"/>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0E81B920-692D-4E33-A1F0-78469DB634C4}"/>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5CA8F8B-F8EC-4349-A9A4-F629AE3CCD95}"/>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CD4D769-DA68-4729-B7B1-B7F1C59B96E2}"/>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EECCD90-89EC-48CA-9B85-5C7C218E368D}"/>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618461AC-579F-44BD-8040-4F468A9A113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B5AB2F1-321A-4A2E-ABB7-78CAFB341670}"/>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F0E1E91-EDFD-4C70-8721-25D298E830A5}"/>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54C6E6EB-B70F-4755-A6EA-33BA4E26555C}"/>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E3430CF2-E6DD-4270-9019-C9D4AF445A29}"/>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509A4FBF-24C5-419C-B933-FEE1DEFE4C1F}"/>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Rectangle 8">
              <a:extLst>
                <a:ext uri="{FF2B5EF4-FFF2-40B4-BE49-F238E27FC236}">
                  <a16:creationId xmlns:a16="http://schemas.microsoft.com/office/drawing/2014/main" id="{E03CAC9F-03B2-47F5-A3F8-65206A1A5411}"/>
                </a:ext>
              </a:extLst>
            </p:cNvPr>
            <p:cNvSpPr/>
            <p:nvPr/>
          </p:nvSpPr>
          <p:spPr>
            <a:xfrm>
              <a:off x="10860645" y="4609094"/>
              <a:ext cx="237745" cy="23875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2BA5DC2-4EC1-4755-838F-250D7D4CFB64}"/>
                </a:ext>
              </a:extLst>
            </p:cNvPr>
            <p:cNvSpPr/>
            <p:nvPr/>
          </p:nvSpPr>
          <p:spPr>
            <a:xfrm rot="5400000">
              <a:off x="9908506" y="485250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6051106-749D-4DB1-99CF-BFAA497775CD}"/>
                </a:ext>
              </a:extLst>
            </p:cNvPr>
            <p:cNvSpPr/>
            <p:nvPr/>
          </p:nvSpPr>
          <p:spPr>
            <a:xfrm rot="5400000">
              <a:off x="9195973" y="532453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7E1629-5D02-4D60-986F-DDD412421913}"/>
                </a:ext>
              </a:extLst>
            </p:cNvPr>
            <p:cNvSpPr/>
            <p:nvPr/>
          </p:nvSpPr>
          <p:spPr>
            <a:xfrm rot="5400000">
              <a:off x="10145480" y="48503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2ABF8F-0412-4974-B9AF-9265EB7F2614}"/>
                </a:ext>
              </a:extLst>
            </p:cNvPr>
            <p:cNvSpPr/>
            <p:nvPr/>
          </p:nvSpPr>
          <p:spPr>
            <a:xfrm rot="5400000">
              <a:off x="9427745" y="485515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B1C9AB6-6833-4D77-9D4F-00856468CAC2}"/>
                </a:ext>
              </a:extLst>
            </p:cNvPr>
            <p:cNvSpPr/>
            <p:nvPr/>
          </p:nvSpPr>
          <p:spPr>
            <a:xfrm rot="5400000">
              <a:off x="9195973" y="48542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A165A0-6891-45FC-9A92-0982566161CA}"/>
                </a:ext>
              </a:extLst>
            </p:cNvPr>
            <p:cNvSpPr/>
            <p:nvPr/>
          </p:nvSpPr>
          <p:spPr>
            <a:xfrm rot="5400000">
              <a:off x="10145294" y="46098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15F1F8C-A3BE-47AD-B38F-9D095F3440C6}"/>
                </a:ext>
              </a:extLst>
            </p:cNvPr>
            <p:cNvSpPr/>
            <p:nvPr/>
          </p:nvSpPr>
          <p:spPr>
            <a:xfrm rot="5400000">
              <a:off x="10146267" y="43722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96DCB71-4A8B-4F4B-83C3-E5946DC4D51F}"/>
                </a:ext>
              </a:extLst>
            </p:cNvPr>
            <p:cNvSpPr/>
            <p:nvPr/>
          </p:nvSpPr>
          <p:spPr>
            <a:xfrm rot="5400000">
              <a:off x="10145480" y="50856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EC786EB-5963-4650-8905-A4A08EF138D2}"/>
                </a:ext>
              </a:extLst>
            </p:cNvPr>
            <p:cNvSpPr/>
            <p:nvPr/>
          </p:nvSpPr>
          <p:spPr>
            <a:xfrm rot="5400000">
              <a:off x="10145482" y="532201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DD5AF9-2A23-41B6-9D9C-C765F0E7126F}"/>
                </a:ext>
              </a:extLst>
            </p:cNvPr>
            <p:cNvSpPr/>
            <p:nvPr/>
          </p:nvSpPr>
          <p:spPr>
            <a:xfrm rot="5400000">
              <a:off x="9194547" y="46150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135ABCFF-29C3-4580-9D5B-EF98D321EAFF}"/>
                </a:ext>
              </a:extLst>
            </p:cNvPr>
            <p:cNvSpPr/>
            <p:nvPr/>
          </p:nvSpPr>
          <p:spPr>
            <a:xfrm rot="5400000">
              <a:off x="9194141" y="437898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0F93399-104D-4F0C-B2D2-91C7D748413E}"/>
                </a:ext>
              </a:extLst>
            </p:cNvPr>
            <p:cNvSpPr/>
            <p:nvPr/>
          </p:nvSpPr>
          <p:spPr>
            <a:xfrm rot="5400000">
              <a:off x="9432303" y="414404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3953D6F-9483-4127-82E4-B6D957B73867}"/>
                </a:ext>
              </a:extLst>
            </p:cNvPr>
            <p:cNvSpPr/>
            <p:nvPr/>
          </p:nvSpPr>
          <p:spPr>
            <a:xfrm rot="5400000">
              <a:off x="9670612" y="414181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D469713-5CE7-4C5A-83DE-92E92BA4A9A0}"/>
                </a:ext>
              </a:extLst>
            </p:cNvPr>
            <p:cNvSpPr/>
            <p:nvPr/>
          </p:nvSpPr>
          <p:spPr>
            <a:xfrm rot="5400000">
              <a:off x="9905712" y="414444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0B8016D-5E16-483A-9808-21E15A2AA671}"/>
                </a:ext>
              </a:extLst>
            </p:cNvPr>
            <p:cNvSpPr/>
            <p:nvPr/>
          </p:nvSpPr>
          <p:spPr>
            <a:xfrm rot="5400000">
              <a:off x="9907152" y="437250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27B54D2-8D7C-49BE-ABFE-CA35B10D5324}"/>
                </a:ext>
              </a:extLst>
            </p:cNvPr>
            <p:cNvSpPr/>
            <p:nvPr/>
          </p:nvSpPr>
          <p:spPr>
            <a:xfrm rot="5400000">
              <a:off x="9432931" y="43790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5" name="Rectangle 64">
            <a:extLst>
              <a:ext uri="{FF2B5EF4-FFF2-40B4-BE49-F238E27FC236}">
                <a16:creationId xmlns:a16="http://schemas.microsoft.com/office/drawing/2014/main" id="{A4C65091-5CBC-41F8-88EA-B2DFA9A2071C}"/>
              </a:ext>
            </a:extLst>
          </p:cNvPr>
          <p:cNvSpPr/>
          <p:nvPr/>
        </p:nvSpPr>
        <p:spPr>
          <a:xfrm rot="5400000">
            <a:off x="2525991" y="532908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362BE15B-7FF2-4D0C-B3C0-9F9351D6A9F3}"/>
              </a:ext>
            </a:extLst>
          </p:cNvPr>
          <p:cNvSpPr/>
          <p:nvPr/>
        </p:nvSpPr>
        <p:spPr>
          <a:xfrm rot="5400000">
            <a:off x="2045625" y="532697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7" name="Group 66">
            <a:extLst>
              <a:ext uri="{FF2B5EF4-FFF2-40B4-BE49-F238E27FC236}">
                <a16:creationId xmlns:a16="http://schemas.microsoft.com/office/drawing/2014/main" id="{2375013E-62A8-417F-8EB7-B79BBF2E7080}"/>
              </a:ext>
            </a:extLst>
          </p:cNvPr>
          <p:cNvGrpSpPr/>
          <p:nvPr/>
        </p:nvGrpSpPr>
        <p:grpSpPr>
          <a:xfrm>
            <a:off x="1329114" y="3180610"/>
            <a:ext cx="2619865" cy="2621799"/>
            <a:chOff x="1228153" y="1651269"/>
            <a:chExt cx="2619865" cy="2621799"/>
          </a:xfrm>
        </p:grpSpPr>
        <p:sp>
          <p:nvSpPr>
            <p:cNvPr id="68" name="Rectangle 67">
              <a:extLst>
                <a:ext uri="{FF2B5EF4-FFF2-40B4-BE49-F238E27FC236}">
                  <a16:creationId xmlns:a16="http://schemas.microsoft.com/office/drawing/2014/main" id="{6F160E7D-A03E-49C8-A400-92E1EC05BB1E}"/>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73407933-E421-44E7-B46F-F221EF84B008}"/>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48B21D3-B23D-4EC4-B065-038BA6FDB67D}"/>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872B0A7A-AE77-4405-9D0E-C85A25586D88}"/>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7F7BB63C-9B8B-4CD8-BCBB-FF33D64C1697}"/>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613C1F2B-2065-4C95-BBEE-9D342F14CAC9}"/>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DCD7AA5F-E493-4445-BBF1-2974D2A89DE0}"/>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57F21FAA-3657-4B51-8691-F75102933081}"/>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05A6BD2-E3FC-48F3-A84C-278FDC1F140D}"/>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428C90D2-8EC9-4DC9-8940-3EE0A56A09AF}"/>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967B58C0-F938-4E29-9D33-74FDFB9D8429}"/>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9AC1519-72D2-4007-A12F-A21931CBAFDC}"/>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89CFF8B9-6FC2-437E-B802-3249129EE421}"/>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D7A01FE6-6F13-4550-ACCB-128DF3E04C2E}"/>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BE95A05D-0D07-4FB9-8946-377A07BD13D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A2E50B6E-AC6F-4F75-A86A-D8057DBB2105}"/>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B9218535-13C2-4F5C-9A9C-353A38BFA8A1}"/>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01444132-9533-455C-8315-C13658309327}"/>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B5808E6E-DC7F-45E9-AE67-B340F170EE36}"/>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D82F3747-FCC6-46F6-87EB-61B57AFAAD25}"/>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6E01879D-8079-4757-B324-FBDDB777A7B3}"/>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890161B2-73BE-4A11-A981-6F4D26917C60}"/>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5427948D-FCCD-4268-9860-FABC715E8E89}"/>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44108A00-439C-46D0-B27F-4CA6E8FAA6DB}"/>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82EAC7F7-FE52-4BBD-AF37-19F1DD767236}"/>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70D3B82D-EE31-4ABC-B93F-9EAA4B51B470}"/>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9B0C175C-89DB-4397-A29D-6ED396B5C1D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467C544B-BC1B-4A48-A594-B14DD30797CD}"/>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411BBD82-C3D8-4AB3-9276-3B1367DB1C15}"/>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FD19DFFD-4E93-478A-B20C-0024F466FE69}"/>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2D06E9CA-5247-4B89-A55B-46ED9F6F1E81}"/>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AF296143-B65F-4943-9CF0-8C3CCE5754DB}"/>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4D9E600D-5D0B-4279-8601-0DDC06DDA214}"/>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DFC54E99-370F-40C8-89DA-FC946D305C72}"/>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C2914CF-DDEC-444F-92AD-9E0EEC6B509A}"/>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7BF7AD98-5864-49A9-8F46-E268D1CAFC83}"/>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372DAFBF-1AD5-4455-8972-8F918A58CA40}"/>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B9F06342-2643-48C3-A5E0-87C0DA65DB4B}"/>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7E14807F-E1D6-461E-A5ED-A9AA108036A5}"/>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7" name="Rectangle 106">
            <a:extLst>
              <a:ext uri="{FF2B5EF4-FFF2-40B4-BE49-F238E27FC236}">
                <a16:creationId xmlns:a16="http://schemas.microsoft.com/office/drawing/2014/main" id="{F61EB537-C3D6-40D2-BDE7-15CA5A91B465}"/>
              </a:ext>
            </a:extLst>
          </p:cNvPr>
          <p:cNvSpPr/>
          <p:nvPr/>
        </p:nvSpPr>
        <p:spPr>
          <a:xfrm>
            <a:off x="3711184" y="460962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A8A436B8-2C14-4C89-95BB-2C6546929A4D}"/>
              </a:ext>
            </a:extLst>
          </p:cNvPr>
          <p:cNvSpPr/>
          <p:nvPr/>
        </p:nvSpPr>
        <p:spPr>
          <a:xfrm rot="5400000">
            <a:off x="2759046" y="48530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0FB301C4-3579-4B1C-8437-335800D08C5F}"/>
              </a:ext>
            </a:extLst>
          </p:cNvPr>
          <p:cNvSpPr/>
          <p:nvPr/>
        </p:nvSpPr>
        <p:spPr>
          <a:xfrm rot="5400000">
            <a:off x="2286572"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1CAF4EA7-AF0D-483B-AA7D-FB69839D546E}"/>
              </a:ext>
            </a:extLst>
          </p:cNvPr>
          <p:cNvSpPr/>
          <p:nvPr/>
        </p:nvSpPr>
        <p:spPr>
          <a:xfrm rot="5400000">
            <a:off x="3474995"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249456C4-13C9-4C56-BB5A-1A50907C6F53}"/>
              </a:ext>
            </a:extLst>
          </p:cNvPr>
          <p:cNvSpPr/>
          <p:nvPr/>
        </p:nvSpPr>
        <p:spPr>
          <a:xfrm rot="5400000">
            <a:off x="3001160" y="342694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3F98BC16-85E9-43F0-80F4-B439AF18C084}"/>
              </a:ext>
            </a:extLst>
          </p:cNvPr>
          <p:cNvSpPr/>
          <p:nvPr/>
        </p:nvSpPr>
        <p:spPr>
          <a:xfrm rot="5400000">
            <a:off x="1798092" y="48599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B45B85C-4388-4F6F-B3FA-4516054D7483}"/>
              </a:ext>
            </a:extLst>
          </p:cNvPr>
          <p:cNvSpPr/>
          <p:nvPr/>
        </p:nvSpPr>
        <p:spPr>
          <a:xfrm rot="5400000">
            <a:off x="2282222" y="43864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A4FB6440-1B25-41FA-A434-F72099C24FE5}"/>
              </a:ext>
            </a:extLst>
          </p:cNvPr>
          <p:cNvSpPr/>
          <p:nvPr/>
        </p:nvSpPr>
        <p:spPr>
          <a:xfrm rot="5400000">
            <a:off x="3468597" y="437511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8B157F95-2D54-4FBA-AC28-A1B322BAF62C}"/>
              </a:ext>
            </a:extLst>
          </p:cNvPr>
          <p:cNvSpPr/>
          <p:nvPr/>
        </p:nvSpPr>
        <p:spPr>
          <a:xfrm rot="5400000">
            <a:off x="2996021" y="5086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115">
            <a:extLst>
              <a:ext uri="{FF2B5EF4-FFF2-40B4-BE49-F238E27FC236}">
                <a16:creationId xmlns:a16="http://schemas.microsoft.com/office/drawing/2014/main" id="{1BCF9623-8EFA-4473-84A8-337CE3E1B36E}"/>
              </a:ext>
            </a:extLst>
          </p:cNvPr>
          <p:cNvSpPr/>
          <p:nvPr/>
        </p:nvSpPr>
        <p:spPr>
          <a:xfrm rot="5400000">
            <a:off x="2996021" y="532254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41EE2635-858F-4138-9535-6AC5FE35E4A9}"/>
              </a:ext>
            </a:extLst>
          </p:cNvPr>
          <p:cNvSpPr/>
          <p:nvPr/>
        </p:nvSpPr>
        <p:spPr>
          <a:xfrm rot="5400000">
            <a:off x="1564014" y="5326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117">
            <a:extLst>
              <a:ext uri="{FF2B5EF4-FFF2-40B4-BE49-F238E27FC236}">
                <a16:creationId xmlns:a16="http://schemas.microsoft.com/office/drawing/2014/main" id="{D33B47A9-5DE4-4262-A52E-DC6F34376F86}"/>
              </a:ext>
            </a:extLst>
          </p:cNvPr>
          <p:cNvSpPr/>
          <p:nvPr/>
        </p:nvSpPr>
        <p:spPr>
          <a:xfrm rot="5400000">
            <a:off x="1564676" y="43729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3316569D-02CA-409E-8717-8A57D54C0BE8}"/>
              </a:ext>
            </a:extLst>
          </p:cNvPr>
          <p:cNvSpPr/>
          <p:nvPr/>
        </p:nvSpPr>
        <p:spPr>
          <a:xfrm rot="5400000">
            <a:off x="1804730" y="367046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07DBDBA-5383-41A1-BCC0-16A31DD61EE1}"/>
              </a:ext>
            </a:extLst>
          </p:cNvPr>
          <p:cNvSpPr/>
          <p:nvPr/>
        </p:nvSpPr>
        <p:spPr>
          <a:xfrm rot="5400000">
            <a:off x="3111821" y="39082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Rectangle 120">
            <a:extLst>
              <a:ext uri="{FF2B5EF4-FFF2-40B4-BE49-F238E27FC236}">
                <a16:creationId xmlns:a16="http://schemas.microsoft.com/office/drawing/2014/main" id="{99030A57-170F-4D86-8D1E-1B1311126052}"/>
              </a:ext>
            </a:extLst>
          </p:cNvPr>
          <p:cNvSpPr/>
          <p:nvPr/>
        </p:nvSpPr>
        <p:spPr>
          <a:xfrm rot="5400000">
            <a:off x="2515693" y="36519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A42FD3A5-A8ED-41E6-A9D6-AB63F03F2DF7}"/>
              </a:ext>
            </a:extLst>
          </p:cNvPr>
          <p:cNvSpPr/>
          <p:nvPr/>
        </p:nvSpPr>
        <p:spPr>
          <a:xfrm rot="5400000">
            <a:off x="2759207" y="4390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122">
            <a:extLst>
              <a:ext uri="{FF2B5EF4-FFF2-40B4-BE49-F238E27FC236}">
                <a16:creationId xmlns:a16="http://schemas.microsoft.com/office/drawing/2014/main" id="{092A4B08-5C23-40C8-A31B-AAF8747D58D4}"/>
              </a:ext>
            </a:extLst>
          </p:cNvPr>
          <p:cNvSpPr/>
          <p:nvPr/>
        </p:nvSpPr>
        <p:spPr>
          <a:xfrm rot="5400000">
            <a:off x="2036852" y="34230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Arrow: Right 123">
            <a:extLst>
              <a:ext uri="{FF2B5EF4-FFF2-40B4-BE49-F238E27FC236}">
                <a16:creationId xmlns:a16="http://schemas.microsoft.com/office/drawing/2014/main" id="{5A696871-E917-4FE6-91EE-28ECF1B70808}"/>
              </a:ext>
            </a:extLst>
          </p:cNvPr>
          <p:cNvSpPr/>
          <p:nvPr/>
        </p:nvSpPr>
        <p:spPr>
          <a:xfrm>
            <a:off x="4653122" y="3999597"/>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6DA2147B-CC82-45A8-9D02-1E070583174F}"/>
              </a:ext>
            </a:extLst>
          </p:cNvPr>
          <p:cNvGrpSpPr/>
          <p:nvPr/>
        </p:nvGrpSpPr>
        <p:grpSpPr>
          <a:xfrm>
            <a:off x="9696902" y="3761784"/>
            <a:ext cx="1431898" cy="1414883"/>
            <a:chOff x="9639752" y="3761784"/>
            <a:chExt cx="1431898" cy="1414883"/>
          </a:xfrm>
        </p:grpSpPr>
        <p:sp>
          <p:nvSpPr>
            <p:cNvPr id="127" name="Rectangle 126">
              <a:extLst>
                <a:ext uri="{FF2B5EF4-FFF2-40B4-BE49-F238E27FC236}">
                  <a16:creationId xmlns:a16="http://schemas.microsoft.com/office/drawing/2014/main" id="{2163C98C-AD3C-4296-9CD8-A10B158F9A32}"/>
                </a:ext>
              </a:extLst>
            </p:cNvPr>
            <p:cNvSpPr/>
            <p:nvPr/>
          </p:nvSpPr>
          <p:spPr>
            <a:xfrm rot="5400000">
              <a:off x="10288866" y="4919473"/>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8988F731-8F25-4455-8B82-B2B47C48F0CD}"/>
                </a:ext>
              </a:extLst>
            </p:cNvPr>
            <p:cNvSpPr/>
            <p:nvPr/>
          </p:nvSpPr>
          <p:spPr>
            <a:xfrm rot="5400000">
              <a:off x="10159224" y="4917733"/>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9" name="Group 128">
              <a:extLst>
                <a:ext uri="{FF2B5EF4-FFF2-40B4-BE49-F238E27FC236}">
                  <a16:creationId xmlns:a16="http://schemas.microsoft.com/office/drawing/2014/main" id="{17CD9740-AA4D-4D13-99A5-712E8461B6C2}"/>
                </a:ext>
              </a:extLst>
            </p:cNvPr>
            <p:cNvGrpSpPr/>
            <p:nvPr/>
          </p:nvGrpSpPr>
          <p:grpSpPr>
            <a:xfrm>
              <a:off x="9639752" y="3761784"/>
              <a:ext cx="1431898" cy="1414883"/>
              <a:chOff x="1228153" y="1651269"/>
              <a:chExt cx="2619865" cy="2621799"/>
            </a:xfrm>
          </p:grpSpPr>
          <p:sp>
            <p:nvSpPr>
              <p:cNvPr id="147" name="Rectangle 146">
                <a:extLst>
                  <a:ext uri="{FF2B5EF4-FFF2-40B4-BE49-F238E27FC236}">
                    <a16:creationId xmlns:a16="http://schemas.microsoft.com/office/drawing/2014/main" id="{5F73A9C7-8B64-4BE0-A534-F6A50563B771}"/>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CCB391C6-A5DA-461D-B0CA-12BE4AF9DC6E}"/>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1870C1B-8539-4177-9827-73CE045BF263}"/>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1A38CD0A-523E-4583-ABE1-DDB8ACDE4EC6}"/>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08CA239A-977C-4239-B2C1-1B33E33081A8}"/>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90567CF9-539D-493C-98ED-45F53C9AD8D4}"/>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779AFE82-68E4-4B81-A9F4-CBD520919FA8}"/>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CBA853DB-BE17-49CF-99EF-0C194331D0C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0FAC4582-9FA4-4BF3-8D34-073F3E1DA66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D23ADB17-40C6-4374-8CC9-74C15D44F74E}"/>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Rectangle 156">
                <a:extLst>
                  <a:ext uri="{FF2B5EF4-FFF2-40B4-BE49-F238E27FC236}">
                    <a16:creationId xmlns:a16="http://schemas.microsoft.com/office/drawing/2014/main" id="{F440CAB2-5001-4E05-A8E8-6638E81F2699}"/>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5DAFF9C2-EEAE-4075-991B-75A2DD4E3773}"/>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E05F5AB-D1CD-4916-85C0-B1CEB7E55F56}"/>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8A6670AC-30DD-4D2E-9CC3-5091579C16B7}"/>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D98E8F62-AB02-47C0-8FB7-B240837CAE14}"/>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3FBEF5DC-5042-42AF-82D6-827A22FD84C9}"/>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463E1C18-E179-43B4-A603-1EF48F680E35}"/>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3E85BFCE-52FD-4D39-93A8-B8CEEB53A825}"/>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298BF3D8-9DF1-4435-B901-36AE628748FC}"/>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59931DCA-8F08-4FC4-AD34-57FDDC055AE1}"/>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C8C3A683-478B-4312-83CC-0BD9F99D55F3}"/>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A3C19B5E-0CE7-43F7-8E0C-27A4BDFFDE82}"/>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308F99BA-A817-4380-92C7-C35EE0BF96FA}"/>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427D67D9-B79F-4A01-9D87-34E532C165FD}"/>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CC7D6872-C112-4B15-9966-7367B1A4F857}"/>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5374CBB7-8D75-4C74-8769-F72DFE61EE22}"/>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3" name="Rectangle 172">
                <a:extLst>
                  <a:ext uri="{FF2B5EF4-FFF2-40B4-BE49-F238E27FC236}">
                    <a16:creationId xmlns:a16="http://schemas.microsoft.com/office/drawing/2014/main" id="{E31F4420-F383-40DA-AEAA-A6715DEEC372}"/>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234F5DFE-3786-4043-AE8E-EBDCB0FC0773}"/>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Rectangle 174">
                <a:extLst>
                  <a:ext uri="{FF2B5EF4-FFF2-40B4-BE49-F238E27FC236}">
                    <a16:creationId xmlns:a16="http://schemas.microsoft.com/office/drawing/2014/main" id="{7BF26C1C-6CA0-4B06-B193-A85F07154755}"/>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33BC0377-A1BC-4679-9B3C-C4376DEFA293}"/>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AB92AC2F-E08C-4AA0-8C80-4FE545E4B144}"/>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CD85E8D5-5309-4F06-A718-A82CFA694FCC}"/>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12A4100-8180-4299-9A32-BF878D7197D3}"/>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F47F0067-BDB8-443E-9746-B3F3258B62A8}"/>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1E541BB0-4F00-4DB7-88DB-8F68447F690A}"/>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4ABE6F4D-0345-479D-93EB-ACDEAC5AAD67}"/>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Rectangle 182">
                <a:extLst>
                  <a:ext uri="{FF2B5EF4-FFF2-40B4-BE49-F238E27FC236}">
                    <a16:creationId xmlns:a16="http://schemas.microsoft.com/office/drawing/2014/main" id="{84BAD695-47F8-4083-AAA0-529884E3DD1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2EF8D9FD-00FB-4EFE-BD95-6FB858A29400}"/>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AB4D334C-4B6C-4519-99DD-E09710744FED}"/>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0" name="Rectangle 129">
              <a:extLst>
                <a:ext uri="{FF2B5EF4-FFF2-40B4-BE49-F238E27FC236}">
                  <a16:creationId xmlns:a16="http://schemas.microsoft.com/office/drawing/2014/main" id="{F2766819-4C6F-4EBB-9CD2-043146463CB5}"/>
                </a:ext>
              </a:extLst>
            </p:cNvPr>
            <p:cNvSpPr/>
            <p:nvPr/>
          </p:nvSpPr>
          <p:spPr>
            <a:xfrm>
              <a:off x="10941682" y="4532968"/>
              <a:ext cx="129940" cy="12884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E8DAF84A-3E6A-457E-9E0F-05CDD12C537F}"/>
                </a:ext>
              </a:extLst>
            </p:cNvPr>
            <p:cNvSpPr/>
            <p:nvPr/>
          </p:nvSpPr>
          <p:spPr>
            <a:xfrm rot="5400000">
              <a:off x="10417629" y="4919789"/>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Rectangle 131">
              <a:extLst>
                <a:ext uri="{FF2B5EF4-FFF2-40B4-BE49-F238E27FC236}">
                  <a16:creationId xmlns:a16="http://schemas.microsoft.com/office/drawing/2014/main" id="{7074D4AB-73BA-4D43-8178-92CE54F36ED8}"/>
                </a:ext>
              </a:extLst>
            </p:cNvPr>
            <p:cNvSpPr/>
            <p:nvPr/>
          </p:nvSpPr>
          <p:spPr>
            <a:xfrm rot="5400000">
              <a:off x="10032670" y="491824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0693CC2B-362B-4CD1-8208-73E87E6720B1}"/>
                </a:ext>
              </a:extLst>
            </p:cNvPr>
            <p:cNvSpPr/>
            <p:nvPr/>
          </p:nvSpPr>
          <p:spPr>
            <a:xfrm rot="5400000">
              <a:off x="10425817" y="4532616"/>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F8289AB7-9255-42FC-B363-F22EA63F962F}"/>
                </a:ext>
              </a:extLst>
            </p:cNvPr>
            <p:cNvSpPr/>
            <p:nvPr/>
          </p:nvSpPr>
          <p:spPr>
            <a:xfrm rot="5400000">
              <a:off x="10168775" y="466313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Rectangle 134">
              <a:extLst>
                <a:ext uri="{FF2B5EF4-FFF2-40B4-BE49-F238E27FC236}">
                  <a16:creationId xmlns:a16="http://schemas.microsoft.com/office/drawing/2014/main" id="{61CEFE12-E3E6-4DE3-B4F2-5FAA75B19A2D}"/>
                </a:ext>
              </a:extLst>
            </p:cNvPr>
            <p:cNvSpPr/>
            <p:nvPr/>
          </p:nvSpPr>
          <p:spPr>
            <a:xfrm rot="5400000">
              <a:off x="10163349" y="4791867"/>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34294F80-636F-4271-B1A6-A172D48F5592}"/>
                </a:ext>
              </a:extLst>
            </p:cNvPr>
            <p:cNvSpPr/>
            <p:nvPr/>
          </p:nvSpPr>
          <p:spPr>
            <a:xfrm rot="5400000">
              <a:off x="10550479" y="4281175"/>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7" name="Rectangle 136">
              <a:extLst>
                <a:ext uri="{FF2B5EF4-FFF2-40B4-BE49-F238E27FC236}">
                  <a16:creationId xmlns:a16="http://schemas.microsoft.com/office/drawing/2014/main" id="{ABF5BE00-D2B6-41F3-B5AA-1B33A595BD51}"/>
                </a:ext>
              </a:extLst>
            </p:cNvPr>
            <p:cNvSpPr/>
            <p:nvPr/>
          </p:nvSpPr>
          <p:spPr>
            <a:xfrm rot="5400000">
              <a:off x="10552056" y="440435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D931710C-23FE-4F2C-9034-AE249FD6EC59}"/>
                </a:ext>
              </a:extLst>
            </p:cNvPr>
            <p:cNvSpPr/>
            <p:nvPr/>
          </p:nvSpPr>
          <p:spPr>
            <a:xfrm rot="5400000">
              <a:off x="10031668" y="4791087"/>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 name="Rectangle 138">
              <a:extLst>
                <a:ext uri="{FF2B5EF4-FFF2-40B4-BE49-F238E27FC236}">
                  <a16:creationId xmlns:a16="http://schemas.microsoft.com/office/drawing/2014/main" id="{82A1538D-9812-40A0-84AD-D5795314F9ED}"/>
                </a:ext>
              </a:extLst>
            </p:cNvPr>
            <p:cNvSpPr/>
            <p:nvPr/>
          </p:nvSpPr>
          <p:spPr>
            <a:xfrm rot="5400000">
              <a:off x="10552541" y="491882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516FA31A-281A-485E-B907-D3C597AADAD1}"/>
                </a:ext>
              </a:extLst>
            </p:cNvPr>
            <p:cNvSpPr/>
            <p:nvPr/>
          </p:nvSpPr>
          <p:spPr>
            <a:xfrm rot="5400000">
              <a:off x="10294504" y="454034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7C99AE8A-2CC5-4CDC-B9C3-085D60F76B21}"/>
                </a:ext>
              </a:extLst>
            </p:cNvPr>
            <p:cNvSpPr/>
            <p:nvPr/>
          </p:nvSpPr>
          <p:spPr>
            <a:xfrm rot="5400000">
              <a:off x="10295718" y="466219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0C8A4FBE-E926-4766-91B9-5B508EFDF656}"/>
                </a:ext>
              </a:extLst>
            </p:cNvPr>
            <p:cNvSpPr/>
            <p:nvPr/>
          </p:nvSpPr>
          <p:spPr>
            <a:xfrm rot="5400000">
              <a:off x="10161840" y="428117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9DFA83F8-CA6F-40F4-8561-C6E0B19F8C6A}"/>
                </a:ext>
              </a:extLst>
            </p:cNvPr>
            <p:cNvSpPr/>
            <p:nvPr/>
          </p:nvSpPr>
          <p:spPr>
            <a:xfrm rot="5400000">
              <a:off x="10292088" y="427997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6A943A4E-A20F-4C27-87E4-C5983B692D00}"/>
                </a:ext>
              </a:extLst>
            </p:cNvPr>
            <p:cNvSpPr/>
            <p:nvPr/>
          </p:nvSpPr>
          <p:spPr>
            <a:xfrm rot="5400000">
              <a:off x="10420583" y="428139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D8220AC5-7FDE-4B71-A772-118E8A700579}"/>
                </a:ext>
              </a:extLst>
            </p:cNvPr>
            <p:cNvSpPr/>
            <p:nvPr/>
          </p:nvSpPr>
          <p:spPr>
            <a:xfrm rot="5400000">
              <a:off x="10421369" y="440446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6" name="Rectangle 145">
              <a:extLst>
                <a:ext uri="{FF2B5EF4-FFF2-40B4-BE49-F238E27FC236}">
                  <a16:creationId xmlns:a16="http://schemas.microsoft.com/office/drawing/2014/main" id="{2F72257E-BCF6-4309-8EC6-ACBF2B857B79}"/>
                </a:ext>
              </a:extLst>
            </p:cNvPr>
            <p:cNvSpPr/>
            <p:nvPr/>
          </p:nvSpPr>
          <p:spPr>
            <a:xfrm rot="5400000">
              <a:off x="10029814" y="4282376"/>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7" name="TextBox 186">
            <a:extLst>
              <a:ext uri="{FF2B5EF4-FFF2-40B4-BE49-F238E27FC236}">
                <a16:creationId xmlns:a16="http://schemas.microsoft.com/office/drawing/2014/main" id="{26393819-EE72-45CD-BFAD-16646C39F453}"/>
              </a:ext>
            </a:extLst>
          </p:cNvPr>
          <p:cNvSpPr txBox="1"/>
          <p:nvPr/>
        </p:nvSpPr>
        <p:spPr>
          <a:xfrm>
            <a:off x="6302165" y="3706578"/>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188" name="TextBox 187">
            <a:extLst>
              <a:ext uri="{FF2B5EF4-FFF2-40B4-BE49-F238E27FC236}">
                <a16:creationId xmlns:a16="http://schemas.microsoft.com/office/drawing/2014/main" id="{4B7991DB-7633-4858-8312-5A20CD2E0DE5}"/>
              </a:ext>
            </a:extLst>
          </p:cNvPr>
          <p:cNvSpPr txBox="1"/>
          <p:nvPr/>
        </p:nvSpPr>
        <p:spPr>
          <a:xfrm>
            <a:off x="11063926" y="3707489"/>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189" name="TextBox 188">
            <a:extLst>
              <a:ext uri="{FF2B5EF4-FFF2-40B4-BE49-F238E27FC236}">
                <a16:creationId xmlns:a16="http://schemas.microsoft.com/office/drawing/2014/main" id="{CC91F521-7F98-40FE-B0A8-BEF7F6A99370}"/>
              </a:ext>
            </a:extLst>
          </p:cNvPr>
          <p:cNvSpPr txBox="1"/>
          <p:nvPr/>
        </p:nvSpPr>
        <p:spPr>
          <a:xfrm>
            <a:off x="8481021" y="4610927"/>
            <a:ext cx="1261884" cy="830997"/>
          </a:xfrm>
          <a:prstGeom prst="rect">
            <a:avLst/>
          </a:prstGeom>
          <a:noFill/>
        </p:spPr>
        <p:txBody>
          <a:bodyPr wrap="none" rtlCol="0">
            <a:spAutoFit/>
          </a:bodyPr>
          <a:lstStyle/>
          <a:p>
            <a:r>
              <a:rPr lang="en-US" sz="4800" dirty="0">
                <a:solidFill>
                  <a:schemeClr val="bg1"/>
                </a:solidFill>
              </a:rPr>
              <a:t>, …,</a:t>
            </a:r>
            <a:endParaRPr lang="en-US" sz="4800" dirty="0">
              <a:solidFill>
                <a:schemeClr val="bg1"/>
              </a:solidFill>
              <a:latin typeface="Dubai Light" panose="020B0303030403030204" pitchFamily="34" charset="-78"/>
              <a:cs typeface="Dubai Light" panose="020B0303030403030204" pitchFamily="34" charset="-78"/>
            </a:endParaRPr>
          </a:p>
        </p:txBody>
      </p:sp>
      <p:sp>
        <p:nvSpPr>
          <p:cNvPr id="190" name="TextBox 189">
            <a:extLst>
              <a:ext uri="{FF2B5EF4-FFF2-40B4-BE49-F238E27FC236}">
                <a16:creationId xmlns:a16="http://schemas.microsoft.com/office/drawing/2014/main" id="{356178E2-32D1-472E-A7EE-6EEB7F6928DD}"/>
              </a:ext>
            </a:extLst>
          </p:cNvPr>
          <p:cNvSpPr txBox="1"/>
          <p:nvPr/>
        </p:nvSpPr>
        <p:spPr>
          <a:xfrm>
            <a:off x="2184778" y="5842337"/>
            <a:ext cx="74571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600" baseline="30000" dirty="0">
                <a:solidFill>
                  <a:schemeClr val="bg1"/>
                </a:solidFill>
              </a:rPr>
              <a:t>′</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191" name="Rectangle 190">
            <a:extLst>
              <a:ext uri="{FF2B5EF4-FFF2-40B4-BE49-F238E27FC236}">
                <a16:creationId xmlns:a16="http://schemas.microsoft.com/office/drawing/2014/main" id="{82B2C200-30FA-4EFA-B643-D575E56FE1B2}"/>
              </a:ext>
            </a:extLst>
          </p:cNvPr>
          <p:cNvSpPr/>
          <p:nvPr/>
        </p:nvSpPr>
        <p:spPr>
          <a:xfrm>
            <a:off x="7183665" y="4915097"/>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AE98BAAF-9BF8-49B6-8131-E2452B706AD7}"/>
              </a:ext>
            </a:extLst>
          </p:cNvPr>
          <p:cNvSpPr/>
          <p:nvPr/>
        </p:nvSpPr>
        <p:spPr>
          <a:xfrm>
            <a:off x="8097406" y="4912535"/>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8CA0BCCA-3B0E-4203-A2E0-F83185EC7AB3}"/>
              </a:ext>
            </a:extLst>
          </p:cNvPr>
          <p:cNvSpPr/>
          <p:nvPr/>
        </p:nvSpPr>
        <p:spPr>
          <a:xfrm>
            <a:off x="8221847" y="4913983"/>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98E9E9F2-FEDB-49CE-8033-8163586271B4}"/>
              </a:ext>
            </a:extLst>
          </p:cNvPr>
          <p:cNvSpPr/>
          <p:nvPr/>
        </p:nvSpPr>
        <p:spPr>
          <a:xfrm>
            <a:off x="7182579" y="4786086"/>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C0372C29-B8D4-42AA-BEBD-8F9752EDC73A}"/>
              </a:ext>
            </a:extLst>
          </p:cNvPr>
          <p:cNvSpPr/>
          <p:nvPr/>
        </p:nvSpPr>
        <p:spPr>
          <a:xfrm>
            <a:off x="9821346" y="4919743"/>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6B215E53-9CCA-424F-8784-B9460F974B11}"/>
              </a:ext>
            </a:extLst>
          </p:cNvPr>
          <p:cNvSpPr/>
          <p:nvPr/>
        </p:nvSpPr>
        <p:spPr>
          <a:xfrm>
            <a:off x="9954430" y="4919290"/>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89E4C264-BC24-4416-ACAF-143C02D0E214}"/>
              </a:ext>
            </a:extLst>
          </p:cNvPr>
          <p:cNvSpPr/>
          <p:nvPr/>
        </p:nvSpPr>
        <p:spPr>
          <a:xfrm>
            <a:off x="9818949" y="4792484"/>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DD1C3FBD-1E51-46C1-94AC-75C4CD9F31C0}"/>
              </a:ext>
            </a:extLst>
          </p:cNvPr>
          <p:cNvSpPr/>
          <p:nvPr/>
        </p:nvSpPr>
        <p:spPr>
          <a:xfrm>
            <a:off x="10733277" y="4924906"/>
            <a:ext cx="136537" cy="126071"/>
          </a:xfrm>
          <a:prstGeom prst="rect">
            <a:avLst/>
          </a:prstGeom>
          <a:solidFill>
            <a:srgbClr val="F7D6A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276428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Weakly Universal Shape Constructor</a:t>
            </a:r>
          </a:p>
        </p:txBody>
      </p:sp>
      <p:pic>
        <p:nvPicPr>
          <p:cNvPr id="2" name="SpiralCorrect">
            <a:hlinkClick r:id="" action="ppaction://media"/>
            <a:extLst>
              <a:ext uri="{FF2B5EF4-FFF2-40B4-BE49-F238E27FC236}">
                <a16:creationId xmlns:a16="http://schemas.microsoft.com/office/drawing/2014/main" id="{C83838F9-6E58-48A5-9679-12386C94328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05928" y="1484312"/>
            <a:ext cx="10780143" cy="3889376"/>
          </a:xfrm>
          <a:prstGeom prst="rect">
            <a:avLst/>
          </a:prstGeom>
        </p:spPr>
      </p:pic>
    </p:spTree>
    <p:extLst>
      <p:ext uri="{BB962C8B-B14F-4D97-AF65-F5344CB8AC3E}">
        <p14:creationId xmlns:p14="http://schemas.microsoft.com/office/powerpoint/2010/main" val="278704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78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Results Tables</a:t>
            </a:r>
          </a:p>
        </p:txBody>
      </p:sp>
      <p:graphicFrame>
        <p:nvGraphicFramePr>
          <p:cNvPr id="3" name="Table 2">
            <a:extLst>
              <a:ext uri="{FF2B5EF4-FFF2-40B4-BE49-F238E27FC236}">
                <a16:creationId xmlns:a16="http://schemas.microsoft.com/office/drawing/2014/main" id="{4C3F624D-ECDF-48DF-BE99-055375BC5844}"/>
              </a:ext>
            </a:extLst>
          </p:cNvPr>
          <p:cNvGraphicFramePr>
            <a:graphicFrameLocks noGrp="1"/>
          </p:cNvGraphicFramePr>
          <p:nvPr>
            <p:extLst>
              <p:ext uri="{D42A27DB-BD31-4B8C-83A1-F6EECF244321}">
                <p14:modId xmlns:p14="http://schemas.microsoft.com/office/powerpoint/2010/main" val="2784536427"/>
              </p:ext>
            </p:extLst>
          </p:nvPr>
        </p:nvGraphicFramePr>
        <p:xfrm>
          <a:off x="634999" y="2367280"/>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r>
                        <a:rPr lang="en-US" b="1" dirty="0">
                          <a:latin typeface="Dubai" panose="020B0503030403030204" pitchFamily="34" charset="-78"/>
                          <a:cs typeface="Dubai" panose="020B0503030403030204" pitchFamily="34" charset="-78"/>
                        </a:rPr>
                        <a:t>Universal Pattern</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k labels</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1 label</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168928832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Results Tables</a:t>
            </a:r>
          </a:p>
        </p:txBody>
      </p:sp>
      <p:graphicFrame>
        <p:nvGraphicFramePr>
          <p:cNvPr id="3" name="Table 2">
            <a:extLst>
              <a:ext uri="{FF2B5EF4-FFF2-40B4-BE49-F238E27FC236}">
                <a16:creationId xmlns:a16="http://schemas.microsoft.com/office/drawing/2014/main" id="{4C3F624D-ECDF-48DF-BE99-055375BC5844}"/>
              </a:ext>
            </a:extLst>
          </p:cNvPr>
          <p:cNvGraphicFramePr>
            <a:graphicFrameLocks noGrp="1"/>
          </p:cNvGraphicFramePr>
          <p:nvPr/>
        </p:nvGraphicFramePr>
        <p:xfrm>
          <a:off x="634998" y="1408246"/>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r>
                        <a:rPr lang="en-US" b="1" dirty="0">
                          <a:latin typeface="Dubai" panose="020B0503030403030204" pitchFamily="34" charset="-78"/>
                          <a:cs typeface="Dubai" panose="020B0503030403030204" pitchFamily="34" charset="-78"/>
                        </a:rPr>
                        <a:t>Universal Pattern</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k labels</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1 label</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040161655"/>
                  </a:ext>
                </a:extLst>
              </a:tr>
            </a:tbl>
          </a:graphicData>
        </a:graphic>
      </p:graphicFrame>
      <p:graphicFrame>
        <p:nvGraphicFramePr>
          <p:cNvPr id="6" name="Table 5">
            <a:extLst>
              <a:ext uri="{FF2B5EF4-FFF2-40B4-BE49-F238E27FC236}">
                <a16:creationId xmlns:a16="http://schemas.microsoft.com/office/drawing/2014/main" id="{8456D569-5C1D-49EB-AD49-3235617F563A}"/>
              </a:ext>
            </a:extLst>
          </p:cNvPr>
          <p:cNvGraphicFramePr>
            <a:graphicFrameLocks noGrp="1"/>
          </p:cNvGraphicFramePr>
          <p:nvPr/>
        </p:nvGraphicFramePr>
        <p:xfrm>
          <a:off x="1914431" y="4041922"/>
          <a:ext cx="8363134" cy="1854200"/>
        </p:xfrm>
        <a:graphic>
          <a:graphicData uri="http://schemas.openxmlformats.org/drawingml/2006/table">
            <a:tbl>
              <a:tblPr firstRow="1" bandRow="1">
                <a:tableStyleId>{C4B1156A-380E-4F78-BDF5-A606A8083BF9}</a:tableStyleId>
              </a:tblPr>
              <a:tblGrid>
                <a:gridCol w="2138521">
                  <a:extLst>
                    <a:ext uri="{9D8B030D-6E8A-4147-A177-3AD203B41FA5}">
                      <a16:colId xmlns:a16="http://schemas.microsoft.com/office/drawing/2014/main" val="3140209983"/>
                    </a:ext>
                  </a:extLst>
                </a:gridCol>
                <a:gridCol w="1174275">
                  <a:extLst>
                    <a:ext uri="{9D8B030D-6E8A-4147-A177-3AD203B41FA5}">
                      <a16:colId xmlns:a16="http://schemas.microsoft.com/office/drawing/2014/main" val="3922501285"/>
                    </a:ext>
                  </a:extLst>
                </a:gridCol>
                <a:gridCol w="2254887">
                  <a:extLst>
                    <a:ext uri="{9D8B030D-6E8A-4147-A177-3AD203B41FA5}">
                      <a16:colId xmlns:a16="http://schemas.microsoft.com/office/drawing/2014/main" val="3467975921"/>
                    </a:ext>
                  </a:extLst>
                </a:gridCol>
                <a:gridCol w="2795451">
                  <a:extLst>
                    <a:ext uri="{9D8B030D-6E8A-4147-A177-3AD203B41FA5}">
                      <a16:colId xmlns:a16="http://schemas.microsoft.com/office/drawing/2014/main" val="1865572204"/>
                    </a:ext>
                  </a:extLst>
                </a:gridCol>
              </a:tblGrid>
              <a:tr h="370840">
                <a:tc>
                  <a:txBody>
                    <a:bodyPr/>
                    <a:lstStyle/>
                    <a:p>
                      <a:pPr algn="ctr"/>
                      <a:r>
                        <a:rPr lang="en-US" dirty="0">
                          <a:latin typeface="Dubai" panose="020B0503030403030204" pitchFamily="34" charset="-78"/>
                          <a:cs typeface="Dubai" panose="020B0503030403030204" pitchFamily="34" charset="-78"/>
                        </a:rPr>
                        <a:t>Problem</a:t>
                      </a:r>
                    </a:p>
                  </a:txBody>
                  <a:tcPr/>
                </a:tc>
                <a:tc>
                  <a:txBody>
                    <a:bodyPr/>
                    <a:lstStyle/>
                    <a:p>
                      <a:pPr algn="ctr"/>
                      <a:r>
                        <a:rPr lang="en-US" dirty="0">
                          <a:latin typeface="Dubai" panose="020B0503030403030204" pitchFamily="34" charset="-78"/>
                          <a:cs typeface="Dubai" panose="020B0503030403030204" pitchFamily="34" charset="-78"/>
                        </a:rPr>
                        <a:t>Shapes</a:t>
                      </a:r>
                    </a:p>
                  </a:txBody>
                  <a:tcPr/>
                </a:tc>
                <a:tc>
                  <a:txBody>
                    <a:bodyPr/>
                    <a:lstStyle/>
                    <a:p>
                      <a:pPr algn="ctr"/>
                      <a:r>
                        <a:rPr lang="en-US" dirty="0">
                          <a:latin typeface="Dubai" panose="020B0503030403030204" pitchFamily="34" charset="-78"/>
                          <a:cs typeface="Dubai" panose="020B0503030403030204" pitchFamily="34" charset="-78"/>
                        </a:rPr>
                        <a:t>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2459792027"/>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3185818201"/>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223931656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A97A4F-153A-49AF-8528-941D886231CC}"/>
              </a:ext>
            </a:extLst>
          </p:cNvPr>
          <p:cNvSpPr txBox="1"/>
          <p:nvPr/>
        </p:nvSpPr>
        <p:spPr>
          <a:xfrm>
            <a:off x="2355297" y="1523387"/>
            <a:ext cx="7481406"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Given two integers </a:t>
            </a:r>
            <a:r>
              <a:rPr lang="en-US" sz="3000" i="1" dirty="0">
                <a:solidFill>
                  <a:schemeClr val="bg1"/>
                </a:solidFill>
                <a:latin typeface="Dubai Light" panose="020B0303030403030204" pitchFamily="34" charset="-78"/>
                <a:cs typeface="Dubai Light" panose="020B0303030403030204" pitchFamily="34" charset="-78"/>
              </a:rPr>
              <a:t>w</a:t>
            </a:r>
            <a:r>
              <a:rPr lang="en-US" sz="3000" dirty="0">
                <a:solidFill>
                  <a:schemeClr val="bg1"/>
                </a:solidFill>
                <a:latin typeface="Dubai Light" panose="020B0303030403030204" pitchFamily="34" charset="-78"/>
                <a:cs typeface="Dubai Light" panose="020B0303030403030204" pitchFamily="34" charset="-78"/>
              </a:rPr>
              <a:t> and </a:t>
            </a:r>
            <a:r>
              <a:rPr lang="en-US" sz="3000" i="1" dirty="0">
                <a:solidFill>
                  <a:schemeClr val="bg1"/>
                </a:solidFill>
                <a:latin typeface="Dubai Light" panose="020B0303030403030204" pitchFamily="34" charset="-78"/>
                <a:cs typeface="Dubai Light" panose="020B0303030403030204" pitchFamily="34" charset="-78"/>
              </a:rPr>
              <a:t>h</a:t>
            </a:r>
            <a:r>
              <a:rPr lang="en-US" sz="3000" dirty="0">
                <a:solidFill>
                  <a:schemeClr val="bg1"/>
                </a:solidFill>
                <a:latin typeface="Dubai Light" panose="020B0303030403030204" pitchFamily="34" charset="-78"/>
                <a:cs typeface="Dubai Light" panose="020B0303030403030204" pitchFamily="34" charset="-78"/>
              </a:rPr>
              <a:t>, there exists a configuration which is </a:t>
            </a:r>
            <a:r>
              <a:rPr lang="en-US" sz="3000" b="1" dirty="0">
                <a:solidFill>
                  <a:schemeClr val="bg1"/>
                </a:solidFill>
                <a:latin typeface="Dubai Light" panose="020B0303030403030204" pitchFamily="34" charset="-78"/>
                <a:cs typeface="Dubai Light" panose="020B0303030403030204" pitchFamily="34" charset="-78"/>
              </a:rPr>
              <a:t>strongly</a:t>
            </a:r>
            <a:r>
              <a:rPr lang="en-US" sz="3000" dirty="0">
                <a:solidFill>
                  <a:schemeClr val="bg1"/>
                </a:solidFill>
                <a:latin typeface="Dubai Light" panose="020B0303030403030204" pitchFamily="34" charset="-78"/>
                <a:cs typeface="Dubai Light" panose="020B0303030403030204" pitchFamily="34" charset="-78"/>
              </a:rPr>
              <a:t> universal for all shapes which fit inside a </a:t>
            </a:r>
            <a:r>
              <a:rPr lang="en-US" sz="3000" i="1" dirty="0">
                <a:solidFill>
                  <a:schemeClr val="bg1"/>
                </a:solidFill>
                <a:latin typeface="Dubai Light" panose="020B0303030403030204" pitchFamily="34" charset="-78"/>
                <a:cs typeface="Dubai Light" panose="020B0303030403030204" pitchFamily="34" charset="-78"/>
              </a:rPr>
              <a:t>w </a:t>
            </a:r>
            <a:r>
              <a:rPr lang="en-US" sz="3000" dirty="0">
                <a:solidFill>
                  <a:schemeClr val="bg1"/>
                </a:solidFill>
                <a:latin typeface="Dubai Light" panose="020B0303030403030204" pitchFamily="34" charset="-78"/>
                <a:cs typeface="Dubai Light" panose="020B0303030403030204" pitchFamily="34" charset="-78"/>
              </a:rPr>
              <a:t>x</a:t>
            </a:r>
            <a:r>
              <a:rPr lang="en-US" sz="3000" i="1" dirty="0">
                <a:solidFill>
                  <a:schemeClr val="bg1"/>
                </a:solidFill>
                <a:latin typeface="Dubai Light" panose="020B0303030403030204" pitchFamily="34" charset="-78"/>
                <a:cs typeface="Dubai Light" panose="020B0303030403030204" pitchFamily="34" charset="-78"/>
              </a:rPr>
              <a:t> h </a:t>
            </a:r>
            <a:r>
              <a:rPr lang="en-US" sz="3000" dirty="0">
                <a:solidFill>
                  <a:schemeClr val="bg1"/>
                </a:solidFill>
                <a:latin typeface="Dubai Light" panose="020B0303030403030204" pitchFamily="34" charset="-78"/>
                <a:cs typeface="Dubai Light" panose="020B0303030403030204" pitchFamily="34" charset="-78"/>
              </a:rPr>
              <a:t>bounding box.</a:t>
            </a:r>
          </a:p>
        </p:txBody>
      </p:sp>
      <p:sp>
        <p:nvSpPr>
          <p:cNvPr id="4" name="TextBox 3">
            <a:extLst>
              <a:ext uri="{FF2B5EF4-FFF2-40B4-BE49-F238E27FC236}">
                <a16:creationId xmlns:a16="http://schemas.microsoft.com/office/drawing/2014/main" id="{A0E5C854-6260-4CB8-AA76-9E483FB8ED54}"/>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Strongly Universal Drop-Shape Constructor</a:t>
            </a:r>
          </a:p>
        </p:txBody>
      </p:sp>
      <p:grpSp>
        <p:nvGrpSpPr>
          <p:cNvPr id="6" name="Group 5">
            <a:extLst>
              <a:ext uri="{FF2B5EF4-FFF2-40B4-BE49-F238E27FC236}">
                <a16:creationId xmlns:a16="http://schemas.microsoft.com/office/drawing/2014/main" id="{E1F2D940-0841-404A-B798-97E5B056A302}"/>
              </a:ext>
            </a:extLst>
          </p:cNvPr>
          <p:cNvGrpSpPr/>
          <p:nvPr/>
        </p:nvGrpSpPr>
        <p:grpSpPr>
          <a:xfrm>
            <a:off x="7058077" y="3757790"/>
            <a:ext cx="1431898" cy="1414883"/>
            <a:chOff x="8478571" y="3180077"/>
            <a:chExt cx="2619872" cy="2621802"/>
          </a:xfrm>
        </p:grpSpPr>
        <p:sp>
          <p:nvSpPr>
            <p:cNvPr id="7" name="Rectangle 6">
              <a:extLst>
                <a:ext uri="{FF2B5EF4-FFF2-40B4-BE49-F238E27FC236}">
                  <a16:creationId xmlns:a16="http://schemas.microsoft.com/office/drawing/2014/main" id="{ACDE3B4C-5044-4488-886A-6CACBD118DE5}"/>
                </a:ext>
              </a:extLst>
            </p:cNvPr>
            <p:cNvSpPr/>
            <p:nvPr/>
          </p:nvSpPr>
          <p:spPr>
            <a:xfrm rot="5400000">
              <a:off x="9668408" y="4853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E8FF125-CEE5-4749-9799-54C65213E0C9}"/>
                </a:ext>
              </a:extLst>
            </p:cNvPr>
            <p:cNvSpPr/>
            <p:nvPr/>
          </p:nvSpPr>
          <p:spPr>
            <a:xfrm rot="5400000">
              <a:off x="9196573" y="508946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00AD617D-C5C4-47E7-B9FA-678F1A0C4610}"/>
                </a:ext>
              </a:extLst>
            </p:cNvPr>
            <p:cNvGrpSpPr/>
            <p:nvPr/>
          </p:nvGrpSpPr>
          <p:grpSpPr>
            <a:xfrm>
              <a:off x="8478571" y="3180077"/>
              <a:ext cx="2619872" cy="2621802"/>
              <a:chOff x="1228153" y="1651269"/>
              <a:chExt cx="2619865" cy="2621799"/>
            </a:xfrm>
          </p:grpSpPr>
          <p:sp>
            <p:nvSpPr>
              <p:cNvPr id="27" name="Rectangle 26">
                <a:extLst>
                  <a:ext uri="{FF2B5EF4-FFF2-40B4-BE49-F238E27FC236}">
                    <a16:creationId xmlns:a16="http://schemas.microsoft.com/office/drawing/2014/main" id="{F62763F7-D473-49B4-B755-CAB1D48F5893}"/>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D8B496B-DC1C-41EF-BBC9-71C9206EB442}"/>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117176-7DF7-47B3-B9E6-B7C297E67DE6}"/>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9A40632-4C91-4C34-9EED-69B585920F9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AC1C483-3799-4BF8-920F-9C377FB596E2}"/>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67E4C1D-F86B-465C-8CD9-E4D296184BEF}"/>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0C7159B-C20A-4D15-9AF6-143E265E3CE9}"/>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5DBEED4-B968-4CFE-88A9-4324BD694763}"/>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1681ABC-201B-4A91-A63C-FD7E69E26875}"/>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E504D96-EC0E-4C69-8F13-5290BF9B2A1F}"/>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59287F45-55E0-482A-BE41-5788A73425C5}"/>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6081F0E7-242F-4D99-A629-A87A136832E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430A1F4-7003-4270-A7B2-FC7490C3FF06}"/>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B1BE9C4-66B1-4241-9417-FD2D905214EA}"/>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4C6AA18-FD57-42BC-B317-EB56651E0FB3}"/>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B607BDB-2094-4258-9B26-2040F34DA86E}"/>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00B845B-6220-4482-B53C-2682AAA8D542}"/>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B8BF6F8-0AEC-4287-B306-3F6D9B4D165F}"/>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A8A00F5-62B3-4535-9833-56A7C57C6E09}"/>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F24DD49B-01D4-482B-801F-8A03F7BFC6DA}"/>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2059789-DE77-4129-8A86-9987DB991507}"/>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CCBB94E-D040-478A-8E95-E0AE6ABD4452}"/>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41CCBD4-C995-48AC-AA2E-CA89FBE0C779}"/>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6EBBCA4-0C08-4AF0-884E-62B98AE94A33}"/>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3A4DB3C-EEA4-43E8-ACEB-D8FB69D7492B}"/>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1C7B844F-6B88-40E4-8187-D64638828E2D}"/>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C1FC7142-3004-4DAC-93A4-60714741C718}"/>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668587A-265F-4439-B312-D68AC92EADE3}"/>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E24C655A-0A2C-4D3E-958B-9B7287D346EB}"/>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82CF70F7-CF11-4947-9D55-E860D17B11DD}"/>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53ADE0E1-13D0-4D5A-AA7B-CBC07371C19E}"/>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12F12E58-6655-4F3B-A592-7E25F52615CC}"/>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A15B5D65-ECC4-4E34-94B2-BFACB8750F7A}"/>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AA82FF2C-0500-4F78-AA4C-E4CDE37474DB}"/>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5BACBC4-22A4-49C3-93F8-9FCC37AA78D6}"/>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47448C3B-8BA8-43DE-9E63-1DBC2F9DC442}"/>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3C57AA9A-9A41-4976-8473-1C37894C3D90}"/>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57C10015-5658-4975-BE7B-96E7C794D269}"/>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58CBED3E-FCD8-453B-937D-B76704640221}"/>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ectangle 9">
              <a:extLst>
                <a:ext uri="{FF2B5EF4-FFF2-40B4-BE49-F238E27FC236}">
                  <a16:creationId xmlns:a16="http://schemas.microsoft.com/office/drawing/2014/main" id="{22A98F27-1FBF-48A6-9A07-0444D520F152}"/>
                </a:ext>
              </a:extLst>
            </p:cNvPr>
            <p:cNvSpPr/>
            <p:nvPr/>
          </p:nvSpPr>
          <p:spPr>
            <a:xfrm>
              <a:off x="10860645" y="4609094"/>
              <a:ext cx="237745" cy="23875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1F5D7AA-8CC0-462E-897F-FC0942C42DC8}"/>
                </a:ext>
              </a:extLst>
            </p:cNvPr>
            <p:cNvSpPr/>
            <p:nvPr/>
          </p:nvSpPr>
          <p:spPr>
            <a:xfrm rot="5400000">
              <a:off x="9908506" y="485250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D145A5-17E8-4A53-82EC-32E581C3AD35}"/>
                </a:ext>
              </a:extLst>
            </p:cNvPr>
            <p:cNvSpPr/>
            <p:nvPr/>
          </p:nvSpPr>
          <p:spPr>
            <a:xfrm rot="5400000">
              <a:off x="9195973" y="532453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9F11FF-79D0-4362-BC3B-609E936CD4EE}"/>
                </a:ext>
              </a:extLst>
            </p:cNvPr>
            <p:cNvSpPr/>
            <p:nvPr/>
          </p:nvSpPr>
          <p:spPr>
            <a:xfrm rot="5400000">
              <a:off x="10145480" y="48503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7D3DE85-E2FC-4241-AFC2-E56383E666F9}"/>
                </a:ext>
              </a:extLst>
            </p:cNvPr>
            <p:cNvSpPr/>
            <p:nvPr/>
          </p:nvSpPr>
          <p:spPr>
            <a:xfrm rot="5400000">
              <a:off x="9427745" y="485515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4ABC72D-2629-4EDC-9080-B2CE559AFCD2}"/>
                </a:ext>
              </a:extLst>
            </p:cNvPr>
            <p:cNvSpPr/>
            <p:nvPr/>
          </p:nvSpPr>
          <p:spPr>
            <a:xfrm rot="5400000">
              <a:off x="9195973" y="48542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787B273-93E9-4553-AED0-44DA74B28684}"/>
                </a:ext>
              </a:extLst>
            </p:cNvPr>
            <p:cNvSpPr/>
            <p:nvPr/>
          </p:nvSpPr>
          <p:spPr>
            <a:xfrm rot="5400000">
              <a:off x="10145294" y="46098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B05A0E12-EBB2-47A2-BE25-6C14645EA1F8}"/>
                </a:ext>
              </a:extLst>
            </p:cNvPr>
            <p:cNvSpPr/>
            <p:nvPr/>
          </p:nvSpPr>
          <p:spPr>
            <a:xfrm rot="5400000">
              <a:off x="10146267" y="43722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AC0DF8E-0FD6-4C81-AF97-81D3C20CD68D}"/>
                </a:ext>
              </a:extLst>
            </p:cNvPr>
            <p:cNvSpPr/>
            <p:nvPr/>
          </p:nvSpPr>
          <p:spPr>
            <a:xfrm rot="5400000">
              <a:off x="10145480" y="50856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AFA9AE6-EB79-4F01-AFBA-9FC1AB8082C3}"/>
                </a:ext>
              </a:extLst>
            </p:cNvPr>
            <p:cNvSpPr/>
            <p:nvPr/>
          </p:nvSpPr>
          <p:spPr>
            <a:xfrm rot="5400000">
              <a:off x="10145482" y="532201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AA0770E-68CB-42EB-AF53-14C13E6B8B78}"/>
                </a:ext>
              </a:extLst>
            </p:cNvPr>
            <p:cNvSpPr/>
            <p:nvPr/>
          </p:nvSpPr>
          <p:spPr>
            <a:xfrm rot="5400000">
              <a:off x="9194547" y="46150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49B816B-75B4-4A91-83DA-5DCF07F0C337}"/>
                </a:ext>
              </a:extLst>
            </p:cNvPr>
            <p:cNvSpPr/>
            <p:nvPr/>
          </p:nvSpPr>
          <p:spPr>
            <a:xfrm rot="5400000">
              <a:off x="9194141" y="437898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F0095A2-09B3-4793-9A21-908D527B502D}"/>
                </a:ext>
              </a:extLst>
            </p:cNvPr>
            <p:cNvSpPr/>
            <p:nvPr/>
          </p:nvSpPr>
          <p:spPr>
            <a:xfrm rot="5400000">
              <a:off x="9432303" y="414404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E2AE0CD-6600-4D70-92DD-6B5ADADC44ED}"/>
                </a:ext>
              </a:extLst>
            </p:cNvPr>
            <p:cNvSpPr/>
            <p:nvPr/>
          </p:nvSpPr>
          <p:spPr>
            <a:xfrm rot="5400000">
              <a:off x="9670612" y="414181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97144B74-224B-472C-9F76-5DA02D31B33A}"/>
                </a:ext>
              </a:extLst>
            </p:cNvPr>
            <p:cNvSpPr/>
            <p:nvPr/>
          </p:nvSpPr>
          <p:spPr>
            <a:xfrm rot="5400000">
              <a:off x="9905712" y="414444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FE0EEFF-C34B-4AC6-9FFE-9502925AA06F}"/>
                </a:ext>
              </a:extLst>
            </p:cNvPr>
            <p:cNvSpPr/>
            <p:nvPr/>
          </p:nvSpPr>
          <p:spPr>
            <a:xfrm rot="5400000">
              <a:off x="9907152" y="437250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95B3889-89E8-43BD-9DE9-4CA149725109}"/>
                </a:ext>
              </a:extLst>
            </p:cNvPr>
            <p:cNvSpPr/>
            <p:nvPr/>
          </p:nvSpPr>
          <p:spPr>
            <a:xfrm rot="5400000">
              <a:off x="9432931" y="43790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6" name="Rectangle 65">
            <a:extLst>
              <a:ext uri="{FF2B5EF4-FFF2-40B4-BE49-F238E27FC236}">
                <a16:creationId xmlns:a16="http://schemas.microsoft.com/office/drawing/2014/main" id="{94265E83-D77C-43F7-A0DB-4D68A12B1560}"/>
              </a:ext>
            </a:extLst>
          </p:cNvPr>
          <p:cNvSpPr/>
          <p:nvPr/>
        </p:nvSpPr>
        <p:spPr>
          <a:xfrm rot="5400000">
            <a:off x="2525991" y="532908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3BC284CC-A387-434B-A77B-1B0BBFD91CF5}"/>
              </a:ext>
            </a:extLst>
          </p:cNvPr>
          <p:cNvSpPr/>
          <p:nvPr/>
        </p:nvSpPr>
        <p:spPr>
          <a:xfrm rot="5400000">
            <a:off x="2045625" y="532697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8" name="Group 67">
            <a:extLst>
              <a:ext uri="{FF2B5EF4-FFF2-40B4-BE49-F238E27FC236}">
                <a16:creationId xmlns:a16="http://schemas.microsoft.com/office/drawing/2014/main" id="{876FA17A-3951-4063-BDB0-27DF9D32F97F}"/>
              </a:ext>
            </a:extLst>
          </p:cNvPr>
          <p:cNvGrpSpPr/>
          <p:nvPr/>
        </p:nvGrpSpPr>
        <p:grpSpPr>
          <a:xfrm>
            <a:off x="1329114" y="3180610"/>
            <a:ext cx="2619865" cy="2621799"/>
            <a:chOff x="1228153" y="1651269"/>
            <a:chExt cx="2619865" cy="2621799"/>
          </a:xfrm>
        </p:grpSpPr>
        <p:sp>
          <p:nvSpPr>
            <p:cNvPr id="69" name="Rectangle 68">
              <a:extLst>
                <a:ext uri="{FF2B5EF4-FFF2-40B4-BE49-F238E27FC236}">
                  <a16:creationId xmlns:a16="http://schemas.microsoft.com/office/drawing/2014/main" id="{8057E079-5CBB-4B2F-890D-D9F6DA41B97E}"/>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6677E5D4-6988-4FB8-A943-9D2616EBC773}"/>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B1C82F8F-862E-4C5A-9694-07F10E3F3E67}"/>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F468753-06FC-4D98-83F4-B5BD5EE581DF}"/>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C44AC85-97C9-4A8D-B5EA-495CE5DE6140}"/>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70B0F136-30ED-48E3-A22A-01C0F2B90D22}"/>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2CEB4A45-49D5-4076-AAC8-8DEED9F25CEB}"/>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6063636-43F6-49F1-851C-51F8516EE6E0}"/>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99D7E725-255F-4AB5-A3AE-D5686B9209D5}"/>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05AACD28-4E32-4A6D-84E8-2AAC66CA668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2FCE5B39-3A09-4D66-86BB-FABCE244C3BA}"/>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7FC29D94-9CE2-46D8-8BFD-F2C2CB7E2276}"/>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DE882AE0-1E17-4CE7-84D4-53E7F88477C4}"/>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6D92EA7C-18AD-404D-B112-FCEBE2F7A238}"/>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735A55FB-86CB-44E7-BA02-4C484AC2DF5B}"/>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264C25E9-79DA-4114-89BF-D0796EAC7679}"/>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168F8FB8-DDD1-4BE2-A1F2-E90CE335C227}"/>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E11CCDC2-E51A-435A-A341-15C7803A69BC}"/>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B9111BDE-EC1C-4E31-8274-1CAF58276CBB}"/>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3831CC0D-C6A6-4A93-9795-E9F15728DB90}"/>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BE1A0D6F-69A4-41B1-92F6-FAB39F3A0FA3}"/>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A28E320C-1B3B-4A61-A37E-868325FDDACA}"/>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B1EEBF19-44DD-43FF-ACA5-5961DA865CBB}"/>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D3442BB7-63B9-4B1C-BA1B-145D57FACB8D}"/>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23800CF6-C2B1-4124-9BCB-1F7FA8F5094E}"/>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ED7B0466-773A-4DF2-B5E3-20EDD08F46CF}"/>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75182888-B8AD-4829-A8B4-C91E924C1A4B}"/>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876732C8-F64D-4FC3-A8FA-4194BDEEFA9A}"/>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781CFD5F-64D9-4697-8605-B2C82B664C1C}"/>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FE67541B-B7FC-4BEF-BD9C-77365F6B9FF1}"/>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BF563999-7813-4B15-8870-DE3C2F4F3819}"/>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A0AC9DDC-7391-4E21-8323-EE04DF54BD85}"/>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AF8303DE-3F89-488C-9511-A787F6570BC9}"/>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B57C0076-9F0F-4F11-9BFA-771AC7D6662E}"/>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AAC936D6-7890-4189-B336-C18AFD8E3A76}"/>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82E1D2C4-7FD4-4A29-868F-CDCEC4E2543B}"/>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D5838AF2-E17D-41A5-AA92-16475F4F259F}"/>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D95D51E5-DD9C-4F56-B67E-1102A431A3EF}"/>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CAD80B52-9086-462B-91F4-EF662420E66E}"/>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8" name="Rectangle 107">
            <a:extLst>
              <a:ext uri="{FF2B5EF4-FFF2-40B4-BE49-F238E27FC236}">
                <a16:creationId xmlns:a16="http://schemas.microsoft.com/office/drawing/2014/main" id="{C58406D0-6CBD-4E62-BBF8-A7C6397E907B}"/>
              </a:ext>
            </a:extLst>
          </p:cNvPr>
          <p:cNvSpPr/>
          <p:nvPr/>
        </p:nvSpPr>
        <p:spPr>
          <a:xfrm>
            <a:off x="3711184" y="460962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000562CC-9023-48A9-8D8A-B48689BB4E24}"/>
              </a:ext>
            </a:extLst>
          </p:cNvPr>
          <p:cNvSpPr/>
          <p:nvPr/>
        </p:nvSpPr>
        <p:spPr>
          <a:xfrm rot="5400000">
            <a:off x="2759046" y="48530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725BFB8F-CD16-42E1-94B4-188A1BF896FC}"/>
              </a:ext>
            </a:extLst>
          </p:cNvPr>
          <p:cNvSpPr/>
          <p:nvPr/>
        </p:nvSpPr>
        <p:spPr>
          <a:xfrm rot="5400000">
            <a:off x="2286572"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5EA68250-AE6E-4E56-8375-E7139694342D}"/>
              </a:ext>
            </a:extLst>
          </p:cNvPr>
          <p:cNvSpPr/>
          <p:nvPr/>
        </p:nvSpPr>
        <p:spPr>
          <a:xfrm rot="5400000">
            <a:off x="3474995"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E4399663-E9D7-4484-ABD0-B1074B9315A8}"/>
              </a:ext>
            </a:extLst>
          </p:cNvPr>
          <p:cNvSpPr/>
          <p:nvPr/>
        </p:nvSpPr>
        <p:spPr>
          <a:xfrm rot="5400000">
            <a:off x="3001160" y="342694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B0D7E41F-2C8B-4A7A-8C91-78AD64B5674D}"/>
              </a:ext>
            </a:extLst>
          </p:cNvPr>
          <p:cNvSpPr/>
          <p:nvPr/>
        </p:nvSpPr>
        <p:spPr>
          <a:xfrm rot="5400000">
            <a:off x="1798092" y="48599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801D7515-50E7-4F5B-A01F-731B743922A4}"/>
              </a:ext>
            </a:extLst>
          </p:cNvPr>
          <p:cNvSpPr/>
          <p:nvPr/>
        </p:nvSpPr>
        <p:spPr>
          <a:xfrm rot="5400000">
            <a:off x="2282222" y="43864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Rectangle 114">
            <a:extLst>
              <a:ext uri="{FF2B5EF4-FFF2-40B4-BE49-F238E27FC236}">
                <a16:creationId xmlns:a16="http://schemas.microsoft.com/office/drawing/2014/main" id="{27A932B4-CB41-46F7-8A17-6116C7060E02}"/>
              </a:ext>
            </a:extLst>
          </p:cNvPr>
          <p:cNvSpPr/>
          <p:nvPr/>
        </p:nvSpPr>
        <p:spPr>
          <a:xfrm rot="5400000">
            <a:off x="3468597" y="437511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CBD8509D-C837-4B8D-B8F0-11A6E36EF1A1}"/>
              </a:ext>
            </a:extLst>
          </p:cNvPr>
          <p:cNvSpPr/>
          <p:nvPr/>
        </p:nvSpPr>
        <p:spPr>
          <a:xfrm rot="5400000">
            <a:off x="2996021" y="5086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116">
            <a:extLst>
              <a:ext uri="{FF2B5EF4-FFF2-40B4-BE49-F238E27FC236}">
                <a16:creationId xmlns:a16="http://schemas.microsoft.com/office/drawing/2014/main" id="{427729DC-1163-4879-B033-03AF735B0697}"/>
              </a:ext>
            </a:extLst>
          </p:cNvPr>
          <p:cNvSpPr/>
          <p:nvPr/>
        </p:nvSpPr>
        <p:spPr>
          <a:xfrm rot="5400000">
            <a:off x="2996021" y="532254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7B54E8CC-EA91-4AFC-B724-78C96261F474}"/>
              </a:ext>
            </a:extLst>
          </p:cNvPr>
          <p:cNvSpPr/>
          <p:nvPr/>
        </p:nvSpPr>
        <p:spPr>
          <a:xfrm rot="5400000">
            <a:off x="1564014" y="5326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Rectangle 118">
            <a:extLst>
              <a:ext uri="{FF2B5EF4-FFF2-40B4-BE49-F238E27FC236}">
                <a16:creationId xmlns:a16="http://schemas.microsoft.com/office/drawing/2014/main" id="{D1D09CB4-56BF-4DB4-B9BB-AB80DA332F01}"/>
              </a:ext>
            </a:extLst>
          </p:cNvPr>
          <p:cNvSpPr/>
          <p:nvPr/>
        </p:nvSpPr>
        <p:spPr>
          <a:xfrm rot="5400000">
            <a:off x="1564676" y="43729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832E2C00-07BD-4F13-93EB-0D9E73A06CA5}"/>
              </a:ext>
            </a:extLst>
          </p:cNvPr>
          <p:cNvSpPr/>
          <p:nvPr/>
        </p:nvSpPr>
        <p:spPr>
          <a:xfrm rot="5400000">
            <a:off x="1804730" y="367046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2EDB20C5-7436-4AC4-AAA3-A6DE18ACEBA5}"/>
              </a:ext>
            </a:extLst>
          </p:cNvPr>
          <p:cNvSpPr/>
          <p:nvPr/>
        </p:nvSpPr>
        <p:spPr>
          <a:xfrm rot="5400000">
            <a:off x="3111821" y="39082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E78620A9-8791-467C-8C5F-523DB36E04D0}"/>
              </a:ext>
            </a:extLst>
          </p:cNvPr>
          <p:cNvSpPr/>
          <p:nvPr/>
        </p:nvSpPr>
        <p:spPr>
          <a:xfrm rot="5400000">
            <a:off x="2515693" y="36519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54B7F8B3-486A-4703-92F8-F7A51F5FDA47}"/>
              </a:ext>
            </a:extLst>
          </p:cNvPr>
          <p:cNvSpPr/>
          <p:nvPr/>
        </p:nvSpPr>
        <p:spPr>
          <a:xfrm rot="5400000">
            <a:off x="2759207" y="4390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Rectangle 123">
            <a:extLst>
              <a:ext uri="{FF2B5EF4-FFF2-40B4-BE49-F238E27FC236}">
                <a16:creationId xmlns:a16="http://schemas.microsoft.com/office/drawing/2014/main" id="{2BC5D873-E58D-4E66-8D1A-AFF5CFDF02C9}"/>
              </a:ext>
            </a:extLst>
          </p:cNvPr>
          <p:cNvSpPr/>
          <p:nvPr/>
        </p:nvSpPr>
        <p:spPr>
          <a:xfrm rot="5400000">
            <a:off x="2036852" y="34230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Arrow: Right 124">
            <a:extLst>
              <a:ext uri="{FF2B5EF4-FFF2-40B4-BE49-F238E27FC236}">
                <a16:creationId xmlns:a16="http://schemas.microsoft.com/office/drawing/2014/main" id="{3E5F5622-1974-420B-ACAB-6B202902E97C}"/>
              </a:ext>
            </a:extLst>
          </p:cNvPr>
          <p:cNvSpPr/>
          <p:nvPr/>
        </p:nvSpPr>
        <p:spPr>
          <a:xfrm>
            <a:off x="4653122" y="3999597"/>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0C8EEA9B-2A1C-4EE7-BCC4-05F8825B4268}"/>
              </a:ext>
            </a:extLst>
          </p:cNvPr>
          <p:cNvSpPr txBox="1"/>
          <p:nvPr/>
        </p:nvSpPr>
        <p:spPr>
          <a:xfrm>
            <a:off x="2184778" y="5842337"/>
            <a:ext cx="74571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600" baseline="30000" dirty="0">
                <a:solidFill>
                  <a:schemeClr val="bg1"/>
                </a:solidFill>
              </a:rPr>
              <a:t>′</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128" name="TextBox 127">
            <a:extLst>
              <a:ext uri="{FF2B5EF4-FFF2-40B4-BE49-F238E27FC236}">
                <a16:creationId xmlns:a16="http://schemas.microsoft.com/office/drawing/2014/main" id="{8B6E46C5-D409-49D5-87B0-D076CF636C5F}"/>
              </a:ext>
            </a:extLst>
          </p:cNvPr>
          <p:cNvSpPr txBox="1"/>
          <p:nvPr/>
        </p:nvSpPr>
        <p:spPr>
          <a:xfrm>
            <a:off x="7470931" y="5091284"/>
            <a:ext cx="899605"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1</a:t>
            </a:r>
          </a:p>
        </p:txBody>
      </p:sp>
      <p:grpSp>
        <p:nvGrpSpPr>
          <p:cNvPr id="129" name="Group 128">
            <a:extLst>
              <a:ext uri="{FF2B5EF4-FFF2-40B4-BE49-F238E27FC236}">
                <a16:creationId xmlns:a16="http://schemas.microsoft.com/office/drawing/2014/main" id="{BEEAB2EE-FFC8-4C31-B253-514136C6EE38}"/>
              </a:ext>
            </a:extLst>
          </p:cNvPr>
          <p:cNvGrpSpPr/>
          <p:nvPr/>
        </p:nvGrpSpPr>
        <p:grpSpPr>
          <a:xfrm>
            <a:off x="9696902" y="3761784"/>
            <a:ext cx="1431898" cy="1414883"/>
            <a:chOff x="9639752" y="3761784"/>
            <a:chExt cx="1431898" cy="1414883"/>
          </a:xfrm>
        </p:grpSpPr>
        <p:sp>
          <p:nvSpPr>
            <p:cNvPr id="130" name="Rectangle 129">
              <a:extLst>
                <a:ext uri="{FF2B5EF4-FFF2-40B4-BE49-F238E27FC236}">
                  <a16:creationId xmlns:a16="http://schemas.microsoft.com/office/drawing/2014/main" id="{FB29424D-F35A-41BE-B8EF-76C78F61BD3F}"/>
                </a:ext>
              </a:extLst>
            </p:cNvPr>
            <p:cNvSpPr/>
            <p:nvPr/>
          </p:nvSpPr>
          <p:spPr>
            <a:xfrm rot="5400000">
              <a:off x="10288866" y="4919473"/>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E76EF0EC-AC91-4C5A-89F1-1F9741AB2B2E}"/>
                </a:ext>
              </a:extLst>
            </p:cNvPr>
            <p:cNvSpPr/>
            <p:nvPr/>
          </p:nvSpPr>
          <p:spPr>
            <a:xfrm rot="5400000">
              <a:off x="10159224" y="4917733"/>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2" name="Group 131">
              <a:extLst>
                <a:ext uri="{FF2B5EF4-FFF2-40B4-BE49-F238E27FC236}">
                  <a16:creationId xmlns:a16="http://schemas.microsoft.com/office/drawing/2014/main" id="{C98CB715-E45C-4543-8C5C-D6DB1F13F8D3}"/>
                </a:ext>
              </a:extLst>
            </p:cNvPr>
            <p:cNvGrpSpPr/>
            <p:nvPr/>
          </p:nvGrpSpPr>
          <p:grpSpPr>
            <a:xfrm>
              <a:off x="9639752" y="3761784"/>
              <a:ext cx="1431898" cy="1414883"/>
              <a:chOff x="1228153" y="1651269"/>
              <a:chExt cx="2619865" cy="2621799"/>
            </a:xfrm>
          </p:grpSpPr>
          <p:sp>
            <p:nvSpPr>
              <p:cNvPr id="150" name="Rectangle 149">
                <a:extLst>
                  <a:ext uri="{FF2B5EF4-FFF2-40B4-BE49-F238E27FC236}">
                    <a16:creationId xmlns:a16="http://schemas.microsoft.com/office/drawing/2014/main" id="{FDB47816-D429-4E41-B094-63526E93AF57}"/>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A3418B92-C932-43FF-8844-984EF30DB21C}"/>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91AF6FBF-4C77-43F8-81BB-FE0EE51DF88B}"/>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6B220509-79B7-43B7-BD2A-0861460A9FB3}"/>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767564E7-23E3-49B0-9BB5-C23ED1670010}"/>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884307D2-5E31-46F6-8933-110824842822}"/>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F9F71BF8-2481-4FA2-B46F-0A2269BC21C7}"/>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D62BB2F8-8528-467B-A5C3-AA213E85EB9A}"/>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2C72F7C5-3ABB-4E1D-A622-B3E7446EFC4D}"/>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DA37481E-67A0-4DE5-9D18-97BB445FC145}"/>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Rectangle 159">
                <a:extLst>
                  <a:ext uri="{FF2B5EF4-FFF2-40B4-BE49-F238E27FC236}">
                    <a16:creationId xmlns:a16="http://schemas.microsoft.com/office/drawing/2014/main" id="{AC2F4221-C21F-4B85-BB58-35D150790B9A}"/>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799CDD98-ECE1-4380-BA13-D29B1F6E8FBA}"/>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857AAF38-919F-4761-AA5B-62C6C35FD6D5}"/>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A4EF56CA-4147-4931-A719-F4F8A9D8321B}"/>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AA42FE94-45FC-450A-A01A-1C00F1E2ED8E}"/>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CB57AB2F-C4D5-48E9-8DF9-D1A548FC6495}"/>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071FFFFB-A8B1-4949-99FD-3DD42B6879F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CDDD828-60F2-42BC-8FAD-E30085DF519A}"/>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Rectangle 167">
                <a:extLst>
                  <a:ext uri="{FF2B5EF4-FFF2-40B4-BE49-F238E27FC236}">
                    <a16:creationId xmlns:a16="http://schemas.microsoft.com/office/drawing/2014/main" id="{0CD42539-658D-41D1-A2EC-2685C4E8183C}"/>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9" name="Rectangle 168">
                <a:extLst>
                  <a:ext uri="{FF2B5EF4-FFF2-40B4-BE49-F238E27FC236}">
                    <a16:creationId xmlns:a16="http://schemas.microsoft.com/office/drawing/2014/main" id="{0EC3BAAF-129F-4E38-ACE8-133634B98F61}"/>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4D237378-F934-448A-97AE-482AEB2CBDBB}"/>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F275F987-7C99-466B-8F7F-A2DE89B89923}"/>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E3897ADA-B2B1-43B4-AF03-03CFACD5A29F}"/>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0661B8E2-ADAE-4D32-A917-DEC1C3351A9E}"/>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083D7659-CD86-4C7D-87B4-375FBA00AE94}"/>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F415F147-FF82-469C-8256-DF19AD0CCCE4}"/>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BB6F33E9-3136-4CBE-AC77-425E60583447}"/>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75453646-CD66-4AC0-8710-977D073D1C3C}"/>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Rectangle 177">
                <a:extLst>
                  <a:ext uri="{FF2B5EF4-FFF2-40B4-BE49-F238E27FC236}">
                    <a16:creationId xmlns:a16="http://schemas.microsoft.com/office/drawing/2014/main" id="{6BEB7A60-F2E2-4DE3-8DA7-1E95B790C40B}"/>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9" name="Rectangle 178">
                <a:extLst>
                  <a:ext uri="{FF2B5EF4-FFF2-40B4-BE49-F238E27FC236}">
                    <a16:creationId xmlns:a16="http://schemas.microsoft.com/office/drawing/2014/main" id="{CCF4A34E-C7F5-4380-BBC4-A4850715E73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7B569B5C-CF8B-4300-8A21-C0755DC27FCE}"/>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E1CC297F-4D98-44A6-9C21-B1BE8EDAF8AB}"/>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ED3D2534-1967-4D36-9536-5941DBE93F03}"/>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3B1D041F-DEF7-4B2E-B6D5-9A4ED7D2EE0D}"/>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EC06ED21-8B3D-45A1-91A5-F3DDF86AE342}"/>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B0ECC758-B3C7-4853-B785-6B4011490C85}"/>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Rectangle 185">
                <a:extLst>
                  <a:ext uri="{FF2B5EF4-FFF2-40B4-BE49-F238E27FC236}">
                    <a16:creationId xmlns:a16="http://schemas.microsoft.com/office/drawing/2014/main" id="{BC681FD9-5B2D-4AA4-8926-95AFDFB5445F}"/>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Rectangle 186">
                <a:extLst>
                  <a:ext uri="{FF2B5EF4-FFF2-40B4-BE49-F238E27FC236}">
                    <a16:creationId xmlns:a16="http://schemas.microsoft.com/office/drawing/2014/main" id="{DEDEA9D3-FC77-4B8E-B665-D0C76D8A4262}"/>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8EBA0C93-FEA2-4C6F-B023-9AE31AD63C5F}"/>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3" name="Rectangle 132">
              <a:extLst>
                <a:ext uri="{FF2B5EF4-FFF2-40B4-BE49-F238E27FC236}">
                  <a16:creationId xmlns:a16="http://schemas.microsoft.com/office/drawing/2014/main" id="{3E413860-A81E-4640-8107-9A20DBA02DD5}"/>
                </a:ext>
              </a:extLst>
            </p:cNvPr>
            <p:cNvSpPr/>
            <p:nvPr/>
          </p:nvSpPr>
          <p:spPr>
            <a:xfrm>
              <a:off x="10941682" y="4532968"/>
              <a:ext cx="129940" cy="12884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409A9067-1234-4890-A392-F5A63C694129}"/>
                </a:ext>
              </a:extLst>
            </p:cNvPr>
            <p:cNvSpPr/>
            <p:nvPr/>
          </p:nvSpPr>
          <p:spPr>
            <a:xfrm rot="5400000">
              <a:off x="10417629" y="4919789"/>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Rectangle 134">
              <a:extLst>
                <a:ext uri="{FF2B5EF4-FFF2-40B4-BE49-F238E27FC236}">
                  <a16:creationId xmlns:a16="http://schemas.microsoft.com/office/drawing/2014/main" id="{6FC61BC5-5536-445F-8CA4-A8EE0203552D}"/>
                </a:ext>
              </a:extLst>
            </p:cNvPr>
            <p:cNvSpPr/>
            <p:nvPr/>
          </p:nvSpPr>
          <p:spPr>
            <a:xfrm rot="5400000">
              <a:off x="10032670" y="491824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C786AB7C-66CA-4F37-B920-153009481F4D}"/>
                </a:ext>
              </a:extLst>
            </p:cNvPr>
            <p:cNvSpPr/>
            <p:nvPr/>
          </p:nvSpPr>
          <p:spPr>
            <a:xfrm rot="5400000">
              <a:off x="10425817" y="4532616"/>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4B0F2F8C-9C24-473E-85EB-A31958F27920}"/>
                </a:ext>
              </a:extLst>
            </p:cNvPr>
            <p:cNvSpPr/>
            <p:nvPr/>
          </p:nvSpPr>
          <p:spPr>
            <a:xfrm rot="5400000">
              <a:off x="10168775" y="466313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Rectangle 137">
              <a:extLst>
                <a:ext uri="{FF2B5EF4-FFF2-40B4-BE49-F238E27FC236}">
                  <a16:creationId xmlns:a16="http://schemas.microsoft.com/office/drawing/2014/main" id="{A7209988-DB54-46F9-9D25-89F7149FB8E8}"/>
                </a:ext>
              </a:extLst>
            </p:cNvPr>
            <p:cNvSpPr/>
            <p:nvPr/>
          </p:nvSpPr>
          <p:spPr>
            <a:xfrm rot="5400000">
              <a:off x="10163349" y="4791867"/>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B251ED26-313E-4A9C-9957-C02F6DFD2443}"/>
                </a:ext>
              </a:extLst>
            </p:cNvPr>
            <p:cNvSpPr/>
            <p:nvPr/>
          </p:nvSpPr>
          <p:spPr>
            <a:xfrm rot="5400000">
              <a:off x="10550479" y="4281175"/>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03842D6B-3153-42DD-BA9F-1E2C5CFF574C}"/>
                </a:ext>
              </a:extLst>
            </p:cNvPr>
            <p:cNvSpPr/>
            <p:nvPr/>
          </p:nvSpPr>
          <p:spPr>
            <a:xfrm rot="5400000">
              <a:off x="10552056" y="440435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07D94060-67E0-414C-8E2C-5AE23FAAC3CF}"/>
                </a:ext>
              </a:extLst>
            </p:cNvPr>
            <p:cNvSpPr/>
            <p:nvPr/>
          </p:nvSpPr>
          <p:spPr>
            <a:xfrm rot="5400000">
              <a:off x="10031668" y="4791087"/>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01455CA6-35B4-48CE-B283-ECF6234D4B3E}"/>
                </a:ext>
              </a:extLst>
            </p:cNvPr>
            <p:cNvSpPr/>
            <p:nvPr/>
          </p:nvSpPr>
          <p:spPr>
            <a:xfrm rot="5400000">
              <a:off x="10552541" y="491882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76713726-4803-48AA-BEF5-F14BC334988F}"/>
                </a:ext>
              </a:extLst>
            </p:cNvPr>
            <p:cNvSpPr/>
            <p:nvPr/>
          </p:nvSpPr>
          <p:spPr>
            <a:xfrm rot="5400000">
              <a:off x="10294504" y="454034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906A01CD-D94E-4192-866A-39FBDF223DE0}"/>
                </a:ext>
              </a:extLst>
            </p:cNvPr>
            <p:cNvSpPr/>
            <p:nvPr/>
          </p:nvSpPr>
          <p:spPr>
            <a:xfrm rot="5400000">
              <a:off x="10295718" y="466219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B5358531-D21F-44E5-A99C-E0DFE1382029}"/>
                </a:ext>
              </a:extLst>
            </p:cNvPr>
            <p:cNvSpPr/>
            <p:nvPr/>
          </p:nvSpPr>
          <p:spPr>
            <a:xfrm rot="5400000">
              <a:off x="10161840" y="428117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262F5FE0-C76C-4920-BA5D-D4D2F0A4646E}"/>
                </a:ext>
              </a:extLst>
            </p:cNvPr>
            <p:cNvSpPr/>
            <p:nvPr/>
          </p:nvSpPr>
          <p:spPr>
            <a:xfrm rot="5400000">
              <a:off x="10292088" y="427997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146">
              <a:extLst>
                <a:ext uri="{FF2B5EF4-FFF2-40B4-BE49-F238E27FC236}">
                  <a16:creationId xmlns:a16="http://schemas.microsoft.com/office/drawing/2014/main" id="{EF6AC03B-D251-41F7-8B6B-29A9DA3A7340}"/>
                </a:ext>
              </a:extLst>
            </p:cNvPr>
            <p:cNvSpPr/>
            <p:nvPr/>
          </p:nvSpPr>
          <p:spPr>
            <a:xfrm rot="5400000">
              <a:off x="10420583" y="428139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7E8F3CE-A359-4C32-9260-484857A3F771}"/>
                </a:ext>
              </a:extLst>
            </p:cNvPr>
            <p:cNvSpPr/>
            <p:nvPr/>
          </p:nvSpPr>
          <p:spPr>
            <a:xfrm rot="5400000">
              <a:off x="10421369" y="440446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9" name="Rectangle 148">
              <a:extLst>
                <a:ext uri="{FF2B5EF4-FFF2-40B4-BE49-F238E27FC236}">
                  <a16:creationId xmlns:a16="http://schemas.microsoft.com/office/drawing/2014/main" id="{45A9CC32-A7DA-4C86-A8C9-6379C24F50E5}"/>
                </a:ext>
              </a:extLst>
            </p:cNvPr>
            <p:cNvSpPr/>
            <p:nvPr/>
          </p:nvSpPr>
          <p:spPr>
            <a:xfrm rot="5400000">
              <a:off x="10029814" y="4282376"/>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9" name="TextBox 188">
            <a:extLst>
              <a:ext uri="{FF2B5EF4-FFF2-40B4-BE49-F238E27FC236}">
                <a16:creationId xmlns:a16="http://schemas.microsoft.com/office/drawing/2014/main" id="{2A6463F2-3F78-4A75-9C07-6E71E550F1EB}"/>
              </a:ext>
            </a:extLst>
          </p:cNvPr>
          <p:cNvSpPr txBox="1"/>
          <p:nvPr/>
        </p:nvSpPr>
        <p:spPr>
          <a:xfrm>
            <a:off x="10048852" y="5091285"/>
            <a:ext cx="84189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k</a:t>
            </a:r>
          </a:p>
        </p:txBody>
      </p:sp>
      <p:sp>
        <p:nvSpPr>
          <p:cNvPr id="190" name="TextBox 189">
            <a:extLst>
              <a:ext uri="{FF2B5EF4-FFF2-40B4-BE49-F238E27FC236}">
                <a16:creationId xmlns:a16="http://schemas.microsoft.com/office/drawing/2014/main" id="{5D124B0B-8E1C-4FEF-B5E8-0C998C38D70C}"/>
              </a:ext>
            </a:extLst>
          </p:cNvPr>
          <p:cNvSpPr txBox="1"/>
          <p:nvPr/>
        </p:nvSpPr>
        <p:spPr>
          <a:xfrm>
            <a:off x="6302165" y="3706578"/>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191" name="TextBox 190">
            <a:extLst>
              <a:ext uri="{FF2B5EF4-FFF2-40B4-BE49-F238E27FC236}">
                <a16:creationId xmlns:a16="http://schemas.microsoft.com/office/drawing/2014/main" id="{45E6C4DD-7672-4CBB-BCCC-D33DC9FF3F41}"/>
              </a:ext>
            </a:extLst>
          </p:cNvPr>
          <p:cNvSpPr txBox="1"/>
          <p:nvPr/>
        </p:nvSpPr>
        <p:spPr>
          <a:xfrm>
            <a:off x="11063926" y="3707489"/>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192" name="TextBox 191">
            <a:extLst>
              <a:ext uri="{FF2B5EF4-FFF2-40B4-BE49-F238E27FC236}">
                <a16:creationId xmlns:a16="http://schemas.microsoft.com/office/drawing/2014/main" id="{96823416-C9D0-44BA-B6CE-39F2E87C1D4B}"/>
              </a:ext>
            </a:extLst>
          </p:cNvPr>
          <p:cNvSpPr txBox="1"/>
          <p:nvPr/>
        </p:nvSpPr>
        <p:spPr>
          <a:xfrm>
            <a:off x="8481021" y="4610927"/>
            <a:ext cx="1261884" cy="830997"/>
          </a:xfrm>
          <a:prstGeom prst="rect">
            <a:avLst/>
          </a:prstGeom>
          <a:noFill/>
        </p:spPr>
        <p:txBody>
          <a:bodyPr wrap="none" rtlCol="0">
            <a:spAutoFit/>
          </a:bodyPr>
          <a:lstStyle/>
          <a:p>
            <a:r>
              <a:rPr lang="en-US" sz="4800" dirty="0">
                <a:solidFill>
                  <a:schemeClr val="bg1"/>
                </a:solidFill>
              </a:rPr>
              <a:t>, …,</a:t>
            </a:r>
            <a:endParaRPr lang="en-US" sz="4800" dirty="0">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110938287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Strongly Universal Drop-Shape Constructor</a:t>
            </a:r>
          </a:p>
        </p:txBody>
      </p:sp>
      <p:pic>
        <p:nvPicPr>
          <p:cNvPr id="4" name="Graphic 3">
            <a:extLst>
              <a:ext uri="{FF2B5EF4-FFF2-40B4-BE49-F238E27FC236}">
                <a16:creationId xmlns:a16="http://schemas.microsoft.com/office/drawing/2014/main" id="{2552C6D1-81D1-4E1E-B2B2-F30B2A4413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04432" y="1251249"/>
            <a:ext cx="6320869" cy="5323493"/>
          </a:xfrm>
          <a:prstGeom prst="rect">
            <a:avLst/>
          </a:prstGeom>
        </p:spPr>
      </p:pic>
    </p:spTree>
    <p:extLst>
      <p:ext uri="{BB962C8B-B14F-4D97-AF65-F5344CB8AC3E}">
        <p14:creationId xmlns:p14="http://schemas.microsoft.com/office/powerpoint/2010/main" val="6318348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Strongly Universal Drop-Shape Constructor</a:t>
            </a:r>
          </a:p>
        </p:txBody>
      </p:sp>
      <p:pic>
        <p:nvPicPr>
          <p:cNvPr id="6" name="Graphic 5">
            <a:extLst>
              <a:ext uri="{FF2B5EF4-FFF2-40B4-BE49-F238E27FC236}">
                <a16:creationId xmlns:a16="http://schemas.microsoft.com/office/drawing/2014/main" id="{0827860B-52A2-419E-8DC8-229A203CD1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04431" y="1251249"/>
            <a:ext cx="6320869" cy="5335960"/>
          </a:xfrm>
          <a:prstGeom prst="rect">
            <a:avLst/>
          </a:prstGeom>
        </p:spPr>
      </p:pic>
    </p:spTree>
    <p:extLst>
      <p:ext uri="{BB962C8B-B14F-4D97-AF65-F5344CB8AC3E}">
        <p14:creationId xmlns:p14="http://schemas.microsoft.com/office/powerpoint/2010/main" val="192887836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Strongly Universal Drop-Shape Constructor</a:t>
            </a:r>
          </a:p>
        </p:txBody>
      </p:sp>
      <p:pic>
        <p:nvPicPr>
          <p:cNvPr id="6" name="Graphic 5">
            <a:extLst>
              <a:ext uri="{FF2B5EF4-FFF2-40B4-BE49-F238E27FC236}">
                <a16:creationId xmlns:a16="http://schemas.microsoft.com/office/drawing/2014/main" id="{0827860B-52A2-419E-8DC8-229A203CD1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04431" y="1251249"/>
            <a:ext cx="6320869" cy="5335960"/>
          </a:xfrm>
          <a:prstGeom prst="rect">
            <a:avLst/>
          </a:prstGeom>
        </p:spPr>
      </p:pic>
      <p:cxnSp>
        <p:nvCxnSpPr>
          <p:cNvPr id="7" name="Straight Arrow Connector 6">
            <a:extLst>
              <a:ext uri="{FF2B5EF4-FFF2-40B4-BE49-F238E27FC236}">
                <a16:creationId xmlns:a16="http://schemas.microsoft.com/office/drawing/2014/main" id="{FFC89418-EA41-49E7-B309-A9ED93F5A29F}"/>
              </a:ext>
            </a:extLst>
          </p:cNvPr>
          <p:cNvCxnSpPr/>
          <p:nvPr/>
        </p:nvCxnSpPr>
        <p:spPr>
          <a:xfrm flipV="1">
            <a:off x="8475133" y="1251249"/>
            <a:ext cx="0" cy="2506133"/>
          </a:xfrm>
          <a:prstGeom prst="straightConnector1">
            <a:avLst/>
          </a:prstGeom>
          <a:ln w="63500">
            <a:solidFill>
              <a:srgbClr val="64018B"/>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3985F0D-3EE6-4CBC-8BD0-53F710C65DAA}"/>
              </a:ext>
            </a:extLst>
          </p:cNvPr>
          <p:cNvCxnSpPr>
            <a:cxnSpLocks/>
          </p:cNvCxnSpPr>
          <p:nvPr/>
        </p:nvCxnSpPr>
        <p:spPr>
          <a:xfrm>
            <a:off x="3418165" y="1251249"/>
            <a:ext cx="0" cy="4428067"/>
          </a:xfrm>
          <a:prstGeom prst="straightConnector1">
            <a:avLst/>
          </a:prstGeom>
          <a:ln w="63500">
            <a:solidFill>
              <a:srgbClr val="64018B"/>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AC65D63-63D3-4EE8-B9E1-56D9BA1B7380}"/>
              </a:ext>
            </a:extLst>
          </p:cNvPr>
          <p:cNvCxnSpPr>
            <a:cxnSpLocks/>
          </p:cNvCxnSpPr>
          <p:nvPr/>
        </p:nvCxnSpPr>
        <p:spPr>
          <a:xfrm flipH="1" flipV="1">
            <a:off x="3852333" y="1074628"/>
            <a:ext cx="4233333" cy="1"/>
          </a:xfrm>
          <a:prstGeom prst="straightConnector1">
            <a:avLst/>
          </a:prstGeom>
          <a:ln w="63500">
            <a:solidFill>
              <a:srgbClr val="64018B"/>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B2DB80C-5CA9-496A-B9B9-BB07368F324E}"/>
              </a:ext>
            </a:extLst>
          </p:cNvPr>
          <p:cNvCxnSpPr>
            <a:cxnSpLocks/>
          </p:cNvCxnSpPr>
          <p:nvPr/>
        </p:nvCxnSpPr>
        <p:spPr>
          <a:xfrm rot="5400000" flipV="1">
            <a:off x="4857497" y="4620983"/>
            <a:ext cx="0" cy="2506133"/>
          </a:xfrm>
          <a:prstGeom prst="straightConnector1">
            <a:avLst/>
          </a:prstGeom>
          <a:ln w="63500">
            <a:solidFill>
              <a:srgbClr val="64018B"/>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237C8E7-2B0A-46A1-B9EB-1C83852A7097}"/>
              </a:ext>
            </a:extLst>
          </p:cNvPr>
          <p:cNvCxnSpPr>
            <a:cxnSpLocks/>
          </p:cNvCxnSpPr>
          <p:nvPr/>
        </p:nvCxnSpPr>
        <p:spPr>
          <a:xfrm flipV="1">
            <a:off x="5655733" y="4781850"/>
            <a:ext cx="0" cy="797683"/>
          </a:xfrm>
          <a:prstGeom prst="straightConnector1">
            <a:avLst/>
          </a:prstGeom>
          <a:ln w="28575">
            <a:solidFill>
              <a:srgbClr val="64018B"/>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BF879C5-8E0B-438D-AF99-4F7D4A619E2C}"/>
              </a:ext>
            </a:extLst>
          </p:cNvPr>
          <p:cNvCxnSpPr>
            <a:cxnSpLocks/>
          </p:cNvCxnSpPr>
          <p:nvPr/>
        </p:nvCxnSpPr>
        <p:spPr>
          <a:xfrm>
            <a:off x="5799667" y="1494965"/>
            <a:ext cx="0" cy="797683"/>
          </a:xfrm>
          <a:prstGeom prst="straightConnector1">
            <a:avLst/>
          </a:prstGeom>
          <a:ln w="28575">
            <a:solidFill>
              <a:srgbClr val="64018B"/>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615FB7F-CE66-4B40-80CE-47BC6EC4C96C}"/>
              </a:ext>
            </a:extLst>
          </p:cNvPr>
          <p:cNvCxnSpPr>
            <a:cxnSpLocks/>
          </p:cNvCxnSpPr>
          <p:nvPr/>
        </p:nvCxnSpPr>
        <p:spPr>
          <a:xfrm rot="16200000" flipV="1">
            <a:off x="7677449" y="3156250"/>
            <a:ext cx="0" cy="797683"/>
          </a:xfrm>
          <a:prstGeom prst="straightConnector1">
            <a:avLst/>
          </a:prstGeom>
          <a:ln w="28575">
            <a:solidFill>
              <a:srgbClr val="64018B"/>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B6D4C25-FF41-4556-B1BF-CA99C2D5FF33}"/>
              </a:ext>
            </a:extLst>
          </p:cNvPr>
          <p:cNvCxnSpPr>
            <a:cxnSpLocks/>
          </p:cNvCxnSpPr>
          <p:nvPr/>
        </p:nvCxnSpPr>
        <p:spPr>
          <a:xfrm rot="5400000" flipV="1">
            <a:off x="4251175" y="3074000"/>
            <a:ext cx="0" cy="797683"/>
          </a:xfrm>
          <a:prstGeom prst="straightConnector1">
            <a:avLst/>
          </a:prstGeom>
          <a:ln w="28575">
            <a:solidFill>
              <a:srgbClr val="64018B"/>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128F68C-B789-4993-AC27-25178D31F568}"/>
              </a:ext>
            </a:extLst>
          </p:cNvPr>
          <p:cNvCxnSpPr>
            <a:cxnSpLocks/>
          </p:cNvCxnSpPr>
          <p:nvPr/>
        </p:nvCxnSpPr>
        <p:spPr>
          <a:xfrm flipV="1">
            <a:off x="7061200" y="2946999"/>
            <a:ext cx="0" cy="1455358"/>
          </a:xfrm>
          <a:prstGeom prst="straightConnector1">
            <a:avLst/>
          </a:prstGeom>
          <a:ln w="635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843E59C-FD15-4F86-84E9-448CA25C88A0}"/>
              </a:ext>
            </a:extLst>
          </p:cNvPr>
          <p:cNvCxnSpPr>
            <a:cxnSpLocks/>
          </p:cNvCxnSpPr>
          <p:nvPr/>
        </p:nvCxnSpPr>
        <p:spPr>
          <a:xfrm rot="16200000" flipV="1">
            <a:off x="5968999" y="1808685"/>
            <a:ext cx="0" cy="1455358"/>
          </a:xfrm>
          <a:prstGeom prst="straightConnector1">
            <a:avLst/>
          </a:prstGeom>
          <a:ln w="635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460B354-E2C8-4B91-B561-61C7ADD7192E}"/>
              </a:ext>
            </a:extLst>
          </p:cNvPr>
          <p:cNvCxnSpPr>
            <a:cxnSpLocks/>
          </p:cNvCxnSpPr>
          <p:nvPr/>
        </p:nvCxnSpPr>
        <p:spPr>
          <a:xfrm>
            <a:off x="4927600" y="2863840"/>
            <a:ext cx="0" cy="1455358"/>
          </a:xfrm>
          <a:prstGeom prst="straightConnector1">
            <a:avLst/>
          </a:prstGeom>
          <a:ln w="635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E289AE9-CEE6-42C3-B5AD-2CA8D154DDB4}"/>
              </a:ext>
            </a:extLst>
          </p:cNvPr>
          <p:cNvCxnSpPr>
            <a:cxnSpLocks/>
          </p:cNvCxnSpPr>
          <p:nvPr/>
        </p:nvCxnSpPr>
        <p:spPr>
          <a:xfrm rot="5400000" flipH="1" flipV="1">
            <a:off x="5924300" y="3684635"/>
            <a:ext cx="0" cy="1455358"/>
          </a:xfrm>
          <a:prstGeom prst="straightConnector1">
            <a:avLst/>
          </a:prstGeom>
          <a:ln w="635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50020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25A292-5779-4005-8B15-C35478C39F08}"/>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Strongly Universal Drop-Shape Constructor</a:t>
            </a:r>
          </a:p>
        </p:txBody>
      </p:sp>
      <p:pic>
        <p:nvPicPr>
          <p:cNvPr id="2" name="001">
            <a:hlinkClick r:id="" action="ppaction://media"/>
            <a:extLst>
              <a:ext uri="{FF2B5EF4-FFF2-40B4-BE49-F238E27FC236}">
                <a16:creationId xmlns:a16="http://schemas.microsoft.com/office/drawing/2014/main" id="{9F5F4944-6970-472B-AB60-1F6BD924F6F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206485" y="898010"/>
            <a:ext cx="5779029" cy="5779029"/>
          </a:xfrm>
          <a:prstGeom prst="rect">
            <a:avLst/>
          </a:prstGeom>
        </p:spPr>
      </p:pic>
    </p:spTree>
    <p:extLst>
      <p:ext uri="{BB962C8B-B14F-4D97-AF65-F5344CB8AC3E}">
        <p14:creationId xmlns:p14="http://schemas.microsoft.com/office/powerpoint/2010/main" val="408908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75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Results Tables</a:t>
            </a:r>
          </a:p>
        </p:txBody>
      </p:sp>
      <p:graphicFrame>
        <p:nvGraphicFramePr>
          <p:cNvPr id="3" name="Table 2">
            <a:extLst>
              <a:ext uri="{FF2B5EF4-FFF2-40B4-BE49-F238E27FC236}">
                <a16:creationId xmlns:a16="http://schemas.microsoft.com/office/drawing/2014/main" id="{4C3F624D-ECDF-48DF-BE99-055375BC5844}"/>
              </a:ext>
            </a:extLst>
          </p:cNvPr>
          <p:cNvGraphicFramePr>
            <a:graphicFrameLocks noGrp="1"/>
          </p:cNvGraphicFramePr>
          <p:nvPr>
            <p:extLst>
              <p:ext uri="{D42A27DB-BD31-4B8C-83A1-F6EECF244321}">
                <p14:modId xmlns:p14="http://schemas.microsoft.com/office/powerpoint/2010/main" val="2787667416"/>
              </p:ext>
            </p:extLst>
          </p:nvPr>
        </p:nvGraphicFramePr>
        <p:xfrm>
          <a:off x="634999" y="2367280"/>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r>
                        <a:rPr lang="en-US" b="1" dirty="0">
                          <a:latin typeface="Dubai" panose="020B0503030403030204" pitchFamily="34" charset="-78"/>
                          <a:cs typeface="Dubai" panose="020B0503030403030204" pitchFamily="34" charset="-78"/>
                        </a:rPr>
                        <a:t>Universal Pattern</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k labels</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1 label</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Strongly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235761014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Outline</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bg1"/>
                </a:solidFill>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constant scale</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constant tile types</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Guided 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a:t>
            </a:r>
            <a:r>
              <a:rPr lang="en-US" sz="2800" dirty="0">
                <a:solidFill>
                  <a:schemeClr val="dk1"/>
                </a:solidFill>
                <a:latin typeface="Calibri" panose="020F0502020204030204" pitchFamily="34" charset="0"/>
                <a:ea typeface="Quicksand"/>
                <a:cs typeface="Calibri" panose="020F0502020204030204" pitchFamily="34" charset="0"/>
                <a:sym typeface="Quicksand"/>
              </a:rPr>
              <a:t>universal constructors</a:t>
            </a:r>
            <a:endPar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endParaRPr>
          </a:p>
          <a:p>
            <a:pPr lvl="0">
              <a:lnSpc>
                <a:spcPct val="200000"/>
              </a:lnSpc>
              <a:buClr>
                <a:srgbClr val="000000"/>
              </a:buClr>
              <a:buSzPts val="2800"/>
            </a:pPr>
            <a:r>
              <a:rPr lang="en-US" sz="2800" dirty="0">
                <a:solidFill>
                  <a:schemeClr val="dk1"/>
                </a:solidFill>
                <a:latin typeface="Calibri" panose="020F0502020204030204" pitchFamily="34" charset="0"/>
                <a:ea typeface="Quicksand"/>
                <a:cs typeface="Calibri" panose="020F0502020204030204" pitchFamily="34" charset="0"/>
                <a:sym typeface="Quicksand"/>
              </a:rPr>
              <a:t>     </a:t>
            </a:r>
            <a:r>
              <a:rPr lang="en-US" sz="2800" dirty="0">
                <a:solidFill>
                  <a:srgbClr val="FA9930"/>
                </a:solidFill>
                <a:latin typeface="Calibri" panose="020F0502020204030204" pitchFamily="34" charset="0"/>
                <a:ea typeface="Quicksand"/>
                <a:cs typeface="Calibri" panose="020F0502020204030204" pitchFamily="34" charset="0"/>
                <a:sym typeface="Quicksand"/>
              </a:rPr>
              <a:t>-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9" name="Picture 8">
            <a:extLst>
              <a:ext uri="{FF2B5EF4-FFF2-40B4-BE49-F238E27FC236}">
                <a16:creationId xmlns:a16="http://schemas.microsoft.com/office/drawing/2014/main" id="{0F41244C-C405-4742-9224-7CB913E3B4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6504" y="1484103"/>
            <a:ext cx="2214881" cy="2214881"/>
          </a:xfrm>
          <a:prstGeom prst="rect">
            <a:avLst/>
          </a:prstGeom>
        </p:spPr>
      </p:pic>
      <p:pic>
        <p:nvPicPr>
          <p:cNvPr id="10" name="Picture 9">
            <a:extLst>
              <a:ext uri="{FF2B5EF4-FFF2-40B4-BE49-F238E27FC236}">
                <a16:creationId xmlns:a16="http://schemas.microsoft.com/office/drawing/2014/main" id="{BEEE5719-CBC2-4EF0-A268-43464255DE9B}"/>
              </a:ext>
            </a:extLst>
          </p:cNvPr>
          <p:cNvPicPr>
            <a:picLocks noChangeAspect="1"/>
          </p:cNvPicPr>
          <p:nvPr/>
        </p:nvPicPr>
        <p:blipFill>
          <a:blip r:embed="rId3"/>
          <a:stretch>
            <a:fillRect/>
          </a:stretch>
        </p:blipFill>
        <p:spPr>
          <a:xfrm>
            <a:off x="327889" y="2341930"/>
            <a:ext cx="2295871" cy="1096799"/>
          </a:xfrm>
          <a:prstGeom prst="rect">
            <a:avLst/>
          </a:prstGeom>
        </p:spPr>
      </p:pic>
      <p:grpSp>
        <p:nvGrpSpPr>
          <p:cNvPr id="11" name="Group 10">
            <a:extLst>
              <a:ext uri="{FF2B5EF4-FFF2-40B4-BE49-F238E27FC236}">
                <a16:creationId xmlns:a16="http://schemas.microsoft.com/office/drawing/2014/main" id="{565ABF02-590D-46B7-94EE-96FF013056A5}"/>
              </a:ext>
            </a:extLst>
          </p:cNvPr>
          <p:cNvGrpSpPr/>
          <p:nvPr/>
        </p:nvGrpSpPr>
        <p:grpSpPr>
          <a:xfrm>
            <a:off x="9158413" y="1975690"/>
            <a:ext cx="2631981" cy="1375957"/>
            <a:chOff x="9144936" y="4747514"/>
            <a:chExt cx="2631981" cy="1375957"/>
          </a:xfrm>
        </p:grpSpPr>
        <p:grpSp>
          <p:nvGrpSpPr>
            <p:cNvPr id="12" name="Group 11">
              <a:extLst>
                <a:ext uri="{FF2B5EF4-FFF2-40B4-BE49-F238E27FC236}">
                  <a16:creationId xmlns:a16="http://schemas.microsoft.com/office/drawing/2014/main" id="{ECB23BDE-457E-4AE3-9E93-37935D9D2C58}"/>
                </a:ext>
              </a:extLst>
            </p:cNvPr>
            <p:cNvGrpSpPr/>
            <p:nvPr/>
          </p:nvGrpSpPr>
          <p:grpSpPr>
            <a:xfrm>
              <a:off x="9144936" y="4747514"/>
              <a:ext cx="2631981" cy="1375957"/>
              <a:chOff x="8043901" y="3744165"/>
              <a:chExt cx="3456965" cy="2084033"/>
            </a:xfrm>
          </p:grpSpPr>
          <p:sp>
            <p:nvSpPr>
              <p:cNvPr id="20" name="Rectangle 19">
                <a:extLst>
                  <a:ext uri="{FF2B5EF4-FFF2-40B4-BE49-F238E27FC236}">
                    <a16:creationId xmlns:a16="http://schemas.microsoft.com/office/drawing/2014/main" id="{62C1E30C-0E50-4086-8964-59D12A5A79FA}"/>
                  </a:ext>
                </a:extLst>
              </p:cNvPr>
              <p:cNvSpPr/>
              <p:nvPr/>
            </p:nvSpPr>
            <p:spPr>
              <a:xfrm>
                <a:off x="9426688"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3AC44AB-478F-4A92-8F93-5C81E0A43E7A}"/>
                  </a:ext>
                </a:extLst>
              </p:cNvPr>
              <p:cNvSpPr/>
              <p:nvPr/>
            </p:nvSpPr>
            <p:spPr>
              <a:xfrm>
                <a:off x="10118080"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F88B626-B2EA-4FC1-BE68-23619D961C21}"/>
                  </a:ext>
                </a:extLst>
              </p:cNvPr>
              <p:cNvSpPr/>
              <p:nvPr/>
            </p:nvSpPr>
            <p:spPr>
              <a:xfrm>
                <a:off x="8735295" y="443803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62B6D470-5656-4111-A45F-762B7D01C8CF}"/>
                  </a:ext>
                </a:extLst>
              </p:cNvPr>
              <p:cNvSpPr/>
              <p:nvPr/>
            </p:nvSpPr>
            <p:spPr>
              <a:xfrm>
                <a:off x="8735295"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9AD1106-B2AA-44E9-9D06-2923003B6B87}"/>
                  </a:ext>
                </a:extLst>
              </p:cNvPr>
              <p:cNvSpPr/>
              <p:nvPr/>
            </p:nvSpPr>
            <p:spPr>
              <a:xfrm>
                <a:off x="10118080" y="444099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B053DA-AC79-4DD2-904B-ED80F58FC287}"/>
                  </a:ext>
                </a:extLst>
              </p:cNvPr>
              <p:cNvSpPr/>
              <p:nvPr/>
            </p:nvSpPr>
            <p:spPr>
              <a:xfrm>
                <a:off x="9426688"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A93E7F0-69D4-4D27-8340-17DB0447C7A9}"/>
                  </a:ext>
                </a:extLst>
              </p:cNvPr>
              <p:cNvSpPr/>
              <p:nvPr/>
            </p:nvSpPr>
            <p:spPr>
              <a:xfrm>
                <a:off x="10118080" y="5129485"/>
                <a:ext cx="691394" cy="696829"/>
              </a:xfrm>
              <a:prstGeom prst="rect">
                <a:avLst/>
              </a:prstGeom>
              <a:pattFill prst="lgGrid">
                <a:fgClr>
                  <a:schemeClr val="tx1">
                    <a:lumMod val="95000"/>
                    <a:lumOff val="5000"/>
                  </a:schemeClr>
                </a:fgClr>
                <a:bgClr>
                  <a:schemeClr val="bg1">
                    <a:lumMod val="65000"/>
                  </a:schemeClr>
                </a:bgClr>
              </a:patt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E7B6CE0-A2B6-4AF4-B72B-5ED73BFEA884}"/>
                  </a:ext>
                </a:extLst>
              </p:cNvPr>
              <p:cNvSpPr/>
              <p:nvPr/>
            </p:nvSpPr>
            <p:spPr>
              <a:xfrm>
                <a:off x="8043901" y="512948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A2977784-C0CE-4CE1-824E-7F50056DBDB6}"/>
                  </a:ext>
                </a:extLst>
              </p:cNvPr>
              <p:cNvSpPr/>
              <p:nvPr/>
            </p:nvSpPr>
            <p:spPr>
              <a:xfrm>
                <a:off x="10809472"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A01A4E6-E96A-4F07-ACEC-4E679F926166}"/>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E53FECF8-F321-4B30-84E5-6B9B79F71EB1}"/>
                </a:ext>
              </a:extLst>
            </p:cNvPr>
            <p:cNvGrpSpPr/>
            <p:nvPr/>
          </p:nvGrpSpPr>
          <p:grpSpPr>
            <a:xfrm>
              <a:off x="9671333" y="4748136"/>
              <a:ext cx="526395" cy="456876"/>
              <a:chOff x="3625849" y="1377950"/>
              <a:chExt cx="5029202" cy="5029200"/>
            </a:xfrm>
          </p:grpSpPr>
          <p:sp>
            <p:nvSpPr>
              <p:cNvPr id="14" name="Rectangle 13">
                <a:extLst>
                  <a:ext uri="{FF2B5EF4-FFF2-40B4-BE49-F238E27FC236}">
                    <a16:creationId xmlns:a16="http://schemas.microsoft.com/office/drawing/2014/main" id="{9A07E9BB-76C5-429A-B2B6-F282D42E038D}"/>
                  </a:ext>
                </a:extLst>
              </p:cNvPr>
              <p:cNvSpPr/>
              <p:nvPr/>
            </p:nvSpPr>
            <p:spPr>
              <a:xfrm>
                <a:off x="3625850" y="1377950"/>
                <a:ext cx="5029200" cy="50292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59F3D21A-A93F-4B5A-A0E0-216155383F9E}"/>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484687" y="2170112"/>
                <a:ext cx="3444876" cy="3444876"/>
              </a:xfrm>
              <a:prstGeom prst="rect">
                <a:avLst/>
              </a:prstGeom>
            </p:spPr>
          </p:pic>
          <p:cxnSp>
            <p:nvCxnSpPr>
              <p:cNvPr id="16" name="Straight Connector 15">
                <a:extLst>
                  <a:ext uri="{FF2B5EF4-FFF2-40B4-BE49-F238E27FC236}">
                    <a16:creationId xmlns:a16="http://schemas.microsoft.com/office/drawing/2014/main" id="{03439403-A192-42B9-9225-554E8A291089}"/>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8D48644-FFCE-4392-ABBF-2F5879121F33}"/>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5C762F5-C092-4F41-BC32-D060E6A0782D}"/>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2847A537-0872-4060-8C08-6EB5A811C9FC}"/>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pic>
        <p:nvPicPr>
          <p:cNvPr id="2" name="Picture 1">
            <a:extLst>
              <a:ext uri="{FF2B5EF4-FFF2-40B4-BE49-F238E27FC236}">
                <a16:creationId xmlns:a16="http://schemas.microsoft.com/office/drawing/2014/main" id="{B35D21E6-7A0D-4314-9F65-21B23DBE79E6}"/>
              </a:ext>
            </a:extLst>
          </p:cNvPr>
          <p:cNvPicPr>
            <a:picLocks noChangeAspect="1"/>
          </p:cNvPicPr>
          <p:nvPr/>
        </p:nvPicPr>
        <p:blipFill>
          <a:blip r:embed="rId6"/>
          <a:stretch>
            <a:fillRect/>
          </a:stretch>
        </p:blipFill>
        <p:spPr>
          <a:xfrm>
            <a:off x="327889" y="4507832"/>
            <a:ext cx="2340072" cy="1759023"/>
          </a:xfrm>
          <a:prstGeom prst="rect">
            <a:avLst/>
          </a:prstGeom>
        </p:spPr>
      </p:pic>
      <p:pic>
        <p:nvPicPr>
          <p:cNvPr id="31" name="Graphic 30">
            <a:extLst>
              <a:ext uri="{FF2B5EF4-FFF2-40B4-BE49-F238E27FC236}">
                <a16:creationId xmlns:a16="http://schemas.microsoft.com/office/drawing/2014/main" id="{05CFEF70-6A2C-4C12-A0E6-F8724708769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57838" y="4083896"/>
            <a:ext cx="3042962" cy="2562810"/>
          </a:xfrm>
          <a:prstGeom prst="rect">
            <a:avLst/>
          </a:prstGeom>
        </p:spPr>
      </p:pic>
      <p:sp>
        <p:nvSpPr>
          <p:cNvPr id="32" name="TextBox 31">
            <a:extLst>
              <a:ext uri="{FF2B5EF4-FFF2-40B4-BE49-F238E27FC236}">
                <a16:creationId xmlns:a16="http://schemas.microsoft.com/office/drawing/2014/main" id="{95BF1250-E569-4E79-9322-A22A4115A5F7}"/>
              </a:ext>
            </a:extLst>
          </p:cNvPr>
          <p:cNvSpPr txBox="1"/>
          <p:nvPr/>
        </p:nvSpPr>
        <p:spPr>
          <a:xfrm>
            <a:off x="7459878" y="58112"/>
            <a:ext cx="4629647" cy="1384995"/>
          </a:xfrm>
          <a:prstGeom prst="rect">
            <a:avLst/>
          </a:prstGeom>
          <a:noFill/>
        </p:spPr>
        <p:txBody>
          <a:bodyPr wrap="square" rtlCol="0">
            <a:spAutoFit/>
          </a:bodyPr>
          <a:lstStyle/>
          <a:p>
            <a:r>
              <a:rPr lang="en-US" sz="1400" u="sng" dirty="0">
                <a:solidFill>
                  <a:schemeClr val="bg1"/>
                </a:solidFill>
              </a:rPr>
              <a:t>The following portion of this presentation was published as:</a:t>
            </a:r>
            <a:br>
              <a:rPr lang="en-US" sz="1400" dirty="0">
                <a:solidFill>
                  <a:schemeClr val="bg1"/>
                </a:solidFill>
              </a:rPr>
            </a:br>
            <a:r>
              <a:rPr lang="en-US" sz="1400" dirty="0" err="1">
                <a:solidFill>
                  <a:schemeClr val="bg1"/>
                </a:solidFill>
              </a:rPr>
              <a:t>Balanza</a:t>
            </a:r>
            <a:r>
              <a:rPr lang="en-US" sz="1400" dirty="0">
                <a:solidFill>
                  <a:schemeClr val="bg1"/>
                </a:solidFill>
              </a:rPr>
              <a:t>-Martinez, Caballero, Cantu, Flores, Gomez, Luchsinger, Reyes, </a:t>
            </a:r>
            <a:r>
              <a:rPr lang="en-US" sz="1400" dirty="0" err="1">
                <a:solidFill>
                  <a:schemeClr val="bg1"/>
                </a:solidFill>
              </a:rPr>
              <a:t>Schweller</a:t>
            </a:r>
            <a:r>
              <a:rPr lang="en-US" sz="1400" dirty="0">
                <a:solidFill>
                  <a:schemeClr val="bg1"/>
                </a:solidFill>
              </a:rPr>
              <a:t>, Wylie, </a:t>
            </a:r>
            <a:r>
              <a:rPr lang="en-US" sz="1400" i="1" dirty="0">
                <a:solidFill>
                  <a:schemeClr val="bg1"/>
                </a:solidFill>
              </a:rPr>
              <a:t>Hierarchical Shape Construction and Complexity for Slidable Polyominos under Uniform External Forces,</a:t>
            </a:r>
            <a:r>
              <a:rPr lang="en-US" sz="1400" dirty="0">
                <a:solidFill>
                  <a:schemeClr val="bg1"/>
                </a:solidFill>
              </a:rPr>
              <a:t> In Proceedings of the 31</a:t>
            </a:r>
            <a:r>
              <a:rPr lang="en-US" sz="1400" baseline="30000" dirty="0">
                <a:solidFill>
                  <a:schemeClr val="bg1"/>
                </a:solidFill>
              </a:rPr>
              <a:t>st</a:t>
            </a:r>
            <a:r>
              <a:rPr lang="en-US" sz="1400" dirty="0">
                <a:solidFill>
                  <a:schemeClr val="bg1"/>
                </a:solidFill>
              </a:rPr>
              <a:t> ACM-SIAM Symposium on Discrete Algorithms, 2020</a:t>
            </a:r>
            <a:endParaRPr lang="en-US" sz="1400" dirty="0">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411914318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1" name="TextBox 120">
            <a:extLst>
              <a:ext uri="{FF2B5EF4-FFF2-40B4-BE49-F238E27FC236}">
                <a16:creationId xmlns:a16="http://schemas.microsoft.com/office/drawing/2014/main" id="{6DE254DA-536F-4F73-921F-C5EFF26AFC63}"/>
              </a:ext>
            </a:extLst>
          </p:cNvPr>
          <p:cNvSpPr txBox="1"/>
          <p:nvPr/>
        </p:nvSpPr>
        <p:spPr>
          <a:xfrm>
            <a:off x="4514214" y="4886946"/>
            <a:ext cx="3384453"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Configuration C</a:t>
            </a:r>
          </a:p>
        </p:txBody>
      </p:sp>
      <p:sp>
        <p:nvSpPr>
          <p:cNvPr id="118" name="Oval 117">
            <a:extLst>
              <a:ext uri="{FF2B5EF4-FFF2-40B4-BE49-F238E27FC236}">
                <a16:creationId xmlns:a16="http://schemas.microsoft.com/office/drawing/2014/main" id="{7F36A17B-3E7C-42C1-94C2-EB8C92E9A5E9}"/>
              </a:ext>
            </a:extLst>
          </p:cNvPr>
          <p:cNvSpPr/>
          <p:nvPr/>
        </p:nvSpPr>
        <p:spPr>
          <a:xfrm flipH="1">
            <a:off x="9751040" y="401503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D942450D-C5F4-4372-8B9B-3C2872DB5240}"/>
              </a:ext>
            </a:extLst>
          </p:cNvPr>
          <p:cNvSpPr/>
          <p:nvPr/>
        </p:nvSpPr>
        <p:spPr>
          <a:xfrm flipH="1">
            <a:off x="8924508" y="319178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CB62AD12-598F-4DE6-9B8E-C7E93B6F3CB5}"/>
              </a:ext>
            </a:extLst>
          </p:cNvPr>
          <p:cNvSpPr/>
          <p:nvPr/>
        </p:nvSpPr>
        <p:spPr>
          <a:xfrm flipH="1">
            <a:off x="9748658" y="402211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56CF9C0F-00A3-4CE4-9714-B23F3D06D4C2}"/>
              </a:ext>
            </a:extLst>
          </p:cNvPr>
          <p:cNvSpPr/>
          <p:nvPr/>
        </p:nvSpPr>
        <p:spPr>
          <a:xfrm flipH="1">
            <a:off x="8922393" y="319181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Tilt Assembly Model</a:t>
            </a:r>
          </a:p>
        </p:txBody>
      </p:sp>
      <p:sp>
        <p:nvSpPr>
          <p:cNvPr id="291" name="TextBox 290">
            <a:extLst>
              <a:ext uri="{FF2B5EF4-FFF2-40B4-BE49-F238E27FC236}">
                <a16:creationId xmlns:a16="http://schemas.microsoft.com/office/drawing/2014/main" id="{D61EC2C7-BCA0-42D5-8360-2CEE9B9B8DA5}"/>
              </a:ext>
            </a:extLst>
          </p:cNvPr>
          <p:cNvSpPr txBox="1"/>
          <p:nvPr/>
        </p:nvSpPr>
        <p:spPr>
          <a:xfrm>
            <a:off x="8827031" y="1343896"/>
            <a:ext cx="2560637"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Commands: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295" name="Oval 294">
            <a:extLst>
              <a:ext uri="{FF2B5EF4-FFF2-40B4-BE49-F238E27FC236}">
                <a16:creationId xmlns:a16="http://schemas.microsoft.com/office/drawing/2014/main" id="{861D6EC6-F25F-4035-9129-4C05993EC985}"/>
              </a:ext>
            </a:extLst>
          </p:cNvPr>
          <p:cNvSpPr/>
          <p:nvPr/>
        </p:nvSpPr>
        <p:spPr>
          <a:xfrm>
            <a:off x="10576374" y="319323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6" name="Graphic 295">
            <a:extLst>
              <a:ext uri="{FF2B5EF4-FFF2-40B4-BE49-F238E27FC236}">
                <a16:creationId xmlns:a16="http://schemas.microsoft.com/office/drawing/2014/main" id="{827F003E-7827-4FF5-B605-3B517FEA0E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50231" y="3163547"/>
            <a:ext cx="640080" cy="640080"/>
          </a:xfrm>
          <a:prstGeom prst="rect">
            <a:avLst/>
          </a:prstGeom>
        </p:spPr>
      </p:pic>
      <p:sp>
        <p:nvSpPr>
          <p:cNvPr id="297" name="Oval 296">
            <a:extLst>
              <a:ext uri="{FF2B5EF4-FFF2-40B4-BE49-F238E27FC236}">
                <a16:creationId xmlns:a16="http://schemas.microsoft.com/office/drawing/2014/main" id="{746F9CAC-CEF1-49B8-AC63-0105E58AEB8F}"/>
              </a:ext>
            </a:extLst>
          </p:cNvPr>
          <p:cNvSpPr/>
          <p:nvPr/>
        </p:nvSpPr>
        <p:spPr>
          <a:xfrm rot="16200000">
            <a:off x="9800854" y="227363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8" name="Graphic 297">
            <a:extLst>
              <a:ext uri="{FF2B5EF4-FFF2-40B4-BE49-F238E27FC236}">
                <a16:creationId xmlns:a16="http://schemas.microsoft.com/office/drawing/2014/main" id="{92D126D0-450F-4AA1-BBE1-7108630347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9774711" y="2243946"/>
            <a:ext cx="640080" cy="640080"/>
          </a:xfrm>
          <a:prstGeom prst="rect">
            <a:avLst/>
          </a:prstGeom>
        </p:spPr>
      </p:pic>
      <p:sp>
        <p:nvSpPr>
          <p:cNvPr id="299" name="Oval 298">
            <a:extLst>
              <a:ext uri="{FF2B5EF4-FFF2-40B4-BE49-F238E27FC236}">
                <a16:creationId xmlns:a16="http://schemas.microsoft.com/office/drawing/2014/main" id="{A5B06FAB-E390-42EB-825A-D855B33FDA8E}"/>
              </a:ext>
            </a:extLst>
          </p:cNvPr>
          <p:cNvSpPr/>
          <p:nvPr/>
        </p:nvSpPr>
        <p:spPr>
          <a:xfrm flipH="1">
            <a:off x="8922394" y="319323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0" name="Graphic 299">
            <a:extLst>
              <a:ext uri="{FF2B5EF4-FFF2-40B4-BE49-F238E27FC236}">
                <a16:creationId xmlns:a16="http://schemas.microsoft.com/office/drawing/2014/main" id="{E03A9B45-1BB5-4637-ADED-925AE1CEFA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8896251" y="3163547"/>
            <a:ext cx="640080" cy="640080"/>
          </a:xfrm>
          <a:prstGeom prst="rect">
            <a:avLst/>
          </a:prstGeom>
        </p:spPr>
      </p:pic>
      <p:sp>
        <p:nvSpPr>
          <p:cNvPr id="301" name="Oval 300">
            <a:extLst>
              <a:ext uri="{FF2B5EF4-FFF2-40B4-BE49-F238E27FC236}">
                <a16:creationId xmlns:a16="http://schemas.microsoft.com/office/drawing/2014/main" id="{656C6160-547C-43CE-A356-5901D71F58DD}"/>
              </a:ext>
            </a:extLst>
          </p:cNvPr>
          <p:cNvSpPr/>
          <p:nvPr/>
        </p:nvSpPr>
        <p:spPr>
          <a:xfrm rot="5400000">
            <a:off x="9752200" y="4018575"/>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2" name="Graphic 301">
            <a:extLst>
              <a:ext uri="{FF2B5EF4-FFF2-40B4-BE49-F238E27FC236}">
                <a16:creationId xmlns:a16="http://schemas.microsoft.com/office/drawing/2014/main" id="{DBC12934-1AC6-4C25-9D18-50379F4BE7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9726057" y="3988890"/>
            <a:ext cx="640080" cy="640080"/>
          </a:xfrm>
          <a:prstGeom prst="rect">
            <a:avLst/>
          </a:prstGeom>
        </p:spPr>
      </p:pic>
      <p:grpSp>
        <p:nvGrpSpPr>
          <p:cNvPr id="2" name="Group 1">
            <a:extLst>
              <a:ext uri="{FF2B5EF4-FFF2-40B4-BE49-F238E27FC236}">
                <a16:creationId xmlns:a16="http://schemas.microsoft.com/office/drawing/2014/main" id="{0B2671E3-9BDD-4588-9DB3-25EACD42AD3F}"/>
              </a:ext>
            </a:extLst>
          </p:cNvPr>
          <p:cNvGrpSpPr/>
          <p:nvPr/>
        </p:nvGrpSpPr>
        <p:grpSpPr>
          <a:xfrm>
            <a:off x="719232" y="1343896"/>
            <a:ext cx="2177840" cy="3225483"/>
            <a:chOff x="5518011" y="1410214"/>
            <a:chExt cx="2177840" cy="3225483"/>
          </a:xfrm>
        </p:grpSpPr>
        <p:sp>
          <p:nvSpPr>
            <p:cNvPr id="303" name="TextBox 302">
              <a:extLst>
                <a:ext uri="{FF2B5EF4-FFF2-40B4-BE49-F238E27FC236}">
                  <a16:creationId xmlns:a16="http://schemas.microsoft.com/office/drawing/2014/main" id="{9A5648BB-5FFA-415F-B984-3FFC72D8ADFB}"/>
                </a:ext>
              </a:extLst>
            </p:cNvPr>
            <p:cNvSpPr txBox="1"/>
            <p:nvPr/>
          </p:nvSpPr>
          <p:spPr>
            <a:xfrm>
              <a:off x="5525995" y="1410214"/>
              <a:ext cx="2158155"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Elements: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304" name="TextBox 303">
              <a:extLst>
                <a:ext uri="{FF2B5EF4-FFF2-40B4-BE49-F238E27FC236}">
                  <a16:creationId xmlns:a16="http://schemas.microsoft.com/office/drawing/2014/main" id="{11845EBA-C444-4466-9A51-E35792E96603}"/>
                </a:ext>
              </a:extLst>
            </p:cNvPr>
            <p:cNvSpPr txBox="1"/>
            <p:nvPr/>
          </p:nvSpPr>
          <p:spPr>
            <a:xfrm>
              <a:off x="5518011" y="2150234"/>
              <a:ext cx="1156407"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Board:</a:t>
              </a:r>
            </a:p>
          </p:txBody>
        </p:sp>
        <p:sp>
          <p:nvSpPr>
            <p:cNvPr id="361" name="TextBox 360">
              <a:extLst>
                <a:ext uri="{FF2B5EF4-FFF2-40B4-BE49-F238E27FC236}">
                  <a16:creationId xmlns:a16="http://schemas.microsoft.com/office/drawing/2014/main" id="{40F41579-DECC-4BC7-8098-AB2393F32B48}"/>
                </a:ext>
              </a:extLst>
            </p:cNvPr>
            <p:cNvSpPr txBox="1"/>
            <p:nvPr/>
          </p:nvSpPr>
          <p:spPr>
            <a:xfrm>
              <a:off x="5518011" y="3629143"/>
              <a:ext cx="2177840"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Polyominoes:</a:t>
              </a:r>
            </a:p>
          </p:txBody>
        </p:sp>
        <p:grpSp>
          <p:nvGrpSpPr>
            <p:cNvPr id="153" name="Group 152">
              <a:extLst>
                <a:ext uri="{FF2B5EF4-FFF2-40B4-BE49-F238E27FC236}">
                  <a16:creationId xmlns:a16="http://schemas.microsoft.com/office/drawing/2014/main" id="{968C6A23-5B12-4C3F-8013-858FDDB04258}"/>
                </a:ext>
              </a:extLst>
            </p:cNvPr>
            <p:cNvGrpSpPr/>
            <p:nvPr/>
          </p:nvGrpSpPr>
          <p:grpSpPr>
            <a:xfrm>
              <a:off x="5812678" y="2647586"/>
              <a:ext cx="1657584" cy="862130"/>
              <a:chOff x="5828523" y="2704122"/>
              <a:chExt cx="1657584" cy="862130"/>
            </a:xfrm>
          </p:grpSpPr>
          <p:sp>
            <p:nvSpPr>
              <p:cNvPr id="359" name="Rectangle 358">
                <a:extLst>
                  <a:ext uri="{FF2B5EF4-FFF2-40B4-BE49-F238E27FC236}">
                    <a16:creationId xmlns:a16="http://schemas.microsoft.com/office/drawing/2014/main" id="{FCB0CF9D-DE5E-43AF-986F-731E176B7B81}"/>
                  </a:ext>
                </a:extLst>
              </p:cNvPr>
              <p:cNvSpPr/>
              <p:nvPr/>
            </p:nvSpPr>
            <p:spPr>
              <a:xfrm rot="5400000">
                <a:off x="5829031" y="316876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8BACC1ED-8136-4DEE-9B9F-48DD1A5EF3FB}"/>
                  </a:ext>
                </a:extLst>
              </p:cNvPr>
              <p:cNvSpPr/>
              <p:nvPr/>
            </p:nvSpPr>
            <p:spPr>
              <a:xfrm rot="5400000">
                <a:off x="5830852" y="2810113"/>
                <a:ext cx="237744" cy="23876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TextBox 362">
                <a:extLst>
                  <a:ext uri="{FF2B5EF4-FFF2-40B4-BE49-F238E27FC236}">
                    <a16:creationId xmlns:a16="http://schemas.microsoft.com/office/drawing/2014/main" id="{D422FD70-9A04-4AC2-B7FF-50FACDEFECB4}"/>
                  </a:ext>
                </a:extLst>
              </p:cNvPr>
              <p:cNvSpPr txBox="1"/>
              <p:nvPr/>
            </p:nvSpPr>
            <p:spPr>
              <a:xfrm>
                <a:off x="6067283" y="2704122"/>
                <a:ext cx="968086"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Free</a:t>
                </a:r>
              </a:p>
            </p:txBody>
          </p:sp>
          <p:sp>
            <p:nvSpPr>
              <p:cNvPr id="364" name="TextBox 363">
                <a:extLst>
                  <a:ext uri="{FF2B5EF4-FFF2-40B4-BE49-F238E27FC236}">
                    <a16:creationId xmlns:a16="http://schemas.microsoft.com/office/drawing/2014/main" id="{3E61303E-7E5E-4A7B-9086-FDBD0EB3B53D}"/>
                  </a:ext>
                </a:extLst>
              </p:cNvPr>
              <p:cNvSpPr txBox="1"/>
              <p:nvPr/>
            </p:nvSpPr>
            <p:spPr>
              <a:xfrm>
                <a:off x="6065462" y="3073809"/>
                <a:ext cx="1420645"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Blocked</a:t>
                </a:r>
              </a:p>
            </p:txBody>
          </p:sp>
        </p:grpSp>
        <p:grpSp>
          <p:nvGrpSpPr>
            <p:cNvPr id="370" name="Group 369">
              <a:extLst>
                <a:ext uri="{FF2B5EF4-FFF2-40B4-BE49-F238E27FC236}">
                  <a16:creationId xmlns:a16="http://schemas.microsoft.com/office/drawing/2014/main" id="{A46136F8-1E81-49C1-BB71-1CA5A8066AA4}"/>
                </a:ext>
              </a:extLst>
            </p:cNvPr>
            <p:cNvGrpSpPr/>
            <p:nvPr/>
          </p:nvGrpSpPr>
          <p:grpSpPr>
            <a:xfrm>
              <a:off x="5814499" y="4143254"/>
              <a:ext cx="1133082" cy="492443"/>
              <a:chOff x="5830344" y="2704122"/>
              <a:chExt cx="1133082" cy="492443"/>
            </a:xfrm>
          </p:grpSpPr>
          <p:sp>
            <p:nvSpPr>
              <p:cNvPr id="372" name="Rectangle 371">
                <a:extLst>
                  <a:ext uri="{FF2B5EF4-FFF2-40B4-BE49-F238E27FC236}">
                    <a16:creationId xmlns:a16="http://schemas.microsoft.com/office/drawing/2014/main" id="{072A1F32-BF49-4452-86A5-381B08B74FC1}"/>
                  </a:ext>
                </a:extLst>
              </p:cNvPr>
              <p:cNvSpPr/>
              <p:nvPr/>
            </p:nvSpPr>
            <p:spPr>
              <a:xfrm rot="5400000">
                <a:off x="5830852" y="28101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3" name="TextBox 372">
                <a:extLst>
                  <a:ext uri="{FF2B5EF4-FFF2-40B4-BE49-F238E27FC236}">
                    <a16:creationId xmlns:a16="http://schemas.microsoft.com/office/drawing/2014/main" id="{9253279A-55CD-4AA3-B8B7-5B35CFC653EE}"/>
                  </a:ext>
                </a:extLst>
              </p:cNvPr>
              <p:cNvSpPr txBox="1"/>
              <p:nvPr/>
            </p:nvSpPr>
            <p:spPr>
              <a:xfrm>
                <a:off x="6067283" y="2704122"/>
                <a:ext cx="896143"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Red</a:t>
                </a:r>
              </a:p>
            </p:txBody>
          </p:sp>
        </p:grpSp>
      </p:grpSp>
      <p:sp>
        <p:nvSpPr>
          <p:cNvPr id="120" name="TextBox 119">
            <a:extLst>
              <a:ext uri="{FF2B5EF4-FFF2-40B4-BE49-F238E27FC236}">
                <a16:creationId xmlns:a16="http://schemas.microsoft.com/office/drawing/2014/main" id="{7A2B8D08-EB0E-46F6-AE72-8A4A8A592675}"/>
              </a:ext>
            </a:extLst>
          </p:cNvPr>
          <p:cNvSpPr txBox="1"/>
          <p:nvPr/>
        </p:nvSpPr>
        <p:spPr>
          <a:xfrm>
            <a:off x="4514214" y="4886946"/>
            <a:ext cx="3516540"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Configuration C</a:t>
            </a:r>
            <a:r>
              <a:rPr lang="en-US" sz="4400" baseline="30000" dirty="0">
                <a:solidFill>
                  <a:schemeClr val="bg1"/>
                </a:solidFill>
              </a:rPr>
              <a:t>′</a:t>
            </a:r>
            <a:endParaRPr lang="en-US" sz="4400" baseline="30000" dirty="0">
              <a:solidFill>
                <a:schemeClr val="bg1"/>
              </a:solidFill>
              <a:latin typeface="Dubai Light" panose="020B0303030403030204" pitchFamily="34" charset="-78"/>
              <a:cs typeface="Dubai Light" panose="020B0303030403030204" pitchFamily="34" charset="-78"/>
            </a:endParaRPr>
          </a:p>
        </p:txBody>
      </p:sp>
      <p:sp>
        <p:nvSpPr>
          <p:cNvPr id="94" name="TextBox 93">
            <a:extLst>
              <a:ext uri="{FF2B5EF4-FFF2-40B4-BE49-F238E27FC236}">
                <a16:creationId xmlns:a16="http://schemas.microsoft.com/office/drawing/2014/main" id="{D5BB50A9-C66A-428A-9099-9268545FDE63}"/>
              </a:ext>
            </a:extLst>
          </p:cNvPr>
          <p:cNvSpPr txBox="1"/>
          <p:nvPr/>
        </p:nvSpPr>
        <p:spPr>
          <a:xfrm>
            <a:off x="5854579" y="6162022"/>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Erik D. </a:t>
            </a:r>
            <a:r>
              <a:rPr lang="en-US" sz="1400" dirty="0" err="1">
                <a:solidFill>
                  <a:schemeClr val="bg1"/>
                </a:solidFill>
                <a:latin typeface="Dubai Light" panose="020B0303030403030204" pitchFamily="34" charset="-78"/>
                <a:cs typeface="Dubai Light" panose="020B0303030403030204" pitchFamily="34" charset="-78"/>
              </a:rPr>
              <a:t>Demaine</a:t>
            </a:r>
            <a:r>
              <a:rPr lang="en-US" sz="1400" dirty="0">
                <a:solidFill>
                  <a:schemeClr val="bg1"/>
                </a:solidFill>
                <a:latin typeface="Dubai Light" panose="020B0303030403030204" pitchFamily="34" charset="-78"/>
                <a:cs typeface="Dubai Light" panose="020B0303030403030204" pitchFamily="34" charset="-78"/>
              </a:rPr>
              <a:t>, Sandor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a:t>
            </a:r>
            <a:r>
              <a:rPr lang="en-US" sz="1400" dirty="0" err="1">
                <a:solidFill>
                  <a:schemeClr val="bg1"/>
                </a:solidFill>
                <a:latin typeface="Dubai Light" panose="020B0303030403030204" pitchFamily="34" charset="-78"/>
                <a:cs typeface="Dubai Light" panose="020B0303030403030204" pitchFamily="34" charset="-78"/>
              </a:rPr>
              <a:t>Golnaz</a:t>
            </a:r>
            <a:r>
              <a:rPr lang="en-US" sz="1400" dirty="0">
                <a:solidFill>
                  <a:schemeClr val="bg1"/>
                </a:solidFill>
                <a:latin typeface="Dubai Light" panose="020B0303030403030204" pitchFamily="34" charset="-78"/>
                <a:cs typeface="Dubai Light" panose="020B0303030403030204" pitchFamily="34" charset="-78"/>
              </a:rPr>
              <a:t> Habibi, and James </a:t>
            </a:r>
            <a:r>
              <a:rPr lang="en-US" sz="1400" dirty="0" err="1">
                <a:solidFill>
                  <a:schemeClr val="bg1"/>
                </a:solidFill>
                <a:latin typeface="Dubai Light" panose="020B0303030403030204" pitchFamily="34" charset="-78"/>
                <a:cs typeface="Dubai Light" panose="020B0303030403030204" pitchFamily="34" charset="-78"/>
              </a:rPr>
              <a:t>McLurkin</a:t>
            </a:r>
            <a:r>
              <a:rPr lang="en-US" sz="1400" dirty="0">
                <a:solidFill>
                  <a:schemeClr val="bg1"/>
                </a:solidFill>
                <a:latin typeface="Dubai Light" panose="020B0303030403030204" pitchFamily="34" charset="-78"/>
                <a:cs typeface="Dubai Light" panose="020B0303030403030204" pitchFamily="34" charset="-78"/>
              </a:rPr>
              <a:t>,</a:t>
            </a:r>
          </a:p>
          <a:p>
            <a:r>
              <a:rPr lang="en-US" sz="1400" dirty="0" err="1">
                <a:solidFill>
                  <a:schemeClr val="bg1"/>
                </a:solidFill>
                <a:latin typeface="Dubai Light" panose="020B0303030403030204" pitchFamily="34" charset="-78"/>
                <a:cs typeface="Dubai Light" panose="020B0303030403030204" pitchFamily="34" charset="-78"/>
              </a:rPr>
              <a:t>Reconguring</a:t>
            </a:r>
            <a:r>
              <a:rPr lang="en-US" sz="1400" dirty="0">
                <a:solidFill>
                  <a:schemeClr val="bg1"/>
                </a:solidFill>
                <a:latin typeface="Dubai Light" panose="020B0303030403030204" pitchFamily="34" charset="-78"/>
                <a:cs typeface="Dubai Light" panose="020B0303030403030204" pitchFamily="34" charset="-78"/>
              </a:rPr>
              <a:t> massive particle swarms with limited, global control,</a:t>
            </a:r>
          </a:p>
          <a:p>
            <a:r>
              <a:rPr lang="en-US" sz="1400" dirty="0">
                <a:solidFill>
                  <a:schemeClr val="bg1"/>
                </a:solidFill>
                <a:latin typeface="Dubai Light" panose="020B0303030403030204" pitchFamily="34" charset="-78"/>
                <a:cs typeface="Dubai Light" panose="020B0303030403030204" pitchFamily="34" charset="-78"/>
              </a:rPr>
              <a:t>Algorithms for Sensor Systems (2014).</a:t>
            </a:r>
          </a:p>
        </p:txBody>
      </p:sp>
      <p:pic>
        <p:nvPicPr>
          <p:cNvPr id="3" name="Graphic 2">
            <a:extLst>
              <a:ext uri="{FF2B5EF4-FFF2-40B4-BE49-F238E27FC236}">
                <a16:creationId xmlns:a16="http://schemas.microsoft.com/office/drawing/2014/main" id="{67610659-5F22-4FEC-AC4A-5B30A9FDD2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14215" y="1656779"/>
            <a:ext cx="3143932" cy="3143932"/>
          </a:xfrm>
          <a:prstGeom prst="rect">
            <a:avLst/>
          </a:prstGeom>
        </p:spPr>
      </p:pic>
      <p:pic>
        <p:nvPicPr>
          <p:cNvPr id="4" name="Graphic 3">
            <a:extLst>
              <a:ext uri="{FF2B5EF4-FFF2-40B4-BE49-F238E27FC236}">
                <a16:creationId xmlns:a16="http://schemas.microsoft.com/office/drawing/2014/main" id="{8D0A3511-6B63-4E03-9781-37D9B2E95F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30731" y="1972750"/>
            <a:ext cx="342408" cy="342408"/>
          </a:xfrm>
          <a:prstGeom prst="rect">
            <a:avLst/>
          </a:prstGeom>
        </p:spPr>
      </p:pic>
      <p:pic>
        <p:nvPicPr>
          <p:cNvPr id="97" name="Graphic 96">
            <a:extLst>
              <a:ext uri="{FF2B5EF4-FFF2-40B4-BE49-F238E27FC236}">
                <a16:creationId xmlns:a16="http://schemas.microsoft.com/office/drawing/2014/main" id="{5A0FD82E-1027-4E20-A4D6-850DE1DEBCE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49783" y="1972750"/>
            <a:ext cx="342408" cy="342408"/>
          </a:xfrm>
          <a:prstGeom prst="rect">
            <a:avLst/>
          </a:prstGeom>
        </p:spPr>
      </p:pic>
      <p:pic>
        <p:nvPicPr>
          <p:cNvPr id="98" name="Graphic 97">
            <a:extLst>
              <a:ext uri="{FF2B5EF4-FFF2-40B4-BE49-F238E27FC236}">
                <a16:creationId xmlns:a16="http://schemas.microsoft.com/office/drawing/2014/main" id="{335C8615-DBCF-44F8-BC3A-6BC6EF202F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8134" y="3839824"/>
            <a:ext cx="342408" cy="342408"/>
          </a:xfrm>
          <a:prstGeom prst="rect">
            <a:avLst/>
          </a:prstGeom>
        </p:spPr>
      </p:pic>
    </p:spTree>
    <p:extLst>
      <p:ext uri="{BB962C8B-B14F-4D97-AF65-F5344CB8AC3E}">
        <p14:creationId xmlns:p14="http://schemas.microsoft.com/office/powerpoint/2010/main" val="384601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02"/>
                                        </p:tgtEl>
                                      </p:cBhvr>
                                    </p:animEffect>
                                    <p:animScale>
                                      <p:cBhvr>
                                        <p:cTn id="7" dur="250" autoRev="1" fill="hold"/>
                                        <p:tgtEl>
                                          <p:spTgt spid="302"/>
                                        </p:tgtEl>
                                      </p:cBhvr>
                                      <p:by x="105000" y="105000"/>
                                    </p:animScale>
                                  </p:childTnLst>
                                </p:cTn>
                              </p:par>
                              <p:par>
                                <p:cTn id="8" presetID="42" presetClass="path" presetSubtype="0" accel="50000" decel="50000" fill="hold" nodeType="withEffect">
                                  <p:stCondLst>
                                    <p:cond delay="0"/>
                                  </p:stCondLst>
                                  <p:childTnLst>
                                    <p:animMotion origin="layout" path="M 2.29167E-6 5.55112E-17 L -0.00013 0.31736 " pathEditMode="relative" rAng="0" ptsTypes="AA">
                                      <p:cBhvr>
                                        <p:cTn id="9" dur="2000" fill="hold"/>
                                        <p:tgtEl>
                                          <p:spTgt spid="97"/>
                                        </p:tgtEl>
                                        <p:attrNameLst>
                                          <p:attrName>ppt_x</p:attrName>
                                          <p:attrName>ppt_y</p:attrName>
                                        </p:attrNameLst>
                                      </p:cBhvr>
                                      <p:rCtr x="-13" y="15856"/>
                                    </p:animMotion>
                                  </p:childTnLst>
                                </p:cTn>
                              </p:par>
                              <p:par>
                                <p:cTn id="10" presetID="42" presetClass="path" presetSubtype="0" accel="50000" decel="50000" fill="hold" nodeType="withEffect">
                                  <p:stCondLst>
                                    <p:cond delay="0"/>
                                  </p:stCondLst>
                                  <p:childTnLst>
                                    <p:animMotion origin="layout" path="M 1.25E-6 -2.22222E-6 L -0.00026 0.04768 " pathEditMode="relative" rAng="0" ptsTypes="AA">
                                      <p:cBhvr>
                                        <p:cTn id="11" dur="2000" fill="hold"/>
                                        <p:tgtEl>
                                          <p:spTgt spid="98"/>
                                        </p:tgtEl>
                                        <p:attrNameLst>
                                          <p:attrName>ppt_x</p:attrName>
                                          <p:attrName>ppt_y</p:attrName>
                                        </p:attrNameLst>
                                      </p:cBhvr>
                                      <p:rCtr x="-13" y="2176"/>
                                    </p:animMotion>
                                  </p:childTnLst>
                                </p:cTn>
                              </p:par>
                              <p:par>
                                <p:cTn id="12" presetID="42" presetClass="path" presetSubtype="0" accel="50000" decel="50000" fill="hold" nodeType="withEffect">
                                  <p:stCondLst>
                                    <p:cond delay="0"/>
                                  </p:stCondLst>
                                  <p:childTnLst>
                                    <p:animMotion origin="layout" path="M 3.54167E-6 5.55112E-17 L 0.00026 0.18056 " pathEditMode="relative" rAng="0" ptsTypes="AA">
                                      <p:cBhvr>
                                        <p:cTn id="13" dur="2000" fill="hold"/>
                                        <p:tgtEl>
                                          <p:spTgt spid="4"/>
                                        </p:tgtEl>
                                        <p:attrNameLst>
                                          <p:attrName>ppt_x</p:attrName>
                                          <p:attrName>ppt_y</p:attrName>
                                        </p:attrNameLst>
                                      </p:cBhvr>
                                      <p:rCtr x="13" y="9028"/>
                                    </p:animMotion>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nodeType="clickEffect">
                                  <p:stCondLst>
                                    <p:cond delay="0"/>
                                  </p:stCondLst>
                                  <p:childTnLst>
                                    <p:animEffect transition="out" filter="fade">
                                      <p:cBhvr>
                                        <p:cTn id="17" dur="500" tmFilter="0, 0; .2, .5; .8, .5; 1, 0"/>
                                        <p:tgtEl>
                                          <p:spTgt spid="296"/>
                                        </p:tgtEl>
                                      </p:cBhvr>
                                    </p:animEffect>
                                    <p:animScale>
                                      <p:cBhvr>
                                        <p:cTn id="18" dur="250" autoRev="1" fill="hold"/>
                                        <p:tgtEl>
                                          <p:spTgt spid="296"/>
                                        </p:tgtEl>
                                      </p:cBhvr>
                                      <p:by x="105000" y="105000"/>
                                    </p:animScale>
                                  </p:childTnLst>
                                </p:cTn>
                              </p:par>
                              <p:par>
                                <p:cTn id="19" presetID="42" presetClass="path" presetSubtype="0" accel="50000" decel="50000" fill="hold" nodeType="withEffect">
                                  <p:stCondLst>
                                    <p:cond delay="0"/>
                                  </p:stCondLst>
                                  <p:childTnLst>
                                    <p:animMotion origin="layout" path="M -0.00026 0.04769 L 0.14974 0.04514 " pathEditMode="relative" rAng="0" ptsTypes="AA">
                                      <p:cBhvr>
                                        <p:cTn id="20" dur="2000" fill="hold"/>
                                        <p:tgtEl>
                                          <p:spTgt spid="98"/>
                                        </p:tgtEl>
                                        <p:attrNameLst>
                                          <p:attrName>ppt_x</p:attrName>
                                          <p:attrName>ppt_y</p:attrName>
                                        </p:attrNameLst>
                                      </p:cBhvr>
                                      <p:rCtr x="7500" y="-139"/>
                                    </p:animMotion>
                                  </p:childTnLst>
                                </p:cTn>
                              </p:par>
                              <p:par>
                                <p:cTn id="21" presetID="42" presetClass="path" presetSubtype="0" accel="50000" decel="50000" fill="hold" nodeType="withEffect">
                                  <p:stCondLst>
                                    <p:cond delay="0"/>
                                  </p:stCondLst>
                                  <p:childTnLst>
                                    <p:animMotion origin="layout" path="M -0.00013 0.31736 L 0.12708 0.31736 " pathEditMode="relative" rAng="0" ptsTypes="AA">
                                      <p:cBhvr>
                                        <p:cTn id="22" dur="2000" fill="hold"/>
                                        <p:tgtEl>
                                          <p:spTgt spid="97"/>
                                        </p:tgtEl>
                                        <p:attrNameLst>
                                          <p:attrName>ppt_x</p:attrName>
                                          <p:attrName>ppt_y</p:attrName>
                                        </p:attrNameLst>
                                      </p:cBhvr>
                                      <p:rCtr x="6354" y="0"/>
                                    </p:animMotion>
                                  </p:childTnLst>
                                </p:cTn>
                              </p:par>
                              <p:par>
                                <p:cTn id="23" presetID="42" presetClass="path" presetSubtype="0" accel="50000" decel="50000" fill="hold" nodeType="withEffect">
                                  <p:stCondLst>
                                    <p:cond delay="0"/>
                                  </p:stCondLst>
                                  <p:childTnLst>
                                    <p:animMotion origin="layout" path="M 0.00026 0.18055 L 0.09987 0.1787 " pathEditMode="fixed" rAng="0" ptsTypes="AA">
                                      <p:cBhvr>
                                        <p:cTn id="24" dur="2000" fill="hold"/>
                                        <p:tgtEl>
                                          <p:spTgt spid="4"/>
                                        </p:tgtEl>
                                        <p:attrNameLst>
                                          <p:attrName>ppt_x</p:attrName>
                                          <p:attrName>ppt_y</p:attrName>
                                        </p:attrNameLst>
                                      </p:cBhvr>
                                      <p:rCtr x="4935" y="0"/>
                                    </p:animMotion>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nodeType="clickEffect">
                                  <p:stCondLst>
                                    <p:cond delay="0"/>
                                  </p:stCondLst>
                                  <p:childTnLst>
                                    <p:animEffect transition="out" filter="fade">
                                      <p:cBhvr>
                                        <p:cTn id="28" dur="500" tmFilter="0, 0; .2, .5; .8, .5; 1, 0"/>
                                        <p:tgtEl>
                                          <p:spTgt spid="298"/>
                                        </p:tgtEl>
                                      </p:cBhvr>
                                    </p:animEffect>
                                    <p:animScale>
                                      <p:cBhvr>
                                        <p:cTn id="29" dur="250" autoRev="1" fill="hold"/>
                                        <p:tgtEl>
                                          <p:spTgt spid="298"/>
                                        </p:tgtEl>
                                      </p:cBhvr>
                                      <p:by x="105000" y="105000"/>
                                    </p:animScale>
                                  </p:childTnLst>
                                </p:cTn>
                              </p:par>
                              <p:par>
                                <p:cTn id="30" presetID="42" presetClass="path" presetSubtype="0" accel="50000" decel="50000" fill="hold" nodeType="withEffect">
                                  <p:stCondLst>
                                    <p:cond delay="0"/>
                                  </p:stCondLst>
                                  <p:childTnLst>
                                    <p:animMotion origin="layout" path="M 0.09987 0.1787 L 0.10182 0.08935 " pathEditMode="relative" rAng="0" ptsTypes="AA">
                                      <p:cBhvr>
                                        <p:cTn id="31" dur="2000" fill="hold"/>
                                        <p:tgtEl>
                                          <p:spTgt spid="4"/>
                                        </p:tgtEl>
                                        <p:attrNameLst>
                                          <p:attrName>ppt_x</p:attrName>
                                          <p:attrName>ppt_y</p:attrName>
                                        </p:attrNameLst>
                                      </p:cBhvr>
                                      <p:rCtr x="143" y="-4306"/>
                                    </p:animMotion>
                                  </p:childTnLst>
                                </p:cTn>
                              </p:par>
                              <p:par>
                                <p:cTn id="32" presetID="42" presetClass="path" presetSubtype="0" accel="50000" decel="50000" fill="hold" nodeType="withEffect">
                                  <p:stCondLst>
                                    <p:cond delay="0"/>
                                  </p:stCondLst>
                                  <p:childTnLst>
                                    <p:animMotion origin="layout" path="M 0.14974 0.04514 L 0.15078 -0.26898 " pathEditMode="relative" rAng="0" ptsTypes="AA">
                                      <p:cBhvr>
                                        <p:cTn id="33" dur="2000" fill="hold"/>
                                        <p:tgtEl>
                                          <p:spTgt spid="98"/>
                                        </p:tgtEl>
                                        <p:attrNameLst>
                                          <p:attrName>ppt_x</p:attrName>
                                          <p:attrName>ppt_y</p:attrName>
                                        </p:attrNameLst>
                                      </p:cBhvr>
                                      <p:rCtr x="52" y="-15718"/>
                                    </p:animMotion>
                                  </p:childTnLst>
                                </p:cTn>
                              </p:par>
                              <p:par>
                                <p:cTn id="34" presetID="42" presetClass="path" presetSubtype="0" accel="50000" decel="50000" fill="hold" nodeType="withEffect">
                                  <p:stCondLst>
                                    <p:cond delay="0"/>
                                  </p:stCondLst>
                                  <p:childTnLst>
                                    <p:animMotion origin="layout" path="M 0.12709 0.31736 L 0.12604 0.00324 " pathEditMode="relative" rAng="0" ptsTypes="AA">
                                      <p:cBhvr>
                                        <p:cTn id="35" dur="2000" fill="hold"/>
                                        <p:tgtEl>
                                          <p:spTgt spid="97"/>
                                        </p:tgtEl>
                                        <p:attrNameLst>
                                          <p:attrName>ppt_x</p:attrName>
                                          <p:attrName>ppt_y</p:attrName>
                                        </p:attrNameLst>
                                      </p:cBhvr>
                                      <p:rCtr x="-1146" y="-16157"/>
                                    </p:animMotion>
                                  </p:childTnLst>
                                </p:cTn>
                              </p:par>
                            </p:childTnLst>
                          </p:cTn>
                        </p:par>
                      </p:childTnLst>
                    </p:cTn>
                  </p:par>
                  <p:par>
                    <p:cTn id="36" fill="hold">
                      <p:stCondLst>
                        <p:cond delay="indefinite"/>
                      </p:stCondLst>
                      <p:childTnLst>
                        <p:par>
                          <p:cTn id="37" fill="hold">
                            <p:stCondLst>
                              <p:cond delay="0"/>
                            </p:stCondLst>
                            <p:childTnLst>
                              <p:par>
                                <p:cTn id="38" presetID="26" presetClass="emph" presetSubtype="0" fill="hold" nodeType="clickEffect">
                                  <p:stCondLst>
                                    <p:cond delay="0"/>
                                  </p:stCondLst>
                                  <p:childTnLst>
                                    <p:animEffect transition="out" filter="fade">
                                      <p:cBhvr>
                                        <p:cTn id="39" dur="500" tmFilter="0, 0; .2, .5; .8, .5; 1, 0"/>
                                        <p:tgtEl>
                                          <p:spTgt spid="300"/>
                                        </p:tgtEl>
                                      </p:cBhvr>
                                    </p:animEffect>
                                    <p:animScale>
                                      <p:cBhvr>
                                        <p:cTn id="40" dur="250" autoRev="1" fill="hold"/>
                                        <p:tgtEl>
                                          <p:spTgt spid="300"/>
                                        </p:tgtEl>
                                      </p:cBhvr>
                                      <p:by x="105000" y="105000"/>
                                    </p:animScale>
                                  </p:childTnLst>
                                </p:cTn>
                              </p:par>
                              <p:par>
                                <p:cTn id="41" presetID="42" presetClass="path" presetSubtype="0" accel="50000" decel="50000" fill="hold" nodeType="withEffect">
                                  <p:stCondLst>
                                    <p:cond delay="0"/>
                                  </p:stCondLst>
                                  <p:childTnLst>
                                    <p:animMotion origin="layout" path="M 0.10182 0.08935 L 0.05221 0.08935 " pathEditMode="relative" rAng="0" ptsTypes="AA">
                                      <p:cBhvr>
                                        <p:cTn id="42" dur="2000" fill="hold"/>
                                        <p:tgtEl>
                                          <p:spTgt spid="4"/>
                                        </p:tgtEl>
                                        <p:attrNameLst>
                                          <p:attrName>ppt_x</p:attrName>
                                          <p:attrName>ppt_y</p:attrName>
                                        </p:attrNameLst>
                                      </p:cBhvr>
                                      <p:rCtr x="-2487" y="0"/>
                                    </p:animMotion>
                                  </p:childTnLst>
                                </p:cTn>
                              </p:par>
                              <p:par>
                                <p:cTn id="43" presetID="42" presetClass="path" presetSubtype="0" accel="50000" decel="50000" fill="hold" nodeType="withEffect">
                                  <p:stCondLst>
                                    <p:cond delay="0"/>
                                  </p:stCondLst>
                                  <p:childTnLst>
                                    <p:animMotion origin="layout" path="M 0.15078 -0.26898 L 0.04935 -0.27222 " pathEditMode="relative" rAng="0" ptsTypes="AA">
                                      <p:cBhvr>
                                        <p:cTn id="44" dur="2000" fill="hold"/>
                                        <p:tgtEl>
                                          <p:spTgt spid="98"/>
                                        </p:tgtEl>
                                        <p:attrNameLst>
                                          <p:attrName>ppt_x</p:attrName>
                                          <p:attrName>ppt_y</p:attrName>
                                        </p:attrNameLst>
                                      </p:cBhvr>
                                      <p:rCtr x="-5182" y="69"/>
                                    </p:animMotion>
                                  </p:childTnLst>
                                </p:cTn>
                              </p:par>
                              <p:par>
                                <p:cTn id="45" presetID="42" presetClass="path" presetSubtype="0" accel="50000" decel="50000" fill="hold" nodeType="withEffect">
                                  <p:stCondLst>
                                    <p:cond delay="0"/>
                                  </p:stCondLst>
                                  <p:childTnLst>
                                    <p:animMotion origin="layout" path="M 0.12604 0.00324 L 0.02682 0.00231 " pathEditMode="relative" rAng="0" ptsTypes="AA">
                                      <p:cBhvr>
                                        <p:cTn id="46" dur="2000" fill="hold"/>
                                        <p:tgtEl>
                                          <p:spTgt spid="97"/>
                                        </p:tgtEl>
                                        <p:attrNameLst>
                                          <p:attrName>ppt_x</p:attrName>
                                          <p:attrName>ppt_y</p:attrName>
                                        </p:attrNameLst>
                                      </p:cBhvr>
                                      <p:rCtr x="-4961" y="-46"/>
                                    </p:animMotion>
                                  </p:childTnLst>
                                </p:cTn>
                              </p:par>
                            </p:childTnLst>
                          </p:cTn>
                        </p:par>
                      </p:childTnLst>
                    </p:cTn>
                  </p:par>
                  <p:par>
                    <p:cTn id="47" fill="hold">
                      <p:stCondLst>
                        <p:cond delay="indefinite"/>
                      </p:stCondLst>
                      <p:childTnLst>
                        <p:par>
                          <p:cTn id="48" fill="hold">
                            <p:stCondLst>
                              <p:cond delay="0"/>
                            </p:stCondLst>
                            <p:childTnLst>
                              <p:par>
                                <p:cTn id="49" presetID="26" presetClass="emph" presetSubtype="0" fill="hold" nodeType="clickEffect">
                                  <p:stCondLst>
                                    <p:cond delay="0"/>
                                  </p:stCondLst>
                                  <p:childTnLst>
                                    <p:animEffect transition="out" filter="fade">
                                      <p:cBhvr>
                                        <p:cTn id="50" dur="500" tmFilter="0, 0; .2, .5; .8, .5; 1, 0"/>
                                        <p:tgtEl>
                                          <p:spTgt spid="302"/>
                                        </p:tgtEl>
                                      </p:cBhvr>
                                    </p:animEffect>
                                    <p:animScale>
                                      <p:cBhvr>
                                        <p:cTn id="51" dur="250" autoRev="1" fill="hold"/>
                                        <p:tgtEl>
                                          <p:spTgt spid="302"/>
                                        </p:tgtEl>
                                      </p:cBhvr>
                                      <p:by x="105000" y="105000"/>
                                    </p:animScale>
                                  </p:childTnLst>
                                </p:cTn>
                              </p:par>
                              <p:par>
                                <p:cTn id="52" presetID="42" presetClass="path" presetSubtype="0" accel="50000" decel="50000" fill="hold" nodeType="withEffect">
                                  <p:stCondLst>
                                    <p:cond delay="0"/>
                                  </p:stCondLst>
                                  <p:childTnLst>
                                    <p:animMotion origin="layout" path="M 0.02682 0.00231 L 0.02396 0.18009 " pathEditMode="relative" rAng="0" ptsTypes="AA">
                                      <p:cBhvr>
                                        <p:cTn id="53" dur="2000" fill="hold"/>
                                        <p:tgtEl>
                                          <p:spTgt spid="97"/>
                                        </p:tgtEl>
                                        <p:attrNameLst>
                                          <p:attrName>ppt_x</p:attrName>
                                          <p:attrName>ppt_y</p:attrName>
                                        </p:attrNameLst>
                                      </p:cBhvr>
                                      <p:rCtr x="-143" y="8889"/>
                                    </p:animMotion>
                                  </p:childTnLst>
                                </p:cTn>
                              </p:par>
                              <p:par>
                                <p:cTn id="54" presetID="42" presetClass="path" presetSubtype="0" accel="50000" decel="50000" fill="hold" nodeType="withEffect">
                                  <p:stCondLst>
                                    <p:cond delay="0"/>
                                  </p:stCondLst>
                                  <p:childTnLst>
                                    <p:animMotion origin="layout" path="M 0.05221 0.08935 L 0.05065 0.31736 " pathEditMode="relative" rAng="0" ptsTypes="AA">
                                      <p:cBhvr>
                                        <p:cTn id="55" dur="2000" fill="hold"/>
                                        <p:tgtEl>
                                          <p:spTgt spid="4"/>
                                        </p:tgtEl>
                                        <p:attrNameLst>
                                          <p:attrName>ppt_x</p:attrName>
                                          <p:attrName>ppt_y</p:attrName>
                                        </p:attrNameLst>
                                      </p:cBhvr>
                                      <p:rCtr x="-169" y="11273"/>
                                    </p:animMotion>
                                  </p:childTnLst>
                                </p:cTn>
                              </p:par>
                              <p:par>
                                <p:cTn id="56" presetID="42" presetClass="path" presetSubtype="0" accel="50000" decel="50000" fill="hold" nodeType="withEffect">
                                  <p:stCondLst>
                                    <p:cond delay="0"/>
                                  </p:stCondLst>
                                  <p:childTnLst>
                                    <p:animMotion origin="layout" path="M 0.04935 -0.27222 L 0.05039 0.0007 " pathEditMode="relative" rAng="0" ptsTypes="AA">
                                      <p:cBhvr>
                                        <p:cTn id="57" dur="2000" fill="hold"/>
                                        <p:tgtEl>
                                          <p:spTgt spid="98"/>
                                        </p:tgtEl>
                                        <p:attrNameLst>
                                          <p:attrName>ppt_x</p:attrName>
                                          <p:attrName>ppt_y</p:attrName>
                                        </p:attrNameLst>
                                      </p:cBhvr>
                                      <p:rCtr x="65" y="1358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1" name="TextBox 120">
            <a:extLst>
              <a:ext uri="{FF2B5EF4-FFF2-40B4-BE49-F238E27FC236}">
                <a16:creationId xmlns:a16="http://schemas.microsoft.com/office/drawing/2014/main" id="{6DE254DA-536F-4F73-921F-C5EFF26AFC63}"/>
              </a:ext>
            </a:extLst>
          </p:cNvPr>
          <p:cNvSpPr txBox="1"/>
          <p:nvPr/>
        </p:nvSpPr>
        <p:spPr>
          <a:xfrm>
            <a:off x="4514214" y="4886946"/>
            <a:ext cx="3384453"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Configuration C</a:t>
            </a:r>
          </a:p>
        </p:txBody>
      </p:sp>
      <p:sp>
        <p:nvSpPr>
          <p:cNvPr id="118" name="Oval 117">
            <a:extLst>
              <a:ext uri="{FF2B5EF4-FFF2-40B4-BE49-F238E27FC236}">
                <a16:creationId xmlns:a16="http://schemas.microsoft.com/office/drawing/2014/main" id="{7F36A17B-3E7C-42C1-94C2-EB8C92E9A5E9}"/>
              </a:ext>
            </a:extLst>
          </p:cNvPr>
          <p:cNvSpPr/>
          <p:nvPr/>
        </p:nvSpPr>
        <p:spPr>
          <a:xfrm flipH="1">
            <a:off x="9751040" y="401503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D942450D-C5F4-4372-8B9B-3C2872DB5240}"/>
              </a:ext>
            </a:extLst>
          </p:cNvPr>
          <p:cNvSpPr/>
          <p:nvPr/>
        </p:nvSpPr>
        <p:spPr>
          <a:xfrm flipH="1">
            <a:off x="8924508" y="319178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CB62AD12-598F-4DE6-9B8E-C7E93B6F3CB5}"/>
              </a:ext>
            </a:extLst>
          </p:cNvPr>
          <p:cNvSpPr/>
          <p:nvPr/>
        </p:nvSpPr>
        <p:spPr>
          <a:xfrm flipH="1">
            <a:off x="9748658" y="402211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56CF9C0F-00A3-4CE4-9714-B23F3D06D4C2}"/>
              </a:ext>
            </a:extLst>
          </p:cNvPr>
          <p:cNvSpPr/>
          <p:nvPr/>
        </p:nvSpPr>
        <p:spPr>
          <a:xfrm flipH="1">
            <a:off x="8922393" y="319181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Tilt Assembly Model</a:t>
            </a:r>
          </a:p>
        </p:txBody>
      </p:sp>
      <p:sp>
        <p:nvSpPr>
          <p:cNvPr id="291" name="TextBox 290">
            <a:extLst>
              <a:ext uri="{FF2B5EF4-FFF2-40B4-BE49-F238E27FC236}">
                <a16:creationId xmlns:a16="http://schemas.microsoft.com/office/drawing/2014/main" id="{D61EC2C7-BCA0-42D5-8360-2CEE9B9B8DA5}"/>
              </a:ext>
            </a:extLst>
          </p:cNvPr>
          <p:cNvSpPr txBox="1"/>
          <p:nvPr/>
        </p:nvSpPr>
        <p:spPr>
          <a:xfrm>
            <a:off x="8827031" y="1343896"/>
            <a:ext cx="2560637"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Commands: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295" name="Oval 294">
            <a:extLst>
              <a:ext uri="{FF2B5EF4-FFF2-40B4-BE49-F238E27FC236}">
                <a16:creationId xmlns:a16="http://schemas.microsoft.com/office/drawing/2014/main" id="{861D6EC6-F25F-4035-9129-4C05993EC985}"/>
              </a:ext>
            </a:extLst>
          </p:cNvPr>
          <p:cNvSpPr/>
          <p:nvPr/>
        </p:nvSpPr>
        <p:spPr>
          <a:xfrm>
            <a:off x="10576374" y="319323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6" name="Graphic 295">
            <a:extLst>
              <a:ext uri="{FF2B5EF4-FFF2-40B4-BE49-F238E27FC236}">
                <a16:creationId xmlns:a16="http://schemas.microsoft.com/office/drawing/2014/main" id="{827F003E-7827-4FF5-B605-3B517FEA0E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50231" y="3163547"/>
            <a:ext cx="640080" cy="640080"/>
          </a:xfrm>
          <a:prstGeom prst="rect">
            <a:avLst/>
          </a:prstGeom>
        </p:spPr>
      </p:pic>
      <p:sp>
        <p:nvSpPr>
          <p:cNvPr id="297" name="Oval 296">
            <a:extLst>
              <a:ext uri="{FF2B5EF4-FFF2-40B4-BE49-F238E27FC236}">
                <a16:creationId xmlns:a16="http://schemas.microsoft.com/office/drawing/2014/main" id="{746F9CAC-CEF1-49B8-AC63-0105E58AEB8F}"/>
              </a:ext>
            </a:extLst>
          </p:cNvPr>
          <p:cNvSpPr/>
          <p:nvPr/>
        </p:nvSpPr>
        <p:spPr>
          <a:xfrm rot="16200000">
            <a:off x="9800854" y="227363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8" name="Graphic 297">
            <a:extLst>
              <a:ext uri="{FF2B5EF4-FFF2-40B4-BE49-F238E27FC236}">
                <a16:creationId xmlns:a16="http://schemas.microsoft.com/office/drawing/2014/main" id="{92D126D0-450F-4AA1-BBE1-7108630347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9774711" y="2243946"/>
            <a:ext cx="640080" cy="640080"/>
          </a:xfrm>
          <a:prstGeom prst="rect">
            <a:avLst/>
          </a:prstGeom>
        </p:spPr>
      </p:pic>
      <p:sp>
        <p:nvSpPr>
          <p:cNvPr id="299" name="Oval 298">
            <a:extLst>
              <a:ext uri="{FF2B5EF4-FFF2-40B4-BE49-F238E27FC236}">
                <a16:creationId xmlns:a16="http://schemas.microsoft.com/office/drawing/2014/main" id="{A5B06FAB-E390-42EB-825A-D855B33FDA8E}"/>
              </a:ext>
            </a:extLst>
          </p:cNvPr>
          <p:cNvSpPr/>
          <p:nvPr/>
        </p:nvSpPr>
        <p:spPr>
          <a:xfrm flipH="1">
            <a:off x="8922394" y="3193232"/>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0" name="Graphic 299">
            <a:extLst>
              <a:ext uri="{FF2B5EF4-FFF2-40B4-BE49-F238E27FC236}">
                <a16:creationId xmlns:a16="http://schemas.microsoft.com/office/drawing/2014/main" id="{E03A9B45-1BB5-4637-ADED-925AE1CEFA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8896251" y="3163547"/>
            <a:ext cx="640080" cy="640080"/>
          </a:xfrm>
          <a:prstGeom prst="rect">
            <a:avLst/>
          </a:prstGeom>
        </p:spPr>
      </p:pic>
      <p:sp>
        <p:nvSpPr>
          <p:cNvPr id="301" name="Oval 300">
            <a:extLst>
              <a:ext uri="{FF2B5EF4-FFF2-40B4-BE49-F238E27FC236}">
                <a16:creationId xmlns:a16="http://schemas.microsoft.com/office/drawing/2014/main" id="{656C6160-547C-43CE-A356-5901D71F58DD}"/>
              </a:ext>
            </a:extLst>
          </p:cNvPr>
          <p:cNvSpPr/>
          <p:nvPr/>
        </p:nvSpPr>
        <p:spPr>
          <a:xfrm rot="5400000">
            <a:off x="9752200" y="4018575"/>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2" name="Graphic 301">
            <a:extLst>
              <a:ext uri="{FF2B5EF4-FFF2-40B4-BE49-F238E27FC236}">
                <a16:creationId xmlns:a16="http://schemas.microsoft.com/office/drawing/2014/main" id="{DBC12934-1AC6-4C25-9D18-50379F4BE7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9726057" y="3988890"/>
            <a:ext cx="640080" cy="640080"/>
          </a:xfrm>
          <a:prstGeom prst="rect">
            <a:avLst/>
          </a:prstGeom>
        </p:spPr>
      </p:pic>
      <p:grpSp>
        <p:nvGrpSpPr>
          <p:cNvPr id="2" name="Group 1">
            <a:extLst>
              <a:ext uri="{FF2B5EF4-FFF2-40B4-BE49-F238E27FC236}">
                <a16:creationId xmlns:a16="http://schemas.microsoft.com/office/drawing/2014/main" id="{0B2671E3-9BDD-4588-9DB3-25EACD42AD3F}"/>
              </a:ext>
            </a:extLst>
          </p:cNvPr>
          <p:cNvGrpSpPr/>
          <p:nvPr/>
        </p:nvGrpSpPr>
        <p:grpSpPr>
          <a:xfrm>
            <a:off x="719232" y="1343896"/>
            <a:ext cx="2177840" cy="3225483"/>
            <a:chOff x="5518011" y="1410214"/>
            <a:chExt cx="2177840" cy="3225483"/>
          </a:xfrm>
        </p:grpSpPr>
        <p:sp>
          <p:nvSpPr>
            <p:cNvPr id="303" name="TextBox 302">
              <a:extLst>
                <a:ext uri="{FF2B5EF4-FFF2-40B4-BE49-F238E27FC236}">
                  <a16:creationId xmlns:a16="http://schemas.microsoft.com/office/drawing/2014/main" id="{9A5648BB-5FFA-415F-B984-3FFC72D8ADFB}"/>
                </a:ext>
              </a:extLst>
            </p:cNvPr>
            <p:cNvSpPr txBox="1"/>
            <p:nvPr/>
          </p:nvSpPr>
          <p:spPr>
            <a:xfrm>
              <a:off x="5525995" y="1410214"/>
              <a:ext cx="2158155"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Elements: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304" name="TextBox 303">
              <a:extLst>
                <a:ext uri="{FF2B5EF4-FFF2-40B4-BE49-F238E27FC236}">
                  <a16:creationId xmlns:a16="http://schemas.microsoft.com/office/drawing/2014/main" id="{11845EBA-C444-4466-9A51-E35792E96603}"/>
                </a:ext>
              </a:extLst>
            </p:cNvPr>
            <p:cNvSpPr txBox="1"/>
            <p:nvPr/>
          </p:nvSpPr>
          <p:spPr>
            <a:xfrm>
              <a:off x="5518011" y="2150234"/>
              <a:ext cx="1156407"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Board:</a:t>
              </a:r>
            </a:p>
          </p:txBody>
        </p:sp>
        <p:sp>
          <p:nvSpPr>
            <p:cNvPr id="361" name="TextBox 360">
              <a:extLst>
                <a:ext uri="{FF2B5EF4-FFF2-40B4-BE49-F238E27FC236}">
                  <a16:creationId xmlns:a16="http://schemas.microsoft.com/office/drawing/2014/main" id="{40F41579-DECC-4BC7-8098-AB2393F32B48}"/>
                </a:ext>
              </a:extLst>
            </p:cNvPr>
            <p:cNvSpPr txBox="1"/>
            <p:nvPr/>
          </p:nvSpPr>
          <p:spPr>
            <a:xfrm>
              <a:off x="5518011" y="3629143"/>
              <a:ext cx="2177840"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Polyominoes:</a:t>
              </a:r>
            </a:p>
          </p:txBody>
        </p:sp>
        <p:grpSp>
          <p:nvGrpSpPr>
            <p:cNvPr id="153" name="Group 152">
              <a:extLst>
                <a:ext uri="{FF2B5EF4-FFF2-40B4-BE49-F238E27FC236}">
                  <a16:creationId xmlns:a16="http://schemas.microsoft.com/office/drawing/2014/main" id="{968C6A23-5B12-4C3F-8013-858FDDB04258}"/>
                </a:ext>
              </a:extLst>
            </p:cNvPr>
            <p:cNvGrpSpPr/>
            <p:nvPr/>
          </p:nvGrpSpPr>
          <p:grpSpPr>
            <a:xfrm>
              <a:off x="5812678" y="2647586"/>
              <a:ext cx="1657584" cy="862130"/>
              <a:chOff x="5828523" y="2704122"/>
              <a:chExt cx="1657584" cy="862130"/>
            </a:xfrm>
          </p:grpSpPr>
          <p:sp>
            <p:nvSpPr>
              <p:cNvPr id="359" name="Rectangle 358">
                <a:extLst>
                  <a:ext uri="{FF2B5EF4-FFF2-40B4-BE49-F238E27FC236}">
                    <a16:creationId xmlns:a16="http://schemas.microsoft.com/office/drawing/2014/main" id="{FCB0CF9D-DE5E-43AF-986F-731E176B7B81}"/>
                  </a:ext>
                </a:extLst>
              </p:cNvPr>
              <p:cNvSpPr/>
              <p:nvPr/>
            </p:nvSpPr>
            <p:spPr>
              <a:xfrm rot="5400000">
                <a:off x="5829031" y="316876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8BACC1ED-8136-4DEE-9B9F-48DD1A5EF3FB}"/>
                  </a:ext>
                </a:extLst>
              </p:cNvPr>
              <p:cNvSpPr/>
              <p:nvPr/>
            </p:nvSpPr>
            <p:spPr>
              <a:xfrm rot="5400000">
                <a:off x="5830852" y="2810113"/>
                <a:ext cx="237744" cy="23876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TextBox 362">
                <a:extLst>
                  <a:ext uri="{FF2B5EF4-FFF2-40B4-BE49-F238E27FC236}">
                    <a16:creationId xmlns:a16="http://schemas.microsoft.com/office/drawing/2014/main" id="{D422FD70-9A04-4AC2-B7FF-50FACDEFECB4}"/>
                  </a:ext>
                </a:extLst>
              </p:cNvPr>
              <p:cNvSpPr txBox="1"/>
              <p:nvPr/>
            </p:nvSpPr>
            <p:spPr>
              <a:xfrm>
                <a:off x="6067283" y="2704122"/>
                <a:ext cx="968086"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Free</a:t>
                </a:r>
              </a:p>
            </p:txBody>
          </p:sp>
          <p:sp>
            <p:nvSpPr>
              <p:cNvPr id="364" name="TextBox 363">
                <a:extLst>
                  <a:ext uri="{FF2B5EF4-FFF2-40B4-BE49-F238E27FC236}">
                    <a16:creationId xmlns:a16="http://schemas.microsoft.com/office/drawing/2014/main" id="{3E61303E-7E5E-4A7B-9086-FDBD0EB3B53D}"/>
                  </a:ext>
                </a:extLst>
              </p:cNvPr>
              <p:cNvSpPr txBox="1"/>
              <p:nvPr/>
            </p:nvSpPr>
            <p:spPr>
              <a:xfrm>
                <a:off x="6065462" y="3073809"/>
                <a:ext cx="1420645"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Blocked</a:t>
                </a:r>
              </a:p>
            </p:txBody>
          </p:sp>
        </p:grpSp>
        <p:grpSp>
          <p:nvGrpSpPr>
            <p:cNvPr id="370" name="Group 369">
              <a:extLst>
                <a:ext uri="{FF2B5EF4-FFF2-40B4-BE49-F238E27FC236}">
                  <a16:creationId xmlns:a16="http://schemas.microsoft.com/office/drawing/2014/main" id="{A46136F8-1E81-49C1-BB71-1CA5A8066AA4}"/>
                </a:ext>
              </a:extLst>
            </p:cNvPr>
            <p:cNvGrpSpPr/>
            <p:nvPr/>
          </p:nvGrpSpPr>
          <p:grpSpPr>
            <a:xfrm>
              <a:off x="5814499" y="4143254"/>
              <a:ext cx="1133082" cy="492443"/>
              <a:chOff x="5830344" y="2704122"/>
              <a:chExt cx="1133082" cy="492443"/>
            </a:xfrm>
          </p:grpSpPr>
          <p:sp>
            <p:nvSpPr>
              <p:cNvPr id="372" name="Rectangle 371">
                <a:extLst>
                  <a:ext uri="{FF2B5EF4-FFF2-40B4-BE49-F238E27FC236}">
                    <a16:creationId xmlns:a16="http://schemas.microsoft.com/office/drawing/2014/main" id="{072A1F32-BF49-4452-86A5-381B08B74FC1}"/>
                  </a:ext>
                </a:extLst>
              </p:cNvPr>
              <p:cNvSpPr/>
              <p:nvPr/>
            </p:nvSpPr>
            <p:spPr>
              <a:xfrm rot="5400000">
                <a:off x="5830852" y="28101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3" name="TextBox 372">
                <a:extLst>
                  <a:ext uri="{FF2B5EF4-FFF2-40B4-BE49-F238E27FC236}">
                    <a16:creationId xmlns:a16="http://schemas.microsoft.com/office/drawing/2014/main" id="{9253279A-55CD-4AA3-B8B7-5B35CFC653EE}"/>
                  </a:ext>
                </a:extLst>
              </p:cNvPr>
              <p:cNvSpPr txBox="1"/>
              <p:nvPr/>
            </p:nvSpPr>
            <p:spPr>
              <a:xfrm>
                <a:off x="6067283" y="2704122"/>
                <a:ext cx="896143"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Red</a:t>
                </a:r>
              </a:p>
            </p:txBody>
          </p:sp>
        </p:grpSp>
      </p:grpSp>
      <p:sp>
        <p:nvSpPr>
          <p:cNvPr id="120" name="TextBox 119">
            <a:extLst>
              <a:ext uri="{FF2B5EF4-FFF2-40B4-BE49-F238E27FC236}">
                <a16:creationId xmlns:a16="http://schemas.microsoft.com/office/drawing/2014/main" id="{7A2B8D08-EB0E-46F6-AE72-8A4A8A592675}"/>
              </a:ext>
            </a:extLst>
          </p:cNvPr>
          <p:cNvSpPr txBox="1"/>
          <p:nvPr/>
        </p:nvSpPr>
        <p:spPr>
          <a:xfrm>
            <a:off x="4514214" y="4886946"/>
            <a:ext cx="3516540"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Configuration C</a:t>
            </a:r>
            <a:r>
              <a:rPr lang="en-US" sz="4400" baseline="30000" dirty="0">
                <a:solidFill>
                  <a:schemeClr val="bg1"/>
                </a:solidFill>
              </a:rPr>
              <a:t>′</a:t>
            </a:r>
            <a:endParaRPr lang="en-US" sz="4400" baseline="30000" dirty="0">
              <a:solidFill>
                <a:schemeClr val="bg1"/>
              </a:solidFill>
              <a:latin typeface="Dubai Light" panose="020B0303030403030204" pitchFamily="34" charset="-78"/>
              <a:cs typeface="Dubai Light" panose="020B0303030403030204" pitchFamily="34" charset="-78"/>
            </a:endParaRPr>
          </a:p>
        </p:txBody>
      </p:sp>
      <p:sp>
        <p:nvSpPr>
          <p:cNvPr id="94" name="TextBox 93">
            <a:extLst>
              <a:ext uri="{FF2B5EF4-FFF2-40B4-BE49-F238E27FC236}">
                <a16:creationId xmlns:a16="http://schemas.microsoft.com/office/drawing/2014/main" id="{D5BB50A9-C66A-428A-9099-9268545FDE63}"/>
              </a:ext>
            </a:extLst>
          </p:cNvPr>
          <p:cNvSpPr txBox="1"/>
          <p:nvPr/>
        </p:nvSpPr>
        <p:spPr>
          <a:xfrm>
            <a:off x="5854579" y="6162022"/>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Erik D. </a:t>
            </a:r>
            <a:r>
              <a:rPr lang="en-US" sz="1400" dirty="0" err="1">
                <a:solidFill>
                  <a:schemeClr val="bg1"/>
                </a:solidFill>
                <a:latin typeface="Dubai Light" panose="020B0303030403030204" pitchFamily="34" charset="-78"/>
                <a:cs typeface="Dubai Light" panose="020B0303030403030204" pitchFamily="34" charset="-78"/>
              </a:rPr>
              <a:t>Demaine</a:t>
            </a:r>
            <a:r>
              <a:rPr lang="en-US" sz="1400" dirty="0">
                <a:solidFill>
                  <a:schemeClr val="bg1"/>
                </a:solidFill>
                <a:latin typeface="Dubai Light" panose="020B0303030403030204" pitchFamily="34" charset="-78"/>
                <a:cs typeface="Dubai Light" panose="020B0303030403030204" pitchFamily="34" charset="-78"/>
              </a:rPr>
              <a:t>, Sandor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a:t>
            </a:r>
            <a:r>
              <a:rPr lang="en-US" sz="1400" dirty="0" err="1">
                <a:solidFill>
                  <a:schemeClr val="bg1"/>
                </a:solidFill>
                <a:latin typeface="Dubai Light" panose="020B0303030403030204" pitchFamily="34" charset="-78"/>
                <a:cs typeface="Dubai Light" panose="020B0303030403030204" pitchFamily="34" charset="-78"/>
              </a:rPr>
              <a:t>Golnaz</a:t>
            </a:r>
            <a:r>
              <a:rPr lang="en-US" sz="1400" dirty="0">
                <a:solidFill>
                  <a:schemeClr val="bg1"/>
                </a:solidFill>
                <a:latin typeface="Dubai Light" panose="020B0303030403030204" pitchFamily="34" charset="-78"/>
                <a:cs typeface="Dubai Light" panose="020B0303030403030204" pitchFamily="34" charset="-78"/>
              </a:rPr>
              <a:t> Habibi, and James </a:t>
            </a:r>
            <a:r>
              <a:rPr lang="en-US" sz="1400" dirty="0" err="1">
                <a:solidFill>
                  <a:schemeClr val="bg1"/>
                </a:solidFill>
                <a:latin typeface="Dubai Light" panose="020B0303030403030204" pitchFamily="34" charset="-78"/>
                <a:cs typeface="Dubai Light" panose="020B0303030403030204" pitchFamily="34" charset="-78"/>
              </a:rPr>
              <a:t>McLurkin</a:t>
            </a:r>
            <a:r>
              <a:rPr lang="en-US" sz="1400" dirty="0">
                <a:solidFill>
                  <a:schemeClr val="bg1"/>
                </a:solidFill>
                <a:latin typeface="Dubai Light" panose="020B0303030403030204" pitchFamily="34" charset="-78"/>
                <a:cs typeface="Dubai Light" panose="020B0303030403030204" pitchFamily="34" charset="-78"/>
              </a:rPr>
              <a:t>,</a:t>
            </a:r>
          </a:p>
          <a:p>
            <a:r>
              <a:rPr lang="en-US" sz="1400" dirty="0" err="1">
                <a:solidFill>
                  <a:schemeClr val="bg1"/>
                </a:solidFill>
                <a:latin typeface="Dubai Light" panose="020B0303030403030204" pitchFamily="34" charset="-78"/>
                <a:cs typeface="Dubai Light" panose="020B0303030403030204" pitchFamily="34" charset="-78"/>
              </a:rPr>
              <a:t>Reconguring</a:t>
            </a:r>
            <a:r>
              <a:rPr lang="en-US" sz="1400" dirty="0">
                <a:solidFill>
                  <a:schemeClr val="bg1"/>
                </a:solidFill>
                <a:latin typeface="Dubai Light" panose="020B0303030403030204" pitchFamily="34" charset="-78"/>
                <a:cs typeface="Dubai Light" panose="020B0303030403030204" pitchFamily="34" charset="-78"/>
              </a:rPr>
              <a:t> massive particle swarms with limited, global control,</a:t>
            </a:r>
          </a:p>
          <a:p>
            <a:r>
              <a:rPr lang="en-US" sz="1400" dirty="0">
                <a:solidFill>
                  <a:schemeClr val="bg1"/>
                </a:solidFill>
                <a:latin typeface="Dubai Light" panose="020B0303030403030204" pitchFamily="34" charset="-78"/>
                <a:cs typeface="Dubai Light" panose="020B0303030403030204" pitchFamily="34" charset="-78"/>
              </a:rPr>
              <a:t>Algorithms for Sensor Systems (2014).</a:t>
            </a:r>
          </a:p>
        </p:txBody>
      </p:sp>
      <p:pic>
        <p:nvPicPr>
          <p:cNvPr id="3" name="Graphic 2">
            <a:extLst>
              <a:ext uri="{FF2B5EF4-FFF2-40B4-BE49-F238E27FC236}">
                <a16:creationId xmlns:a16="http://schemas.microsoft.com/office/drawing/2014/main" id="{67610659-5F22-4FEC-AC4A-5B30A9FDD2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14215" y="1656779"/>
            <a:ext cx="3143932" cy="3143932"/>
          </a:xfrm>
          <a:prstGeom prst="rect">
            <a:avLst/>
          </a:prstGeom>
        </p:spPr>
      </p:pic>
      <p:pic>
        <p:nvPicPr>
          <p:cNvPr id="4" name="Graphic 3">
            <a:extLst>
              <a:ext uri="{FF2B5EF4-FFF2-40B4-BE49-F238E27FC236}">
                <a16:creationId xmlns:a16="http://schemas.microsoft.com/office/drawing/2014/main" id="{8D0A3511-6B63-4E03-9781-37D9B2E95F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30731" y="1972750"/>
            <a:ext cx="342408" cy="342408"/>
          </a:xfrm>
          <a:prstGeom prst="rect">
            <a:avLst/>
          </a:prstGeom>
        </p:spPr>
      </p:pic>
      <p:pic>
        <p:nvPicPr>
          <p:cNvPr id="97" name="Graphic 96">
            <a:extLst>
              <a:ext uri="{FF2B5EF4-FFF2-40B4-BE49-F238E27FC236}">
                <a16:creationId xmlns:a16="http://schemas.microsoft.com/office/drawing/2014/main" id="{5A0FD82E-1027-4E20-A4D6-850DE1DEBCE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5449783" y="1972750"/>
            <a:ext cx="342408" cy="342408"/>
          </a:xfrm>
          <a:prstGeom prst="rect">
            <a:avLst/>
          </a:prstGeom>
        </p:spPr>
      </p:pic>
      <p:pic>
        <p:nvPicPr>
          <p:cNvPr id="98" name="Graphic 97">
            <a:extLst>
              <a:ext uri="{FF2B5EF4-FFF2-40B4-BE49-F238E27FC236}">
                <a16:creationId xmlns:a16="http://schemas.microsoft.com/office/drawing/2014/main" id="{335C8615-DBCF-44F8-BC3A-6BC6EF202F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8134" y="3839824"/>
            <a:ext cx="342408" cy="342408"/>
          </a:xfrm>
          <a:prstGeom prst="rect">
            <a:avLst/>
          </a:prstGeom>
        </p:spPr>
      </p:pic>
      <p:grpSp>
        <p:nvGrpSpPr>
          <p:cNvPr id="35" name="Group 34">
            <a:extLst>
              <a:ext uri="{FF2B5EF4-FFF2-40B4-BE49-F238E27FC236}">
                <a16:creationId xmlns:a16="http://schemas.microsoft.com/office/drawing/2014/main" id="{42278023-7D0E-4977-885D-0CE2FFEB94B6}"/>
              </a:ext>
            </a:extLst>
          </p:cNvPr>
          <p:cNvGrpSpPr/>
          <p:nvPr/>
        </p:nvGrpSpPr>
        <p:grpSpPr>
          <a:xfrm>
            <a:off x="719232" y="1343896"/>
            <a:ext cx="3185080" cy="4992725"/>
            <a:chOff x="5518011" y="1410214"/>
            <a:chExt cx="3185080" cy="4992725"/>
          </a:xfrm>
        </p:grpSpPr>
        <p:sp>
          <p:nvSpPr>
            <p:cNvPr id="36" name="TextBox 35">
              <a:extLst>
                <a:ext uri="{FF2B5EF4-FFF2-40B4-BE49-F238E27FC236}">
                  <a16:creationId xmlns:a16="http://schemas.microsoft.com/office/drawing/2014/main" id="{0D1BC67E-E82C-4E1F-995F-A30B27F0EA8D}"/>
                </a:ext>
              </a:extLst>
            </p:cNvPr>
            <p:cNvSpPr txBox="1"/>
            <p:nvPr/>
          </p:nvSpPr>
          <p:spPr>
            <a:xfrm>
              <a:off x="5525995" y="1410214"/>
              <a:ext cx="2158155"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Elements:</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37" name="TextBox 36">
              <a:extLst>
                <a:ext uri="{FF2B5EF4-FFF2-40B4-BE49-F238E27FC236}">
                  <a16:creationId xmlns:a16="http://schemas.microsoft.com/office/drawing/2014/main" id="{9C4E7FB3-B453-49C3-AC62-A109BDA8C340}"/>
                </a:ext>
              </a:extLst>
            </p:cNvPr>
            <p:cNvSpPr txBox="1"/>
            <p:nvPr/>
          </p:nvSpPr>
          <p:spPr>
            <a:xfrm>
              <a:off x="5518011" y="2150234"/>
              <a:ext cx="1156407"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Board:</a:t>
              </a:r>
            </a:p>
          </p:txBody>
        </p:sp>
        <p:sp>
          <p:nvSpPr>
            <p:cNvPr id="38" name="TextBox 37">
              <a:extLst>
                <a:ext uri="{FF2B5EF4-FFF2-40B4-BE49-F238E27FC236}">
                  <a16:creationId xmlns:a16="http://schemas.microsoft.com/office/drawing/2014/main" id="{C0A6996F-8750-47F8-91C4-27B0810804C9}"/>
                </a:ext>
              </a:extLst>
            </p:cNvPr>
            <p:cNvSpPr txBox="1"/>
            <p:nvPr/>
          </p:nvSpPr>
          <p:spPr>
            <a:xfrm>
              <a:off x="5518011" y="3629143"/>
              <a:ext cx="2177840"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Polyominoes:</a:t>
              </a:r>
            </a:p>
          </p:txBody>
        </p:sp>
        <p:grpSp>
          <p:nvGrpSpPr>
            <p:cNvPr id="39" name="Group 38">
              <a:extLst>
                <a:ext uri="{FF2B5EF4-FFF2-40B4-BE49-F238E27FC236}">
                  <a16:creationId xmlns:a16="http://schemas.microsoft.com/office/drawing/2014/main" id="{69C71135-7D6C-467D-A425-CAB1F1F6BBAA}"/>
                </a:ext>
              </a:extLst>
            </p:cNvPr>
            <p:cNvGrpSpPr/>
            <p:nvPr/>
          </p:nvGrpSpPr>
          <p:grpSpPr>
            <a:xfrm>
              <a:off x="5812678" y="2647586"/>
              <a:ext cx="1657584" cy="862130"/>
              <a:chOff x="5828523" y="2704122"/>
              <a:chExt cx="1657584" cy="862130"/>
            </a:xfrm>
          </p:grpSpPr>
          <p:sp>
            <p:nvSpPr>
              <p:cNvPr id="58" name="Rectangle 57">
                <a:extLst>
                  <a:ext uri="{FF2B5EF4-FFF2-40B4-BE49-F238E27FC236}">
                    <a16:creationId xmlns:a16="http://schemas.microsoft.com/office/drawing/2014/main" id="{8BB4EFDC-16D0-4B38-8BA4-4EDB02127D40}"/>
                  </a:ext>
                </a:extLst>
              </p:cNvPr>
              <p:cNvSpPr/>
              <p:nvPr/>
            </p:nvSpPr>
            <p:spPr>
              <a:xfrm rot="5400000">
                <a:off x="5829031" y="316876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191479E-BDF9-40A2-B317-BCFA8E3F67D6}"/>
                  </a:ext>
                </a:extLst>
              </p:cNvPr>
              <p:cNvSpPr/>
              <p:nvPr/>
            </p:nvSpPr>
            <p:spPr>
              <a:xfrm rot="5400000">
                <a:off x="5830852" y="2810113"/>
                <a:ext cx="237744" cy="23876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448BD6A2-2C89-470C-BA78-18215C6BACC7}"/>
                  </a:ext>
                </a:extLst>
              </p:cNvPr>
              <p:cNvSpPr txBox="1"/>
              <p:nvPr/>
            </p:nvSpPr>
            <p:spPr>
              <a:xfrm>
                <a:off x="6067283" y="2704122"/>
                <a:ext cx="968086"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Free</a:t>
                </a:r>
              </a:p>
            </p:txBody>
          </p:sp>
          <p:sp>
            <p:nvSpPr>
              <p:cNvPr id="61" name="TextBox 60">
                <a:extLst>
                  <a:ext uri="{FF2B5EF4-FFF2-40B4-BE49-F238E27FC236}">
                    <a16:creationId xmlns:a16="http://schemas.microsoft.com/office/drawing/2014/main" id="{FAA31A4D-78CA-45AC-A342-9CFCDC9CE78D}"/>
                  </a:ext>
                </a:extLst>
              </p:cNvPr>
              <p:cNvSpPr txBox="1"/>
              <p:nvPr/>
            </p:nvSpPr>
            <p:spPr>
              <a:xfrm>
                <a:off x="6065462" y="3073809"/>
                <a:ext cx="1420645"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Blocked</a:t>
                </a:r>
              </a:p>
            </p:txBody>
          </p:sp>
        </p:grpSp>
        <p:grpSp>
          <p:nvGrpSpPr>
            <p:cNvPr id="40" name="Group 39">
              <a:extLst>
                <a:ext uri="{FF2B5EF4-FFF2-40B4-BE49-F238E27FC236}">
                  <a16:creationId xmlns:a16="http://schemas.microsoft.com/office/drawing/2014/main" id="{1DB9F11D-C7CE-4AF9-B2E2-5BE7CA033E12}"/>
                </a:ext>
              </a:extLst>
            </p:cNvPr>
            <p:cNvGrpSpPr/>
            <p:nvPr/>
          </p:nvGrpSpPr>
          <p:grpSpPr>
            <a:xfrm>
              <a:off x="5810857" y="5060964"/>
              <a:ext cx="477520" cy="237744"/>
              <a:chOff x="5976620" y="5328914"/>
              <a:chExt cx="477520" cy="237744"/>
            </a:xfrm>
          </p:grpSpPr>
          <p:sp>
            <p:nvSpPr>
              <p:cNvPr id="55" name="Rectangle 54">
                <a:extLst>
                  <a:ext uri="{FF2B5EF4-FFF2-40B4-BE49-F238E27FC236}">
                    <a16:creationId xmlns:a16="http://schemas.microsoft.com/office/drawing/2014/main" id="{416B3C84-C95F-4FB6-8673-90F434E73A7B}"/>
                  </a:ext>
                </a:extLst>
              </p:cNvPr>
              <p:cNvSpPr/>
              <p:nvPr/>
            </p:nvSpPr>
            <p:spPr>
              <a:xfrm rot="5400000">
                <a:off x="5977128" y="53284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B4B7D33-4DF5-439D-A55C-F7CBD9BA10C4}"/>
                  </a:ext>
                </a:extLst>
              </p:cNvPr>
              <p:cNvSpPr/>
              <p:nvPr/>
            </p:nvSpPr>
            <p:spPr>
              <a:xfrm rot="5400000">
                <a:off x="6215888" y="532840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B81156B7-E75F-495E-99DC-3857C603D52E}"/>
                  </a:ext>
                </a:extLst>
              </p:cNvPr>
              <p:cNvSpPr/>
              <p:nvPr/>
            </p:nvSpPr>
            <p:spPr>
              <a:xfrm rot="5400000">
                <a:off x="6196012" y="5389842"/>
                <a:ext cx="45719" cy="1158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EAEB1608-904B-4576-BCEC-A2E5267FF226}"/>
                </a:ext>
              </a:extLst>
            </p:cNvPr>
            <p:cNvGrpSpPr/>
            <p:nvPr/>
          </p:nvGrpSpPr>
          <p:grpSpPr>
            <a:xfrm>
              <a:off x="5812678" y="4143254"/>
              <a:ext cx="1221504" cy="862130"/>
              <a:chOff x="5828523" y="2704122"/>
              <a:chExt cx="1221504" cy="862130"/>
            </a:xfrm>
          </p:grpSpPr>
          <p:sp>
            <p:nvSpPr>
              <p:cNvPr id="51" name="Rectangle 50">
                <a:extLst>
                  <a:ext uri="{FF2B5EF4-FFF2-40B4-BE49-F238E27FC236}">
                    <a16:creationId xmlns:a16="http://schemas.microsoft.com/office/drawing/2014/main" id="{7B976AEA-CCA0-45B1-AC2B-F0939AA8A178}"/>
                  </a:ext>
                </a:extLst>
              </p:cNvPr>
              <p:cNvSpPr/>
              <p:nvPr/>
            </p:nvSpPr>
            <p:spPr>
              <a:xfrm rot="5400000">
                <a:off x="5829031" y="316876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E90558B-03A0-436B-9685-E06A7EE49552}"/>
                  </a:ext>
                </a:extLst>
              </p:cNvPr>
              <p:cNvSpPr/>
              <p:nvPr/>
            </p:nvSpPr>
            <p:spPr>
              <a:xfrm rot="5400000">
                <a:off x="5830852" y="28101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650DB770-D458-479A-B3E4-B173EA5B231E}"/>
                  </a:ext>
                </a:extLst>
              </p:cNvPr>
              <p:cNvSpPr txBox="1"/>
              <p:nvPr/>
            </p:nvSpPr>
            <p:spPr>
              <a:xfrm>
                <a:off x="6067283" y="2704122"/>
                <a:ext cx="896143"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Red</a:t>
                </a:r>
              </a:p>
            </p:txBody>
          </p:sp>
          <p:sp>
            <p:nvSpPr>
              <p:cNvPr id="54" name="TextBox 53">
                <a:extLst>
                  <a:ext uri="{FF2B5EF4-FFF2-40B4-BE49-F238E27FC236}">
                    <a16:creationId xmlns:a16="http://schemas.microsoft.com/office/drawing/2014/main" id="{7658293A-FC9D-4C29-8342-AAC08317943C}"/>
                  </a:ext>
                </a:extLst>
              </p:cNvPr>
              <p:cNvSpPr txBox="1"/>
              <p:nvPr/>
            </p:nvSpPr>
            <p:spPr>
              <a:xfrm>
                <a:off x="6065462" y="3073809"/>
                <a:ext cx="984565"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Blue</a:t>
                </a:r>
              </a:p>
            </p:txBody>
          </p:sp>
        </p:grpSp>
        <p:sp>
          <p:nvSpPr>
            <p:cNvPr id="42" name="TextBox 41">
              <a:extLst>
                <a:ext uri="{FF2B5EF4-FFF2-40B4-BE49-F238E27FC236}">
                  <a16:creationId xmlns:a16="http://schemas.microsoft.com/office/drawing/2014/main" id="{051BA906-E817-4785-B1F7-AB51CD214DA9}"/>
                </a:ext>
              </a:extLst>
            </p:cNvPr>
            <p:cNvSpPr txBox="1"/>
            <p:nvPr/>
          </p:nvSpPr>
          <p:spPr>
            <a:xfrm>
              <a:off x="6325132" y="4965497"/>
              <a:ext cx="1561646"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Combine</a:t>
              </a:r>
            </a:p>
          </p:txBody>
        </p:sp>
        <p:grpSp>
          <p:nvGrpSpPr>
            <p:cNvPr id="43" name="Group 42">
              <a:extLst>
                <a:ext uri="{FF2B5EF4-FFF2-40B4-BE49-F238E27FC236}">
                  <a16:creationId xmlns:a16="http://schemas.microsoft.com/office/drawing/2014/main" id="{5CBCF3DF-8852-44A9-B2A5-BB898B654055}"/>
                </a:ext>
              </a:extLst>
            </p:cNvPr>
            <p:cNvGrpSpPr/>
            <p:nvPr/>
          </p:nvGrpSpPr>
          <p:grpSpPr>
            <a:xfrm>
              <a:off x="5810857" y="5521997"/>
              <a:ext cx="477520" cy="237744"/>
              <a:chOff x="5976620" y="5328914"/>
              <a:chExt cx="477520" cy="237744"/>
            </a:xfrm>
            <a:solidFill>
              <a:srgbClr val="FF0000"/>
            </a:solidFill>
          </p:grpSpPr>
          <p:sp>
            <p:nvSpPr>
              <p:cNvPr id="49" name="Rectangle 48">
                <a:extLst>
                  <a:ext uri="{FF2B5EF4-FFF2-40B4-BE49-F238E27FC236}">
                    <a16:creationId xmlns:a16="http://schemas.microsoft.com/office/drawing/2014/main" id="{A04C1257-B944-45BA-9358-175CB3F33AE6}"/>
                  </a:ext>
                </a:extLst>
              </p:cNvPr>
              <p:cNvSpPr/>
              <p:nvPr/>
            </p:nvSpPr>
            <p:spPr>
              <a:xfrm rot="5400000">
                <a:off x="597712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4FDDDF7-3C31-49DF-AB8A-EA8C75575034}"/>
                  </a:ext>
                </a:extLst>
              </p:cNvPr>
              <p:cNvSpPr/>
              <p:nvPr/>
            </p:nvSpPr>
            <p:spPr>
              <a:xfrm rot="5400000">
                <a:off x="621588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8EA58B35-DF51-4F01-8A92-BC94166B97A2}"/>
                </a:ext>
              </a:extLst>
            </p:cNvPr>
            <p:cNvSpPr txBox="1"/>
            <p:nvPr/>
          </p:nvSpPr>
          <p:spPr>
            <a:xfrm>
              <a:off x="6325132" y="5426530"/>
              <a:ext cx="2377959"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Don’t Combine</a:t>
              </a:r>
            </a:p>
          </p:txBody>
        </p:sp>
        <p:grpSp>
          <p:nvGrpSpPr>
            <p:cNvPr id="45" name="Group 44">
              <a:extLst>
                <a:ext uri="{FF2B5EF4-FFF2-40B4-BE49-F238E27FC236}">
                  <a16:creationId xmlns:a16="http://schemas.microsoft.com/office/drawing/2014/main" id="{BB210B78-5AD6-49CF-B6B6-7562F2118D60}"/>
                </a:ext>
              </a:extLst>
            </p:cNvPr>
            <p:cNvGrpSpPr/>
            <p:nvPr/>
          </p:nvGrpSpPr>
          <p:grpSpPr>
            <a:xfrm>
              <a:off x="5810857" y="6005963"/>
              <a:ext cx="477520" cy="237744"/>
              <a:chOff x="5976620" y="5328914"/>
              <a:chExt cx="477520" cy="237744"/>
            </a:xfrm>
            <a:solidFill>
              <a:srgbClr val="0070C0"/>
            </a:solidFill>
          </p:grpSpPr>
          <p:sp>
            <p:nvSpPr>
              <p:cNvPr id="47" name="Rectangle 46">
                <a:extLst>
                  <a:ext uri="{FF2B5EF4-FFF2-40B4-BE49-F238E27FC236}">
                    <a16:creationId xmlns:a16="http://schemas.microsoft.com/office/drawing/2014/main" id="{77119198-3DC7-45A5-A4B5-BEFE1754B33B}"/>
                  </a:ext>
                </a:extLst>
              </p:cNvPr>
              <p:cNvSpPr/>
              <p:nvPr/>
            </p:nvSpPr>
            <p:spPr>
              <a:xfrm rot="5400000">
                <a:off x="597712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3EFBCD1-1669-44F6-A99B-FC048FA1AF8B}"/>
                  </a:ext>
                </a:extLst>
              </p:cNvPr>
              <p:cNvSpPr/>
              <p:nvPr/>
            </p:nvSpPr>
            <p:spPr>
              <a:xfrm rot="5400000">
                <a:off x="6215888" y="5328406"/>
                <a:ext cx="237744" cy="23876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a:extLst>
                <a:ext uri="{FF2B5EF4-FFF2-40B4-BE49-F238E27FC236}">
                  <a16:creationId xmlns:a16="http://schemas.microsoft.com/office/drawing/2014/main" id="{CB764179-8465-4CEF-870E-CE2B4C536A09}"/>
                </a:ext>
              </a:extLst>
            </p:cNvPr>
            <p:cNvSpPr txBox="1"/>
            <p:nvPr/>
          </p:nvSpPr>
          <p:spPr>
            <a:xfrm>
              <a:off x="6325132" y="5910496"/>
              <a:ext cx="2377959" cy="492443"/>
            </a:xfrm>
            <a:prstGeom prst="rect">
              <a:avLst/>
            </a:prstGeom>
            <a:noFill/>
          </p:spPr>
          <p:txBody>
            <a:bodyPr wrap="none" rtlCol="0">
              <a:spAutoFit/>
            </a:bodyPr>
            <a:lstStyle/>
            <a:p>
              <a:r>
                <a:rPr lang="en-US" sz="2600" dirty="0">
                  <a:solidFill>
                    <a:schemeClr val="bg1"/>
                  </a:solidFill>
                  <a:latin typeface="Dubai Light" panose="020B0303030403030204" pitchFamily="34" charset="-78"/>
                  <a:cs typeface="Dubai Light" panose="020B0303030403030204" pitchFamily="34" charset="-78"/>
                </a:rPr>
                <a:t>- Don’t Combine</a:t>
              </a:r>
            </a:p>
          </p:txBody>
        </p:sp>
      </p:grpSp>
    </p:spTree>
    <p:extLst>
      <p:ext uri="{BB962C8B-B14F-4D97-AF65-F5344CB8AC3E}">
        <p14:creationId xmlns:p14="http://schemas.microsoft.com/office/powerpoint/2010/main" val="10452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02"/>
                                        </p:tgtEl>
                                      </p:cBhvr>
                                    </p:animEffect>
                                    <p:animScale>
                                      <p:cBhvr>
                                        <p:cTn id="7" dur="250" autoRev="1" fill="hold"/>
                                        <p:tgtEl>
                                          <p:spTgt spid="302"/>
                                        </p:tgtEl>
                                      </p:cBhvr>
                                      <p:by x="105000" y="105000"/>
                                    </p:animScale>
                                  </p:childTnLst>
                                </p:cTn>
                              </p:par>
                              <p:par>
                                <p:cTn id="8" presetID="42" presetClass="path" presetSubtype="0" accel="50000" decel="50000" fill="hold" nodeType="withEffect">
                                  <p:stCondLst>
                                    <p:cond delay="0"/>
                                  </p:stCondLst>
                                  <p:childTnLst>
                                    <p:animMotion origin="layout" path="M 2.29167E-6 5.55112E-17 L -0.00013 0.31736 " pathEditMode="relative" rAng="0" ptsTypes="AA">
                                      <p:cBhvr>
                                        <p:cTn id="9" dur="2000" fill="hold"/>
                                        <p:tgtEl>
                                          <p:spTgt spid="97"/>
                                        </p:tgtEl>
                                        <p:attrNameLst>
                                          <p:attrName>ppt_x</p:attrName>
                                          <p:attrName>ppt_y</p:attrName>
                                        </p:attrNameLst>
                                      </p:cBhvr>
                                      <p:rCtr x="-13" y="15856"/>
                                    </p:animMotion>
                                  </p:childTnLst>
                                </p:cTn>
                              </p:par>
                              <p:par>
                                <p:cTn id="10" presetID="42" presetClass="path" presetSubtype="0" accel="50000" decel="50000" fill="hold" nodeType="withEffect">
                                  <p:stCondLst>
                                    <p:cond delay="0"/>
                                  </p:stCondLst>
                                  <p:childTnLst>
                                    <p:animMotion origin="layout" path="M 1.25E-6 -2.22222E-6 L -0.00026 0.04768 " pathEditMode="relative" rAng="0" ptsTypes="AA">
                                      <p:cBhvr>
                                        <p:cTn id="11" dur="2000" fill="hold"/>
                                        <p:tgtEl>
                                          <p:spTgt spid="98"/>
                                        </p:tgtEl>
                                        <p:attrNameLst>
                                          <p:attrName>ppt_x</p:attrName>
                                          <p:attrName>ppt_y</p:attrName>
                                        </p:attrNameLst>
                                      </p:cBhvr>
                                      <p:rCtr x="-13" y="2176"/>
                                    </p:animMotion>
                                  </p:childTnLst>
                                </p:cTn>
                              </p:par>
                              <p:par>
                                <p:cTn id="12" presetID="42" presetClass="path" presetSubtype="0" accel="50000" decel="50000" fill="hold" nodeType="withEffect">
                                  <p:stCondLst>
                                    <p:cond delay="0"/>
                                  </p:stCondLst>
                                  <p:childTnLst>
                                    <p:animMotion origin="layout" path="M 3.54167E-6 5.55112E-17 L 0.00026 0.18056 " pathEditMode="relative" rAng="0" ptsTypes="AA">
                                      <p:cBhvr>
                                        <p:cTn id="13" dur="2000" fill="hold"/>
                                        <p:tgtEl>
                                          <p:spTgt spid="4"/>
                                        </p:tgtEl>
                                        <p:attrNameLst>
                                          <p:attrName>ppt_x</p:attrName>
                                          <p:attrName>ppt_y</p:attrName>
                                        </p:attrNameLst>
                                      </p:cBhvr>
                                      <p:rCtr x="13" y="9028"/>
                                    </p:animMotion>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nodeType="clickEffect">
                                  <p:stCondLst>
                                    <p:cond delay="0"/>
                                  </p:stCondLst>
                                  <p:childTnLst>
                                    <p:animEffect transition="out" filter="fade">
                                      <p:cBhvr>
                                        <p:cTn id="17" dur="500" tmFilter="0, 0; .2, .5; .8, .5; 1, 0"/>
                                        <p:tgtEl>
                                          <p:spTgt spid="296"/>
                                        </p:tgtEl>
                                      </p:cBhvr>
                                    </p:animEffect>
                                    <p:animScale>
                                      <p:cBhvr>
                                        <p:cTn id="18" dur="250" autoRev="1" fill="hold"/>
                                        <p:tgtEl>
                                          <p:spTgt spid="296"/>
                                        </p:tgtEl>
                                      </p:cBhvr>
                                      <p:by x="105000" y="105000"/>
                                    </p:animScale>
                                  </p:childTnLst>
                                </p:cTn>
                              </p:par>
                              <p:par>
                                <p:cTn id="19" presetID="42" presetClass="path" presetSubtype="0" accel="50000" decel="50000" fill="hold" nodeType="withEffect">
                                  <p:stCondLst>
                                    <p:cond delay="0"/>
                                  </p:stCondLst>
                                  <p:childTnLst>
                                    <p:animMotion origin="layout" path="M -0.00026 0.04769 L 0.14974 0.04514 " pathEditMode="relative" rAng="0" ptsTypes="AA">
                                      <p:cBhvr>
                                        <p:cTn id="20" dur="2000" fill="hold"/>
                                        <p:tgtEl>
                                          <p:spTgt spid="98"/>
                                        </p:tgtEl>
                                        <p:attrNameLst>
                                          <p:attrName>ppt_x</p:attrName>
                                          <p:attrName>ppt_y</p:attrName>
                                        </p:attrNameLst>
                                      </p:cBhvr>
                                      <p:rCtr x="7500" y="-139"/>
                                    </p:animMotion>
                                  </p:childTnLst>
                                </p:cTn>
                              </p:par>
                              <p:par>
                                <p:cTn id="21" presetID="42" presetClass="path" presetSubtype="0" accel="50000" decel="50000" fill="hold" nodeType="withEffect">
                                  <p:stCondLst>
                                    <p:cond delay="0"/>
                                  </p:stCondLst>
                                  <p:childTnLst>
                                    <p:animMotion origin="layout" path="M -0.00013 0.31736 L 0.12708 0.31736 " pathEditMode="relative" rAng="0" ptsTypes="AA">
                                      <p:cBhvr>
                                        <p:cTn id="22" dur="2000" fill="hold"/>
                                        <p:tgtEl>
                                          <p:spTgt spid="97"/>
                                        </p:tgtEl>
                                        <p:attrNameLst>
                                          <p:attrName>ppt_x</p:attrName>
                                          <p:attrName>ppt_y</p:attrName>
                                        </p:attrNameLst>
                                      </p:cBhvr>
                                      <p:rCtr x="6354" y="0"/>
                                    </p:animMotion>
                                  </p:childTnLst>
                                </p:cTn>
                              </p:par>
                              <p:par>
                                <p:cTn id="23" presetID="42" presetClass="path" presetSubtype="0" accel="50000" decel="50000" fill="hold" nodeType="withEffect">
                                  <p:stCondLst>
                                    <p:cond delay="0"/>
                                  </p:stCondLst>
                                  <p:childTnLst>
                                    <p:animMotion origin="layout" path="M 0.00026 0.18055 L 0.09987 0.1787 " pathEditMode="fixed" rAng="0" ptsTypes="AA">
                                      <p:cBhvr>
                                        <p:cTn id="24" dur="2000" fill="hold"/>
                                        <p:tgtEl>
                                          <p:spTgt spid="4"/>
                                        </p:tgtEl>
                                        <p:attrNameLst>
                                          <p:attrName>ppt_x</p:attrName>
                                          <p:attrName>ppt_y</p:attrName>
                                        </p:attrNameLst>
                                      </p:cBhvr>
                                      <p:rCtr x="4935" y="0"/>
                                    </p:animMotion>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nodeType="clickEffect">
                                  <p:stCondLst>
                                    <p:cond delay="0"/>
                                  </p:stCondLst>
                                  <p:childTnLst>
                                    <p:animEffect transition="out" filter="fade">
                                      <p:cBhvr>
                                        <p:cTn id="28" dur="500" tmFilter="0, 0; .2, .5; .8, .5; 1, 0"/>
                                        <p:tgtEl>
                                          <p:spTgt spid="298"/>
                                        </p:tgtEl>
                                      </p:cBhvr>
                                    </p:animEffect>
                                    <p:animScale>
                                      <p:cBhvr>
                                        <p:cTn id="29" dur="250" autoRev="1" fill="hold"/>
                                        <p:tgtEl>
                                          <p:spTgt spid="298"/>
                                        </p:tgtEl>
                                      </p:cBhvr>
                                      <p:by x="105000" y="105000"/>
                                    </p:animScale>
                                  </p:childTnLst>
                                </p:cTn>
                              </p:par>
                              <p:par>
                                <p:cTn id="30" presetID="42" presetClass="path" presetSubtype="0" accel="50000" decel="50000" fill="hold" nodeType="withEffect">
                                  <p:stCondLst>
                                    <p:cond delay="0"/>
                                  </p:stCondLst>
                                  <p:childTnLst>
                                    <p:animMotion origin="layout" path="M 0.09987 0.1787 L 0.10182 0.08935 " pathEditMode="relative" rAng="0" ptsTypes="AA">
                                      <p:cBhvr>
                                        <p:cTn id="31" dur="2000" fill="hold"/>
                                        <p:tgtEl>
                                          <p:spTgt spid="4"/>
                                        </p:tgtEl>
                                        <p:attrNameLst>
                                          <p:attrName>ppt_x</p:attrName>
                                          <p:attrName>ppt_y</p:attrName>
                                        </p:attrNameLst>
                                      </p:cBhvr>
                                      <p:rCtr x="143" y="-4306"/>
                                    </p:animMotion>
                                  </p:childTnLst>
                                </p:cTn>
                              </p:par>
                              <p:par>
                                <p:cTn id="32" presetID="42" presetClass="path" presetSubtype="0" accel="50000" decel="50000" fill="hold" nodeType="withEffect">
                                  <p:stCondLst>
                                    <p:cond delay="0"/>
                                  </p:stCondLst>
                                  <p:childTnLst>
                                    <p:animMotion origin="layout" path="M 0.14974 0.04514 L 0.15078 -0.26898 " pathEditMode="relative" rAng="0" ptsTypes="AA">
                                      <p:cBhvr>
                                        <p:cTn id="33" dur="2000" fill="hold"/>
                                        <p:tgtEl>
                                          <p:spTgt spid="98"/>
                                        </p:tgtEl>
                                        <p:attrNameLst>
                                          <p:attrName>ppt_x</p:attrName>
                                          <p:attrName>ppt_y</p:attrName>
                                        </p:attrNameLst>
                                      </p:cBhvr>
                                      <p:rCtr x="52" y="-15718"/>
                                    </p:animMotion>
                                  </p:childTnLst>
                                </p:cTn>
                              </p:par>
                              <p:par>
                                <p:cTn id="34" presetID="42" presetClass="path" presetSubtype="0" accel="50000" decel="50000" fill="hold" nodeType="withEffect">
                                  <p:stCondLst>
                                    <p:cond delay="0"/>
                                  </p:stCondLst>
                                  <p:childTnLst>
                                    <p:animMotion origin="layout" path="M 0.12709 0.31736 L 0.12604 0.00324 " pathEditMode="relative" rAng="0" ptsTypes="AA">
                                      <p:cBhvr>
                                        <p:cTn id="35" dur="2000" fill="hold"/>
                                        <p:tgtEl>
                                          <p:spTgt spid="97"/>
                                        </p:tgtEl>
                                        <p:attrNameLst>
                                          <p:attrName>ppt_x</p:attrName>
                                          <p:attrName>ppt_y</p:attrName>
                                        </p:attrNameLst>
                                      </p:cBhvr>
                                      <p:rCtr x="-1146" y="-16157"/>
                                    </p:animMotion>
                                  </p:childTnLst>
                                </p:cTn>
                              </p:par>
                            </p:childTnLst>
                          </p:cTn>
                        </p:par>
                      </p:childTnLst>
                    </p:cTn>
                  </p:par>
                  <p:par>
                    <p:cTn id="36" fill="hold">
                      <p:stCondLst>
                        <p:cond delay="indefinite"/>
                      </p:stCondLst>
                      <p:childTnLst>
                        <p:par>
                          <p:cTn id="37" fill="hold">
                            <p:stCondLst>
                              <p:cond delay="0"/>
                            </p:stCondLst>
                            <p:childTnLst>
                              <p:par>
                                <p:cTn id="38" presetID="26" presetClass="emph" presetSubtype="0" fill="hold" nodeType="clickEffect">
                                  <p:stCondLst>
                                    <p:cond delay="0"/>
                                  </p:stCondLst>
                                  <p:childTnLst>
                                    <p:animEffect transition="out" filter="fade">
                                      <p:cBhvr>
                                        <p:cTn id="39" dur="500" tmFilter="0, 0; .2, .5; .8, .5; 1, 0"/>
                                        <p:tgtEl>
                                          <p:spTgt spid="300"/>
                                        </p:tgtEl>
                                      </p:cBhvr>
                                    </p:animEffect>
                                    <p:animScale>
                                      <p:cBhvr>
                                        <p:cTn id="40" dur="250" autoRev="1" fill="hold"/>
                                        <p:tgtEl>
                                          <p:spTgt spid="300"/>
                                        </p:tgtEl>
                                      </p:cBhvr>
                                      <p:by x="105000" y="105000"/>
                                    </p:animScale>
                                  </p:childTnLst>
                                </p:cTn>
                              </p:par>
                              <p:par>
                                <p:cTn id="41" presetID="42" presetClass="path" presetSubtype="0" accel="50000" decel="50000" fill="hold" nodeType="withEffect">
                                  <p:stCondLst>
                                    <p:cond delay="0"/>
                                  </p:stCondLst>
                                  <p:childTnLst>
                                    <p:animMotion origin="layout" path="M 0.10182 0.08935 L 0.05221 0.08935 " pathEditMode="relative" rAng="0" ptsTypes="AA">
                                      <p:cBhvr>
                                        <p:cTn id="42" dur="2000" fill="hold"/>
                                        <p:tgtEl>
                                          <p:spTgt spid="4"/>
                                        </p:tgtEl>
                                        <p:attrNameLst>
                                          <p:attrName>ppt_x</p:attrName>
                                          <p:attrName>ppt_y</p:attrName>
                                        </p:attrNameLst>
                                      </p:cBhvr>
                                      <p:rCtr x="-2487" y="0"/>
                                    </p:animMotion>
                                  </p:childTnLst>
                                </p:cTn>
                              </p:par>
                              <p:par>
                                <p:cTn id="43" presetID="42" presetClass="path" presetSubtype="0" accel="50000" decel="50000" fill="hold" nodeType="withEffect">
                                  <p:stCondLst>
                                    <p:cond delay="0"/>
                                  </p:stCondLst>
                                  <p:childTnLst>
                                    <p:animMotion origin="layout" path="M 0.15078 -0.26898 L 0.04935 -0.27222 " pathEditMode="relative" rAng="0" ptsTypes="AA">
                                      <p:cBhvr>
                                        <p:cTn id="44" dur="2000" fill="hold"/>
                                        <p:tgtEl>
                                          <p:spTgt spid="98"/>
                                        </p:tgtEl>
                                        <p:attrNameLst>
                                          <p:attrName>ppt_x</p:attrName>
                                          <p:attrName>ppt_y</p:attrName>
                                        </p:attrNameLst>
                                      </p:cBhvr>
                                      <p:rCtr x="-5182" y="69"/>
                                    </p:animMotion>
                                  </p:childTnLst>
                                </p:cTn>
                              </p:par>
                              <p:par>
                                <p:cTn id="45" presetID="42" presetClass="path" presetSubtype="0" accel="50000" decel="50000" fill="hold" nodeType="withEffect">
                                  <p:stCondLst>
                                    <p:cond delay="0"/>
                                  </p:stCondLst>
                                  <p:childTnLst>
                                    <p:animMotion origin="layout" path="M 0.12604 0.00324 L 0.02682 0.00231 " pathEditMode="relative" rAng="0" ptsTypes="AA">
                                      <p:cBhvr>
                                        <p:cTn id="46" dur="2000" fill="hold"/>
                                        <p:tgtEl>
                                          <p:spTgt spid="97"/>
                                        </p:tgtEl>
                                        <p:attrNameLst>
                                          <p:attrName>ppt_x</p:attrName>
                                          <p:attrName>ppt_y</p:attrName>
                                        </p:attrNameLst>
                                      </p:cBhvr>
                                      <p:rCtr x="-4961" y="-46"/>
                                    </p:animMotion>
                                  </p:childTnLst>
                                </p:cTn>
                              </p:par>
                            </p:childTnLst>
                          </p:cTn>
                        </p:par>
                      </p:childTnLst>
                    </p:cTn>
                  </p:par>
                  <p:par>
                    <p:cTn id="47" fill="hold">
                      <p:stCondLst>
                        <p:cond delay="indefinite"/>
                      </p:stCondLst>
                      <p:childTnLst>
                        <p:par>
                          <p:cTn id="48" fill="hold">
                            <p:stCondLst>
                              <p:cond delay="0"/>
                            </p:stCondLst>
                            <p:childTnLst>
                              <p:par>
                                <p:cTn id="49" presetID="26" presetClass="emph" presetSubtype="0" fill="hold" nodeType="clickEffect">
                                  <p:stCondLst>
                                    <p:cond delay="0"/>
                                  </p:stCondLst>
                                  <p:childTnLst>
                                    <p:animEffect transition="out" filter="fade">
                                      <p:cBhvr>
                                        <p:cTn id="50" dur="500" tmFilter="0, 0; .2, .5; .8, .5; 1, 0"/>
                                        <p:tgtEl>
                                          <p:spTgt spid="302"/>
                                        </p:tgtEl>
                                      </p:cBhvr>
                                    </p:animEffect>
                                    <p:animScale>
                                      <p:cBhvr>
                                        <p:cTn id="51" dur="250" autoRev="1" fill="hold"/>
                                        <p:tgtEl>
                                          <p:spTgt spid="302"/>
                                        </p:tgtEl>
                                      </p:cBhvr>
                                      <p:by x="105000" y="105000"/>
                                    </p:animScale>
                                  </p:childTnLst>
                                </p:cTn>
                              </p:par>
                              <p:par>
                                <p:cTn id="52" presetID="42" presetClass="path" presetSubtype="0" accel="50000" decel="50000" fill="hold" nodeType="withEffect">
                                  <p:stCondLst>
                                    <p:cond delay="0"/>
                                  </p:stCondLst>
                                  <p:childTnLst>
                                    <p:animMotion origin="layout" path="M 0.02682 0.00231 L 0.02396 0.18009 " pathEditMode="relative" rAng="0" ptsTypes="AA">
                                      <p:cBhvr>
                                        <p:cTn id="53" dur="2000" fill="hold"/>
                                        <p:tgtEl>
                                          <p:spTgt spid="97"/>
                                        </p:tgtEl>
                                        <p:attrNameLst>
                                          <p:attrName>ppt_x</p:attrName>
                                          <p:attrName>ppt_y</p:attrName>
                                        </p:attrNameLst>
                                      </p:cBhvr>
                                      <p:rCtr x="-143" y="8889"/>
                                    </p:animMotion>
                                  </p:childTnLst>
                                </p:cTn>
                              </p:par>
                              <p:par>
                                <p:cTn id="54" presetID="42" presetClass="path" presetSubtype="0" accel="50000" decel="50000" fill="hold" nodeType="withEffect">
                                  <p:stCondLst>
                                    <p:cond delay="0"/>
                                  </p:stCondLst>
                                  <p:childTnLst>
                                    <p:animMotion origin="layout" path="M 0.05221 0.08935 L 0.05065 0.31736 " pathEditMode="relative" rAng="0" ptsTypes="AA">
                                      <p:cBhvr>
                                        <p:cTn id="55" dur="2000" fill="hold"/>
                                        <p:tgtEl>
                                          <p:spTgt spid="4"/>
                                        </p:tgtEl>
                                        <p:attrNameLst>
                                          <p:attrName>ppt_x</p:attrName>
                                          <p:attrName>ppt_y</p:attrName>
                                        </p:attrNameLst>
                                      </p:cBhvr>
                                      <p:rCtr x="-169" y="11273"/>
                                    </p:animMotion>
                                  </p:childTnLst>
                                </p:cTn>
                              </p:par>
                              <p:par>
                                <p:cTn id="56" presetID="42" presetClass="path" presetSubtype="0" accel="50000" decel="50000" fill="hold" nodeType="withEffect">
                                  <p:stCondLst>
                                    <p:cond delay="0"/>
                                  </p:stCondLst>
                                  <p:childTnLst>
                                    <p:animMotion origin="layout" path="M 0.04935 -0.27222 L 0.04883 -0.09583 " pathEditMode="relative" rAng="0" ptsTypes="AA">
                                      <p:cBhvr>
                                        <p:cTn id="57" dur="2000" fill="hold"/>
                                        <p:tgtEl>
                                          <p:spTgt spid="98"/>
                                        </p:tgtEl>
                                        <p:attrNameLst>
                                          <p:attrName>ppt_x</p:attrName>
                                          <p:attrName>ppt_y</p:attrName>
                                        </p:attrNameLst>
                                      </p:cBhvr>
                                      <p:rCtr x="-26" y="88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Overview</a:t>
            </a:r>
          </a:p>
        </p:txBody>
      </p:sp>
      <p:grpSp>
        <p:nvGrpSpPr>
          <p:cNvPr id="2" name="Group 1">
            <a:extLst>
              <a:ext uri="{FF2B5EF4-FFF2-40B4-BE49-F238E27FC236}">
                <a16:creationId xmlns:a16="http://schemas.microsoft.com/office/drawing/2014/main" id="{0A22B8FB-52C5-4FAE-9E9A-029D7ECF3F21}"/>
              </a:ext>
            </a:extLst>
          </p:cNvPr>
          <p:cNvGrpSpPr/>
          <p:nvPr/>
        </p:nvGrpSpPr>
        <p:grpSpPr>
          <a:xfrm>
            <a:off x="687633" y="902738"/>
            <a:ext cx="5099056" cy="3156719"/>
            <a:chOff x="635268" y="1343896"/>
            <a:chExt cx="4448055" cy="3156719"/>
          </a:xfrm>
        </p:grpSpPr>
        <p:sp>
          <p:nvSpPr>
            <p:cNvPr id="116" name="TextBox 115">
              <a:extLst>
                <a:ext uri="{FF2B5EF4-FFF2-40B4-BE49-F238E27FC236}">
                  <a16:creationId xmlns:a16="http://schemas.microsoft.com/office/drawing/2014/main" id="{96F76E1F-6C26-42B4-9E61-A4820EF6154A}"/>
                </a:ext>
              </a:extLst>
            </p:cNvPr>
            <p:cNvSpPr txBox="1"/>
            <p:nvPr/>
          </p:nvSpPr>
          <p:spPr>
            <a:xfrm>
              <a:off x="727216" y="1343896"/>
              <a:ext cx="3630387"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Model of Assembly:</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7" name="TextBox 116">
              <a:extLst>
                <a:ext uri="{FF2B5EF4-FFF2-40B4-BE49-F238E27FC236}">
                  <a16:creationId xmlns:a16="http://schemas.microsoft.com/office/drawing/2014/main" id="{CAB0A485-D634-4599-867E-1BB16773A399}"/>
                </a:ext>
              </a:extLst>
            </p:cNvPr>
            <p:cNvSpPr txBox="1"/>
            <p:nvPr/>
          </p:nvSpPr>
          <p:spPr>
            <a:xfrm>
              <a:off x="635268" y="2099958"/>
              <a:ext cx="4448055" cy="2400657"/>
            </a:xfrm>
            <a:prstGeom prst="rect">
              <a:avLst/>
            </a:prstGeom>
            <a:noFill/>
          </p:spPr>
          <p:txBody>
            <a:bodyPr wrap="square" rtlCol="0">
              <a:spAutoFit/>
            </a:bodyPr>
            <a:lstStyle/>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Polynomial Time Membership Algorithm for Largest Class of Known Buildable Shapes</a:t>
              </a:r>
            </a:p>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Universal Constructor</a:t>
              </a:r>
            </a:p>
          </p:txBody>
        </p:sp>
      </p:grpSp>
      <p:grpSp>
        <p:nvGrpSpPr>
          <p:cNvPr id="66" name="Group 65">
            <a:extLst>
              <a:ext uri="{FF2B5EF4-FFF2-40B4-BE49-F238E27FC236}">
                <a16:creationId xmlns:a16="http://schemas.microsoft.com/office/drawing/2014/main" id="{D22C2BAE-2E49-4198-8EAA-2E40C28ACEE8}"/>
              </a:ext>
            </a:extLst>
          </p:cNvPr>
          <p:cNvGrpSpPr/>
          <p:nvPr/>
        </p:nvGrpSpPr>
        <p:grpSpPr>
          <a:xfrm>
            <a:off x="6011144" y="918780"/>
            <a:ext cx="4954590" cy="2229053"/>
            <a:chOff x="650756" y="1343896"/>
            <a:chExt cx="4954590" cy="2229053"/>
          </a:xfrm>
        </p:grpSpPr>
        <p:sp>
          <p:nvSpPr>
            <p:cNvPr id="67" name="TextBox 66">
              <a:extLst>
                <a:ext uri="{FF2B5EF4-FFF2-40B4-BE49-F238E27FC236}">
                  <a16:creationId xmlns:a16="http://schemas.microsoft.com/office/drawing/2014/main" id="{8CC87DCD-3019-424D-979F-08F3F32556EB}"/>
                </a:ext>
              </a:extLst>
            </p:cNvPr>
            <p:cNvSpPr txBox="1"/>
            <p:nvPr/>
          </p:nvSpPr>
          <p:spPr>
            <a:xfrm>
              <a:off x="727216" y="1343896"/>
              <a:ext cx="487813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Model of Computation:</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68" name="TextBox 67">
              <a:extLst>
                <a:ext uri="{FF2B5EF4-FFF2-40B4-BE49-F238E27FC236}">
                  <a16:creationId xmlns:a16="http://schemas.microsoft.com/office/drawing/2014/main" id="{EEDFD67C-EAE9-4B2A-B4C5-06656857B0FD}"/>
                </a:ext>
              </a:extLst>
            </p:cNvPr>
            <p:cNvSpPr txBox="1"/>
            <p:nvPr/>
          </p:nvSpPr>
          <p:spPr>
            <a:xfrm>
              <a:off x="650756" y="2095621"/>
              <a:ext cx="4901864" cy="1477328"/>
            </a:xfrm>
            <a:prstGeom prst="rect">
              <a:avLst/>
            </a:prstGeom>
            <a:noFill/>
          </p:spPr>
          <p:txBody>
            <a:bodyPr wrap="square" rtlCol="0">
              <a:spAutoFit/>
            </a:bodyPr>
            <a:lstStyle/>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PSPACE-Completeness of Occupancy Problem</a:t>
              </a:r>
            </a:p>
            <a:p>
              <a:pPr marL="457200" indent="-457200">
                <a:buFont typeface="Arial" panose="020B0604020202020204" pitchFamily="34" charset="0"/>
                <a:buChar char="•"/>
              </a:pPr>
              <a:r>
                <a:rPr lang="en-US" sz="3000" i="1" dirty="0">
                  <a:solidFill>
                    <a:schemeClr val="bg1"/>
                  </a:solidFill>
                  <a:latin typeface="Dubai Light" panose="020B0303030403030204" pitchFamily="34" charset="-78"/>
                  <a:cs typeface="Dubai Light" panose="020B0303030403030204" pitchFamily="34" charset="-78"/>
                </a:rPr>
                <a:t>Open Problem from 2014</a:t>
              </a:r>
            </a:p>
          </p:txBody>
        </p:sp>
      </p:grpSp>
      <p:sp>
        <p:nvSpPr>
          <p:cNvPr id="6" name="Rectangle 5">
            <a:extLst>
              <a:ext uri="{FF2B5EF4-FFF2-40B4-BE49-F238E27FC236}">
                <a16:creationId xmlns:a16="http://schemas.microsoft.com/office/drawing/2014/main" id="{CA0E8F0E-8D64-476F-BDEB-1F884FA36123}"/>
              </a:ext>
            </a:extLst>
          </p:cNvPr>
          <p:cNvSpPr/>
          <p:nvPr/>
        </p:nvSpPr>
        <p:spPr>
          <a:xfrm>
            <a:off x="6414638" y="5793184"/>
            <a:ext cx="4586917" cy="646331"/>
          </a:xfrm>
          <a:prstGeom prst="rect">
            <a:avLst/>
          </a:prstGeom>
        </p:spPr>
        <p:txBody>
          <a:bodyPr wrap="square">
            <a:spAutoFit/>
          </a:bodyPr>
          <a:lstStyle/>
          <a:p>
            <a:r>
              <a:rPr lang="en-US" sz="1200" dirty="0">
                <a:solidFill>
                  <a:schemeClr val="bg1"/>
                </a:solidFill>
              </a:rPr>
              <a:t>Aaron T. Becker, Erik D. </a:t>
            </a:r>
            <a:r>
              <a:rPr lang="en-US" sz="1200" dirty="0" err="1">
                <a:solidFill>
                  <a:schemeClr val="bg1"/>
                </a:solidFill>
              </a:rPr>
              <a:t>Demaine</a:t>
            </a:r>
            <a:r>
              <a:rPr lang="en-US" sz="1200" dirty="0">
                <a:solidFill>
                  <a:schemeClr val="bg1"/>
                </a:solidFill>
              </a:rPr>
              <a:t>, </a:t>
            </a:r>
            <a:r>
              <a:rPr lang="en-US" sz="1200" dirty="0" err="1">
                <a:solidFill>
                  <a:schemeClr val="bg1"/>
                </a:solidFill>
              </a:rPr>
              <a:t>Sὰndor</a:t>
            </a:r>
            <a:r>
              <a:rPr lang="en-US" sz="1200" dirty="0">
                <a:solidFill>
                  <a:schemeClr val="bg1"/>
                </a:solidFill>
              </a:rPr>
              <a:t> P. Fekete, and James </a:t>
            </a:r>
            <a:r>
              <a:rPr lang="en-US" sz="1200" dirty="0" err="1">
                <a:solidFill>
                  <a:schemeClr val="bg1"/>
                </a:solidFill>
              </a:rPr>
              <a:t>McLurkin</a:t>
            </a:r>
            <a:r>
              <a:rPr lang="en-US" sz="1200" dirty="0">
                <a:solidFill>
                  <a:schemeClr val="bg1"/>
                </a:solidFill>
              </a:rPr>
              <a:t>, Particle computation: Designing worlds to control robot swarms with only global signals, (2014), 6751–6756.</a:t>
            </a:r>
          </a:p>
        </p:txBody>
      </p:sp>
      <p:grpSp>
        <p:nvGrpSpPr>
          <p:cNvPr id="3" name="Group 2">
            <a:extLst>
              <a:ext uri="{FF2B5EF4-FFF2-40B4-BE49-F238E27FC236}">
                <a16:creationId xmlns:a16="http://schemas.microsoft.com/office/drawing/2014/main" id="{C061246E-19D0-4317-825B-6CA7BA933080}"/>
              </a:ext>
            </a:extLst>
          </p:cNvPr>
          <p:cNvGrpSpPr/>
          <p:nvPr/>
        </p:nvGrpSpPr>
        <p:grpSpPr>
          <a:xfrm>
            <a:off x="1009624" y="4240400"/>
            <a:ext cx="3303583" cy="1798090"/>
            <a:chOff x="6961851" y="4481940"/>
            <a:chExt cx="2635100" cy="1430964"/>
          </a:xfrm>
        </p:grpSpPr>
        <p:sp>
          <p:nvSpPr>
            <p:cNvPr id="13" name="Rectangle 12">
              <a:extLst>
                <a:ext uri="{FF2B5EF4-FFF2-40B4-BE49-F238E27FC236}">
                  <a16:creationId xmlns:a16="http://schemas.microsoft.com/office/drawing/2014/main" id="{37948A59-BA84-44EF-B435-83846D7229B5}"/>
                </a:ext>
              </a:extLst>
            </p:cNvPr>
            <p:cNvSpPr/>
            <p:nvPr/>
          </p:nvSpPr>
          <p:spPr>
            <a:xfrm rot="5400000">
              <a:off x="7454532" y="56658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B2B91A0-9D12-4BC8-AD8D-5E178A588EAD}"/>
                </a:ext>
              </a:extLst>
            </p:cNvPr>
            <p:cNvSpPr/>
            <p:nvPr/>
          </p:nvSpPr>
          <p:spPr>
            <a:xfrm rot="5400000">
              <a:off x="6964789" y="542907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32E4000-4ABD-486B-BADB-B464A6BCC59F}"/>
                </a:ext>
              </a:extLst>
            </p:cNvPr>
            <p:cNvSpPr/>
            <p:nvPr/>
          </p:nvSpPr>
          <p:spPr>
            <a:xfrm rot="5400000">
              <a:off x="769463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4E34AEC-A614-4209-B4A3-EDF1EE3E571E}"/>
                </a:ext>
              </a:extLst>
            </p:cNvPr>
            <p:cNvSpPr/>
            <p:nvPr/>
          </p:nvSpPr>
          <p:spPr>
            <a:xfrm rot="5400000">
              <a:off x="6964191" y="56641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A70AFE-F7CB-436A-AA10-68795949193F}"/>
                </a:ext>
              </a:extLst>
            </p:cNvPr>
            <p:cNvSpPr/>
            <p:nvPr/>
          </p:nvSpPr>
          <p:spPr>
            <a:xfrm rot="5400000">
              <a:off x="721334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1153CD-1E29-4F93-8A8D-325D6F39E530}"/>
                </a:ext>
              </a:extLst>
            </p:cNvPr>
            <p:cNvSpPr/>
            <p:nvPr/>
          </p:nvSpPr>
          <p:spPr>
            <a:xfrm rot="5400000">
              <a:off x="6964191" y="519391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4D151D3-1E83-40C0-91C8-13CFB40CC5F4}"/>
                </a:ext>
              </a:extLst>
            </p:cNvPr>
            <p:cNvSpPr/>
            <p:nvPr/>
          </p:nvSpPr>
          <p:spPr>
            <a:xfrm rot="5400000">
              <a:off x="7912313" y="4954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D2A8DE8-715E-4E4E-96D4-897A0D27148E}"/>
                </a:ext>
              </a:extLst>
            </p:cNvPr>
            <p:cNvSpPr/>
            <p:nvPr/>
          </p:nvSpPr>
          <p:spPr>
            <a:xfrm rot="5400000">
              <a:off x="7913288" y="471676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4FB3F1F-687D-4B14-83AE-4061C8B16CCE}"/>
                </a:ext>
              </a:extLst>
            </p:cNvPr>
            <p:cNvSpPr/>
            <p:nvPr/>
          </p:nvSpPr>
          <p:spPr>
            <a:xfrm rot="5400000">
              <a:off x="8169544"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3FF2FA1-F9DC-4F0D-83D1-F6BE2D4CAF4F}"/>
                </a:ext>
              </a:extLst>
            </p:cNvPr>
            <p:cNvSpPr/>
            <p:nvPr/>
          </p:nvSpPr>
          <p:spPr>
            <a:xfrm rot="5400000">
              <a:off x="7939483"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83E7E22-8DFE-476F-94FD-658AD2863D20}"/>
                </a:ext>
              </a:extLst>
            </p:cNvPr>
            <p:cNvSpPr/>
            <p:nvPr/>
          </p:nvSpPr>
          <p:spPr>
            <a:xfrm rot="5400000">
              <a:off x="6962764"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1463662-5F87-4DAE-8CA5-FDFEBEC0A068}"/>
                </a:ext>
              </a:extLst>
            </p:cNvPr>
            <p:cNvSpPr/>
            <p:nvPr/>
          </p:nvSpPr>
          <p:spPr>
            <a:xfrm rot="5400000">
              <a:off x="6962359" y="47185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F5E25B4-05C3-43BC-88A2-2538BED3CB8B}"/>
                </a:ext>
              </a:extLst>
            </p:cNvPr>
            <p:cNvSpPr/>
            <p:nvPr/>
          </p:nvSpPr>
          <p:spPr>
            <a:xfrm rot="5400000">
              <a:off x="7199331" y="448852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EADD99E-6762-44EC-AC7C-61CFC96DF843}"/>
                </a:ext>
              </a:extLst>
            </p:cNvPr>
            <p:cNvSpPr/>
            <p:nvPr/>
          </p:nvSpPr>
          <p:spPr>
            <a:xfrm rot="5400000">
              <a:off x="7437639"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91C03CD5-A6A1-49FD-9860-389CBDDD6602}"/>
                </a:ext>
              </a:extLst>
            </p:cNvPr>
            <p:cNvSpPr/>
            <p:nvPr/>
          </p:nvSpPr>
          <p:spPr>
            <a:xfrm rot="5400000">
              <a:off x="7672738"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8D2DE7F-88B7-46CC-8259-32C2749A13B8}"/>
                </a:ext>
              </a:extLst>
            </p:cNvPr>
            <p:cNvSpPr/>
            <p:nvPr/>
          </p:nvSpPr>
          <p:spPr>
            <a:xfrm rot="5400000">
              <a:off x="7918435"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6985A38A-16F7-42AC-B12D-F0F0C94C0393}"/>
                </a:ext>
              </a:extLst>
            </p:cNvPr>
            <p:cNvSpPr/>
            <p:nvPr/>
          </p:nvSpPr>
          <p:spPr>
            <a:xfrm rot="5400000">
              <a:off x="6962653" y="448143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BE507801-92A5-495A-8526-8B79124144BB}"/>
                </a:ext>
              </a:extLst>
            </p:cNvPr>
            <p:cNvSpPr/>
            <p:nvPr/>
          </p:nvSpPr>
          <p:spPr>
            <a:xfrm rot="5400000">
              <a:off x="8872903" y="56746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F1363AC-EF98-4F36-A303-BC9F0B96DA75}"/>
                </a:ext>
              </a:extLst>
            </p:cNvPr>
            <p:cNvSpPr/>
            <p:nvPr/>
          </p:nvSpPr>
          <p:spPr>
            <a:xfrm rot="5400000">
              <a:off x="9352577" y="543564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85A173AE-E9AB-4D92-A303-621A1E1C69C4}"/>
                </a:ext>
              </a:extLst>
            </p:cNvPr>
            <p:cNvSpPr/>
            <p:nvPr/>
          </p:nvSpPr>
          <p:spPr>
            <a:xfrm rot="5400000">
              <a:off x="911300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A420B6AB-7B2B-49BF-8E2A-D36F0B53011E}"/>
                </a:ext>
              </a:extLst>
            </p:cNvPr>
            <p:cNvSpPr/>
            <p:nvPr/>
          </p:nvSpPr>
          <p:spPr>
            <a:xfrm rot="5400000">
              <a:off x="8403259" y="566941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AA6207B-C76F-4994-AFA6-E3D082BD3463}"/>
                </a:ext>
              </a:extLst>
            </p:cNvPr>
            <p:cNvSpPr/>
            <p:nvPr/>
          </p:nvSpPr>
          <p:spPr>
            <a:xfrm rot="5400000">
              <a:off x="863171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D63E83D-7159-4462-BAC6-F73CE9D4B60E}"/>
                </a:ext>
              </a:extLst>
            </p:cNvPr>
            <p:cNvSpPr/>
            <p:nvPr/>
          </p:nvSpPr>
          <p:spPr>
            <a:xfrm rot="5400000">
              <a:off x="9352577" y="519770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75BD840-9E3B-4056-8241-0168E4A3DAB7}"/>
                </a:ext>
              </a:extLst>
            </p:cNvPr>
            <p:cNvSpPr/>
            <p:nvPr/>
          </p:nvSpPr>
          <p:spPr>
            <a:xfrm rot="5400000">
              <a:off x="9352577"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A3E78D3-B363-4EB8-A4AB-6C54969EC5C4}"/>
                </a:ext>
              </a:extLst>
            </p:cNvPr>
            <p:cNvSpPr/>
            <p:nvPr/>
          </p:nvSpPr>
          <p:spPr>
            <a:xfrm rot="5400000">
              <a:off x="9353552" y="471717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E4E8275-17E6-4CFF-B6D3-A0CACC8D6E8E}"/>
                </a:ext>
              </a:extLst>
            </p:cNvPr>
            <p:cNvSpPr/>
            <p:nvPr/>
          </p:nvSpPr>
          <p:spPr>
            <a:xfrm rot="5400000">
              <a:off x="9352765"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804C45E-15A5-4BCB-927C-301839B3A4A9}"/>
                </a:ext>
              </a:extLst>
            </p:cNvPr>
            <p:cNvSpPr/>
            <p:nvPr/>
          </p:nvSpPr>
          <p:spPr>
            <a:xfrm rot="5400000">
              <a:off x="8401832" y="495995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D09929B5-5D37-45E8-9FED-19A13FB5DF18}"/>
                </a:ext>
              </a:extLst>
            </p:cNvPr>
            <p:cNvSpPr/>
            <p:nvPr/>
          </p:nvSpPr>
          <p:spPr>
            <a:xfrm rot="5400000">
              <a:off x="8401427" y="472385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9A4EE74-C28D-4122-AD3D-87529BE8B9D6}"/>
                </a:ext>
              </a:extLst>
            </p:cNvPr>
            <p:cNvSpPr/>
            <p:nvPr/>
          </p:nvSpPr>
          <p:spPr>
            <a:xfrm rot="5400000">
              <a:off x="8639595"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EDF0C31-2F73-4B26-94B1-0096943D4652}"/>
                </a:ext>
              </a:extLst>
            </p:cNvPr>
            <p:cNvSpPr/>
            <p:nvPr/>
          </p:nvSpPr>
          <p:spPr>
            <a:xfrm rot="5400000">
              <a:off x="8877903"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18A7DCD4-6075-425D-A57C-7D64B47C4EEC}"/>
                </a:ext>
              </a:extLst>
            </p:cNvPr>
            <p:cNvSpPr/>
            <p:nvPr/>
          </p:nvSpPr>
          <p:spPr>
            <a:xfrm rot="5400000">
              <a:off x="9113002" y="44893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A154EE6-87C4-4A66-928A-964B9044474B}"/>
                </a:ext>
              </a:extLst>
            </p:cNvPr>
            <p:cNvSpPr/>
            <p:nvPr/>
          </p:nvSpPr>
          <p:spPr>
            <a:xfrm rot="5400000">
              <a:off x="9358699"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09F3A263-7790-444F-8936-1A46F3687CBD}"/>
                </a:ext>
              </a:extLst>
            </p:cNvPr>
            <p:cNvSpPr/>
            <p:nvPr/>
          </p:nvSpPr>
          <p:spPr>
            <a:xfrm rot="5400000">
              <a:off x="8401721"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id="{C7797D2F-60F1-47E6-BCE4-72806F7C2E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14" y="3174341"/>
            <a:ext cx="2560788" cy="2560788"/>
          </a:xfrm>
          <a:prstGeom prst="rect">
            <a:avLst/>
          </a:prstGeom>
        </p:spPr>
      </p:pic>
    </p:spTree>
    <p:extLst>
      <p:ext uri="{BB962C8B-B14F-4D97-AF65-F5344CB8AC3E}">
        <p14:creationId xmlns:p14="http://schemas.microsoft.com/office/powerpoint/2010/main" val="118693372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Overview</a:t>
            </a:r>
          </a:p>
        </p:txBody>
      </p:sp>
      <p:grpSp>
        <p:nvGrpSpPr>
          <p:cNvPr id="2" name="Group 1">
            <a:extLst>
              <a:ext uri="{FF2B5EF4-FFF2-40B4-BE49-F238E27FC236}">
                <a16:creationId xmlns:a16="http://schemas.microsoft.com/office/drawing/2014/main" id="{0A22B8FB-52C5-4FAE-9E9A-029D7ECF3F21}"/>
              </a:ext>
            </a:extLst>
          </p:cNvPr>
          <p:cNvGrpSpPr/>
          <p:nvPr/>
        </p:nvGrpSpPr>
        <p:grpSpPr>
          <a:xfrm>
            <a:off x="687633" y="902738"/>
            <a:ext cx="5099056" cy="3156719"/>
            <a:chOff x="635268" y="1343896"/>
            <a:chExt cx="4448055" cy="3156719"/>
          </a:xfrm>
        </p:grpSpPr>
        <p:sp>
          <p:nvSpPr>
            <p:cNvPr id="116" name="TextBox 115">
              <a:extLst>
                <a:ext uri="{FF2B5EF4-FFF2-40B4-BE49-F238E27FC236}">
                  <a16:creationId xmlns:a16="http://schemas.microsoft.com/office/drawing/2014/main" id="{96F76E1F-6C26-42B4-9E61-A4820EF6154A}"/>
                </a:ext>
              </a:extLst>
            </p:cNvPr>
            <p:cNvSpPr txBox="1"/>
            <p:nvPr/>
          </p:nvSpPr>
          <p:spPr>
            <a:xfrm>
              <a:off x="727216" y="1343896"/>
              <a:ext cx="3630387"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Model of Assembly:</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7" name="TextBox 116">
              <a:extLst>
                <a:ext uri="{FF2B5EF4-FFF2-40B4-BE49-F238E27FC236}">
                  <a16:creationId xmlns:a16="http://schemas.microsoft.com/office/drawing/2014/main" id="{CAB0A485-D634-4599-867E-1BB16773A399}"/>
                </a:ext>
              </a:extLst>
            </p:cNvPr>
            <p:cNvSpPr txBox="1"/>
            <p:nvPr/>
          </p:nvSpPr>
          <p:spPr>
            <a:xfrm>
              <a:off x="635268" y="2099958"/>
              <a:ext cx="4448055" cy="2400657"/>
            </a:xfrm>
            <a:prstGeom prst="rect">
              <a:avLst/>
            </a:prstGeom>
            <a:noFill/>
          </p:spPr>
          <p:txBody>
            <a:bodyPr wrap="square" rtlCol="0">
              <a:spAutoFit/>
            </a:bodyPr>
            <a:lstStyle/>
            <a:p>
              <a:pPr marL="457200" indent="-457200">
                <a:buFont typeface="Arial" panose="020B0604020202020204" pitchFamily="34" charset="0"/>
                <a:buChar char="•"/>
              </a:pPr>
              <a:r>
                <a:rPr lang="en-US" sz="3000" b="1" dirty="0">
                  <a:solidFill>
                    <a:schemeClr val="bg1"/>
                  </a:solidFill>
                  <a:latin typeface="Dubai Light" panose="020B0303030403030204" pitchFamily="34" charset="-78"/>
                  <a:cs typeface="Dubai Light" panose="020B0303030403030204" pitchFamily="34" charset="-78"/>
                </a:rPr>
                <a:t>Polynomial Time Membership Algorithm for Largest Class of Known Buildable Shapes</a:t>
              </a:r>
            </a:p>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Universal Constructor</a:t>
              </a:r>
            </a:p>
          </p:txBody>
        </p:sp>
      </p:grpSp>
      <p:grpSp>
        <p:nvGrpSpPr>
          <p:cNvPr id="66" name="Group 65">
            <a:extLst>
              <a:ext uri="{FF2B5EF4-FFF2-40B4-BE49-F238E27FC236}">
                <a16:creationId xmlns:a16="http://schemas.microsoft.com/office/drawing/2014/main" id="{D22C2BAE-2E49-4198-8EAA-2E40C28ACEE8}"/>
              </a:ext>
            </a:extLst>
          </p:cNvPr>
          <p:cNvGrpSpPr/>
          <p:nvPr/>
        </p:nvGrpSpPr>
        <p:grpSpPr>
          <a:xfrm>
            <a:off x="6011144" y="918780"/>
            <a:ext cx="4954590" cy="2229053"/>
            <a:chOff x="650756" y="1343896"/>
            <a:chExt cx="4954590" cy="2229053"/>
          </a:xfrm>
        </p:grpSpPr>
        <p:sp>
          <p:nvSpPr>
            <p:cNvPr id="67" name="TextBox 66">
              <a:extLst>
                <a:ext uri="{FF2B5EF4-FFF2-40B4-BE49-F238E27FC236}">
                  <a16:creationId xmlns:a16="http://schemas.microsoft.com/office/drawing/2014/main" id="{8CC87DCD-3019-424D-979F-08F3F32556EB}"/>
                </a:ext>
              </a:extLst>
            </p:cNvPr>
            <p:cNvSpPr txBox="1"/>
            <p:nvPr/>
          </p:nvSpPr>
          <p:spPr>
            <a:xfrm>
              <a:off x="727216" y="1343896"/>
              <a:ext cx="487813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Model of Computation:</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68" name="TextBox 67">
              <a:extLst>
                <a:ext uri="{FF2B5EF4-FFF2-40B4-BE49-F238E27FC236}">
                  <a16:creationId xmlns:a16="http://schemas.microsoft.com/office/drawing/2014/main" id="{EEDFD67C-EAE9-4B2A-B4C5-06656857B0FD}"/>
                </a:ext>
              </a:extLst>
            </p:cNvPr>
            <p:cNvSpPr txBox="1"/>
            <p:nvPr/>
          </p:nvSpPr>
          <p:spPr>
            <a:xfrm>
              <a:off x="650756" y="2095621"/>
              <a:ext cx="4901864" cy="1477328"/>
            </a:xfrm>
            <a:prstGeom prst="rect">
              <a:avLst/>
            </a:prstGeom>
            <a:noFill/>
          </p:spPr>
          <p:txBody>
            <a:bodyPr wrap="square" rtlCol="0">
              <a:spAutoFit/>
            </a:bodyPr>
            <a:lstStyle/>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PSPACE-Completeness of Occupancy Problem</a:t>
              </a:r>
            </a:p>
            <a:p>
              <a:pPr marL="457200" indent="-457200">
                <a:buFont typeface="Arial" panose="020B0604020202020204" pitchFamily="34" charset="0"/>
                <a:buChar char="•"/>
              </a:pPr>
              <a:r>
                <a:rPr lang="en-US" sz="3000" i="1" dirty="0">
                  <a:solidFill>
                    <a:schemeClr val="bg1"/>
                  </a:solidFill>
                  <a:latin typeface="Dubai Light" panose="020B0303030403030204" pitchFamily="34" charset="-78"/>
                  <a:cs typeface="Dubai Light" panose="020B0303030403030204" pitchFamily="34" charset="-78"/>
                </a:rPr>
                <a:t>Open Problem from 2014</a:t>
              </a:r>
            </a:p>
          </p:txBody>
        </p:sp>
      </p:grpSp>
      <p:sp>
        <p:nvSpPr>
          <p:cNvPr id="6" name="Rectangle 5">
            <a:extLst>
              <a:ext uri="{FF2B5EF4-FFF2-40B4-BE49-F238E27FC236}">
                <a16:creationId xmlns:a16="http://schemas.microsoft.com/office/drawing/2014/main" id="{CA0E8F0E-8D64-476F-BDEB-1F884FA36123}"/>
              </a:ext>
            </a:extLst>
          </p:cNvPr>
          <p:cNvSpPr/>
          <p:nvPr/>
        </p:nvSpPr>
        <p:spPr>
          <a:xfrm>
            <a:off x="6414638" y="5793184"/>
            <a:ext cx="4586917" cy="646331"/>
          </a:xfrm>
          <a:prstGeom prst="rect">
            <a:avLst/>
          </a:prstGeom>
        </p:spPr>
        <p:txBody>
          <a:bodyPr wrap="square">
            <a:spAutoFit/>
          </a:bodyPr>
          <a:lstStyle/>
          <a:p>
            <a:r>
              <a:rPr lang="en-US" sz="1200" dirty="0">
                <a:solidFill>
                  <a:schemeClr val="bg1"/>
                </a:solidFill>
              </a:rPr>
              <a:t>Aaron T. Becker, Erik D. </a:t>
            </a:r>
            <a:r>
              <a:rPr lang="en-US" sz="1200" dirty="0" err="1">
                <a:solidFill>
                  <a:schemeClr val="bg1"/>
                </a:solidFill>
              </a:rPr>
              <a:t>Demaine</a:t>
            </a:r>
            <a:r>
              <a:rPr lang="en-US" sz="1200" dirty="0">
                <a:solidFill>
                  <a:schemeClr val="bg1"/>
                </a:solidFill>
              </a:rPr>
              <a:t>, </a:t>
            </a:r>
            <a:r>
              <a:rPr lang="en-US" sz="1200" dirty="0" err="1">
                <a:solidFill>
                  <a:schemeClr val="bg1"/>
                </a:solidFill>
              </a:rPr>
              <a:t>Sὰndor</a:t>
            </a:r>
            <a:r>
              <a:rPr lang="en-US" sz="1200" dirty="0">
                <a:solidFill>
                  <a:schemeClr val="bg1"/>
                </a:solidFill>
              </a:rPr>
              <a:t> P. Fekete, and James </a:t>
            </a:r>
            <a:r>
              <a:rPr lang="en-US" sz="1200" dirty="0" err="1">
                <a:solidFill>
                  <a:schemeClr val="bg1"/>
                </a:solidFill>
              </a:rPr>
              <a:t>McLurkin</a:t>
            </a:r>
            <a:r>
              <a:rPr lang="en-US" sz="1200" dirty="0">
                <a:solidFill>
                  <a:schemeClr val="bg1"/>
                </a:solidFill>
              </a:rPr>
              <a:t>, Particle computation: Designing worlds to control robot swarms with only global signals, (2014), 6751–6756.</a:t>
            </a:r>
          </a:p>
        </p:txBody>
      </p:sp>
      <p:grpSp>
        <p:nvGrpSpPr>
          <p:cNvPr id="3" name="Group 2">
            <a:extLst>
              <a:ext uri="{FF2B5EF4-FFF2-40B4-BE49-F238E27FC236}">
                <a16:creationId xmlns:a16="http://schemas.microsoft.com/office/drawing/2014/main" id="{C061246E-19D0-4317-825B-6CA7BA933080}"/>
              </a:ext>
            </a:extLst>
          </p:cNvPr>
          <p:cNvGrpSpPr/>
          <p:nvPr/>
        </p:nvGrpSpPr>
        <p:grpSpPr>
          <a:xfrm>
            <a:off x="1009624" y="4240400"/>
            <a:ext cx="3303583" cy="1798090"/>
            <a:chOff x="6961851" y="4481940"/>
            <a:chExt cx="2635100" cy="1430964"/>
          </a:xfrm>
        </p:grpSpPr>
        <p:sp>
          <p:nvSpPr>
            <p:cNvPr id="13" name="Rectangle 12">
              <a:extLst>
                <a:ext uri="{FF2B5EF4-FFF2-40B4-BE49-F238E27FC236}">
                  <a16:creationId xmlns:a16="http://schemas.microsoft.com/office/drawing/2014/main" id="{37948A59-BA84-44EF-B435-83846D7229B5}"/>
                </a:ext>
              </a:extLst>
            </p:cNvPr>
            <p:cNvSpPr/>
            <p:nvPr/>
          </p:nvSpPr>
          <p:spPr>
            <a:xfrm rot="5400000">
              <a:off x="7454532" y="56658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B2B91A0-9D12-4BC8-AD8D-5E178A588EAD}"/>
                </a:ext>
              </a:extLst>
            </p:cNvPr>
            <p:cNvSpPr/>
            <p:nvPr/>
          </p:nvSpPr>
          <p:spPr>
            <a:xfrm rot="5400000">
              <a:off x="6964789" y="542907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32E4000-4ABD-486B-BADB-B464A6BCC59F}"/>
                </a:ext>
              </a:extLst>
            </p:cNvPr>
            <p:cNvSpPr/>
            <p:nvPr/>
          </p:nvSpPr>
          <p:spPr>
            <a:xfrm rot="5400000">
              <a:off x="769463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4E34AEC-A614-4209-B4A3-EDF1EE3E571E}"/>
                </a:ext>
              </a:extLst>
            </p:cNvPr>
            <p:cNvSpPr/>
            <p:nvPr/>
          </p:nvSpPr>
          <p:spPr>
            <a:xfrm rot="5400000">
              <a:off x="6964191" y="56641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A70AFE-F7CB-436A-AA10-68795949193F}"/>
                </a:ext>
              </a:extLst>
            </p:cNvPr>
            <p:cNvSpPr/>
            <p:nvPr/>
          </p:nvSpPr>
          <p:spPr>
            <a:xfrm rot="5400000">
              <a:off x="721334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1153CD-1E29-4F93-8A8D-325D6F39E530}"/>
                </a:ext>
              </a:extLst>
            </p:cNvPr>
            <p:cNvSpPr/>
            <p:nvPr/>
          </p:nvSpPr>
          <p:spPr>
            <a:xfrm rot="5400000">
              <a:off x="6964191" y="519391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4D151D3-1E83-40C0-91C8-13CFB40CC5F4}"/>
                </a:ext>
              </a:extLst>
            </p:cNvPr>
            <p:cNvSpPr/>
            <p:nvPr/>
          </p:nvSpPr>
          <p:spPr>
            <a:xfrm rot="5400000">
              <a:off x="7912313" y="4954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D2A8DE8-715E-4E4E-96D4-897A0D27148E}"/>
                </a:ext>
              </a:extLst>
            </p:cNvPr>
            <p:cNvSpPr/>
            <p:nvPr/>
          </p:nvSpPr>
          <p:spPr>
            <a:xfrm rot="5400000">
              <a:off x="7913288" y="471676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4FB3F1F-687D-4B14-83AE-4061C8B16CCE}"/>
                </a:ext>
              </a:extLst>
            </p:cNvPr>
            <p:cNvSpPr/>
            <p:nvPr/>
          </p:nvSpPr>
          <p:spPr>
            <a:xfrm rot="5400000">
              <a:off x="8169544"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3FF2FA1-F9DC-4F0D-83D1-F6BE2D4CAF4F}"/>
                </a:ext>
              </a:extLst>
            </p:cNvPr>
            <p:cNvSpPr/>
            <p:nvPr/>
          </p:nvSpPr>
          <p:spPr>
            <a:xfrm rot="5400000">
              <a:off x="7939483"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83E7E22-8DFE-476F-94FD-658AD2863D20}"/>
                </a:ext>
              </a:extLst>
            </p:cNvPr>
            <p:cNvSpPr/>
            <p:nvPr/>
          </p:nvSpPr>
          <p:spPr>
            <a:xfrm rot="5400000">
              <a:off x="6962764"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1463662-5F87-4DAE-8CA5-FDFEBEC0A068}"/>
                </a:ext>
              </a:extLst>
            </p:cNvPr>
            <p:cNvSpPr/>
            <p:nvPr/>
          </p:nvSpPr>
          <p:spPr>
            <a:xfrm rot="5400000">
              <a:off x="6962359" y="47185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F5E25B4-05C3-43BC-88A2-2538BED3CB8B}"/>
                </a:ext>
              </a:extLst>
            </p:cNvPr>
            <p:cNvSpPr/>
            <p:nvPr/>
          </p:nvSpPr>
          <p:spPr>
            <a:xfrm rot="5400000">
              <a:off x="7199331" y="448852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EADD99E-6762-44EC-AC7C-61CFC96DF843}"/>
                </a:ext>
              </a:extLst>
            </p:cNvPr>
            <p:cNvSpPr/>
            <p:nvPr/>
          </p:nvSpPr>
          <p:spPr>
            <a:xfrm rot="5400000">
              <a:off x="7437639"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91C03CD5-A6A1-49FD-9860-389CBDDD6602}"/>
                </a:ext>
              </a:extLst>
            </p:cNvPr>
            <p:cNvSpPr/>
            <p:nvPr/>
          </p:nvSpPr>
          <p:spPr>
            <a:xfrm rot="5400000">
              <a:off x="7672738"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8D2DE7F-88B7-46CC-8259-32C2749A13B8}"/>
                </a:ext>
              </a:extLst>
            </p:cNvPr>
            <p:cNvSpPr/>
            <p:nvPr/>
          </p:nvSpPr>
          <p:spPr>
            <a:xfrm rot="5400000">
              <a:off x="7918435"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6985A38A-16F7-42AC-B12D-F0F0C94C0393}"/>
                </a:ext>
              </a:extLst>
            </p:cNvPr>
            <p:cNvSpPr/>
            <p:nvPr/>
          </p:nvSpPr>
          <p:spPr>
            <a:xfrm rot="5400000">
              <a:off x="6962653" y="448143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BE507801-92A5-495A-8526-8B79124144BB}"/>
                </a:ext>
              </a:extLst>
            </p:cNvPr>
            <p:cNvSpPr/>
            <p:nvPr/>
          </p:nvSpPr>
          <p:spPr>
            <a:xfrm rot="5400000">
              <a:off x="8872903" y="56746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F1363AC-EF98-4F36-A303-BC9F0B96DA75}"/>
                </a:ext>
              </a:extLst>
            </p:cNvPr>
            <p:cNvSpPr/>
            <p:nvPr/>
          </p:nvSpPr>
          <p:spPr>
            <a:xfrm rot="5400000">
              <a:off x="9352577" y="543564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85A173AE-E9AB-4D92-A303-621A1E1C69C4}"/>
                </a:ext>
              </a:extLst>
            </p:cNvPr>
            <p:cNvSpPr/>
            <p:nvPr/>
          </p:nvSpPr>
          <p:spPr>
            <a:xfrm rot="5400000">
              <a:off x="911300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A420B6AB-7B2B-49BF-8E2A-D36F0B53011E}"/>
                </a:ext>
              </a:extLst>
            </p:cNvPr>
            <p:cNvSpPr/>
            <p:nvPr/>
          </p:nvSpPr>
          <p:spPr>
            <a:xfrm rot="5400000">
              <a:off x="8403259" y="566941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AA6207B-C76F-4994-AFA6-E3D082BD3463}"/>
                </a:ext>
              </a:extLst>
            </p:cNvPr>
            <p:cNvSpPr/>
            <p:nvPr/>
          </p:nvSpPr>
          <p:spPr>
            <a:xfrm rot="5400000">
              <a:off x="863171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D63E83D-7159-4462-BAC6-F73CE9D4B60E}"/>
                </a:ext>
              </a:extLst>
            </p:cNvPr>
            <p:cNvSpPr/>
            <p:nvPr/>
          </p:nvSpPr>
          <p:spPr>
            <a:xfrm rot="5400000">
              <a:off x="9352577" y="519770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75BD840-9E3B-4056-8241-0168E4A3DAB7}"/>
                </a:ext>
              </a:extLst>
            </p:cNvPr>
            <p:cNvSpPr/>
            <p:nvPr/>
          </p:nvSpPr>
          <p:spPr>
            <a:xfrm rot="5400000">
              <a:off x="9352577"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A3E78D3-B363-4EB8-A4AB-6C54969EC5C4}"/>
                </a:ext>
              </a:extLst>
            </p:cNvPr>
            <p:cNvSpPr/>
            <p:nvPr/>
          </p:nvSpPr>
          <p:spPr>
            <a:xfrm rot="5400000">
              <a:off x="9353552" y="471717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E4E8275-17E6-4CFF-B6D3-A0CACC8D6E8E}"/>
                </a:ext>
              </a:extLst>
            </p:cNvPr>
            <p:cNvSpPr/>
            <p:nvPr/>
          </p:nvSpPr>
          <p:spPr>
            <a:xfrm rot="5400000">
              <a:off x="9352765"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804C45E-15A5-4BCB-927C-301839B3A4A9}"/>
                </a:ext>
              </a:extLst>
            </p:cNvPr>
            <p:cNvSpPr/>
            <p:nvPr/>
          </p:nvSpPr>
          <p:spPr>
            <a:xfrm rot="5400000">
              <a:off x="8401832" y="495995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D09929B5-5D37-45E8-9FED-19A13FB5DF18}"/>
                </a:ext>
              </a:extLst>
            </p:cNvPr>
            <p:cNvSpPr/>
            <p:nvPr/>
          </p:nvSpPr>
          <p:spPr>
            <a:xfrm rot="5400000">
              <a:off x="8401427" y="472385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9A4EE74-C28D-4122-AD3D-87529BE8B9D6}"/>
                </a:ext>
              </a:extLst>
            </p:cNvPr>
            <p:cNvSpPr/>
            <p:nvPr/>
          </p:nvSpPr>
          <p:spPr>
            <a:xfrm rot="5400000">
              <a:off x="8639595"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EDF0C31-2F73-4B26-94B1-0096943D4652}"/>
                </a:ext>
              </a:extLst>
            </p:cNvPr>
            <p:cNvSpPr/>
            <p:nvPr/>
          </p:nvSpPr>
          <p:spPr>
            <a:xfrm rot="5400000">
              <a:off x="8877903"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18A7DCD4-6075-425D-A57C-7D64B47C4EEC}"/>
                </a:ext>
              </a:extLst>
            </p:cNvPr>
            <p:cNvSpPr/>
            <p:nvPr/>
          </p:nvSpPr>
          <p:spPr>
            <a:xfrm rot="5400000">
              <a:off x="9113002" y="44893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A154EE6-87C4-4A66-928A-964B9044474B}"/>
                </a:ext>
              </a:extLst>
            </p:cNvPr>
            <p:cNvSpPr/>
            <p:nvPr/>
          </p:nvSpPr>
          <p:spPr>
            <a:xfrm rot="5400000">
              <a:off x="9358699"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09F3A263-7790-444F-8936-1A46F3687CBD}"/>
                </a:ext>
              </a:extLst>
            </p:cNvPr>
            <p:cNvSpPr/>
            <p:nvPr/>
          </p:nvSpPr>
          <p:spPr>
            <a:xfrm rot="5400000">
              <a:off x="8401721"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id="{C7797D2F-60F1-47E6-BCE4-72806F7C2E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14" y="3174341"/>
            <a:ext cx="2560788" cy="2560788"/>
          </a:xfrm>
          <a:prstGeom prst="rect">
            <a:avLst/>
          </a:prstGeom>
        </p:spPr>
      </p:pic>
    </p:spTree>
    <p:extLst>
      <p:ext uri="{BB962C8B-B14F-4D97-AF65-F5344CB8AC3E}">
        <p14:creationId xmlns:p14="http://schemas.microsoft.com/office/powerpoint/2010/main" val="279294296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Micro-Factories</a:t>
            </a:r>
          </a:p>
        </p:txBody>
      </p:sp>
      <p:sp>
        <p:nvSpPr>
          <p:cNvPr id="323" name="TextBox 322">
            <a:extLst>
              <a:ext uri="{FF2B5EF4-FFF2-40B4-BE49-F238E27FC236}">
                <a16:creationId xmlns:a16="http://schemas.microsoft.com/office/drawing/2014/main" id="{B53C4918-EF7F-4D76-8B31-94A0BABCBD23}"/>
              </a:ext>
            </a:extLst>
          </p:cNvPr>
          <p:cNvSpPr txBox="1"/>
          <p:nvPr/>
        </p:nvSpPr>
        <p:spPr>
          <a:xfrm>
            <a:off x="0" y="6084926"/>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a:t>
            </a:r>
            <a:r>
              <a:rPr lang="en-US" sz="1400" dirty="0" err="1">
                <a:solidFill>
                  <a:schemeClr val="bg1"/>
                </a:solidFill>
                <a:latin typeface="Dubai Light" panose="020B0303030403030204" pitchFamily="34" charset="-78"/>
                <a:cs typeface="Dubai Light" panose="020B0303030403030204" pitchFamily="34" charset="-78"/>
              </a:rPr>
              <a:t>Sándor</a:t>
            </a:r>
            <a:r>
              <a:rPr lang="en-US" sz="1400" dirty="0">
                <a:solidFill>
                  <a:schemeClr val="bg1"/>
                </a:solidFill>
                <a:latin typeface="Dubai Light" panose="020B0303030403030204" pitchFamily="34" charset="-78"/>
                <a:cs typeface="Dubai Light" panose="020B0303030403030204" pitchFamily="34" charset="-78"/>
              </a:rPr>
              <a:t>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Phillip </a:t>
            </a:r>
            <a:r>
              <a:rPr lang="en-US" sz="1400" dirty="0" err="1">
                <a:solidFill>
                  <a:schemeClr val="bg1"/>
                </a:solidFill>
                <a:latin typeface="Dubai Light" panose="020B0303030403030204" pitchFamily="34" charset="-78"/>
                <a:cs typeface="Dubai Light" panose="020B0303030403030204" pitchFamily="34" charset="-78"/>
              </a:rPr>
              <a:t>Keldenich</a:t>
            </a:r>
            <a:r>
              <a:rPr lang="en-US" sz="1400" dirty="0">
                <a:solidFill>
                  <a:schemeClr val="bg1"/>
                </a:solidFill>
                <a:latin typeface="Dubai Light" panose="020B0303030403030204" pitchFamily="34" charset="-78"/>
                <a:cs typeface="Dubai Light" panose="020B0303030403030204" pitchFamily="34" charset="-78"/>
              </a:rPr>
              <a:t>, Dominik </a:t>
            </a:r>
            <a:r>
              <a:rPr lang="en-US" sz="1400" dirty="0" err="1">
                <a:solidFill>
                  <a:schemeClr val="bg1"/>
                </a:solidFill>
                <a:latin typeface="Dubai Light" panose="020B0303030403030204" pitchFamily="34" charset="-78"/>
                <a:cs typeface="Dubai Light" panose="020B0303030403030204" pitchFamily="34" charset="-78"/>
              </a:rPr>
              <a:t>Krupke</a:t>
            </a:r>
            <a:r>
              <a:rPr lang="en-US" sz="1400" dirty="0">
                <a:solidFill>
                  <a:schemeClr val="bg1"/>
                </a:solidFill>
                <a:latin typeface="Dubai Light" panose="020B0303030403030204" pitchFamily="34" charset="-78"/>
                <a:cs typeface="Dubai Light" panose="020B0303030403030204" pitchFamily="34" charset="-78"/>
              </a:rPr>
              <a:t>, Christian </a:t>
            </a:r>
            <a:r>
              <a:rPr lang="en-US" sz="1400" dirty="0" err="1">
                <a:solidFill>
                  <a:schemeClr val="bg1"/>
                </a:solidFill>
                <a:latin typeface="Dubai Light" panose="020B0303030403030204" pitchFamily="34" charset="-78"/>
                <a:cs typeface="Dubai Light" panose="020B0303030403030204" pitchFamily="34" charset="-78"/>
              </a:rPr>
              <a:t>Rieck</a:t>
            </a:r>
            <a:r>
              <a:rPr lang="en-US" sz="1400" dirty="0">
                <a:solidFill>
                  <a:schemeClr val="bg1"/>
                </a:solidFill>
                <a:latin typeface="Dubai Light" panose="020B0303030403030204" pitchFamily="34" charset="-78"/>
                <a:cs typeface="Dubai Light" panose="020B0303030403030204" pitchFamily="34" charset="-78"/>
              </a:rPr>
              <a:t>, Christian Scheer, and Arne Schmidt, </a:t>
            </a:r>
          </a:p>
          <a:p>
            <a:r>
              <a:rPr lang="en-US" sz="1400" dirty="0">
                <a:solidFill>
                  <a:schemeClr val="bg1"/>
                </a:solidFill>
                <a:latin typeface="Dubai Light" panose="020B0303030403030204" pitchFamily="34" charset="-78"/>
                <a:cs typeface="Dubai Light" panose="020B0303030403030204" pitchFamily="34" charset="-78"/>
              </a:rPr>
              <a:t>Tilt Assembly: Algorithms for Micro-Factories that Build Objects with Uniform External Forces</a:t>
            </a:r>
          </a:p>
          <a:p>
            <a:r>
              <a:rPr lang="en-US" sz="1400" dirty="0">
                <a:solidFill>
                  <a:schemeClr val="bg1"/>
                </a:solidFill>
                <a:latin typeface="Dubai Light" panose="020B0303030403030204" pitchFamily="34" charset="-78"/>
                <a:cs typeface="Dubai Light" panose="020B0303030403030204" pitchFamily="34" charset="-78"/>
              </a:rPr>
              <a:t>28th International Symposium on Algorithms and Computation (ISAAC </a:t>
            </a:r>
            <a:r>
              <a:rPr lang="de-DE" sz="1400" dirty="0">
                <a:solidFill>
                  <a:schemeClr val="bg1"/>
                </a:solidFill>
                <a:latin typeface="Dubai Light" panose="020B0303030403030204" pitchFamily="34" charset="-78"/>
                <a:cs typeface="Dubai Light" panose="020B0303030403030204" pitchFamily="34" charset="-78"/>
              </a:rPr>
              <a:t>2017)</a:t>
            </a:r>
            <a:endParaRPr lang="en-US" sz="1400" dirty="0">
              <a:solidFill>
                <a:schemeClr val="bg1"/>
              </a:solidFill>
              <a:latin typeface="Dubai Light" panose="020B0303030403030204" pitchFamily="34" charset="-78"/>
              <a:cs typeface="Dubai Light" panose="020B0303030403030204" pitchFamily="34" charset="-78"/>
            </a:endParaRPr>
          </a:p>
        </p:txBody>
      </p:sp>
      <p:sp>
        <p:nvSpPr>
          <p:cNvPr id="324" name="Oval 323">
            <a:extLst>
              <a:ext uri="{FF2B5EF4-FFF2-40B4-BE49-F238E27FC236}">
                <a16:creationId xmlns:a16="http://schemas.microsoft.com/office/drawing/2014/main" id="{57A3869B-70BF-4205-9EF4-6959F8F54416}"/>
              </a:ext>
            </a:extLst>
          </p:cNvPr>
          <p:cNvSpPr/>
          <p:nvPr/>
        </p:nvSpPr>
        <p:spPr>
          <a:xfrm flipH="1">
            <a:off x="369889" y="3962287"/>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Oval 325">
            <a:extLst>
              <a:ext uri="{FF2B5EF4-FFF2-40B4-BE49-F238E27FC236}">
                <a16:creationId xmlns:a16="http://schemas.microsoft.com/office/drawing/2014/main" id="{2228622A-B31C-421D-A089-54FD486225F8}"/>
              </a:ext>
            </a:extLst>
          </p:cNvPr>
          <p:cNvSpPr/>
          <p:nvPr/>
        </p:nvSpPr>
        <p:spPr>
          <a:xfrm flipH="1">
            <a:off x="367507" y="3969371"/>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Oval 327">
            <a:extLst>
              <a:ext uri="{FF2B5EF4-FFF2-40B4-BE49-F238E27FC236}">
                <a16:creationId xmlns:a16="http://schemas.microsoft.com/office/drawing/2014/main" id="{024DA2B9-3628-4C45-9AF0-8B31D01B1BBF}"/>
              </a:ext>
            </a:extLst>
          </p:cNvPr>
          <p:cNvSpPr/>
          <p:nvPr/>
        </p:nvSpPr>
        <p:spPr>
          <a:xfrm>
            <a:off x="1195223" y="3140486"/>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Oval 329">
            <a:extLst>
              <a:ext uri="{FF2B5EF4-FFF2-40B4-BE49-F238E27FC236}">
                <a16:creationId xmlns:a16="http://schemas.microsoft.com/office/drawing/2014/main" id="{26747083-D805-4D96-8F01-8C557C65DE01}"/>
              </a:ext>
            </a:extLst>
          </p:cNvPr>
          <p:cNvSpPr/>
          <p:nvPr/>
        </p:nvSpPr>
        <p:spPr>
          <a:xfrm rot="16200000">
            <a:off x="2418185" y="227367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Oval 333">
            <a:extLst>
              <a:ext uri="{FF2B5EF4-FFF2-40B4-BE49-F238E27FC236}">
                <a16:creationId xmlns:a16="http://schemas.microsoft.com/office/drawing/2014/main" id="{58359DC3-EA67-4247-83A1-F3006EEAB54E}"/>
              </a:ext>
            </a:extLst>
          </p:cNvPr>
          <p:cNvSpPr/>
          <p:nvPr/>
        </p:nvSpPr>
        <p:spPr>
          <a:xfrm rot="5400000">
            <a:off x="371049" y="396582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Oval 358">
            <a:extLst>
              <a:ext uri="{FF2B5EF4-FFF2-40B4-BE49-F238E27FC236}">
                <a16:creationId xmlns:a16="http://schemas.microsoft.com/office/drawing/2014/main" id="{914B4E36-AF1E-4C46-8EBA-F7736F5280FB}"/>
              </a:ext>
            </a:extLst>
          </p:cNvPr>
          <p:cNvSpPr/>
          <p:nvPr/>
        </p:nvSpPr>
        <p:spPr>
          <a:xfrm>
            <a:off x="1200791" y="3142733"/>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Oval 360">
            <a:extLst>
              <a:ext uri="{FF2B5EF4-FFF2-40B4-BE49-F238E27FC236}">
                <a16:creationId xmlns:a16="http://schemas.microsoft.com/office/drawing/2014/main" id="{EDF74FA8-9E9A-4F34-A4C5-78A830EEBF47}"/>
              </a:ext>
            </a:extLst>
          </p:cNvPr>
          <p:cNvSpPr/>
          <p:nvPr/>
        </p:nvSpPr>
        <p:spPr>
          <a:xfrm rot="16200000">
            <a:off x="2423753" y="2275920"/>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Oval 389">
            <a:extLst>
              <a:ext uri="{FF2B5EF4-FFF2-40B4-BE49-F238E27FC236}">
                <a16:creationId xmlns:a16="http://schemas.microsoft.com/office/drawing/2014/main" id="{923EEDEC-E237-4849-B6EA-CD117CC125B2}"/>
              </a:ext>
            </a:extLst>
          </p:cNvPr>
          <p:cNvSpPr/>
          <p:nvPr/>
        </p:nvSpPr>
        <p:spPr>
          <a:xfrm>
            <a:off x="1184589" y="3148046"/>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A2AE5235-4E04-489B-B843-37F5C13A4692}"/>
              </a:ext>
            </a:extLst>
          </p:cNvPr>
          <p:cNvSpPr/>
          <p:nvPr/>
        </p:nvSpPr>
        <p:spPr>
          <a:xfrm rot="16200000">
            <a:off x="2418185" y="2275899"/>
            <a:ext cx="587793" cy="580709"/>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A4311368-C382-4F51-BA6B-29B4D5314BF3}"/>
              </a:ext>
            </a:extLst>
          </p:cNvPr>
          <p:cNvSpPr/>
          <p:nvPr/>
        </p:nvSpPr>
        <p:spPr>
          <a:xfrm rot="5400000">
            <a:off x="5857748" y="31236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Rectangle 572">
            <a:extLst>
              <a:ext uri="{FF2B5EF4-FFF2-40B4-BE49-F238E27FC236}">
                <a16:creationId xmlns:a16="http://schemas.microsoft.com/office/drawing/2014/main" id="{BD31B8B2-28EE-4B65-BE70-F4544AB08900}"/>
              </a:ext>
            </a:extLst>
          </p:cNvPr>
          <p:cNvSpPr/>
          <p:nvPr/>
        </p:nvSpPr>
        <p:spPr>
          <a:xfrm rot="5400000">
            <a:off x="5382892" y="487430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4" name="Rectangle 573">
            <a:extLst>
              <a:ext uri="{FF2B5EF4-FFF2-40B4-BE49-F238E27FC236}">
                <a16:creationId xmlns:a16="http://schemas.microsoft.com/office/drawing/2014/main" id="{650A268B-ACE7-4BD7-B1A0-B82C0B7663A7}"/>
              </a:ext>
            </a:extLst>
          </p:cNvPr>
          <p:cNvSpPr/>
          <p:nvPr/>
        </p:nvSpPr>
        <p:spPr>
          <a:xfrm rot="5400000">
            <a:off x="7764536" y="312828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5" name="Rectangle 574">
            <a:extLst>
              <a:ext uri="{FF2B5EF4-FFF2-40B4-BE49-F238E27FC236}">
                <a16:creationId xmlns:a16="http://schemas.microsoft.com/office/drawing/2014/main" id="{680129AF-20CC-49C8-B334-C1CD1F9C25F2}"/>
              </a:ext>
            </a:extLst>
          </p:cNvPr>
          <p:cNvSpPr/>
          <p:nvPr/>
        </p:nvSpPr>
        <p:spPr>
          <a:xfrm rot="5400000">
            <a:off x="7764536" y="35917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a:extLst>
              <a:ext uri="{FF2B5EF4-FFF2-40B4-BE49-F238E27FC236}">
                <a16:creationId xmlns:a16="http://schemas.microsoft.com/office/drawing/2014/main" id="{BD744EF1-02F2-4092-A160-A075FA6C897B}"/>
              </a:ext>
            </a:extLst>
          </p:cNvPr>
          <p:cNvSpPr/>
          <p:nvPr/>
        </p:nvSpPr>
        <p:spPr>
          <a:xfrm rot="5400000">
            <a:off x="6332685" y="162244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a:extLst>
              <a:ext uri="{FF2B5EF4-FFF2-40B4-BE49-F238E27FC236}">
                <a16:creationId xmlns:a16="http://schemas.microsoft.com/office/drawing/2014/main" id="{064710D8-F197-4DEC-8C5E-0D8848E13BFB}"/>
              </a:ext>
            </a:extLst>
          </p:cNvPr>
          <p:cNvSpPr/>
          <p:nvPr/>
        </p:nvSpPr>
        <p:spPr>
          <a:xfrm rot="5400000">
            <a:off x="4032303" y="312573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8" name="Rectangle 577">
            <a:extLst>
              <a:ext uri="{FF2B5EF4-FFF2-40B4-BE49-F238E27FC236}">
                <a16:creationId xmlns:a16="http://schemas.microsoft.com/office/drawing/2014/main" id="{9D9B9909-FFD9-4796-AEBE-2765D854CBAD}"/>
              </a:ext>
            </a:extLst>
          </p:cNvPr>
          <p:cNvSpPr/>
          <p:nvPr/>
        </p:nvSpPr>
        <p:spPr>
          <a:xfrm rot="5400000">
            <a:off x="3293539" y="31236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Rectangle 578">
            <a:extLst>
              <a:ext uri="{FF2B5EF4-FFF2-40B4-BE49-F238E27FC236}">
                <a16:creationId xmlns:a16="http://schemas.microsoft.com/office/drawing/2014/main" id="{D8AB69C9-002E-4D6C-A3D0-354AC51DD9BE}"/>
              </a:ext>
            </a:extLst>
          </p:cNvPr>
          <p:cNvSpPr/>
          <p:nvPr/>
        </p:nvSpPr>
        <p:spPr>
          <a:xfrm rot="5400000">
            <a:off x="7764536" y="287850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0" name="Rectangle 579">
            <a:extLst>
              <a:ext uri="{FF2B5EF4-FFF2-40B4-BE49-F238E27FC236}">
                <a16:creationId xmlns:a16="http://schemas.microsoft.com/office/drawing/2014/main" id="{A2B0C73B-916D-4E77-8341-E34B6C779449}"/>
              </a:ext>
            </a:extLst>
          </p:cNvPr>
          <p:cNvSpPr/>
          <p:nvPr/>
        </p:nvSpPr>
        <p:spPr>
          <a:xfrm rot="5400000">
            <a:off x="7764536" y="265881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Rectangle 580">
            <a:extLst>
              <a:ext uri="{FF2B5EF4-FFF2-40B4-BE49-F238E27FC236}">
                <a16:creationId xmlns:a16="http://schemas.microsoft.com/office/drawing/2014/main" id="{FA679E1C-7EDB-48FA-9D9D-260110AA883C}"/>
              </a:ext>
            </a:extLst>
          </p:cNvPr>
          <p:cNvSpPr/>
          <p:nvPr/>
        </p:nvSpPr>
        <p:spPr>
          <a:xfrm rot="5400000">
            <a:off x="7764536" y="33539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2" name="Rectangle 581">
            <a:extLst>
              <a:ext uri="{FF2B5EF4-FFF2-40B4-BE49-F238E27FC236}">
                <a16:creationId xmlns:a16="http://schemas.microsoft.com/office/drawing/2014/main" id="{CDD38558-76FA-4A46-91C1-F63FB2D03270}"/>
              </a:ext>
            </a:extLst>
          </p:cNvPr>
          <p:cNvSpPr/>
          <p:nvPr/>
        </p:nvSpPr>
        <p:spPr>
          <a:xfrm rot="5400000">
            <a:off x="6332685" y="487703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582">
            <a:extLst>
              <a:ext uri="{FF2B5EF4-FFF2-40B4-BE49-F238E27FC236}">
                <a16:creationId xmlns:a16="http://schemas.microsoft.com/office/drawing/2014/main" id="{A08CFF5F-D6B9-4877-BE54-13CE71986623}"/>
              </a:ext>
            </a:extLst>
          </p:cNvPr>
          <p:cNvSpPr/>
          <p:nvPr/>
        </p:nvSpPr>
        <p:spPr>
          <a:xfrm rot="5400000">
            <a:off x="5382892" y="185698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4" name="Rectangle 583">
            <a:extLst>
              <a:ext uri="{FF2B5EF4-FFF2-40B4-BE49-F238E27FC236}">
                <a16:creationId xmlns:a16="http://schemas.microsoft.com/office/drawing/2014/main" id="{1AF86A47-AF78-42C6-82A6-39BE418C2704}"/>
              </a:ext>
            </a:extLst>
          </p:cNvPr>
          <p:cNvSpPr/>
          <p:nvPr/>
        </p:nvSpPr>
        <p:spPr>
          <a:xfrm rot="5400000">
            <a:off x="5382892" y="121060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a16="http://schemas.microsoft.com/office/drawing/2014/main" id="{302AEFEE-7321-44DB-AFF0-1531B76B0F0B}"/>
              </a:ext>
            </a:extLst>
          </p:cNvPr>
          <p:cNvSpPr/>
          <p:nvPr/>
        </p:nvSpPr>
        <p:spPr>
          <a:xfrm rot="5400000">
            <a:off x="5622295" y="162244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D9D174C2-1519-48ED-B143-CFBB75A763A9}"/>
              </a:ext>
            </a:extLst>
          </p:cNvPr>
          <p:cNvSpPr/>
          <p:nvPr/>
        </p:nvSpPr>
        <p:spPr>
          <a:xfrm rot="5400000">
            <a:off x="4032303" y="242107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7" name="Rectangle 586">
            <a:extLst>
              <a:ext uri="{FF2B5EF4-FFF2-40B4-BE49-F238E27FC236}">
                <a16:creationId xmlns:a16="http://schemas.microsoft.com/office/drawing/2014/main" id="{AE364013-C772-4289-A9C2-C2826F42C24E}"/>
              </a:ext>
            </a:extLst>
          </p:cNvPr>
          <p:cNvSpPr/>
          <p:nvPr/>
        </p:nvSpPr>
        <p:spPr>
          <a:xfrm rot="5400000">
            <a:off x="6095059" y="121151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38158FF4-A3EF-4933-BD8E-EC2EE705BF29}"/>
              </a:ext>
            </a:extLst>
          </p:cNvPr>
          <p:cNvSpPr/>
          <p:nvPr/>
        </p:nvSpPr>
        <p:spPr>
          <a:xfrm rot="5400000">
            <a:off x="6095059" y="162244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9" name="Rectangle 588">
            <a:extLst>
              <a:ext uri="{FF2B5EF4-FFF2-40B4-BE49-F238E27FC236}">
                <a16:creationId xmlns:a16="http://schemas.microsoft.com/office/drawing/2014/main" id="{96FF07F5-3D35-4EE1-A5D6-39A74FE59BFB}"/>
              </a:ext>
            </a:extLst>
          </p:cNvPr>
          <p:cNvSpPr/>
          <p:nvPr/>
        </p:nvSpPr>
        <p:spPr>
          <a:xfrm rot="5400000">
            <a:off x="4032303" y="264884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2" name="TextBox 591">
            <a:extLst>
              <a:ext uri="{FF2B5EF4-FFF2-40B4-BE49-F238E27FC236}">
                <a16:creationId xmlns:a16="http://schemas.microsoft.com/office/drawing/2014/main" id="{A28FD0FA-3B2F-4609-B123-34A68AE506C3}"/>
              </a:ext>
            </a:extLst>
          </p:cNvPr>
          <p:cNvSpPr txBox="1"/>
          <p:nvPr/>
        </p:nvSpPr>
        <p:spPr>
          <a:xfrm>
            <a:off x="5024071" y="1429831"/>
            <a:ext cx="2143857" cy="553998"/>
          </a:xfrm>
          <a:prstGeom prst="rect">
            <a:avLst/>
          </a:prstGeom>
          <a:noFill/>
        </p:spPr>
        <p:txBody>
          <a:bodyPr wrap="none" rtlCol="0">
            <a:spAutoFit/>
          </a:bodyPr>
          <a:lstStyle/>
          <a:p>
            <a:r>
              <a:rPr lang="en-US" sz="3000" u="sng" dirty="0">
                <a:solidFill>
                  <a:schemeClr val="bg1"/>
                </a:solidFill>
                <a:latin typeface="Dubai Light" panose="020B0303030403030204" pitchFamily="34" charset="-78"/>
                <a:cs typeface="Dubai Light" panose="020B0303030403030204" pitchFamily="34" charset="-78"/>
              </a:rPr>
              <a:t>Drop Shapes</a:t>
            </a:r>
          </a:p>
        </p:txBody>
      </p:sp>
    </p:spTree>
    <p:extLst>
      <p:ext uri="{BB962C8B-B14F-4D97-AF65-F5344CB8AC3E}">
        <p14:creationId xmlns:p14="http://schemas.microsoft.com/office/powerpoint/2010/main" val="421762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7"/>
                                        </p:tgtEl>
                                        <p:attrNameLst>
                                          <p:attrName>style.visibility</p:attrName>
                                        </p:attrNameLst>
                                      </p:cBhvr>
                                      <p:to>
                                        <p:strVal val="visible"/>
                                      </p:to>
                                    </p:set>
                                  </p:childTnLst>
                                </p:cTn>
                              </p:par>
                              <p:par>
                                <p:cTn id="7" presetID="63" presetClass="path" presetSubtype="0" fill="hold" grpId="1" nodeType="withEffect">
                                  <p:stCondLst>
                                    <p:cond delay="0"/>
                                  </p:stCondLst>
                                  <p:childTnLst>
                                    <p:animMotion origin="layout" path="M 3.95833E-6 -1.85185E-6 L 0.12994 -0.00023 " pathEditMode="relative" rAng="0" ptsTypes="AA">
                                      <p:cBhvr>
                                        <p:cTn id="8" dur="300" fill="hold"/>
                                        <p:tgtEl>
                                          <p:spTgt spid="577"/>
                                        </p:tgtEl>
                                        <p:attrNameLst>
                                          <p:attrName>ppt_x</p:attrName>
                                          <p:attrName>ppt_y</p:attrName>
                                        </p:attrNameLst>
                                      </p:cBhvr>
                                      <p:rCtr x="6497" y="-23"/>
                                    </p:animMotion>
                                  </p:childTnLst>
                                </p:cTn>
                              </p:par>
                            </p:childTnLst>
                          </p:cTn>
                        </p:par>
                        <p:par>
                          <p:cTn id="9" fill="hold">
                            <p:stCondLst>
                              <p:cond delay="300"/>
                            </p:stCondLst>
                            <p:childTnLst>
                              <p:par>
                                <p:cTn id="10" presetID="1" presetClass="entr" presetSubtype="0" fill="hold" grpId="0" nodeType="afterEffect">
                                  <p:stCondLst>
                                    <p:cond delay="0"/>
                                  </p:stCondLst>
                                  <p:childTnLst>
                                    <p:set>
                                      <p:cBhvr>
                                        <p:cTn id="11" dur="1" fill="hold">
                                          <p:stCondLst>
                                            <p:cond delay="0"/>
                                          </p:stCondLst>
                                        </p:cTn>
                                        <p:tgtEl>
                                          <p:spTgt spid="574"/>
                                        </p:tgtEl>
                                        <p:attrNameLst>
                                          <p:attrName>style.visibility</p:attrName>
                                        </p:attrNameLst>
                                      </p:cBhvr>
                                      <p:to>
                                        <p:strVal val="visible"/>
                                      </p:to>
                                    </p:set>
                                  </p:childTnLst>
                                </p:cTn>
                              </p:par>
                              <p:par>
                                <p:cTn id="12" presetID="35" presetClass="path" presetSubtype="0" fill="hold" grpId="1" nodeType="withEffect">
                                  <p:stCondLst>
                                    <p:cond delay="0"/>
                                  </p:stCondLst>
                                  <p:childTnLst>
                                    <p:animMotion origin="layout" path="M 4.16667E-6 -4.81481E-6 L -0.13737 -0.00069 " pathEditMode="relative" rAng="0" ptsTypes="AA">
                                      <p:cBhvr>
                                        <p:cTn id="13" dur="300" fill="hold"/>
                                        <p:tgtEl>
                                          <p:spTgt spid="574"/>
                                        </p:tgtEl>
                                        <p:attrNameLst>
                                          <p:attrName>ppt_x</p:attrName>
                                          <p:attrName>ppt_y</p:attrName>
                                        </p:attrNameLst>
                                      </p:cBhvr>
                                      <p:rCtr x="-6875" y="-46"/>
                                    </p:animMotion>
                                  </p:childTnLst>
                                </p:cTn>
                              </p:par>
                            </p:childTnLst>
                          </p:cTn>
                        </p:par>
                        <p:par>
                          <p:cTn id="14" fill="hold">
                            <p:stCondLst>
                              <p:cond delay="600"/>
                            </p:stCondLst>
                            <p:childTnLst>
                              <p:par>
                                <p:cTn id="15" presetID="1" presetClass="entr" presetSubtype="0" fill="hold" grpId="0" nodeType="afterEffect">
                                  <p:stCondLst>
                                    <p:cond delay="0"/>
                                  </p:stCondLst>
                                  <p:childTnLst>
                                    <p:set>
                                      <p:cBhvr>
                                        <p:cTn id="16" dur="1" fill="hold">
                                          <p:stCondLst>
                                            <p:cond delay="0"/>
                                          </p:stCondLst>
                                        </p:cTn>
                                        <p:tgtEl>
                                          <p:spTgt spid="576"/>
                                        </p:tgtEl>
                                        <p:attrNameLst>
                                          <p:attrName>style.visibility</p:attrName>
                                        </p:attrNameLst>
                                      </p:cBhvr>
                                      <p:to>
                                        <p:strVal val="visible"/>
                                      </p:to>
                                    </p:set>
                                  </p:childTnLst>
                                </p:cTn>
                              </p:par>
                              <p:par>
                                <p:cTn id="17" presetID="42" presetClass="path" presetSubtype="0" fill="hold" grpId="1" nodeType="withEffect">
                                  <p:stCondLst>
                                    <p:cond delay="0"/>
                                  </p:stCondLst>
                                  <p:childTnLst>
                                    <p:animMotion origin="layout" path="M 2.08333E-6 1.11111E-6 L 0.00026 0.22037 " pathEditMode="relative" rAng="0" ptsTypes="AA">
                                      <p:cBhvr>
                                        <p:cTn id="18" dur="300" fill="hold"/>
                                        <p:tgtEl>
                                          <p:spTgt spid="576"/>
                                        </p:tgtEl>
                                        <p:attrNameLst>
                                          <p:attrName>ppt_x</p:attrName>
                                          <p:attrName>ppt_y</p:attrName>
                                        </p:attrNameLst>
                                      </p:cBhvr>
                                      <p:rCtr x="13" y="11019"/>
                                    </p:animMotion>
                                  </p:childTnLst>
                                </p:cTn>
                              </p:par>
                            </p:childTnLst>
                          </p:cTn>
                        </p:par>
                        <p:par>
                          <p:cTn id="19" fill="hold">
                            <p:stCondLst>
                              <p:cond delay="900"/>
                            </p:stCondLst>
                            <p:childTnLst>
                              <p:par>
                                <p:cTn id="20" presetID="1" presetClass="entr" presetSubtype="0" fill="hold" grpId="0" nodeType="afterEffect">
                                  <p:stCondLst>
                                    <p:cond delay="0"/>
                                  </p:stCondLst>
                                  <p:childTnLst>
                                    <p:set>
                                      <p:cBhvr>
                                        <p:cTn id="21" dur="1" fill="hold">
                                          <p:stCondLst>
                                            <p:cond delay="0"/>
                                          </p:stCondLst>
                                        </p:cTn>
                                        <p:tgtEl>
                                          <p:spTgt spid="578"/>
                                        </p:tgtEl>
                                        <p:attrNameLst>
                                          <p:attrName>style.visibility</p:attrName>
                                        </p:attrNameLst>
                                      </p:cBhvr>
                                      <p:to>
                                        <p:strVal val="visible"/>
                                      </p:to>
                                    </p:set>
                                  </p:childTnLst>
                                </p:cTn>
                              </p:par>
                              <p:par>
                                <p:cTn id="22" presetID="63" presetClass="path" presetSubtype="0" fill="hold" grpId="1" nodeType="withEffect">
                                  <p:stCondLst>
                                    <p:cond delay="0"/>
                                  </p:stCondLst>
                                  <p:childTnLst>
                                    <p:animMotion origin="layout" path="M 8.33333E-7 -3.7037E-7 L 0.17174 0.00139 " pathEditMode="relative" rAng="0" ptsTypes="AA">
                                      <p:cBhvr>
                                        <p:cTn id="23" dur="300" fill="hold"/>
                                        <p:tgtEl>
                                          <p:spTgt spid="578"/>
                                        </p:tgtEl>
                                        <p:attrNameLst>
                                          <p:attrName>ppt_x</p:attrName>
                                          <p:attrName>ppt_y</p:attrName>
                                        </p:attrNameLst>
                                      </p:cBhvr>
                                      <p:rCtr x="8581" y="69"/>
                                    </p:animMotion>
                                  </p:childTnLst>
                                </p:cTn>
                              </p:par>
                            </p:childTnLst>
                          </p:cTn>
                        </p:par>
                        <p:par>
                          <p:cTn id="24" fill="hold">
                            <p:stCondLst>
                              <p:cond delay="1200"/>
                            </p:stCondLst>
                            <p:childTnLst>
                              <p:par>
                                <p:cTn id="25" presetID="1" presetClass="entr" presetSubtype="0" fill="hold" grpId="0" nodeType="afterEffect">
                                  <p:stCondLst>
                                    <p:cond delay="0"/>
                                  </p:stCondLst>
                                  <p:childTnLst>
                                    <p:set>
                                      <p:cBhvr>
                                        <p:cTn id="26" dur="1" fill="hold">
                                          <p:stCondLst>
                                            <p:cond delay="0"/>
                                          </p:stCondLst>
                                        </p:cTn>
                                        <p:tgtEl>
                                          <p:spTgt spid="573"/>
                                        </p:tgtEl>
                                        <p:attrNameLst>
                                          <p:attrName>style.visibility</p:attrName>
                                        </p:attrNameLst>
                                      </p:cBhvr>
                                      <p:to>
                                        <p:strVal val="visible"/>
                                      </p:to>
                                    </p:set>
                                  </p:childTnLst>
                                </p:cTn>
                              </p:par>
                              <p:par>
                                <p:cTn id="27" presetID="64" presetClass="path" presetSubtype="0" fill="hold" grpId="1" nodeType="withEffect">
                                  <p:stCondLst>
                                    <p:cond delay="0"/>
                                  </p:stCondLst>
                                  <p:childTnLst>
                                    <p:animMotion origin="layout" path="M -3.33333E-6 -4.44444E-6 L 0.00039 -0.21967 " pathEditMode="relative" rAng="0" ptsTypes="AA">
                                      <p:cBhvr>
                                        <p:cTn id="28" dur="300" fill="hold"/>
                                        <p:tgtEl>
                                          <p:spTgt spid="573"/>
                                        </p:tgtEl>
                                        <p:attrNameLst>
                                          <p:attrName>ppt_x</p:attrName>
                                          <p:attrName>ppt_y</p:attrName>
                                        </p:attrNameLst>
                                      </p:cBhvr>
                                      <p:rCtr x="13" y="-10995"/>
                                    </p:animMotion>
                                  </p:childTnLst>
                                </p:cTn>
                              </p:par>
                            </p:childTnLst>
                          </p:cTn>
                        </p:par>
                        <p:par>
                          <p:cTn id="29" fill="hold">
                            <p:stCondLst>
                              <p:cond delay="1500"/>
                            </p:stCondLst>
                            <p:childTnLst>
                              <p:par>
                                <p:cTn id="30" presetID="1" presetClass="entr" presetSubtype="0" fill="hold" grpId="0" nodeType="afterEffect">
                                  <p:stCondLst>
                                    <p:cond delay="0"/>
                                  </p:stCondLst>
                                  <p:childTnLst>
                                    <p:set>
                                      <p:cBhvr>
                                        <p:cTn id="31" dur="1" fill="hold">
                                          <p:stCondLst>
                                            <p:cond delay="0"/>
                                          </p:stCondLst>
                                        </p:cTn>
                                        <p:tgtEl>
                                          <p:spTgt spid="575"/>
                                        </p:tgtEl>
                                        <p:attrNameLst>
                                          <p:attrName>style.visibility</p:attrName>
                                        </p:attrNameLst>
                                      </p:cBhvr>
                                      <p:to>
                                        <p:strVal val="visible"/>
                                      </p:to>
                                    </p:set>
                                  </p:childTnLst>
                                </p:cTn>
                              </p:par>
                              <p:par>
                                <p:cTn id="32" presetID="35" presetClass="path" presetSubtype="0" fill="hold" grpId="1" nodeType="withEffect">
                                  <p:stCondLst>
                                    <p:cond delay="0"/>
                                  </p:stCondLst>
                                  <p:childTnLst>
                                    <p:animMotion origin="layout" path="M 4.16667E-6 2.59259E-6 L -0.19532 0.00185 " pathEditMode="relative" rAng="0" ptsTypes="AA">
                                      <p:cBhvr>
                                        <p:cTn id="33" dur="300" fill="hold"/>
                                        <p:tgtEl>
                                          <p:spTgt spid="575"/>
                                        </p:tgtEl>
                                        <p:attrNameLst>
                                          <p:attrName>ppt_x</p:attrName>
                                          <p:attrName>ppt_y</p:attrName>
                                        </p:attrNameLst>
                                      </p:cBhvr>
                                      <p:rCtr x="-9766" y="93"/>
                                    </p:animMotion>
                                  </p:childTnLst>
                                </p:cTn>
                              </p:par>
                            </p:childTnLst>
                          </p:cTn>
                        </p:par>
                        <p:par>
                          <p:cTn id="34" fill="hold">
                            <p:stCondLst>
                              <p:cond delay="1800"/>
                            </p:stCondLst>
                            <p:childTnLst>
                              <p:par>
                                <p:cTn id="35" presetID="1" presetClass="entr" presetSubtype="0" fill="hold" grpId="0" nodeType="afterEffect">
                                  <p:stCondLst>
                                    <p:cond delay="0"/>
                                  </p:stCondLst>
                                  <p:childTnLst>
                                    <p:set>
                                      <p:cBhvr>
                                        <p:cTn id="36" dur="1" fill="hold">
                                          <p:stCondLst>
                                            <p:cond delay="0"/>
                                          </p:stCondLst>
                                        </p:cTn>
                                        <p:tgtEl>
                                          <p:spTgt spid="581"/>
                                        </p:tgtEl>
                                        <p:attrNameLst>
                                          <p:attrName>style.visibility</p:attrName>
                                        </p:attrNameLst>
                                      </p:cBhvr>
                                      <p:to>
                                        <p:strVal val="visible"/>
                                      </p:to>
                                    </p:set>
                                  </p:childTnLst>
                                </p:cTn>
                              </p:par>
                              <p:par>
                                <p:cTn id="37" presetID="35" presetClass="path" presetSubtype="0" fill="hold" grpId="1" nodeType="withEffect">
                                  <p:stCondLst>
                                    <p:cond delay="0"/>
                                  </p:stCondLst>
                                  <p:childTnLst>
                                    <p:animMotion origin="layout" path="M 4.16667E-6 4.81481E-6 L -0.11706 0.00208 " pathEditMode="relative" rAng="0" ptsTypes="AA">
                                      <p:cBhvr>
                                        <p:cTn id="38" dur="300" fill="hold"/>
                                        <p:tgtEl>
                                          <p:spTgt spid="581"/>
                                        </p:tgtEl>
                                        <p:attrNameLst>
                                          <p:attrName>ppt_x</p:attrName>
                                          <p:attrName>ppt_y</p:attrName>
                                        </p:attrNameLst>
                                      </p:cBhvr>
                                      <p:rCtr x="-5859" y="93"/>
                                    </p:animMotion>
                                  </p:childTnLst>
                                </p:cTn>
                              </p:par>
                            </p:childTnLst>
                          </p:cTn>
                        </p:par>
                        <p:par>
                          <p:cTn id="39" fill="hold">
                            <p:stCondLst>
                              <p:cond delay="2100"/>
                            </p:stCondLst>
                            <p:childTnLst>
                              <p:par>
                                <p:cTn id="40" presetID="1" presetClass="entr" presetSubtype="0" fill="hold" grpId="0" nodeType="afterEffect">
                                  <p:stCondLst>
                                    <p:cond delay="0"/>
                                  </p:stCondLst>
                                  <p:childTnLst>
                                    <p:set>
                                      <p:cBhvr>
                                        <p:cTn id="41" dur="1" fill="hold">
                                          <p:stCondLst>
                                            <p:cond delay="0"/>
                                          </p:stCondLst>
                                        </p:cTn>
                                        <p:tgtEl>
                                          <p:spTgt spid="582"/>
                                        </p:tgtEl>
                                        <p:attrNameLst>
                                          <p:attrName>style.visibility</p:attrName>
                                        </p:attrNameLst>
                                      </p:cBhvr>
                                      <p:to>
                                        <p:strVal val="visible"/>
                                      </p:to>
                                    </p:set>
                                  </p:childTnLst>
                                </p:cTn>
                              </p:par>
                              <p:par>
                                <p:cTn id="42" presetID="64" presetClass="path" presetSubtype="0" fill="hold" grpId="1" nodeType="withEffect">
                                  <p:stCondLst>
                                    <p:cond delay="0"/>
                                  </p:stCondLst>
                                  <p:childTnLst>
                                    <p:animMotion origin="layout" path="M 2.08333E-6 4.07407E-6 L 0.00039 -0.18542 " pathEditMode="relative" rAng="0" ptsTypes="AA">
                                      <p:cBhvr>
                                        <p:cTn id="43" dur="300" fill="hold"/>
                                        <p:tgtEl>
                                          <p:spTgt spid="582"/>
                                        </p:tgtEl>
                                        <p:attrNameLst>
                                          <p:attrName>ppt_x</p:attrName>
                                          <p:attrName>ppt_y</p:attrName>
                                        </p:attrNameLst>
                                      </p:cBhvr>
                                      <p:rCtr x="13" y="-9282"/>
                                    </p:animMotion>
                                  </p:childTnLst>
                                </p:cTn>
                              </p:par>
                            </p:childTnLst>
                          </p:cTn>
                        </p:par>
                        <p:par>
                          <p:cTn id="44" fill="hold">
                            <p:stCondLst>
                              <p:cond delay="2400"/>
                            </p:stCondLst>
                            <p:childTnLst>
                              <p:par>
                                <p:cTn id="45" presetID="1" presetClass="entr" presetSubtype="0" fill="hold" grpId="0" nodeType="afterEffect">
                                  <p:stCondLst>
                                    <p:cond delay="0"/>
                                  </p:stCondLst>
                                  <p:childTnLst>
                                    <p:set>
                                      <p:cBhvr>
                                        <p:cTn id="46" dur="1" fill="hold">
                                          <p:stCondLst>
                                            <p:cond delay="0"/>
                                          </p:stCondLst>
                                        </p:cTn>
                                        <p:tgtEl>
                                          <p:spTgt spid="579"/>
                                        </p:tgtEl>
                                        <p:attrNameLst>
                                          <p:attrName>style.visibility</p:attrName>
                                        </p:attrNameLst>
                                      </p:cBhvr>
                                      <p:to>
                                        <p:strVal val="visible"/>
                                      </p:to>
                                    </p:set>
                                  </p:childTnLst>
                                </p:cTn>
                              </p:par>
                              <p:par>
                                <p:cTn id="47" presetID="63" presetClass="path" presetSubtype="0" fill="hold" grpId="1" nodeType="withEffect">
                                  <p:stCondLst>
                                    <p:cond delay="0"/>
                                  </p:stCondLst>
                                  <p:childTnLst>
                                    <p:animMotion origin="layout" path="M -4.58333E-6 2.96296E-6 L -0.11809 -0.0007 " pathEditMode="relative" rAng="0" ptsTypes="AA">
                                      <p:cBhvr>
                                        <p:cTn id="48" dur="300" fill="hold"/>
                                        <p:tgtEl>
                                          <p:spTgt spid="579"/>
                                        </p:tgtEl>
                                        <p:attrNameLst>
                                          <p:attrName>ppt_x</p:attrName>
                                          <p:attrName>ppt_y</p:attrName>
                                        </p:attrNameLst>
                                      </p:cBhvr>
                                      <p:rCtr x="-5911" y="-46"/>
                                    </p:animMotion>
                                  </p:childTnLst>
                                </p:cTn>
                              </p:par>
                            </p:childTnLst>
                          </p:cTn>
                        </p:par>
                        <p:par>
                          <p:cTn id="49" fill="hold">
                            <p:stCondLst>
                              <p:cond delay="2700"/>
                            </p:stCondLst>
                            <p:childTnLst>
                              <p:par>
                                <p:cTn id="50" presetID="1" presetClass="entr" presetSubtype="0" fill="hold" grpId="0" nodeType="afterEffect">
                                  <p:stCondLst>
                                    <p:cond delay="0"/>
                                  </p:stCondLst>
                                  <p:childTnLst>
                                    <p:set>
                                      <p:cBhvr>
                                        <p:cTn id="51" dur="1" fill="hold">
                                          <p:stCondLst>
                                            <p:cond delay="0"/>
                                          </p:stCondLst>
                                        </p:cTn>
                                        <p:tgtEl>
                                          <p:spTgt spid="580"/>
                                        </p:tgtEl>
                                        <p:attrNameLst>
                                          <p:attrName>style.visibility</p:attrName>
                                        </p:attrNameLst>
                                      </p:cBhvr>
                                      <p:to>
                                        <p:strVal val="visible"/>
                                      </p:to>
                                    </p:set>
                                  </p:childTnLst>
                                </p:cTn>
                              </p:par>
                              <p:par>
                                <p:cTn id="52" presetID="35" presetClass="path" presetSubtype="0" fill="hold" grpId="1" nodeType="withEffect">
                                  <p:stCondLst>
                                    <p:cond delay="0"/>
                                  </p:stCondLst>
                                  <p:childTnLst>
                                    <p:animMotion origin="layout" path="M 4.16667E-6 3.7037E-6 L -0.11719 -0.00255 " pathEditMode="relative" rAng="0" ptsTypes="AA">
                                      <p:cBhvr>
                                        <p:cTn id="53" dur="300" fill="hold"/>
                                        <p:tgtEl>
                                          <p:spTgt spid="580"/>
                                        </p:tgtEl>
                                        <p:attrNameLst>
                                          <p:attrName>ppt_x</p:attrName>
                                          <p:attrName>ppt_y</p:attrName>
                                        </p:attrNameLst>
                                      </p:cBhvr>
                                      <p:rCtr x="-5859" y="-139"/>
                                    </p:animMotion>
                                  </p:childTnLst>
                                </p:cTn>
                              </p:par>
                            </p:childTnLst>
                          </p:cTn>
                        </p:par>
                        <p:par>
                          <p:cTn id="54" fill="hold">
                            <p:stCondLst>
                              <p:cond delay="3000"/>
                            </p:stCondLst>
                            <p:childTnLst>
                              <p:par>
                                <p:cTn id="55" presetID="1" presetClass="entr" presetSubtype="0" fill="hold" grpId="0" nodeType="afterEffect">
                                  <p:stCondLst>
                                    <p:cond delay="0"/>
                                  </p:stCondLst>
                                  <p:childTnLst>
                                    <p:set>
                                      <p:cBhvr>
                                        <p:cTn id="56" dur="1" fill="hold">
                                          <p:stCondLst>
                                            <p:cond delay="0"/>
                                          </p:stCondLst>
                                        </p:cTn>
                                        <p:tgtEl>
                                          <p:spTgt spid="588"/>
                                        </p:tgtEl>
                                        <p:attrNameLst>
                                          <p:attrName>style.visibility</p:attrName>
                                        </p:attrNameLst>
                                      </p:cBhvr>
                                      <p:to>
                                        <p:strVal val="visible"/>
                                      </p:to>
                                    </p:set>
                                  </p:childTnLst>
                                </p:cTn>
                              </p:par>
                              <p:par>
                                <p:cTn id="57" presetID="42" presetClass="path" presetSubtype="0" fill="hold" grpId="1" nodeType="withEffect">
                                  <p:stCondLst>
                                    <p:cond delay="0"/>
                                  </p:stCondLst>
                                  <p:childTnLst>
                                    <p:animMotion origin="layout" path="M 3.125E-6 1.11111E-6 L 0.00026 0.15 " pathEditMode="relative" rAng="0" ptsTypes="AA">
                                      <p:cBhvr>
                                        <p:cTn id="58" dur="300" fill="hold"/>
                                        <p:tgtEl>
                                          <p:spTgt spid="588"/>
                                        </p:tgtEl>
                                        <p:attrNameLst>
                                          <p:attrName>ppt_x</p:attrName>
                                          <p:attrName>ppt_y</p:attrName>
                                        </p:attrNameLst>
                                      </p:cBhvr>
                                      <p:rCtr x="13" y="7500"/>
                                    </p:animMotion>
                                  </p:childTnLst>
                                </p:cTn>
                              </p:par>
                            </p:childTnLst>
                          </p:cTn>
                        </p:par>
                        <p:par>
                          <p:cTn id="59" fill="hold">
                            <p:stCondLst>
                              <p:cond delay="3300"/>
                            </p:stCondLst>
                            <p:childTnLst>
                              <p:par>
                                <p:cTn id="60" presetID="1" presetClass="entr" presetSubtype="0" fill="hold" grpId="0" nodeType="afterEffect">
                                  <p:stCondLst>
                                    <p:cond delay="0"/>
                                  </p:stCondLst>
                                  <p:childTnLst>
                                    <p:set>
                                      <p:cBhvr>
                                        <p:cTn id="61" dur="1" fill="hold">
                                          <p:stCondLst>
                                            <p:cond delay="0"/>
                                          </p:stCondLst>
                                        </p:cTn>
                                        <p:tgtEl>
                                          <p:spTgt spid="587"/>
                                        </p:tgtEl>
                                        <p:attrNameLst>
                                          <p:attrName>style.visibility</p:attrName>
                                        </p:attrNameLst>
                                      </p:cBhvr>
                                      <p:to>
                                        <p:strVal val="visible"/>
                                      </p:to>
                                    </p:set>
                                  </p:childTnLst>
                                </p:cTn>
                              </p:par>
                              <p:par>
                                <p:cTn id="62" presetID="42" presetClass="path" presetSubtype="0" fill="hold" grpId="1" nodeType="withEffect">
                                  <p:stCondLst>
                                    <p:cond delay="0"/>
                                  </p:stCondLst>
                                  <p:childTnLst>
                                    <p:animMotion origin="layout" path="M 3.125E-6 4.81481E-6 L 0.00026 0.17523 " pathEditMode="relative" rAng="0" ptsTypes="AA">
                                      <p:cBhvr>
                                        <p:cTn id="63" dur="300" fill="hold"/>
                                        <p:tgtEl>
                                          <p:spTgt spid="587"/>
                                        </p:tgtEl>
                                        <p:attrNameLst>
                                          <p:attrName>ppt_x</p:attrName>
                                          <p:attrName>ppt_y</p:attrName>
                                        </p:attrNameLst>
                                      </p:cBhvr>
                                      <p:rCtr x="13" y="8750"/>
                                    </p:animMotion>
                                  </p:childTnLst>
                                </p:cTn>
                              </p:par>
                            </p:childTnLst>
                          </p:cTn>
                        </p:par>
                        <p:par>
                          <p:cTn id="64" fill="hold">
                            <p:stCondLst>
                              <p:cond delay="3600"/>
                            </p:stCondLst>
                            <p:childTnLst>
                              <p:par>
                                <p:cTn id="65" presetID="1" presetClass="entr" presetSubtype="0" fill="hold" grpId="0" nodeType="afterEffect">
                                  <p:stCondLst>
                                    <p:cond delay="0"/>
                                  </p:stCondLst>
                                  <p:childTnLst>
                                    <p:set>
                                      <p:cBhvr>
                                        <p:cTn id="66" dur="1" fill="hold">
                                          <p:stCondLst>
                                            <p:cond delay="0"/>
                                          </p:stCondLst>
                                        </p:cTn>
                                        <p:tgtEl>
                                          <p:spTgt spid="586"/>
                                        </p:tgtEl>
                                        <p:attrNameLst>
                                          <p:attrName>style.visibility</p:attrName>
                                        </p:attrNameLst>
                                      </p:cBhvr>
                                      <p:to>
                                        <p:strVal val="visible"/>
                                      </p:to>
                                    </p:set>
                                  </p:childTnLst>
                                </p:cTn>
                              </p:par>
                              <p:par>
                                <p:cTn id="67" presetID="63" presetClass="path" presetSubtype="0" fill="hold" grpId="1" nodeType="withEffect">
                                  <p:stCondLst>
                                    <p:cond delay="0"/>
                                  </p:stCondLst>
                                  <p:childTnLst>
                                    <p:animMotion origin="layout" path="M 3.95833E-6 -4.07407E-6 L 0.15039 -0.00115 " pathEditMode="relative" rAng="0" ptsTypes="AA">
                                      <p:cBhvr>
                                        <p:cTn id="68" dur="300" fill="hold"/>
                                        <p:tgtEl>
                                          <p:spTgt spid="586"/>
                                        </p:tgtEl>
                                        <p:attrNameLst>
                                          <p:attrName>ppt_x</p:attrName>
                                          <p:attrName>ppt_y</p:attrName>
                                        </p:attrNameLst>
                                      </p:cBhvr>
                                      <p:rCtr x="7513" y="-69"/>
                                    </p:animMotion>
                                  </p:childTnLst>
                                </p:cTn>
                              </p:par>
                            </p:childTnLst>
                          </p:cTn>
                        </p:par>
                        <p:par>
                          <p:cTn id="69" fill="hold">
                            <p:stCondLst>
                              <p:cond delay="3900"/>
                            </p:stCondLst>
                            <p:childTnLst>
                              <p:par>
                                <p:cTn id="70" presetID="1" presetClass="entr" presetSubtype="0" fill="hold" grpId="0" nodeType="afterEffect">
                                  <p:stCondLst>
                                    <p:cond delay="0"/>
                                  </p:stCondLst>
                                  <p:childTnLst>
                                    <p:set>
                                      <p:cBhvr>
                                        <p:cTn id="71" dur="1" fill="hold">
                                          <p:stCondLst>
                                            <p:cond delay="0"/>
                                          </p:stCondLst>
                                        </p:cTn>
                                        <p:tgtEl>
                                          <p:spTgt spid="585"/>
                                        </p:tgtEl>
                                        <p:attrNameLst>
                                          <p:attrName>style.visibility</p:attrName>
                                        </p:attrNameLst>
                                      </p:cBhvr>
                                      <p:to>
                                        <p:strVal val="visible"/>
                                      </p:to>
                                    </p:set>
                                  </p:childTnLst>
                                </p:cTn>
                              </p:par>
                              <p:par>
                                <p:cTn id="72" presetID="42" presetClass="path" presetSubtype="0" fill="hold" grpId="1" nodeType="withEffect">
                                  <p:stCondLst>
                                    <p:cond delay="0"/>
                                  </p:stCondLst>
                                  <p:childTnLst>
                                    <p:animMotion origin="layout" path="M -4.79167E-6 1.11111E-6 L 0.00014 0.11435 " pathEditMode="relative" rAng="0" ptsTypes="AA">
                                      <p:cBhvr>
                                        <p:cTn id="73" dur="300" fill="hold"/>
                                        <p:tgtEl>
                                          <p:spTgt spid="585"/>
                                        </p:tgtEl>
                                        <p:attrNameLst>
                                          <p:attrName>ppt_x</p:attrName>
                                          <p:attrName>ppt_y</p:attrName>
                                        </p:attrNameLst>
                                      </p:cBhvr>
                                      <p:rCtr x="0" y="5718"/>
                                    </p:animMotion>
                                  </p:childTnLst>
                                </p:cTn>
                              </p:par>
                            </p:childTnLst>
                          </p:cTn>
                        </p:par>
                        <p:par>
                          <p:cTn id="74" fill="hold">
                            <p:stCondLst>
                              <p:cond delay="4200"/>
                            </p:stCondLst>
                            <p:childTnLst>
                              <p:par>
                                <p:cTn id="75" presetID="1" presetClass="entr" presetSubtype="0" fill="hold" grpId="0" nodeType="afterEffect">
                                  <p:stCondLst>
                                    <p:cond delay="0"/>
                                  </p:stCondLst>
                                  <p:childTnLst>
                                    <p:set>
                                      <p:cBhvr>
                                        <p:cTn id="76" dur="1" fill="hold">
                                          <p:stCondLst>
                                            <p:cond delay="0"/>
                                          </p:stCondLst>
                                        </p:cTn>
                                        <p:tgtEl>
                                          <p:spTgt spid="589"/>
                                        </p:tgtEl>
                                        <p:attrNameLst>
                                          <p:attrName>style.visibility</p:attrName>
                                        </p:attrNameLst>
                                      </p:cBhvr>
                                      <p:to>
                                        <p:strVal val="visible"/>
                                      </p:to>
                                    </p:set>
                                  </p:childTnLst>
                                </p:cTn>
                              </p:par>
                              <p:par>
                                <p:cTn id="77" presetID="63" presetClass="path" presetSubtype="0" fill="hold" grpId="1" nodeType="withEffect">
                                  <p:stCondLst>
                                    <p:cond delay="0"/>
                                  </p:stCondLst>
                                  <p:childTnLst>
                                    <p:animMotion origin="layout" path="M 3.95833E-6 2.59259E-6 L 0.13099 0.00023 " pathEditMode="relative" rAng="0" ptsTypes="AA">
                                      <p:cBhvr>
                                        <p:cTn id="78" dur="300" fill="hold"/>
                                        <p:tgtEl>
                                          <p:spTgt spid="589"/>
                                        </p:tgtEl>
                                        <p:attrNameLst>
                                          <p:attrName>ppt_x</p:attrName>
                                          <p:attrName>ppt_y</p:attrName>
                                        </p:attrNameLst>
                                      </p:cBhvr>
                                      <p:rCtr x="6549" y="0"/>
                                    </p:animMotion>
                                  </p:childTnLst>
                                </p:cTn>
                              </p:par>
                            </p:childTnLst>
                          </p:cTn>
                        </p:par>
                        <p:par>
                          <p:cTn id="79" fill="hold">
                            <p:stCondLst>
                              <p:cond delay="4500"/>
                            </p:stCondLst>
                            <p:childTnLst>
                              <p:par>
                                <p:cTn id="80" presetID="1" presetClass="entr" presetSubtype="0" fill="hold" grpId="0" nodeType="afterEffect">
                                  <p:stCondLst>
                                    <p:cond delay="0"/>
                                  </p:stCondLst>
                                  <p:childTnLst>
                                    <p:set>
                                      <p:cBhvr>
                                        <p:cTn id="81" dur="1" fill="hold">
                                          <p:stCondLst>
                                            <p:cond delay="0"/>
                                          </p:stCondLst>
                                        </p:cTn>
                                        <p:tgtEl>
                                          <p:spTgt spid="583"/>
                                        </p:tgtEl>
                                        <p:attrNameLst>
                                          <p:attrName>style.visibility</p:attrName>
                                        </p:attrNameLst>
                                      </p:cBhvr>
                                      <p:to>
                                        <p:strVal val="visible"/>
                                      </p:to>
                                    </p:set>
                                  </p:childTnLst>
                                </p:cTn>
                              </p:par>
                              <p:par>
                                <p:cTn id="82" presetID="42" presetClass="path" presetSubtype="0" fill="hold" grpId="1" nodeType="withEffect">
                                  <p:stCondLst>
                                    <p:cond delay="0"/>
                                  </p:stCondLst>
                                  <p:childTnLst>
                                    <p:animMotion origin="layout" path="M -3.33333E-6 1.85185E-6 L -3.33333E-6 0.15092 " pathEditMode="relative" rAng="0" ptsTypes="AA">
                                      <p:cBhvr>
                                        <p:cTn id="83" dur="300" fill="hold"/>
                                        <p:tgtEl>
                                          <p:spTgt spid="583"/>
                                        </p:tgtEl>
                                        <p:attrNameLst>
                                          <p:attrName>ppt_x</p:attrName>
                                          <p:attrName>ppt_y</p:attrName>
                                        </p:attrNameLst>
                                      </p:cBhvr>
                                      <p:rCtr x="0" y="7546"/>
                                    </p:animMotion>
                                  </p:childTnLst>
                                </p:cTn>
                              </p:par>
                            </p:childTnLst>
                          </p:cTn>
                        </p:par>
                        <p:par>
                          <p:cTn id="84" fill="hold">
                            <p:stCondLst>
                              <p:cond delay="4800"/>
                            </p:stCondLst>
                            <p:childTnLst>
                              <p:par>
                                <p:cTn id="85" presetID="1" presetClass="entr" presetSubtype="0" fill="hold" grpId="0" nodeType="afterEffect">
                                  <p:stCondLst>
                                    <p:cond delay="0"/>
                                  </p:stCondLst>
                                  <p:childTnLst>
                                    <p:set>
                                      <p:cBhvr>
                                        <p:cTn id="86" dur="1" fill="hold">
                                          <p:stCondLst>
                                            <p:cond delay="0"/>
                                          </p:stCondLst>
                                        </p:cTn>
                                        <p:tgtEl>
                                          <p:spTgt spid="584"/>
                                        </p:tgtEl>
                                        <p:attrNameLst>
                                          <p:attrName>style.visibility</p:attrName>
                                        </p:attrNameLst>
                                      </p:cBhvr>
                                      <p:to>
                                        <p:strVal val="visible"/>
                                      </p:to>
                                    </p:set>
                                  </p:childTnLst>
                                </p:cTn>
                              </p:par>
                              <p:par>
                                <p:cTn id="87" presetID="42" presetClass="path" presetSubtype="0" fill="hold" grpId="1" nodeType="withEffect">
                                  <p:stCondLst>
                                    <p:cond delay="0"/>
                                  </p:stCondLst>
                                  <p:childTnLst>
                                    <p:animMotion origin="layout" path="M -3.33333E-6 4.81481E-6 L 0.00039 0.2118 " pathEditMode="relative" rAng="0" ptsTypes="AA">
                                      <p:cBhvr>
                                        <p:cTn id="88" dur="300" fill="hold"/>
                                        <p:tgtEl>
                                          <p:spTgt spid="584"/>
                                        </p:tgtEl>
                                        <p:attrNameLst>
                                          <p:attrName>ppt_x</p:attrName>
                                          <p:attrName>ppt_y</p:attrName>
                                        </p:attrNameLst>
                                      </p:cBhvr>
                                      <p:rCtr x="13" y="1057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 grpId="0" animBg="1"/>
      <p:bldP spid="573" grpId="1" animBg="1"/>
      <p:bldP spid="574" grpId="0" animBg="1"/>
      <p:bldP spid="574" grpId="1" animBg="1"/>
      <p:bldP spid="575" grpId="0" animBg="1"/>
      <p:bldP spid="575" grpId="1" animBg="1"/>
      <p:bldP spid="576" grpId="0" animBg="1"/>
      <p:bldP spid="576" grpId="1" animBg="1"/>
      <p:bldP spid="577" grpId="0" animBg="1"/>
      <p:bldP spid="577" grpId="1" animBg="1"/>
      <p:bldP spid="578" grpId="0" animBg="1"/>
      <p:bldP spid="578" grpId="1" animBg="1"/>
      <p:bldP spid="579" grpId="0" animBg="1"/>
      <p:bldP spid="579" grpId="1" animBg="1"/>
      <p:bldP spid="580" grpId="0" animBg="1"/>
      <p:bldP spid="580" grpId="1" animBg="1"/>
      <p:bldP spid="581" grpId="0" animBg="1"/>
      <p:bldP spid="581" grpId="1" animBg="1"/>
      <p:bldP spid="582" grpId="0" animBg="1"/>
      <p:bldP spid="582" grpId="1" animBg="1"/>
      <p:bldP spid="583" grpId="0" animBg="1"/>
      <p:bldP spid="583" grpId="1" animBg="1"/>
      <p:bldP spid="584" grpId="0" animBg="1"/>
      <p:bldP spid="584" grpId="1" animBg="1"/>
      <p:bldP spid="585" grpId="0" animBg="1"/>
      <p:bldP spid="585" grpId="1" animBg="1"/>
      <p:bldP spid="586" grpId="0" animBg="1"/>
      <p:bldP spid="586" grpId="1" animBg="1"/>
      <p:bldP spid="587" grpId="0" animBg="1"/>
      <p:bldP spid="587" grpId="1" animBg="1"/>
      <p:bldP spid="588" grpId="0" animBg="1"/>
      <p:bldP spid="588" grpId="1" animBg="1"/>
      <p:bldP spid="589" grpId="0" animBg="1"/>
      <p:bldP spid="589" grpId="1"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Drop Shape Hierarchy </a:t>
                </a:r>
                <a14:m>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oMath>
                </a14:m>
                <a:endParaRPr lang="en-US" sz="4000" dirty="0">
                  <a:solidFill>
                    <a:schemeClr val="bg1"/>
                  </a:solidFill>
                  <a:latin typeface="Dubai Light" panose="020B0303030403030204" pitchFamily="34" charset="-78"/>
                  <a:cs typeface="Dubai Light" panose="020B0303030403030204" pitchFamily="34" charset="-78"/>
                </a:endParaRPr>
              </a:p>
            </p:txBody>
          </p:sp>
        </mc:Choice>
        <mc:Fallback xmlns="">
          <p:sp>
            <p:nvSpPr>
              <p:cNvPr id="5" name="TextBox 4">
                <a:extLst>
                  <a:ext uri="{FF2B5EF4-FFF2-40B4-BE49-F238E27FC236}">
                    <a16:creationId xmlns:a16="http://schemas.microsoft.com/office/drawing/2014/main" id="{BEE75F77-935F-4E38-AB50-2D475210C707}"/>
                  </a:ext>
                </a:extLst>
              </p:cNvPr>
              <p:cNvSpPr txBox="1">
                <a:spLocks noRot="1" noChangeAspect="1" noMove="1" noResize="1" noEditPoints="1" noAdjustHandles="1" noChangeArrowheads="1" noChangeShapeType="1" noTextEdit="1"/>
              </p:cNvSpPr>
              <p:nvPr/>
            </p:nvSpPr>
            <p:spPr>
              <a:xfrm>
                <a:off x="0" y="190124"/>
                <a:ext cx="12192000" cy="707886"/>
              </a:xfrm>
              <a:prstGeom prst="rect">
                <a:avLst/>
              </a:prstGeom>
              <a:blipFill>
                <a:blip r:embed="rId3"/>
                <a:stretch>
                  <a:fillRect t="-12069" b="-39655"/>
                </a:stretch>
              </a:blipFill>
            </p:spPr>
            <p:txBody>
              <a:bodyPr/>
              <a:lstStyle/>
              <a:p>
                <a:r>
                  <a:rPr lang="en-US">
                    <a:noFill/>
                  </a:rPr>
                  <a:t> </a:t>
                </a:r>
              </a:p>
            </p:txBody>
          </p:sp>
        </mc:Fallback>
      </mc:AlternateContent>
      <p:grpSp>
        <p:nvGrpSpPr>
          <p:cNvPr id="112" name="Group 111">
            <a:extLst>
              <a:ext uri="{FF2B5EF4-FFF2-40B4-BE49-F238E27FC236}">
                <a16:creationId xmlns:a16="http://schemas.microsoft.com/office/drawing/2014/main" id="{7DF116D6-B9B4-4253-90E8-AF553EB35F94}"/>
              </a:ext>
            </a:extLst>
          </p:cNvPr>
          <p:cNvGrpSpPr/>
          <p:nvPr/>
        </p:nvGrpSpPr>
        <p:grpSpPr>
          <a:xfrm>
            <a:off x="648219" y="974133"/>
            <a:ext cx="5205961" cy="1294018"/>
            <a:chOff x="719230" y="1343896"/>
            <a:chExt cx="9388190" cy="1294018"/>
          </a:xfrm>
        </p:grpSpPr>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4ABD93AE-9B70-4D46-9D96-AD595F7E66DE}"/>
                    </a:ext>
                  </a:extLst>
                </p:cNvPr>
                <p:cNvSpPr txBox="1"/>
                <p:nvPr/>
              </p:nvSpPr>
              <p:spPr>
                <a:xfrm>
                  <a:off x="727217" y="1343896"/>
                  <a:ext cx="5046958" cy="707886"/>
                </a:xfrm>
                <a:prstGeom prst="rect">
                  <a:avLst/>
                </a:prstGeom>
                <a:noFill/>
              </p:spPr>
              <p:txBody>
                <a:bodyPr wrap="none" rtlCol="0">
                  <a:spAutoFit/>
                </a:bodyPr>
                <a:lstStyle/>
                <a:p>
                  <a14:m>
                    <m:oMath xmlns:m="http://schemas.openxmlformats.org/officeDocument/2006/math">
                      <m:sSub>
                        <m:sSubPr>
                          <m:ctrlPr>
                            <a:rPr lang="en-US" sz="4000" i="1" smtClean="0">
                              <a:solidFill>
                                <a:schemeClr val="bg1"/>
                              </a:solidFill>
                              <a:latin typeface="Cambria Math" panose="02040503050406030204" pitchFamily="18" charset="0"/>
                              <a:cs typeface="Dubai Light" panose="020B0303030403030204" pitchFamily="34" charset="-78"/>
                            </a:rPr>
                          </m:ctrlPr>
                        </m:sSubPr>
                        <m:e>
                          <m:r>
                            <a:rPr lang="en-US" sz="4000"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a:rPr lang="en-US" sz="4000" b="0" i="0" smtClean="0">
                              <a:solidFill>
                                <a:schemeClr val="bg1"/>
                              </a:solidFill>
                              <a:latin typeface="Cambria Math" panose="02040503050406030204" pitchFamily="18" charset="0"/>
                              <a:cs typeface="Dubai Light" panose="020B0303030403030204" pitchFamily="34" charset="-78"/>
                            </a:rPr>
                            <m:t>0</m:t>
                          </m:r>
                        </m:sub>
                      </m:sSub>
                    </m:oMath>
                  </a14:m>
                  <a:r>
                    <a:rPr lang="en-US" sz="4000" dirty="0">
                      <a:solidFill>
                        <a:schemeClr val="bg1"/>
                      </a:solidFill>
                      <a:latin typeface="Dubai Light" panose="020B0303030403030204" pitchFamily="34" charset="-78"/>
                      <a:cs typeface="Dubai Light" panose="020B0303030403030204" pitchFamily="34" charset="-78"/>
                    </a:rPr>
                    <a:t>(Level-0):</a:t>
                  </a:r>
                </a:p>
              </p:txBody>
            </p:sp>
          </mc:Choice>
          <mc:Fallback xmlns="">
            <p:sp>
              <p:nvSpPr>
                <p:cNvPr id="113" name="TextBox 112">
                  <a:extLst>
                    <a:ext uri="{FF2B5EF4-FFF2-40B4-BE49-F238E27FC236}">
                      <a16:creationId xmlns:a16="http://schemas.microsoft.com/office/drawing/2014/main" id="{4ABD93AE-9B70-4D46-9D96-AD595F7E66DE}"/>
                    </a:ext>
                  </a:extLst>
                </p:cNvPr>
                <p:cNvSpPr txBox="1">
                  <a:spLocks noRot="1" noChangeAspect="1" noMove="1" noResize="1" noEditPoints="1" noAdjustHandles="1" noChangeArrowheads="1" noChangeShapeType="1" noTextEdit="1"/>
                </p:cNvSpPr>
                <p:nvPr/>
              </p:nvSpPr>
              <p:spPr>
                <a:xfrm>
                  <a:off x="727217" y="1343896"/>
                  <a:ext cx="5046958" cy="707886"/>
                </a:xfrm>
                <a:prstGeom prst="rect">
                  <a:avLst/>
                </a:prstGeom>
                <a:blipFill>
                  <a:blip r:embed="rId4"/>
                  <a:stretch>
                    <a:fillRect t="-12069" r="-6972" b="-39655"/>
                  </a:stretch>
                </a:blipFill>
              </p:spPr>
              <p:txBody>
                <a:bodyPr/>
                <a:lstStyle/>
                <a:p>
                  <a:r>
                    <a:rPr lang="en-US">
                      <a:noFill/>
                    </a:rPr>
                    <a:t> </a:t>
                  </a:r>
                </a:p>
              </p:txBody>
            </p:sp>
          </mc:Fallback>
        </mc:AlternateContent>
        <p:sp>
          <p:nvSpPr>
            <p:cNvPr id="114" name="TextBox 113">
              <a:extLst>
                <a:ext uri="{FF2B5EF4-FFF2-40B4-BE49-F238E27FC236}">
                  <a16:creationId xmlns:a16="http://schemas.microsoft.com/office/drawing/2014/main" id="{D4DF08F1-3E44-4DE2-BE71-43265B9696EA}"/>
                </a:ext>
              </a:extLst>
            </p:cNvPr>
            <p:cNvSpPr txBox="1"/>
            <p:nvPr/>
          </p:nvSpPr>
          <p:spPr>
            <a:xfrm>
              <a:off x="719230" y="2083916"/>
              <a:ext cx="9388190" cy="55399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The single tile</a:t>
              </a:r>
            </a:p>
          </p:txBody>
        </p:sp>
      </p:grpSp>
      <p:grpSp>
        <p:nvGrpSpPr>
          <p:cNvPr id="117" name="Group 116">
            <a:extLst>
              <a:ext uri="{FF2B5EF4-FFF2-40B4-BE49-F238E27FC236}">
                <a16:creationId xmlns:a16="http://schemas.microsoft.com/office/drawing/2014/main" id="{5C452FC8-C698-4F0D-AC37-7E96E525F07D}"/>
              </a:ext>
            </a:extLst>
          </p:cNvPr>
          <p:cNvGrpSpPr/>
          <p:nvPr/>
        </p:nvGrpSpPr>
        <p:grpSpPr>
          <a:xfrm>
            <a:off x="648219" y="2507384"/>
            <a:ext cx="5205961" cy="1294018"/>
            <a:chOff x="719230" y="1343896"/>
            <a:chExt cx="9388190" cy="1294018"/>
          </a:xfrm>
        </p:grpSpPr>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0E6FC36E-7EA3-412B-8F51-056B6956D614}"/>
                    </a:ext>
                  </a:extLst>
                </p:cNvPr>
                <p:cNvSpPr txBox="1"/>
                <p:nvPr/>
              </p:nvSpPr>
              <p:spPr>
                <a:xfrm>
                  <a:off x="727217" y="1343896"/>
                  <a:ext cx="5025567" cy="707886"/>
                </a:xfrm>
                <a:prstGeom prst="rect">
                  <a:avLst/>
                </a:prstGeom>
                <a:noFill/>
              </p:spPr>
              <p:txBody>
                <a:bodyPr wrap="none" rtlCol="0">
                  <a:spAutoFit/>
                </a:bodyPr>
                <a:lstStyle/>
                <a:p>
                  <a14:m>
                    <m:oMath xmlns:m="http://schemas.openxmlformats.org/officeDocument/2006/math">
                      <m:sSub>
                        <m:sSubPr>
                          <m:ctrlPr>
                            <a:rPr lang="en-US" sz="4000" i="1" smtClean="0">
                              <a:solidFill>
                                <a:schemeClr val="bg1"/>
                              </a:solidFill>
                              <a:latin typeface="Cambria Math" panose="02040503050406030204" pitchFamily="18" charset="0"/>
                              <a:cs typeface="Dubai Light" panose="020B0303030403030204" pitchFamily="34" charset="-78"/>
                            </a:rPr>
                          </m:ctrlPr>
                        </m:sSubPr>
                        <m:e>
                          <m:r>
                            <a:rPr lang="en-US" sz="40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a:rPr lang="en-US" sz="4000" b="0"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1</m:t>
                          </m:r>
                        </m:sub>
                      </m:sSub>
                    </m:oMath>
                  </a14:m>
                  <a:r>
                    <a:rPr lang="en-US" sz="4000" dirty="0">
                      <a:solidFill>
                        <a:schemeClr val="bg1"/>
                      </a:solidFill>
                      <a:latin typeface="Dubai Light" panose="020B0303030403030204" pitchFamily="34" charset="-78"/>
                      <a:cs typeface="Dubai Light" panose="020B0303030403030204" pitchFamily="34" charset="-78"/>
                    </a:rPr>
                    <a:t>(Level-1):</a:t>
                  </a:r>
                </a:p>
              </p:txBody>
            </p:sp>
          </mc:Choice>
          <mc:Fallback xmlns="">
            <p:sp>
              <p:nvSpPr>
                <p:cNvPr id="126" name="TextBox 125">
                  <a:extLst>
                    <a:ext uri="{FF2B5EF4-FFF2-40B4-BE49-F238E27FC236}">
                      <a16:creationId xmlns:a16="http://schemas.microsoft.com/office/drawing/2014/main" id="{0E6FC36E-7EA3-412B-8F51-056B6956D614}"/>
                    </a:ext>
                  </a:extLst>
                </p:cNvPr>
                <p:cNvSpPr txBox="1">
                  <a:spLocks noRot="1" noChangeAspect="1" noMove="1" noResize="1" noEditPoints="1" noAdjustHandles="1" noChangeArrowheads="1" noChangeShapeType="1" noTextEdit="1"/>
                </p:cNvSpPr>
                <p:nvPr/>
              </p:nvSpPr>
              <p:spPr>
                <a:xfrm>
                  <a:off x="727217" y="1343896"/>
                  <a:ext cx="5025567" cy="707886"/>
                </a:xfrm>
                <a:prstGeom prst="rect">
                  <a:avLst/>
                </a:prstGeom>
                <a:blipFill>
                  <a:blip r:embed="rId5"/>
                  <a:stretch>
                    <a:fillRect t="-12069" r="-7002" b="-39655"/>
                  </a:stretch>
                </a:blipFill>
              </p:spPr>
              <p:txBody>
                <a:bodyPr/>
                <a:lstStyle/>
                <a:p>
                  <a:r>
                    <a:rPr lang="en-US">
                      <a:noFill/>
                    </a:rPr>
                    <a:t> </a:t>
                  </a:r>
                </a:p>
              </p:txBody>
            </p:sp>
          </mc:Fallback>
        </mc:AlternateContent>
        <p:sp>
          <p:nvSpPr>
            <p:cNvPr id="127" name="TextBox 126">
              <a:extLst>
                <a:ext uri="{FF2B5EF4-FFF2-40B4-BE49-F238E27FC236}">
                  <a16:creationId xmlns:a16="http://schemas.microsoft.com/office/drawing/2014/main" id="{FD0BA606-54CE-48E6-BE24-F5FCC0188D1E}"/>
                </a:ext>
              </a:extLst>
            </p:cNvPr>
            <p:cNvSpPr txBox="1"/>
            <p:nvPr/>
          </p:nvSpPr>
          <p:spPr>
            <a:xfrm>
              <a:off x="719230" y="2083916"/>
              <a:ext cx="9388190" cy="55399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Drop shapes (Includes single tile)</a:t>
              </a:r>
            </a:p>
          </p:txBody>
        </p:sp>
      </p:grpSp>
      <p:sp>
        <p:nvSpPr>
          <p:cNvPr id="10" name="Rectangle 9">
            <a:extLst>
              <a:ext uri="{FF2B5EF4-FFF2-40B4-BE49-F238E27FC236}">
                <a16:creationId xmlns:a16="http://schemas.microsoft.com/office/drawing/2014/main" id="{7CCCE18D-7389-424B-8AA2-B0902819132C}"/>
              </a:ext>
            </a:extLst>
          </p:cNvPr>
          <p:cNvSpPr/>
          <p:nvPr/>
        </p:nvSpPr>
        <p:spPr>
          <a:xfrm rot="5400000">
            <a:off x="7767229" y="152460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56CA844-9CAC-4942-962D-242BE9D2CD09}"/>
              </a:ext>
            </a:extLst>
          </p:cNvPr>
          <p:cNvSpPr/>
          <p:nvPr/>
        </p:nvSpPr>
        <p:spPr>
          <a:xfrm rot="5400000">
            <a:off x="8633693" y="286493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12AB386-42D0-4790-A76D-CBC4E2969BC0}"/>
              </a:ext>
            </a:extLst>
          </p:cNvPr>
          <p:cNvSpPr/>
          <p:nvPr/>
        </p:nvSpPr>
        <p:spPr>
          <a:xfrm rot="5400000">
            <a:off x="6964789" y="33444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8CBBB78-1EE2-4F24-BA85-50281D0CCCCC}"/>
              </a:ext>
            </a:extLst>
          </p:cNvPr>
          <p:cNvSpPr/>
          <p:nvPr/>
        </p:nvSpPr>
        <p:spPr>
          <a:xfrm rot="5400000">
            <a:off x="8633693" y="308762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FFF1A26-28B0-4E21-99D8-D27738EEE0AB}"/>
              </a:ext>
            </a:extLst>
          </p:cNvPr>
          <p:cNvSpPr/>
          <p:nvPr/>
        </p:nvSpPr>
        <p:spPr>
          <a:xfrm rot="5400000">
            <a:off x="6964191" y="35794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DA026B7-D125-4DC2-94AB-B7F09C19B936}"/>
              </a:ext>
            </a:extLst>
          </p:cNvPr>
          <p:cNvSpPr/>
          <p:nvPr/>
        </p:nvSpPr>
        <p:spPr>
          <a:xfrm rot="5400000">
            <a:off x="7213341" y="357990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3C5A56BC-153F-43FB-87E7-B77A28494042}"/>
              </a:ext>
            </a:extLst>
          </p:cNvPr>
          <p:cNvSpPr/>
          <p:nvPr/>
        </p:nvSpPr>
        <p:spPr>
          <a:xfrm rot="5400000">
            <a:off x="6964191" y="31092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25C85C-7A46-4D58-9722-5C92EDCFC51F}"/>
              </a:ext>
            </a:extLst>
          </p:cNvPr>
          <p:cNvSpPr/>
          <p:nvPr/>
        </p:nvSpPr>
        <p:spPr>
          <a:xfrm rot="5400000">
            <a:off x="8627571" y="263229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0D604D3-D886-4DE6-A901-5A6AAFD4C37F}"/>
              </a:ext>
            </a:extLst>
          </p:cNvPr>
          <p:cNvSpPr/>
          <p:nvPr/>
        </p:nvSpPr>
        <p:spPr>
          <a:xfrm rot="5400000">
            <a:off x="8399861" y="263415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E0AC97-2AB9-40F1-AA2E-53680EB3CC16}"/>
              </a:ext>
            </a:extLst>
          </p:cNvPr>
          <p:cNvSpPr/>
          <p:nvPr/>
        </p:nvSpPr>
        <p:spPr>
          <a:xfrm rot="5400000">
            <a:off x="7699576" y="35769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44E696C-0B6E-442D-90D9-6563D9FEB76D}"/>
              </a:ext>
            </a:extLst>
          </p:cNvPr>
          <p:cNvSpPr/>
          <p:nvPr/>
        </p:nvSpPr>
        <p:spPr>
          <a:xfrm rot="5400000">
            <a:off x="7451024" y="35794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F8CC8EA-F9B8-4FE0-A69E-4166BB35A727}"/>
              </a:ext>
            </a:extLst>
          </p:cNvPr>
          <p:cNvSpPr/>
          <p:nvPr/>
        </p:nvSpPr>
        <p:spPr>
          <a:xfrm rot="5400000">
            <a:off x="6962764" y="287003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31DCB55D-AE52-4A07-A51C-5C34F797D4D9}"/>
              </a:ext>
            </a:extLst>
          </p:cNvPr>
          <p:cNvSpPr/>
          <p:nvPr/>
        </p:nvSpPr>
        <p:spPr>
          <a:xfrm rot="5400000">
            <a:off x="6962359" y="263393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D110DF8-14F1-40A6-80C4-F5DBB3D205C4}"/>
              </a:ext>
            </a:extLst>
          </p:cNvPr>
          <p:cNvSpPr/>
          <p:nvPr/>
        </p:nvSpPr>
        <p:spPr>
          <a:xfrm rot="5400000">
            <a:off x="7453047" y="264124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828D38F-09D1-4BEA-BCFD-3408FBB6040A}"/>
              </a:ext>
            </a:extLst>
          </p:cNvPr>
          <p:cNvSpPr/>
          <p:nvPr/>
        </p:nvSpPr>
        <p:spPr>
          <a:xfrm rot="5400000">
            <a:off x="7691355" y="263901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B663958-40DF-4CC2-A618-77E0390B0E45}"/>
              </a:ext>
            </a:extLst>
          </p:cNvPr>
          <p:cNvSpPr/>
          <p:nvPr/>
        </p:nvSpPr>
        <p:spPr>
          <a:xfrm rot="5400000">
            <a:off x="7926454" y="264164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0832811-9B07-4647-B843-CF48FD2AFD1B}"/>
              </a:ext>
            </a:extLst>
          </p:cNvPr>
          <p:cNvSpPr/>
          <p:nvPr/>
        </p:nvSpPr>
        <p:spPr>
          <a:xfrm rot="5400000">
            <a:off x="8172151" y="263901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75235603-670E-478D-857E-1280CACFB0A7}"/>
              </a:ext>
            </a:extLst>
          </p:cNvPr>
          <p:cNvSpPr/>
          <p:nvPr/>
        </p:nvSpPr>
        <p:spPr>
          <a:xfrm rot="5400000">
            <a:off x="7216369" y="26341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BD0D4A2-3392-4AF2-90D4-1E7728621E7B}"/>
              </a:ext>
            </a:extLst>
          </p:cNvPr>
          <p:cNvSpPr/>
          <p:nvPr/>
        </p:nvSpPr>
        <p:spPr>
          <a:xfrm rot="5400000">
            <a:off x="7454532" y="56658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95D8267-D6DA-4B58-859E-6A9A7668566D}"/>
              </a:ext>
            </a:extLst>
          </p:cNvPr>
          <p:cNvSpPr/>
          <p:nvPr/>
        </p:nvSpPr>
        <p:spPr>
          <a:xfrm rot="5400000">
            <a:off x="6964789" y="542907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A132A569-29D6-42DC-A204-B81FB84E1706}"/>
              </a:ext>
            </a:extLst>
          </p:cNvPr>
          <p:cNvSpPr/>
          <p:nvPr/>
        </p:nvSpPr>
        <p:spPr>
          <a:xfrm rot="5400000">
            <a:off x="769463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48438D07-167F-4C36-B1C8-9F6E97F9D6BE}"/>
              </a:ext>
            </a:extLst>
          </p:cNvPr>
          <p:cNvSpPr/>
          <p:nvPr/>
        </p:nvSpPr>
        <p:spPr>
          <a:xfrm rot="5400000">
            <a:off x="6964191" y="56641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F546FF4-DFC4-4476-930A-873FF747C681}"/>
              </a:ext>
            </a:extLst>
          </p:cNvPr>
          <p:cNvSpPr/>
          <p:nvPr/>
        </p:nvSpPr>
        <p:spPr>
          <a:xfrm rot="5400000">
            <a:off x="721334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C5EE28D6-8BF0-4E03-BF19-BB5738107301}"/>
              </a:ext>
            </a:extLst>
          </p:cNvPr>
          <p:cNvSpPr/>
          <p:nvPr/>
        </p:nvSpPr>
        <p:spPr>
          <a:xfrm rot="5400000">
            <a:off x="6964191" y="519391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599B0D2-F674-468E-9BAC-9FF203F047B3}"/>
              </a:ext>
            </a:extLst>
          </p:cNvPr>
          <p:cNvSpPr/>
          <p:nvPr/>
        </p:nvSpPr>
        <p:spPr>
          <a:xfrm rot="5400000">
            <a:off x="7912313" y="4954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6FBEEF8D-AD77-448E-A9D2-91B6E61471D9}"/>
              </a:ext>
            </a:extLst>
          </p:cNvPr>
          <p:cNvSpPr/>
          <p:nvPr/>
        </p:nvSpPr>
        <p:spPr>
          <a:xfrm rot="5400000">
            <a:off x="7913288" y="471676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E8A0DE8-4A76-42FE-99B4-CD2E8EE248A9}"/>
              </a:ext>
            </a:extLst>
          </p:cNvPr>
          <p:cNvSpPr/>
          <p:nvPr/>
        </p:nvSpPr>
        <p:spPr>
          <a:xfrm rot="5400000">
            <a:off x="8169544"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11F42452-18D9-4E48-A2C1-4C57E06647D5}"/>
              </a:ext>
            </a:extLst>
          </p:cNvPr>
          <p:cNvSpPr/>
          <p:nvPr/>
        </p:nvSpPr>
        <p:spPr>
          <a:xfrm rot="5400000">
            <a:off x="7939483"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D3BF61B-EC01-468A-BDDA-61EF065916DD}"/>
              </a:ext>
            </a:extLst>
          </p:cNvPr>
          <p:cNvSpPr/>
          <p:nvPr/>
        </p:nvSpPr>
        <p:spPr>
          <a:xfrm rot="5400000">
            <a:off x="6962764"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DD789C94-37C6-44A6-8464-11EA1B25D506}"/>
              </a:ext>
            </a:extLst>
          </p:cNvPr>
          <p:cNvSpPr/>
          <p:nvPr/>
        </p:nvSpPr>
        <p:spPr>
          <a:xfrm rot="5400000">
            <a:off x="6962359" y="47185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329628B-6721-4BE1-A79D-43607B5AAB8D}"/>
              </a:ext>
            </a:extLst>
          </p:cNvPr>
          <p:cNvSpPr/>
          <p:nvPr/>
        </p:nvSpPr>
        <p:spPr>
          <a:xfrm rot="5400000">
            <a:off x="7199331" y="448852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2107CA3-FAB1-4B4B-9AA1-E3B3D7746115}"/>
              </a:ext>
            </a:extLst>
          </p:cNvPr>
          <p:cNvSpPr/>
          <p:nvPr/>
        </p:nvSpPr>
        <p:spPr>
          <a:xfrm rot="5400000">
            <a:off x="7437639"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33CD8BB7-5674-4CF9-A30C-FCF429ED2FE5}"/>
              </a:ext>
            </a:extLst>
          </p:cNvPr>
          <p:cNvSpPr/>
          <p:nvPr/>
        </p:nvSpPr>
        <p:spPr>
          <a:xfrm rot="5400000">
            <a:off x="7672738"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7A68A87-B9C8-47D6-81D6-F432CF8D7136}"/>
              </a:ext>
            </a:extLst>
          </p:cNvPr>
          <p:cNvSpPr/>
          <p:nvPr/>
        </p:nvSpPr>
        <p:spPr>
          <a:xfrm rot="5400000">
            <a:off x="7918435"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AECDCBB1-A15C-4174-91D5-3AB474CDC212}"/>
              </a:ext>
            </a:extLst>
          </p:cNvPr>
          <p:cNvSpPr/>
          <p:nvPr/>
        </p:nvSpPr>
        <p:spPr>
          <a:xfrm rot="5400000">
            <a:off x="6962653" y="448143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6FF722A0-2D91-4E6E-9EA1-6E658FDBCD07}"/>
              </a:ext>
            </a:extLst>
          </p:cNvPr>
          <p:cNvSpPr/>
          <p:nvPr/>
        </p:nvSpPr>
        <p:spPr>
          <a:xfrm rot="5400000">
            <a:off x="8872903" y="56746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A6665F2-E48E-4E6A-8CF5-4FBE7B83F0DD}"/>
              </a:ext>
            </a:extLst>
          </p:cNvPr>
          <p:cNvSpPr/>
          <p:nvPr/>
        </p:nvSpPr>
        <p:spPr>
          <a:xfrm rot="5400000">
            <a:off x="9352577" y="543564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4563BFA1-9E4B-445B-8430-0BC847285EC1}"/>
              </a:ext>
            </a:extLst>
          </p:cNvPr>
          <p:cNvSpPr/>
          <p:nvPr/>
        </p:nvSpPr>
        <p:spPr>
          <a:xfrm rot="5400000">
            <a:off x="911300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5390ECEC-3985-4F0E-A138-B6897B26FFEC}"/>
              </a:ext>
            </a:extLst>
          </p:cNvPr>
          <p:cNvSpPr/>
          <p:nvPr/>
        </p:nvSpPr>
        <p:spPr>
          <a:xfrm rot="5400000">
            <a:off x="8403259" y="566941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8794735-EADC-4E30-9F1F-39A5F95EA38B}"/>
              </a:ext>
            </a:extLst>
          </p:cNvPr>
          <p:cNvSpPr/>
          <p:nvPr/>
        </p:nvSpPr>
        <p:spPr>
          <a:xfrm rot="5400000">
            <a:off x="863171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F4EE7F1D-B436-4C7E-8718-9ED56CCA34A8}"/>
              </a:ext>
            </a:extLst>
          </p:cNvPr>
          <p:cNvSpPr/>
          <p:nvPr/>
        </p:nvSpPr>
        <p:spPr>
          <a:xfrm rot="5400000">
            <a:off x="9352577" y="519770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5776E43-2422-467A-854F-FD795173BB68}"/>
              </a:ext>
            </a:extLst>
          </p:cNvPr>
          <p:cNvSpPr/>
          <p:nvPr/>
        </p:nvSpPr>
        <p:spPr>
          <a:xfrm rot="5400000">
            <a:off x="9352577"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8C5F9344-9C39-4AFE-B222-FAFF80B7B4A6}"/>
              </a:ext>
            </a:extLst>
          </p:cNvPr>
          <p:cNvSpPr/>
          <p:nvPr/>
        </p:nvSpPr>
        <p:spPr>
          <a:xfrm rot="5400000">
            <a:off x="9353552" y="471717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2C0F0EC9-BC67-426A-B228-EE21805FB724}"/>
              </a:ext>
            </a:extLst>
          </p:cNvPr>
          <p:cNvSpPr/>
          <p:nvPr/>
        </p:nvSpPr>
        <p:spPr>
          <a:xfrm rot="5400000">
            <a:off x="9352765"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6C858A06-3750-4C9D-A0DE-3ED1910DFEC5}"/>
              </a:ext>
            </a:extLst>
          </p:cNvPr>
          <p:cNvSpPr/>
          <p:nvPr/>
        </p:nvSpPr>
        <p:spPr>
          <a:xfrm rot="5400000">
            <a:off x="8401832" y="495995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B9F1DDF5-6E7F-403E-99FF-1474E315EE88}"/>
              </a:ext>
            </a:extLst>
          </p:cNvPr>
          <p:cNvSpPr/>
          <p:nvPr/>
        </p:nvSpPr>
        <p:spPr>
          <a:xfrm rot="5400000">
            <a:off x="8401427" y="472385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6DF1E4E1-273F-4928-8058-ABB50909ADFB}"/>
              </a:ext>
            </a:extLst>
          </p:cNvPr>
          <p:cNvSpPr/>
          <p:nvPr/>
        </p:nvSpPr>
        <p:spPr>
          <a:xfrm rot="5400000">
            <a:off x="8639595"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4452DE53-42A2-4F51-95F8-B3989C7B617A}"/>
              </a:ext>
            </a:extLst>
          </p:cNvPr>
          <p:cNvSpPr/>
          <p:nvPr/>
        </p:nvSpPr>
        <p:spPr>
          <a:xfrm rot="5400000">
            <a:off x="8877903"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4697D84-8F12-4BA8-8C20-553B52094FAA}"/>
              </a:ext>
            </a:extLst>
          </p:cNvPr>
          <p:cNvSpPr/>
          <p:nvPr/>
        </p:nvSpPr>
        <p:spPr>
          <a:xfrm rot="5400000">
            <a:off x="9113002" y="44893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BF62536-6343-49EA-B87F-7BF419915EC0}"/>
              </a:ext>
            </a:extLst>
          </p:cNvPr>
          <p:cNvSpPr/>
          <p:nvPr/>
        </p:nvSpPr>
        <p:spPr>
          <a:xfrm rot="5400000">
            <a:off x="9358699"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E5EF2A9E-F950-4061-9B2C-A2101713F8F6}"/>
              </a:ext>
            </a:extLst>
          </p:cNvPr>
          <p:cNvSpPr/>
          <p:nvPr/>
        </p:nvSpPr>
        <p:spPr>
          <a:xfrm rot="5400000">
            <a:off x="8401721"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 name="Group 60">
            <a:extLst>
              <a:ext uri="{FF2B5EF4-FFF2-40B4-BE49-F238E27FC236}">
                <a16:creationId xmlns:a16="http://schemas.microsoft.com/office/drawing/2014/main" id="{8EA8F6FE-0EF1-4465-8EC2-EB67C82669EA}"/>
              </a:ext>
            </a:extLst>
          </p:cNvPr>
          <p:cNvGrpSpPr/>
          <p:nvPr/>
        </p:nvGrpSpPr>
        <p:grpSpPr>
          <a:xfrm>
            <a:off x="648219" y="4042069"/>
            <a:ext cx="5205961" cy="2217348"/>
            <a:chOff x="719230" y="1343896"/>
            <a:chExt cx="9388190" cy="2217348"/>
          </a:xfrm>
        </p:grpSpPr>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9D9D654-7308-41E8-9979-5EA9FEA28387}"/>
                    </a:ext>
                  </a:extLst>
                </p:cNvPr>
                <p:cNvSpPr txBox="1"/>
                <p:nvPr/>
              </p:nvSpPr>
              <p:spPr>
                <a:xfrm>
                  <a:off x="727217" y="1343896"/>
                  <a:ext cx="5046958" cy="707886"/>
                </a:xfrm>
                <a:prstGeom prst="rect">
                  <a:avLst/>
                </a:prstGeom>
                <a:noFill/>
              </p:spPr>
              <p:txBody>
                <a:bodyPr wrap="none" rtlCol="0">
                  <a:spAutoFit/>
                </a:bodyPr>
                <a:lstStyle/>
                <a:p>
                  <a14:m>
                    <m:oMath xmlns:m="http://schemas.openxmlformats.org/officeDocument/2006/math">
                      <m:sSub>
                        <m:sSubPr>
                          <m:ctrlPr>
                            <a:rPr lang="en-US" sz="4000" i="1" smtClean="0">
                              <a:solidFill>
                                <a:schemeClr val="bg1"/>
                              </a:solidFill>
                              <a:latin typeface="Cambria Math" panose="02040503050406030204" pitchFamily="18" charset="0"/>
                              <a:cs typeface="Dubai Light" panose="020B0303030403030204" pitchFamily="34" charset="-78"/>
                            </a:rPr>
                          </m:ctrlPr>
                        </m:sSubPr>
                        <m:e>
                          <m:r>
                            <a:rPr lang="en-US" sz="40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a:rPr lang="en-US" sz="4000" b="0"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2</m:t>
                          </m:r>
                        </m:sub>
                      </m:sSub>
                    </m:oMath>
                  </a14:m>
                  <a:r>
                    <a:rPr lang="en-US" sz="4000" dirty="0">
                      <a:solidFill>
                        <a:schemeClr val="bg1"/>
                      </a:solidFill>
                      <a:latin typeface="Dubai Light" panose="020B0303030403030204" pitchFamily="34" charset="-78"/>
                      <a:cs typeface="Dubai Light" panose="020B0303030403030204" pitchFamily="34" charset="-78"/>
                    </a:rPr>
                    <a:t>(Level-2):</a:t>
                  </a:r>
                </a:p>
              </p:txBody>
            </p:sp>
          </mc:Choice>
          <mc:Fallback xmlns="">
            <p:sp>
              <p:nvSpPr>
                <p:cNvPr id="62" name="TextBox 61">
                  <a:extLst>
                    <a:ext uri="{FF2B5EF4-FFF2-40B4-BE49-F238E27FC236}">
                      <a16:creationId xmlns:a16="http://schemas.microsoft.com/office/drawing/2014/main" id="{39D9D654-7308-41E8-9979-5EA9FEA28387}"/>
                    </a:ext>
                  </a:extLst>
                </p:cNvPr>
                <p:cNvSpPr txBox="1">
                  <a:spLocks noRot="1" noChangeAspect="1" noMove="1" noResize="1" noEditPoints="1" noAdjustHandles="1" noChangeArrowheads="1" noChangeShapeType="1" noTextEdit="1"/>
                </p:cNvSpPr>
                <p:nvPr/>
              </p:nvSpPr>
              <p:spPr>
                <a:xfrm>
                  <a:off x="727217" y="1343896"/>
                  <a:ext cx="5046958" cy="707886"/>
                </a:xfrm>
                <a:prstGeom prst="rect">
                  <a:avLst/>
                </a:prstGeom>
                <a:blipFill>
                  <a:blip r:embed="rId6"/>
                  <a:stretch>
                    <a:fillRect t="-12069" r="-6972" b="-39655"/>
                  </a:stretch>
                </a:blipFill>
              </p:spPr>
              <p:txBody>
                <a:bodyPr/>
                <a:lstStyle/>
                <a:p>
                  <a:r>
                    <a:rPr lang="en-US">
                      <a:noFill/>
                    </a:rPr>
                    <a:t> </a:t>
                  </a:r>
                </a:p>
              </p:txBody>
            </p:sp>
          </mc:Fallback>
        </mc:AlternateContent>
        <p:sp>
          <p:nvSpPr>
            <p:cNvPr id="63" name="TextBox 62">
              <a:extLst>
                <a:ext uri="{FF2B5EF4-FFF2-40B4-BE49-F238E27FC236}">
                  <a16:creationId xmlns:a16="http://schemas.microsoft.com/office/drawing/2014/main" id="{FD883AF9-9E3D-45E9-9661-9E5C4FC72954}"/>
                </a:ext>
              </a:extLst>
            </p:cNvPr>
            <p:cNvSpPr txBox="1"/>
            <p:nvPr/>
          </p:nvSpPr>
          <p:spPr>
            <a:xfrm>
              <a:off x="719230" y="2083916"/>
              <a:ext cx="9388190"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Shapes that can be built by dropping level-1s onto each other </a:t>
              </a:r>
            </a:p>
          </p:txBody>
        </p:sp>
      </p:grpSp>
    </p:spTree>
    <p:extLst>
      <p:ext uri="{BB962C8B-B14F-4D97-AF65-F5344CB8AC3E}">
        <p14:creationId xmlns:p14="http://schemas.microsoft.com/office/powerpoint/2010/main" val="148621903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Drop Shape Hierarchy </a:t>
                </a:r>
                <a14:m>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oMath>
                </a14:m>
                <a:endParaRPr lang="en-US" sz="4000" dirty="0">
                  <a:solidFill>
                    <a:schemeClr val="bg1"/>
                  </a:solidFill>
                  <a:latin typeface="Dubai Light" panose="020B0303030403030204" pitchFamily="34" charset="-78"/>
                  <a:cs typeface="Dubai Light" panose="020B0303030403030204" pitchFamily="34" charset="-78"/>
                </a:endParaRPr>
              </a:p>
            </p:txBody>
          </p:sp>
        </mc:Choice>
        <mc:Fallback xmlns="">
          <p:sp>
            <p:nvSpPr>
              <p:cNvPr id="5" name="TextBox 4">
                <a:extLst>
                  <a:ext uri="{FF2B5EF4-FFF2-40B4-BE49-F238E27FC236}">
                    <a16:creationId xmlns:a16="http://schemas.microsoft.com/office/drawing/2014/main" id="{BEE75F77-935F-4E38-AB50-2D475210C707}"/>
                  </a:ext>
                </a:extLst>
              </p:cNvPr>
              <p:cNvSpPr txBox="1">
                <a:spLocks noRot="1" noChangeAspect="1" noMove="1" noResize="1" noEditPoints="1" noAdjustHandles="1" noChangeArrowheads="1" noChangeShapeType="1" noTextEdit="1"/>
              </p:cNvSpPr>
              <p:nvPr/>
            </p:nvSpPr>
            <p:spPr>
              <a:xfrm>
                <a:off x="0" y="190124"/>
                <a:ext cx="12192000" cy="707886"/>
              </a:xfrm>
              <a:prstGeom prst="rect">
                <a:avLst/>
              </a:prstGeom>
              <a:blipFill>
                <a:blip r:embed="rId3"/>
                <a:stretch>
                  <a:fillRect t="-12069" b="-39655"/>
                </a:stretch>
              </a:blipFill>
            </p:spPr>
            <p:txBody>
              <a:bodyPr/>
              <a:lstStyle/>
              <a:p>
                <a:r>
                  <a:rPr lang="en-US">
                    <a:noFill/>
                  </a:rPr>
                  <a:t> </a:t>
                </a:r>
              </a:p>
            </p:txBody>
          </p:sp>
        </mc:Fallback>
      </mc:AlternateContent>
      <p:grpSp>
        <p:nvGrpSpPr>
          <p:cNvPr id="112" name="Group 111">
            <a:extLst>
              <a:ext uri="{FF2B5EF4-FFF2-40B4-BE49-F238E27FC236}">
                <a16:creationId xmlns:a16="http://schemas.microsoft.com/office/drawing/2014/main" id="{7DF116D6-B9B4-4253-90E8-AF553EB35F94}"/>
              </a:ext>
            </a:extLst>
          </p:cNvPr>
          <p:cNvGrpSpPr/>
          <p:nvPr/>
        </p:nvGrpSpPr>
        <p:grpSpPr>
          <a:xfrm>
            <a:off x="648219" y="974133"/>
            <a:ext cx="8963141" cy="3683326"/>
            <a:chOff x="719230" y="1343896"/>
            <a:chExt cx="9388190" cy="3683326"/>
          </a:xfrm>
        </p:grpSpPr>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4ABD93AE-9B70-4D46-9D96-AD595F7E66DE}"/>
                    </a:ext>
                  </a:extLst>
                </p:cNvPr>
                <p:cNvSpPr txBox="1"/>
                <p:nvPr/>
              </p:nvSpPr>
              <p:spPr>
                <a:xfrm>
                  <a:off x="727217" y="1343896"/>
                  <a:ext cx="5318693" cy="707886"/>
                </a:xfrm>
                <a:prstGeom prst="rect">
                  <a:avLst/>
                </a:prstGeom>
                <a:noFill/>
              </p:spPr>
              <p:txBody>
                <a:bodyPr wrap="none" rtlCol="0">
                  <a:spAutoFit/>
                </a:bodyPr>
                <a:lstStyle/>
                <a:p>
                  <a14:m>
                    <m:oMath xmlns:m="http://schemas.openxmlformats.org/officeDocument/2006/math">
                      <m:sSub>
                        <m:sSubPr>
                          <m:ctrlPr>
                            <a:rPr lang="en-US" sz="4000" i="1" smtClean="0">
                              <a:solidFill>
                                <a:schemeClr val="bg1"/>
                              </a:solidFill>
                              <a:latin typeface="Cambria Math" panose="02040503050406030204" pitchFamily="18" charset="0"/>
                              <a:cs typeface="Dubai Light" panose="020B0303030403030204" pitchFamily="34" charset="-78"/>
                            </a:rPr>
                          </m:ctrlPr>
                        </m:sSubPr>
                        <m:e>
                          <m:r>
                            <a:rPr lang="en-US" sz="4000"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m:rPr>
                              <m:sty m:val="p"/>
                            </m:rPr>
                            <a:rPr lang="en-US" sz="4000" b="0" i="0" smtClean="0">
                              <a:solidFill>
                                <a:schemeClr val="bg1"/>
                              </a:solidFill>
                              <a:latin typeface="Cambria Math" panose="02040503050406030204" pitchFamily="18" charset="0"/>
                              <a:cs typeface="Dubai Light" panose="020B0303030403030204" pitchFamily="34" charset="-78"/>
                            </a:rPr>
                            <m:t>H</m:t>
                          </m:r>
                        </m:sub>
                      </m:sSub>
                    </m:oMath>
                  </a14:m>
                  <a:r>
                    <a:rPr lang="en-US" sz="4000" dirty="0">
                      <a:solidFill>
                        <a:schemeClr val="bg1"/>
                      </a:solidFill>
                      <a:latin typeface="Dubai Light" panose="020B0303030403030204" pitchFamily="34" charset="-78"/>
                      <a:cs typeface="Dubai Light" panose="020B0303030403030204" pitchFamily="34" charset="-78"/>
                    </a:rPr>
                    <a:t>(Level-H):</a:t>
                  </a:r>
                </a:p>
              </p:txBody>
            </p:sp>
          </mc:Choice>
          <mc:Fallback xmlns="">
            <p:sp>
              <p:nvSpPr>
                <p:cNvPr id="113" name="TextBox 112">
                  <a:extLst>
                    <a:ext uri="{FF2B5EF4-FFF2-40B4-BE49-F238E27FC236}">
                      <a16:creationId xmlns:a16="http://schemas.microsoft.com/office/drawing/2014/main" id="{4ABD93AE-9B70-4D46-9D96-AD595F7E66DE}"/>
                    </a:ext>
                  </a:extLst>
                </p:cNvPr>
                <p:cNvSpPr txBox="1">
                  <a:spLocks noRot="1" noChangeAspect="1" noMove="1" noResize="1" noEditPoints="1" noAdjustHandles="1" noChangeArrowheads="1" noChangeShapeType="1" noTextEdit="1"/>
                </p:cNvSpPr>
                <p:nvPr/>
              </p:nvSpPr>
              <p:spPr>
                <a:xfrm>
                  <a:off x="727217" y="1343896"/>
                  <a:ext cx="5318693" cy="707886"/>
                </a:xfrm>
                <a:prstGeom prst="rect">
                  <a:avLst/>
                </a:prstGeom>
                <a:blipFill>
                  <a:blip r:embed="rId4"/>
                  <a:stretch>
                    <a:fillRect t="-12069" b="-39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D4DF08F1-3E44-4DE2-BE71-43265B9696EA}"/>
                    </a:ext>
                  </a:extLst>
                </p:cNvPr>
                <p:cNvSpPr txBox="1"/>
                <p:nvPr/>
              </p:nvSpPr>
              <p:spPr>
                <a:xfrm>
                  <a:off x="719230" y="2083916"/>
                  <a:ext cx="9388190" cy="2943306"/>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The union of</a:t>
                  </a:r>
                </a:p>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 </a:t>
                  </a:r>
                  <a14:m>
                    <m:oMath xmlns:m="http://schemas.openxmlformats.org/officeDocument/2006/math">
                      <m:sSub>
                        <m:sSubPr>
                          <m:ctrlPr>
                            <a:rPr lang="en-US" sz="3200" i="1" smtClean="0">
                              <a:solidFill>
                                <a:schemeClr val="bg1"/>
                              </a:solidFill>
                              <a:latin typeface="Cambria Math" panose="02040503050406030204" pitchFamily="18" charset="0"/>
                              <a:cs typeface="Dubai Light" panose="020B0303030403030204" pitchFamily="34" charset="-78"/>
                            </a:rPr>
                          </m:ctrlPr>
                        </m:sSubPr>
                        <m:e>
                          <m:r>
                            <a:rPr lang="en-US" sz="32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m:rPr>
                              <m:sty m:val="p"/>
                            </m:rPr>
                            <a:rPr lang="en-US" sz="3200">
                              <a:solidFill>
                                <a:schemeClr val="bg1"/>
                              </a:solidFill>
                              <a:latin typeface="Cambria Math" panose="02040503050406030204" pitchFamily="18" charset="0"/>
                              <a:cs typeface="Dubai Light" panose="020B0303030403030204" pitchFamily="34" charset="-78"/>
                            </a:rPr>
                            <m:t>H</m:t>
                          </m:r>
                          <m:r>
                            <a:rPr lang="en-US" sz="3200" b="0" i="0" smtClean="0">
                              <a:solidFill>
                                <a:schemeClr val="bg1"/>
                              </a:solidFill>
                              <a:latin typeface="Cambria Math" panose="02040503050406030204" pitchFamily="18" charset="0"/>
                              <a:cs typeface="Dubai Light" panose="020B0303030403030204" pitchFamily="34" charset="-78"/>
                            </a:rPr>
                            <m:t> −1</m:t>
                          </m:r>
                        </m:sub>
                      </m:sSub>
                    </m:oMath>
                  </a14:m>
                  <a:endParaRPr lang="en-US" sz="3000" dirty="0">
                    <a:solidFill>
                      <a:schemeClr val="bg1"/>
                    </a:solidFill>
                    <a:latin typeface="Dubai Light" panose="020B0303030403030204" pitchFamily="34" charset="-78"/>
                    <a:cs typeface="Dubai Light" panose="020B0303030403030204" pitchFamily="34" charset="-78"/>
                  </a:endParaRPr>
                </a:p>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Shapes that can build by dropping a shape in </a:t>
                  </a:r>
                  <a14:m>
                    <m:oMath xmlns:m="http://schemas.openxmlformats.org/officeDocument/2006/math">
                      <m:sSub>
                        <m:sSubPr>
                          <m:ctrlPr>
                            <a:rPr lang="en-US" sz="3200" i="1">
                              <a:solidFill>
                                <a:schemeClr val="bg1"/>
                              </a:solidFill>
                              <a:latin typeface="Cambria Math" panose="02040503050406030204" pitchFamily="18" charset="0"/>
                              <a:cs typeface="Dubai Light" panose="020B0303030403030204" pitchFamily="34" charset="-78"/>
                            </a:rPr>
                          </m:ctrlPr>
                        </m:sSubPr>
                        <m:e>
                          <m:r>
                            <a:rPr lang="en-US" sz="32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m:rPr>
                              <m:sty m:val="p"/>
                            </m:rPr>
                            <a:rPr lang="en-US" sz="3200">
                              <a:solidFill>
                                <a:schemeClr val="bg1"/>
                              </a:solidFill>
                              <a:latin typeface="Cambria Math" panose="02040503050406030204" pitchFamily="18" charset="0"/>
                              <a:cs typeface="Dubai Light" panose="020B0303030403030204" pitchFamily="34" charset="-78"/>
                            </a:rPr>
                            <m:t>H</m:t>
                          </m:r>
                          <m:r>
                            <a:rPr lang="en-US" sz="3200" b="0" i="0" smtClean="0">
                              <a:solidFill>
                                <a:schemeClr val="bg1"/>
                              </a:solidFill>
                              <a:latin typeface="Cambria Math" panose="02040503050406030204" pitchFamily="18" charset="0"/>
                              <a:cs typeface="Dubai Light" panose="020B0303030403030204" pitchFamily="34" charset="-78"/>
                            </a:rPr>
                            <m:t>−1</m:t>
                          </m:r>
                        </m:sub>
                      </m:sSub>
                    </m:oMath>
                  </a14:m>
                  <a:r>
                    <a:rPr lang="en-US" sz="3000" dirty="0">
                      <a:solidFill>
                        <a:schemeClr val="bg1"/>
                      </a:solidFill>
                      <a:latin typeface="Dubai Light" panose="020B0303030403030204" pitchFamily="34" charset="-78"/>
                      <a:cs typeface="Dubai Light" panose="020B0303030403030204" pitchFamily="34" charset="-78"/>
                    </a:rPr>
                    <a:t> onto a shape in </a:t>
                  </a:r>
                  <a14:m>
                    <m:oMath xmlns:m="http://schemas.openxmlformats.org/officeDocument/2006/math">
                      <m:sSub>
                        <m:sSubPr>
                          <m:ctrlPr>
                            <a:rPr lang="en-US" sz="3200" i="1">
                              <a:solidFill>
                                <a:schemeClr val="bg1"/>
                              </a:solidFill>
                              <a:latin typeface="Cambria Math" panose="02040503050406030204" pitchFamily="18" charset="0"/>
                              <a:cs typeface="Dubai Light" panose="020B0303030403030204" pitchFamily="34" charset="-78"/>
                            </a:rPr>
                          </m:ctrlPr>
                        </m:sSubPr>
                        <m:e>
                          <m:r>
                            <a:rPr lang="en-US" sz="32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m:rPr>
                              <m:sty m:val="p"/>
                            </m:rPr>
                            <a:rPr lang="en-US" sz="3200">
                              <a:solidFill>
                                <a:schemeClr val="bg1"/>
                              </a:solidFill>
                              <a:latin typeface="Cambria Math" panose="02040503050406030204" pitchFamily="18" charset="0"/>
                              <a:cs typeface="Dubai Light" panose="020B0303030403030204" pitchFamily="34" charset="-78"/>
                            </a:rPr>
                            <m:t>H</m:t>
                          </m:r>
                        </m:sub>
                      </m:sSub>
                    </m:oMath>
                  </a14:m>
                  <a:endParaRPr lang="en-US" sz="3000" dirty="0">
                    <a:solidFill>
                      <a:schemeClr val="bg1"/>
                    </a:solidFill>
                    <a:latin typeface="Dubai Light" panose="020B0303030403030204" pitchFamily="34" charset="-78"/>
                    <a:cs typeface="Dubai Light" panose="020B0303030403030204" pitchFamily="34" charset="-78"/>
                  </a:endParaRPr>
                </a:p>
                <a:p>
                  <a:endParaRPr lang="en-US" sz="3000" dirty="0">
                    <a:solidFill>
                      <a:schemeClr val="bg1"/>
                    </a:solidFill>
                    <a:latin typeface="Dubai Light" panose="020B0303030403030204" pitchFamily="34" charset="-78"/>
                    <a:cs typeface="Dubai Light" panose="020B0303030403030204" pitchFamily="34" charset="-78"/>
                  </a:endParaRPr>
                </a:p>
              </p:txBody>
            </p:sp>
          </mc:Choice>
          <mc:Fallback xmlns="">
            <p:sp>
              <p:nvSpPr>
                <p:cNvPr id="114" name="TextBox 113">
                  <a:extLst>
                    <a:ext uri="{FF2B5EF4-FFF2-40B4-BE49-F238E27FC236}">
                      <a16:creationId xmlns:a16="http://schemas.microsoft.com/office/drawing/2014/main" id="{D4DF08F1-3E44-4DE2-BE71-43265B9696EA}"/>
                    </a:ext>
                  </a:extLst>
                </p:cNvPr>
                <p:cNvSpPr txBox="1">
                  <a:spLocks noRot="1" noChangeAspect="1" noMove="1" noResize="1" noEditPoints="1" noAdjustHandles="1" noChangeArrowheads="1" noChangeShapeType="1" noTextEdit="1"/>
                </p:cNvSpPr>
                <p:nvPr/>
              </p:nvSpPr>
              <p:spPr>
                <a:xfrm>
                  <a:off x="719230" y="2083916"/>
                  <a:ext cx="9388190" cy="2943306"/>
                </a:xfrm>
                <a:prstGeom prst="rect">
                  <a:avLst/>
                </a:prstGeom>
                <a:blipFill>
                  <a:blip r:embed="rId5"/>
                  <a:stretch>
                    <a:fillRect l="-1564" t="-2692"/>
                  </a:stretch>
                </a:blipFill>
              </p:spPr>
              <p:txBody>
                <a:bodyPr/>
                <a:lstStyle/>
                <a:p>
                  <a:r>
                    <a:rPr lang="en-US">
                      <a:noFill/>
                    </a:rPr>
                    <a:t> </a:t>
                  </a:r>
                </a:p>
              </p:txBody>
            </p:sp>
          </mc:Fallback>
        </mc:AlternateContent>
      </p:grpSp>
      <p:grpSp>
        <p:nvGrpSpPr>
          <p:cNvPr id="117" name="Group 116">
            <a:extLst>
              <a:ext uri="{FF2B5EF4-FFF2-40B4-BE49-F238E27FC236}">
                <a16:creationId xmlns:a16="http://schemas.microsoft.com/office/drawing/2014/main" id="{5C452FC8-C698-4F0D-AC37-7E96E525F07D}"/>
              </a:ext>
            </a:extLst>
          </p:cNvPr>
          <p:cNvGrpSpPr/>
          <p:nvPr/>
        </p:nvGrpSpPr>
        <p:grpSpPr>
          <a:xfrm>
            <a:off x="648219" y="4042584"/>
            <a:ext cx="5205961" cy="1775112"/>
            <a:chOff x="719230" y="1343896"/>
            <a:chExt cx="9388190" cy="1775112"/>
          </a:xfrm>
        </p:grpSpPr>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0E6FC36E-7EA3-412B-8F51-056B6956D614}"/>
                    </a:ext>
                  </a:extLst>
                </p:cNvPr>
                <p:cNvSpPr txBox="1"/>
                <p:nvPr/>
              </p:nvSpPr>
              <p:spPr>
                <a:xfrm>
                  <a:off x="727217" y="1343896"/>
                  <a:ext cx="7896113" cy="730521"/>
                </a:xfrm>
                <a:prstGeom prst="rect">
                  <a:avLst/>
                </a:prstGeom>
                <a:noFill/>
              </p:spPr>
              <p:txBody>
                <a:bodyPr wrap="none" rtlCol="0">
                  <a:spAutoFit/>
                </a:bodyPr>
                <a:lstStyle/>
                <a:p>
                  <a14:m>
                    <m:oMath xmlns:m="http://schemas.openxmlformats.org/officeDocument/2006/math">
                      <m:sSub>
                        <m:sSubPr>
                          <m:ctrlPr>
                            <a:rPr lang="en-US" sz="4000" i="1" smtClean="0">
                              <a:solidFill>
                                <a:schemeClr val="bg1"/>
                              </a:solidFill>
                              <a:latin typeface="Cambria Math" panose="02040503050406030204" pitchFamily="18" charset="0"/>
                              <a:cs typeface="Dubai Light" panose="020B0303030403030204" pitchFamily="34" charset="-78"/>
                            </a:rPr>
                          </m:ctrlPr>
                        </m:sSubPr>
                        <m:e>
                          <m:acc>
                            <m:accPr>
                              <m:chr m:val="̂"/>
                              <m:ctrlPr>
                                <a:rPr lang="en-US" sz="4000" i="1" smtClean="0">
                                  <a:solidFill>
                                    <a:schemeClr val="bg1"/>
                                  </a:solidFill>
                                  <a:latin typeface="Cambria Math" panose="02040503050406030204" pitchFamily="18" charset="0"/>
                                  <a:cs typeface="Dubai Light" panose="020B0303030403030204" pitchFamily="34" charset="-78"/>
                                </a:rPr>
                              </m:ctrlPr>
                            </m:accPr>
                            <m:e>
                              <m:r>
                                <a:rPr lang="en-US" sz="400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acc>
                        </m:e>
                        <m:sub>
                          <m:r>
                            <m:rPr>
                              <m:sty m:val="p"/>
                            </m:rPr>
                            <a:rPr lang="en-US" sz="4000" b="0" i="0" smtClean="0">
                              <a:solidFill>
                                <a:schemeClr val="bg1"/>
                              </a:solidFill>
                              <a:latin typeface="Cambria Math" panose="02040503050406030204" pitchFamily="18" charset="0"/>
                              <a:cs typeface="Dubai Light" panose="020B0303030403030204" pitchFamily="34" charset="-78"/>
                            </a:rPr>
                            <m:t>H</m:t>
                          </m:r>
                        </m:sub>
                      </m:sSub>
                      <m:r>
                        <a:rPr lang="en-US" sz="4000" i="1" smtClean="0">
                          <a:solidFill>
                            <a:schemeClr val="bg1"/>
                          </a:solidFill>
                          <a:latin typeface="Cambria Math" panose="02040503050406030204" pitchFamily="18" charset="0"/>
                          <a:cs typeface="Dubai Light" panose="020B0303030403030204" pitchFamily="34" charset="-78"/>
                        </a:rPr>
                        <m:t> </m:t>
                      </m:r>
                    </m:oMath>
                  </a14:m>
                  <a:r>
                    <a:rPr lang="en-US" sz="4000" dirty="0">
                      <a:solidFill>
                        <a:schemeClr val="bg1"/>
                      </a:solidFill>
                      <a:latin typeface="Dubai Light" panose="020B0303030403030204" pitchFamily="34" charset="-78"/>
                      <a:cs typeface="Dubai Light" panose="020B0303030403030204" pitchFamily="34" charset="-78"/>
                    </a:rPr>
                    <a:t>(Strict Level-H):</a:t>
                  </a:r>
                </a:p>
              </p:txBody>
            </p:sp>
          </mc:Choice>
          <mc:Fallback xmlns="">
            <p:sp>
              <p:nvSpPr>
                <p:cNvPr id="126" name="TextBox 125">
                  <a:extLst>
                    <a:ext uri="{FF2B5EF4-FFF2-40B4-BE49-F238E27FC236}">
                      <a16:creationId xmlns:a16="http://schemas.microsoft.com/office/drawing/2014/main" id="{0E6FC36E-7EA3-412B-8F51-056B6956D614}"/>
                    </a:ext>
                  </a:extLst>
                </p:cNvPr>
                <p:cNvSpPr txBox="1">
                  <a:spLocks noRot="1" noChangeAspect="1" noMove="1" noResize="1" noEditPoints="1" noAdjustHandles="1" noChangeArrowheads="1" noChangeShapeType="1" noTextEdit="1"/>
                </p:cNvSpPr>
                <p:nvPr/>
              </p:nvSpPr>
              <p:spPr>
                <a:xfrm>
                  <a:off x="727217" y="1343896"/>
                  <a:ext cx="7896113" cy="730521"/>
                </a:xfrm>
                <a:prstGeom prst="rect">
                  <a:avLst/>
                </a:prstGeom>
                <a:blipFill>
                  <a:blip r:embed="rId6"/>
                  <a:stretch>
                    <a:fillRect t="-8333" r="-2646" b="-3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FD0BA606-54CE-48E6-BE24-F5FCC0188D1E}"/>
                    </a:ext>
                  </a:extLst>
                </p:cNvPr>
                <p:cNvSpPr txBox="1"/>
                <p:nvPr/>
              </p:nvSpPr>
              <p:spPr>
                <a:xfrm>
                  <a:off x="719230" y="2083916"/>
                  <a:ext cx="9388190" cy="1035092"/>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 shape that is in </a:t>
                  </a:r>
                  <a14:m>
                    <m:oMath xmlns:m="http://schemas.openxmlformats.org/officeDocument/2006/math">
                      <m:sSub>
                        <m:sSubPr>
                          <m:ctrlPr>
                            <a:rPr lang="en-US" sz="2800" i="1">
                              <a:solidFill>
                                <a:schemeClr val="bg1"/>
                              </a:solidFill>
                              <a:latin typeface="Cambria Math" panose="02040503050406030204" pitchFamily="18" charset="0"/>
                              <a:cs typeface="Dubai Light" panose="020B0303030403030204" pitchFamily="34" charset="-78"/>
                            </a:rPr>
                          </m:ctrlPr>
                        </m:sSubPr>
                        <m:e>
                          <m:r>
                            <a:rPr lang="en-US" sz="28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m:rPr>
                              <m:sty m:val="p"/>
                            </m:rPr>
                            <a:rPr lang="en-US" sz="2800">
                              <a:solidFill>
                                <a:schemeClr val="bg1"/>
                              </a:solidFill>
                              <a:latin typeface="Cambria Math" panose="02040503050406030204" pitchFamily="18" charset="0"/>
                              <a:cs typeface="Dubai Light" panose="020B0303030403030204" pitchFamily="34" charset="-78"/>
                            </a:rPr>
                            <m:t>H</m:t>
                          </m:r>
                        </m:sub>
                      </m:sSub>
                    </m:oMath>
                  </a14:m>
                  <a:r>
                    <a:rPr lang="en-US" sz="3000" dirty="0">
                      <a:solidFill>
                        <a:schemeClr val="bg1"/>
                      </a:solidFill>
                      <a:latin typeface="Dubai Light" panose="020B0303030403030204" pitchFamily="34" charset="-78"/>
                      <a:cs typeface="Dubai Light" panose="020B0303030403030204" pitchFamily="34" charset="-78"/>
                    </a:rPr>
                    <a:t> but not in </a:t>
                  </a:r>
                  <a14:m>
                    <m:oMath xmlns:m="http://schemas.openxmlformats.org/officeDocument/2006/math">
                      <m:sSub>
                        <m:sSubPr>
                          <m:ctrlPr>
                            <a:rPr lang="en-US" sz="2800" i="1">
                              <a:solidFill>
                                <a:schemeClr val="bg1"/>
                              </a:solidFill>
                              <a:latin typeface="Cambria Math" panose="02040503050406030204" pitchFamily="18" charset="0"/>
                              <a:cs typeface="Dubai Light" panose="020B0303030403030204" pitchFamily="34" charset="-78"/>
                            </a:rPr>
                          </m:ctrlPr>
                        </m:sSubPr>
                        <m:e>
                          <m:r>
                            <a:rPr lang="en-US" sz="28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m:rPr>
                              <m:sty m:val="p"/>
                            </m:rPr>
                            <a:rPr lang="en-US" sz="2800">
                              <a:solidFill>
                                <a:schemeClr val="bg1"/>
                              </a:solidFill>
                              <a:latin typeface="Cambria Math" panose="02040503050406030204" pitchFamily="18" charset="0"/>
                              <a:cs typeface="Dubai Light" panose="020B0303030403030204" pitchFamily="34" charset="-78"/>
                            </a:rPr>
                            <m:t>H</m:t>
                          </m:r>
                          <m:r>
                            <a:rPr lang="en-US" sz="2800">
                              <a:solidFill>
                                <a:schemeClr val="bg1"/>
                              </a:solidFill>
                              <a:latin typeface="Cambria Math" panose="02040503050406030204" pitchFamily="18" charset="0"/>
                              <a:cs typeface="Dubai Light" panose="020B0303030403030204" pitchFamily="34" charset="-78"/>
                            </a:rPr>
                            <m:t> −1</m:t>
                          </m:r>
                        </m:sub>
                      </m:sSub>
                    </m:oMath>
                  </a14:m>
                  <a:r>
                    <a:rPr lang="en-US" sz="3000" dirty="0">
                      <a:solidFill>
                        <a:schemeClr val="bg1"/>
                      </a:solidFill>
                      <a:latin typeface="Dubai Light" panose="020B0303030403030204" pitchFamily="34" charset="-78"/>
                      <a:cs typeface="Dubai Light" panose="020B0303030403030204" pitchFamily="34" charset="-78"/>
                    </a:rPr>
                    <a:t> </a:t>
                  </a:r>
                </a:p>
              </p:txBody>
            </p:sp>
          </mc:Choice>
          <mc:Fallback xmlns="">
            <p:sp>
              <p:nvSpPr>
                <p:cNvPr id="127" name="TextBox 126">
                  <a:extLst>
                    <a:ext uri="{FF2B5EF4-FFF2-40B4-BE49-F238E27FC236}">
                      <a16:creationId xmlns:a16="http://schemas.microsoft.com/office/drawing/2014/main" id="{FD0BA606-54CE-48E6-BE24-F5FCC0188D1E}"/>
                    </a:ext>
                  </a:extLst>
                </p:cNvPr>
                <p:cNvSpPr txBox="1">
                  <a:spLocks noRot="1" noChangeAspect="1" noMove="1" noResize="1" noEditPoints="1" noAdjustHandles="1" noChangeArrowheads="1" noChangeShapeType="1" noTextEdit="1"/>
                </p:cNvSpPr>
                <p:nvPr/>
              </p:nvSpPr>
              <p:spPr>
                <a:xfrm>
                  <a:off x="719230" y="2083916"/>
                  <a:ext cx="9388190" cy="1035092"/>
                </a:xfrm>
                <a:prstGeom prst="rect">
                  <a:avLst/>
                </a:prstGeom>
                <a:blipFill>
                  <a:blip r:embed="rId7"/>
                  <a:stretch>
                    <a:fillRect l="-2693" t="-6509" r="-937"/>
                  </a:stretch>
                </a:blipFill>
              </p:spPr>
              <p:txBody>
                <a:bodyPr/>
                <a:lstStyle/>
                <a:p>
                  <a:r>
                    <a:rPr lang="en-US">
                      <a:noFill/>
                    </a:rPr>
                    <a:t> </a:t>
                  </a:r>
                </a:p>
              </p:txBody>
            </p:sp>
          </mc:Fallback>
        </mc:AlternateContent>
      </p:grpSp>
    </p:spTree>
    <p:extLst>
      <p:ext uri="{BB962C8B-B14F-4D97-AF65-F5344CB8AC3E}">
        <p14:creationId xmlns:p14="http://schemas.microsoft.com/office/powerpoint/2010/main" val="119095843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Drop Shape Hierarchy </a:t>
                </a:r>
                <a14:m>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oMath>
                </a14:m>
                <a:endParaRPr lang="en-US" sz="4000" dirty="0">
                  <a:solidFill>
                    <a:schemeClr val="bg1"/>
                  </a:solidFill>
                  <a:latin typeface="Dubai Light" panose="020B0303030403030204" pitchFamily="34" charset="-78"/>
                  <a:cs typeface="Dubai Light" panose="020B0303030403030204" pitchFamily="34" charset="-78"/>
                </a:endParaRPr>
              </a:p>
            </p:txBody>
          </p:sp>
        </mc:Choice>
        <mc:Fallback xmlns="">
          <p:sp>
            <p:nvSpPr>
              <p:cNvPr id="5" name="TextBox 4">
                <a:extLst>
                  <a:ext uri="{FF2B5EF4-FFF2-40B4-BE49-F238E27FC236}">
                    <a16:creationId xmlns:a16="http://schemas.microsoft.com/office/drawing/2014/main" id="{BEE75F77-935F-4E38-AB50-2D475210C707}"/>
                  </a:ext>
                </a:extLst>
              </p:cNvPr>
              <p:cNvSpPr txBox="1">
                <a:spLocks noRot="1" noChangeAspect="1" noMove="1" noResize="1" noEditPoints="1" noAdjustHandles="1" noChangeArrowheads="1" noChangeShapeType="1" noTextEdit="1"/>
              </p:cNvSpPr>
              <p:nvPr/>
            </p:nvSpPr>
            <p:spPr>
              <a:xfrm>
                <a:off x="0" y="190124"/>
                <a:ext cx="12192000" cy="707886"/>
              </a:xfrm>
              <a:prstGeom prst="rect">
                <a:avLst/>
              </a:prstGeom>
              <a:blipFill>
                <a:blip r:embed="rId3"/>
                <a:stretch>
                  <a:fillRect t="-12069" b="-39655"/>
                </a:stretch>
              </a:blipFill>
            </p:spPr>
            <p:txBody>
              <a:bodyPr/>
              <a:lstStyle/>
              <a:p>
                <a:r>
                  <a:rPr lang="en-US">
                    <a:noFill/>
                  </a:rPr>
                  <a:t> </a:t>
                </a:r>
              </a:p>
            </p:txBody>
          </p:sp>
        </mc:Fallback>
      </mc:AlternateContent>
      <p:grpSp>
        <p:nvGrpSpPr>
          <p:cNvPr id="112" name="Group 111">
            <a:extLst>
              <a:ext uri="{FF2B5EF4-FFF2-40B4-BE49-F238E27FC236}">
                <a16:creationId xmlns:a16="http://schemas.microsoft.com/office/drawing/2014/main" id="{7DF116D6-B9B4-4253-90E8-AF553EB35F94}"/>
              </a:ext>
            </a:extLst>
          </p:cNvPr>
          <p:cNvGrpSpPr/>
          <p:nvPr/>
        </p:nvGrpSpPr>
        <p:grpSpPr>
          <a:xfrm>
            <a:off x="431699" y="1185885"/>
            <a:ext cx="6771116" cy="2715485"/>
            <a:chOff x="727217" y="1343896"/>
            <a:chExt cx="9388190" cy="2715485"/>
          </a:xfrm>
        </p:grpSpPr>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4ABD93AE-9B70-4D46-9D96-AD595F7E66DE}"/>
                    </a:ext>
                  </a:extLst>
                </p:cNvPr>
                <p:cNvSpPr txBox="1"/>
                <p:nvPr/>
              </p:nvSpPr>
              <p:spPr>
                <a:xfrm>
                  <a:off x="727217" y="1343896"/>
                  <a:ext cx="3656100" cy="707886"/>
                </a:xfrm>
                <a:prstGeom prst="rect">
                  <a:avLst/>
                </a:prstGeom>
                <a:noFill/>
              </p:spPr>
              <p:txBody>
                <a:bodyPr wrap="none" rtlCol="0">
                  <a:spAutoFit/>
                </a:bodyPr>
                <a:lstStyle/>
                <a:p>
                  <a14:m>
                    <m:oMath xmlns:m="http://schemas.openxmlformats.org/officeDocument/2006/math">
                      <m:r>
                        <a:rPr lang="en-US" sz="400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oMath>
                  </a14:m>
                  <a:r>
                    <a:rPr lang="en-US" sz="4000" dirty="0">
                      <a:solidFill>
                        <a:schemeClr val="bg1"/>
                      </a:solidFill>
                      <a:latin typeface="Dubai Light" panose="020B0303030403030204" pitchFamily="34" charset="-78"/>
                      <a:cs typeface="Dubai Light" panose="020B0303030403030204" pitchFamily="34" charset="-78"/>
                    </a:rPr>
                    <a:t> The hierarchy</a:t>
                  </a:r>
                </a:p>
              </p:txBody>
            </p:sp>
          </mc:Choice>
          <mc:Fallback xmlns="">
            <p:sp>
              <p:nvSpPr>
                <p:cNvPr id="113" name="TextBox 112">
                  <a:extLst>
                    <a:ext uri="{FF2B5EF4-FFF2-40B4-BE49-F238E27FC236}">
                      <a16:creationId xmlns:a16="http://schemas.microsoft.com/office/drawing/2014/main" id="{4ABD93AE-9B70-4D46-9D96-AD595F7E66DE}"/>
                    </a:ext>
                  </a:extLst>
                </p:cNvPr>
                <p:cNvSpPr txBox="1">
                  <a:spLocks noRot="1" noChangeAspect="1" noMove="1" noResize="1" noEditPoints="1" noAdjustHandles="1" noChangeArrowheads="1" noChangeShapeType="1" noTextEdit="1"/>
                </p:cNvSpPr>
                <p:nvPr/>
              </p:nvSpPr>
              <p:spPr>
                <a:xfrm>
                  <a:off x="727217" y="1343896"/>
                  <a:ext cx="3656100" cy="707886"/>
                </a:xfrm>
                <a:prstGeom prst="rect">
                  <a:avLst/>
                </a:prstGeom>
                <a:blipFill>
                  <a:blip r:embed="rId4"/>
                  <a:stretch>
                    <a:fillRect t="-12069" r="-38889" b="-39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D4DF08F1-3E44-4DE2-BE71-43265B9696EA}"/>
                    </a:ext>
                  </a:extLst>
                </p:cNvPr>
                <p:cNvSpPr txBox="1"/>
                <p:nvPr/>
              </p:nvSpPr>
              <p:spPr>
                <a:xfrm>
                  <a:off x="727217" y="2551276"/>
                  <a:ext cx="9388190" cy="1508105"/>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The union of all levels </a:t>
                  </a:r>
                  <a14:m>
                    <m:oMath xmlns:m="http://schemas.openxmlformats.org/officeDocument/2006/math">
                      <m:sSub>
                        <m:sSubPr>
                          <m:ctrlPr>
                            <a:rPr lang="en-US" sz="3200" i="1">
                              <a:solidFill>
                                <a:schemeClr val="bg1"/>
                              </a:solidFill>
                              <a:latin typeface="Cambria Math" panose="02040503050406030204" pitchFamily="18" charset="0"/>
                              <a:cs typeface="Dubai Light" panose="020B0303030403030204" pitchFamily="34" charset="-78"/>
                            </a:rPr>
                          </m:ctrlPr>
                        </m:sSubPr>
                        <m:e>
                          <m:r>
                            <a:rPr lang="en-US" sz="32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m:rPr>
                              <m:sty m:val="p"/>
                            </m:rPr>
                            <a:rPr lang="en-US" sz="3200">
                              <a:solidFill>
                                <a:schemeClr val="bg1"/>
                              </a:solidFill>
                              <a:latin typeface="Cambria Math" panose="02040503050406030204" pitchFamily="18" charset="0"/>
                              <a:cs typeface="Dubai Light" panose="020B0303030403030204" pitchFamily="34" charset="-78"/>
                            </a:rPr>
                            <m:t>H</m:t>
                          </m:r>
                        </m:sub>
                      </m:sSub>
                    </m:oMath>
                  </a14:m>
                  <a:endParaRPr lang="en-US" sz="3600" dirty="0">
                    <a:solidFill>
                      <a:schemeClr val="bg1"/>
                    </a:solidFill>
                    <a:latin typeface="Dubai Light" panose="020B0303030403030204" pitchFamily="34" charset="-78"/>
                    <a:cs typeface="Dubai Light" panose="020B0303030403030204" pitchFamily="34" charset="-78"/>
                  </a:endParaRPr>
                </a:p>
                <a:p>
                  <a:r>
                    <a:rPr lang="en-US" sz="3000" dirty="0">
                      <a:solidFill>
                        <a:schemeClr val="bg1"/>
                      </a:solidFill>
                      <a:latin typeface="Dubai Light" panose="020B0303030403030204" pitchFamily="34" charset="-78"/>
                      <a:cs typeface="Dubai Light" panose="020B0303030403030204" pitchFamily="34" charset="-78"/>
                    </a:rPr>
                    <a:t>Equivalent to the set of 2-cuttable shapes </a:t>
                  </a:r>
                </a:p>
                <a:p>
                  <a:endParaRPr lang="en-US" sz="3000" dirty="0">
                    <a:solidFill>
                      <a:schemeClr val="bg1"/>
                    </a:solidFill>
                    <a:latin typeface="Dubai Light" panose="020B0303030403030204" pitchFamily="34" charset="-78"/>
                    <a:cs typeface="Dubai Light" panose="020B0303030403030204" pitchFamily="34" charset="-78"/>
                  </a:endParaRPr>
                </a:p>
              </p:txBody>
            </p:sp>
          </mc:Choice>
          <mc:Fallback xmlns="">
            <p:sp>
              <p:nvSpPr>
                <p:cNvPr id="114" name="TextBox 113">
                  <a:extLst>
                    <a:ext uri="{FF2B5EF4-FFF2-40B4-BE49-F238E27FC236}">
                      <a16:creationId xmlns:a16="http://schemas.microsoft.com/office/drawing/2014/main" id="{D4DF08F1-3E44-4DE2-BE71-43265B9696EA}"/>
                    </a:ext>
                  </a:extLst>
                </p:cNvPr>
                <p:cNvSpPr txBox="1">
                  <a:spLocks noRot="1" noChangeAspect="1" noMove="1" noResize="1" noEditPoints="1" noAdjustHandles="1" noChangeArrowheads="1" noChangeShapeType="1" noTextEdit="1"/>
                </p:cNvSpPr>
                <p:nvPr/>
              </p:nvSpPr>
              <p:spPr>
                <a:xfrm>
                  <a:off x="727217" y="2551276"/>
                  <a:ext cx="9388190" cy="1508105"/>
                </a:xfrm>
                <a:prstGeom prst="rect">
                  <a:avLst/>
                </a:prstGeom>
                <a:blipFill>
                  <a:blip r:embed="rId5"/>
                  <a:stretch>
                    <a:fillRect l="-2162" t="-2834" r="-360"/>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F4F9295B-014E-46C8-AA8E-3FC329E3F1B4}"/>
              </a:ext>
            </a:extLst>
          </p:cNvPr>
          <p:cNvGrpSpPr/>
          <p:nvPr/>
        </p:nvGrpSpPr>
        <p:grpSpPr>
          <a:xfrm>
            <a:off x="431699" y="3689058"/>
            <a:ext cx="5205961" cy="2217348"/>
            <a:chOff x="719230" y="1343896"/>
            <a:chExt cx="9388190" cy="2217348"/>
          </a:xfrm>
        </p:grpSpPr>
        <p:sp>
          <p:nvSpPr>
            <p:cNvPr id="7" name="TextBox 6">
              <a:extLst>
                <a:ext uri="{FF2B5EF4-FFF2-40B4-BE49-F238E27FC236}">
                  <a16:creationId xmlns:a16="http://schemas.microsoft.com/office/drawing/2014/main" id="{6DAD6264-B610-4FC1-A9D1-18B23598920B}"/>
                </a:ext>
              </a:extLst>
            </p:cNvPr>
            <p:cNvSpPr txBox="1"/>
            <p:nvPr/>
          </p:nvSpPr>
          <p:spPr>
            <a:xfrm>
              <a:off x="727217" y="1343896"/>
              <a:ext cx="4753764"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2-cuttable:</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8" name="TextBox 7">
              <a:extLst>
                <a:ext uri="{FF2B5EF4-FFF2-40B4-BE49-F238E27FC236}">
                  <a16:creationId xmlns:a16="http://schemas.microsoft.com/office/drawing/2014/main" id="{95894ED2-4AB5-41FB-957C-51EF0F33AD66}"/>
                </a:ext>
              </a:extLst>
            </p:cNvPr>
            <p:cNvSpPr txBox="1"/>
            <p:nvPr/>
          </p:nvSpPr>
          <p:spPr>
            <a:xfrm>
              <a:off x="719230" y="2083916"/>
              <a:ext cx="9388190"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 shape that can be decomposed into single tiles using valid 2-cuts</a:t>
              </a:r>
            </a:p>
          </p:txBody>
        </p:sp>
      </p:grpSp>
      <p:sp>
        <p:nvSpPr>
          <p:cNvPr id="9" name="Rectangle 8">
            <a:extLst>
              <a:ext uri="{FF2B5EF4-FFF2-40B4-BE49-F238E27FC236}">
                <a16:creationId xmlns:a16="http://schemas.microsoft.com/office/drawing/2014/main" id="{690F85D9-E97F-4EE8-8468-6EF4B3103F71}"/>
              </a:ext>
            </a:extLst>
          </p:cNvPr>
          <p:cNvSpPr/>
          <p:nvPr/>
        </p:nvSpPr>
        <p:spPr>
          <a:xfrm>
            <a:off x="304800" y="5977389"/>
            <a:ext cx="6096000" cy="738664"/>
          </a:xfrm>
          <a:prstGeom prst="rect">
            <a:avLst/>
          </a:prstGeom>
        </p:spPr>
        <p:txBody>
          <a:bodyPr>
            <a:spAutoFit/>
          </a:bodyPr>
          <a:lstStyle/>
          <a:p>
            <a:r>
              <a:rPr lang="en-US" sz="1400" dirty="0">
                <a:solidFill>
                  <a:schemeClr val="bg1"/>
                </a:solidFill>
                <a:latin typeface="Dubai Light" panose="020B0303030403030204" pitchFamily="34" charset="-78"/>
                <a:cs typeface="Dubai Light" panose="020B0303030403030204" pitchFamily="34" charset="-78"/>
              </a:rPr>
              <a:t>Arne Schmidt, Sheryl Manzoor, Li Huang, Aaron T. Becker, and </a:t>
            </a:r>
            <a:r>
              <a:rPr lang="en-US" sz="1400" dirty="0" err="1">
                <a:solidFill>
                  <a:schemeClr val="bg1"/>
                </a:solidFill>
                <a:latin typeface="Dubai Light" panose="020B0303030403030204" pitchFamily="34" charset="-78"/>
                <a:cs typeface="Dubai Light" panose="020B0303030403030204" pitchFamily="34" charset="-78"/>
              </a:rPr>
              <a:t>Sándor</a:t>
            </a:r>
            <a:r>
              <a:rPr lang="en-US" sz="1400" dirty="0">
                <a:solidFill>
                  <a:schemeClr val="bg1"/>
                </a:solidFill>
                <a:latin typeface="Dubai Light" panose="020B0303030403030204" pitchFamily="34" charset="-78"/>
                <a:cs typeface="Dubai Light" panose="020B0303030403030204" pitchFamily="34" charset="-78"/>
              </a:rPr>
              <a:t> Fekete, Efficient parallel </a:t>
            </a:r>
            <a:r>
              <a:rPr lang="en-US" sz="1400" dirty="0" err="1">
                <a:solidFill>
                  <a:schemeClr val="bg1"/>
                </a:solidFill>
                <a:latin typeface="Dubai Light" panose="020B0303030403030204" pitchFamily="34" charset="-78"/>
                <a:cs typeface="Dubai Light" panose="020B0303030403030204" pitchFamily="34" charset="-78"/>
              </a:rPr>
              <a:t>selfassembly</a:t>
            </a:r>
            <a:r>
              <a:rPr lang="en-US" sz="1400" dirty="0">
                <a:solidFill>
                  <a:schemeClr val="bg1"/>
                </a:solidFill>
                <a:latin typeface="Dubai Light" panose="020B0303030403030204" pitchFamily="34" charset="-78"/>
                <a:cs typeface="Dubai Light" panose="020B0303030403030204" pitchFamily="34" charset="-78"/>
              </a:rPr>
              <a:t> under uniform control inputs, IEEE Robotics and Automation Letters (2018), 1–1.</a:t>
            </a:r>
          </a:p>
        </p:txBody>
      </p:sp>
    </p:spTree>
    <p:extLst>
      <p:ext uri="{BB962C8B-B14F-4D97-AF65-F5344CB8AC3E}">
        <p14:creationId xmlns:p14="http://schemas.microsoft.com/office/powerpoint/2010/main" val="170827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EE75F77-935F-4E38-AB50-2D475210C707}"/>
                  </a:ext>
                </a:extLst>
              </p:cNvPr>
              <p:cNvSpPr txBox="1"/>
              <p:nvPr/>
            </p:nvSpPr>
            <p:spPr>
              <a:xfrm>
                <a:off x="0" y="2721114"/>
                <a:ext cx="12192000" cy="707886"/>
              </a:xfrm>
              <a:prstGeom prst="rect">
                <a:avLst/>
              </a:prstGeom>
              <a:noFill/>
            </p:spPr>
            <p:txBody>
              <a:bodyPr wrap="square" rtlCol="0">
                <a:spAutoFit/>
              </a:bodyPr>
              <a:lstStyle/>
              <a:p>
                <a:pPr algn="ctr"/>
                <a:r>
                  <a:rPr lang="en-US" sz="4000" b="1" dirty="0">
                    <a:solidFill>
                      <a:schemeClr val="bg1"/>
                    </a:solidFill>
                    <a:latin typeface="Dubai Light" panose="020B0303030403030204" pitchFamily="34" charset="-78"/>
                    <a:cs typeface="Dubai Light" panose="020B0303030403030204" pitchFamily="34" charset="-78"/>
                  </a:rPr>
                  <a:t>Can we efficiently decide membership in </a:t>
                </a:r>
                <a14:m>
                  <m:oMath xmlns:m="http://schemas.openxmlformats.org/officeDocument/2006/math">
                    <m:r>
                      <a:rPr lang="en-US" sz="4000" i="1">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oMath>
                </a14:m>
                <a:r>
                  <a:rPr lang="en-US" sz="4000" b="1" dirty="0">
                    <a:solidFill>
                      <a:schemeClr val="bg1"/>
                    </a:solidFill>
                    <a:latin typeface="Dubai Light" panose="020B0303030403030204" pitchFamily="34" charset="-78"/>
                    <a:cs typeface="Dubai Light" panose="020B0303030403030204" pitchFamily="34" charset="-78"/>
                  </a:rPr>
                  <a:t>? </a:t>
                </a:r>
              </a:p>
            </p:txBody>
          </p:sp>
        </mc:Choice>
        <mc:Fallback xmlns="">
          <p:sp>
            <p:nvSpPr>
              <p:cNvPr id="5" name="TextBox 4">
                <a:extLst>
                  <a:ext uri="{FF2B5EF4-FFF2-40B4-BE49-F238E27FC236}">
                    <a16:creationId xmlns:a16="http://schemas.microsoft.com/office/drawing/2014/main" id="{BEE75F77-935F-4E38-AB50-2D475210C707}"/>
                  </a:ext>
                </a:extLst>
              </p:cNvPr>
              <p:cNvSpPr txBox="1">
                <a:spLocks noRot="1" noChangeAspect="1" noMove="1" noResize="1" noEditPoints="1" noAdjustHandles="1" noChangeArrowheads="1" noChangeShapeType="1" noTextEdit="1"/>
              </p:cNvSpPr>
              <p:nvPr/>
            </p:nvSpPr>
            <p:spPr>
              <a:xfrm>
                <a:off x="0" y="2721114"/>
                <a:ext cx="12192000" cy="707886"/>
              </a:xfrm>
              <a:prstGeom prst="rect">
                <a:avLst/>
              </a:prstGeom>
              <a:blipFill>
                <a:blip r:embed="rId3"/>
                <a:stretch>
                  <a:fillRect t="-11966" b="-38462"/>
                </a:stretch>
              </a:blipFill>
            </p:spPr>
            <p:txBody>
              <a:bodyPr/>
              <a:lstStyle/>
              <a:p>
                <a:r>
                  <a:rPr lang="en-US">
                    <a:noFill/>
                  </a:rPr>
                  <a:t> </a:t>
                </a:r>
              </a:p>
            </p:txBody>
          </p:sp>
        </mc:Fallback>
      </mc:AlternateContent>
    </p:spTree>
    <p:extLst>
      <p:ext uri="{BB962C8B-B14F-4D97-AF65-F5344CB8AC3E}">
        <p14:creationId xmlns:p14="http://schemas.microsoft.com/office/powerpoint/2010/main" val="163825430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232389" y="2155070"/>
            <a:ext cx="12192000" cy="707886"/>
          </a:xfrm>
          <a:prstGeom prst="rect">
            <a:avLst/>
          </a:prstGeom>
          <a:noFill/>
        </p:spPr>
        <p:txBody>
          <a:bodyPr wrap="square" rtlCol="0">
            <a:spAutoFit/>
          </a:bodyPr>
          <a:lstStyle/>
          <a:p>
            <a:pPr algn="ctr"/>
            <a:r>
              <a:rPr lang="en-US" sz="4000" b="1" dirty="0">
                <a:solidFill>
                  <a:schemeClr val="bg1"/>
                </a:solidFill>
                <a:latin typeface="Dubai Light" panose="020B0303030403030204" pitchFamily="34" charset="-78"/>
                <a:cs typeface="Dubai Light" panose="020B0303030403030204" pitchFamily="34" charset="-78"/>
              </a:rPr>
              <a:t>Yes! For Simple Polyominos</a:t>
            </a:r>
          </a:p>
        </p:txBody>
      </p:sp>
      <p:grpSp>
        <p:nvGrpSpPr>
          <p:cNvPr id="112" name="Group 111">
            <a:extLst>
              <a:ext uri="{FF2B5EF4-FFF2-40B4-BE49-F238E27FC236}">
                <a16:creationId xmlns:a16="http://schemas.microsoft.com/office/drawing/2014/main" id="{7DF116D6-B9B4-4253-90E8-AF553EB35F94}"/>
              </a:ext>
            </a:extLst>
          </p:cNvPr>
          <p:cNvGrpSpPr/>
          <p:nvPr/>
        </p:nvGrpSpPr>
        <p:grpSpPr>
          <a:xfrm>
            <a:off x="3493019" y="3089582"/>
            <a:ext cx="5205961" cy="2217348"/>
            <a:chOff x="719230" y="1343896"/>
            <a:chExt cx="9388190" cy="2217348"/>
          </a:xfrm>
        </p:grpSpPr>
        <p:sp>
          <p:nvSpPr>
            <p:cNvPr id="113" name="TextBox 112">
              <a:extLst>
                <a:ext uri="{FF2B5EF4-FFF2-40B4-BE49-F238E27FC236}">
                  <a16:creationId xmlns:a16="http://schemas.microsoft.com/office/drawing/2014/main" id="{4ABD93AE-9B70-4D46-9D96-AD595F7E66DE}"/>
                </a:ext>
              </a:extLst>
            </p:cNvPr>
            <p:cNvSpPr txBox="1"/>
            <p:nvPr/>
          </p:nvSpPr>
          <p:spPr>
            <a:xfrm>
              <a:off x="727217" y="1343896"/>
              <a:ext cx="703096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Simple Polyomino:</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4" name="TextBox 113">
              <a:extLst>
                <a:ext uri="{FF2B5EF4-FFF2-40B4-BE49-F238E27FC236}">
                  <a16:creationId xmlns:a16="http://schemas.microsoft.com/office/drawing/2014/main" id="{D4DF08F1-3E44-4DE2-BE71-43265B9696EA}"/>
                </a:ext>
              </a:extLst>
            </p:cNvPr>
            <p:cNvSpPr txBox="1"/>
            <p:nvPr/>
          </p:nvSpPr>
          <p:spPr>
            <a:xfrm>
              <a:off x="719230" y="2083916"/>
              <a:ext cx="9388190"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Genus-0</a:t>
              </a:r>
            </a:p>
            <a:p>
              <a:r>
                <a:rPr lang="en-US" sz="3000" dirty="0">
                  <a:solidFill>
                    <a:schemeClr val="bg1"/>
                  </a:solidFill>
                  <a:latin typeface="Dubai Light" panose="020B0303030403030204" pitchFamily="34" charset="-78"/>
                  <a:cs typeface="Dubai Light" panose="020B0303030403030204" pitchFamily="34" charset="-78"/>
                </a:rPr>
                <a:t>A polyomino that does not contain holes</a:t>
              </a:r>
            </a:p>
          </p:txBody>
        </p:sp>
      </p:grpSp>
    </p:spTree>
    <p:extLst>
      <p:ext uri="{BB962C8B-B14F-4D97-AF65-F5344CB8AC3E}">
        <p14:creationId xmlns:p14="http://schemas.microsoft.com/office/powerpoint/2010/main" val="20482284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Cut</a:t>
            </a:r>
          </a:p>
        </p:txBody>
      </p:sp>
      <p:grpSp>
        <p:nvGrpSpPr>
          <p:cNvPr id="2" name="Group 1">
            <a:extLst>
              <a:ext uri="{FF2B5EF4-FFF2-40B4-BE49-F238E27FC236}">
                <a16:creationId xmlns:a16="http://schemas.microsoft.com/office/drawing/2014/main" id="{0A22B8FB-52C5-4FAE-9E9A-029D7ECF3F21}"/>
              </a:ext>
            </a:extLst>
          </p:cNvPr>
          <p:cNvGrpSpPr/>
          <p:nvPr/>
        </p:nvGrpSpPr>
        <p:grpSpPr>
          <a:xfrm>
            <a:off x="7114972" y="4009594"/>
            <a:ext cx="4641141" cy="2217348"/>
            <a:chOff x="719232" y="1343896"/>
            <a:chExt cx="9186674" cy="2217348"/>
          </a:xfrm>
        </p:grpSpPr>
        <p:sp>
          <p:nvSpPr>
            <p:cNvPr id="116" name="TextBox 115">
              <a:extLst>
                <a:ext uri="{FF2B5EF4-FFF2-40B4-BE49-F238E27FC236}">
                  <a16:creationId xmlns:a16="http://schemas.microsoft.com/office/drawing/2014/main" id="{96F76E1F-6C26-42B4-9E61-A4820EF6154A}"/>
                </a:ext>
              </a:extLst>
            </p:cNvPr>
            <p:cNvSpPr txBox="1"/>
            <p:nvPr/>
          </p:nvSpPr>
          <p:spPr>
            <a:xfrm>
              <a:off x="727216" y="1343896"/>
              <a:ext cx="1244893"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Valid:</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7" name="TextBox 116">
              <a:extLst>
                <a:ext uri="{FF2B5EF4-FFF2-40B4-BE49-F238E27FC236}">
                  <a16:creationId xmlns:a16="http://schemas.microsoft.com/office/drawing/2014/main" id="{CAB0A485-D634-4599-867E-1BB16773A399}"/>
                </a:ext>
              </a:extLst>
            </p:cNvPr>
            <p:cNvSpPr txBox="1"/>
            <p:nvPr/>
          </p:nvSpPr>
          <p:spPr>
            <a:xfrm>
              <a:off x="719232" y="2083916"/>
              <a:ext cx="9186674"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If the resulting polyominos can be pulled apart in opposite directions</a:t>
              </a:r>
            </a:p>
          </p:txBody>
        </p:sp>
      </p:grpSp>
      <p:sp>
        <p:nvSpPr>
          <p:cNvPr id="66" name="Rectangle 65">
            <a:extLst>
              <a:ext uri="{FF2B5EF4-FFF2-40B4-BE49-F238E27FC236}">
                <a16:creationId xmlns:a16="http://schemas.microsoft.com/office/drawing/2014/main" id="{BFA6B975-10CC-48CD-8850-76AD648DBB94}"/>
              </a:ext>
            </a:extLst>
          </p:cNvPr>
          <p:cNvSpPr/>
          <p:nvPr/>
        </p:nvSpPr>
        <p:spPr>
          <a:xfrm rot="5400000">
            <a:off x="5218375" y="277372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9CC46750-20B6-4D4D-A7EE-0AC0B0C08FC1}"/>
              </a:ext>
            </a:extLst>
          </p:cNvPr>
          <p:cNvSpPr/>
          <p:nvPr/>
        </p:nvSpPr>
        <p:spPr>
          <a:xfrm rot="5400000">
            <a:off x="4728632" y="253697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071B7F3B-067C-4F78-A676-121107AE3BDE}"/>
              </a:ext>
            </a:extLst>
          </p:cNvPr>
          <p:cNvSpPr/>
          <p:nvPr/>
        </p:nvSpPr>
        <p:spPr>
          <a:xfrm rot="5400000">
            <a:off x="5458474" y="277246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EB92F416-EEA6-4FCC-B5F3-AABF8C2DDDFD}"/>
              </a:ext>
            </a:extLst>
          </p:cNvPr>
          <p:cNvSpPr/>
          <p:nvPr/>
        </p:nvSpPr>
        <p:spPr>
          <a:xfrm rot="5400000">
            <a:off x="4728034" y="277205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B22033D9-EA53-47A6-B701-F28EF3996BC1}"/>
              </a:ext>
            </a:extLst>
          </p:cNvPr>
          <p:cNvSpPr/>
          <p:nvPr/>
        </p:nvSpPr>
        <p:spPr>
          <a:xfrm rot="5400000">
            <a:off x="4977184" y="277246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55EDE51C-17DA-474C-85F7-04EDA4F465E7}"/>
              </a:ext>
            </a:extLst>
          </p:cNvPr>
          <p:cNvSpPr/>
          <p:nvPr/>
        </p:nvSpPr>
        <p:spPr>
          <a:xfrm rot="5400000">
            <a:off x="4728034" y="230180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00F00C27-EB65-4E6C-BE26-15884CA5EF0A}"/>
              </a:ext>
            </a:extLst>
          </p:cNvPr>
          <p:cNvSpPr/>
          <p:nvPr/>
        </p:nvSpPr>
        <p:spPr>
          <a:xfrm rot="5400000">
            <a:off x="5676156" y="206219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62C828E2-F7AD-4954-B6C5-E651CDEC83F2}"/>
              </a:ext>
            </a:extLst>
          </p:cNvPr>
          <p:cNvSpPr/>
          <p:nvPr/>
        </p:nvSpPr>
        <p:spPr>
          <a:xfrm rot="5400000">
            <a:off x="5677131" y="182466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951C868-A24B-49B9-9C87-41515D35C551}"/>
              </a:ext>
            </a:extLst>
          </p:cNvPr>
          <p:cNvSpPr/>
          <p:nvPr/>
        </p:nvSpPr>
        <p:spPr>
          <a:xfrm rot="5400000">
            <a:off x="5933387" y="278129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9BDBD387-8306-40C7-AFEB-FA5625060C06}"/>
              </a:ext>
            </a:extLst>
          </p:cNvPr>
          <p:cNvSpPr/>
          <p:nvPr/>
        </p:nvSpPr>
        <p:spPr>
          <a:xfrm rot="5400000">
            <a:off x="5703326" y="27747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A1F5480-3E51-40D1-AC70-A30CBFC3DB8E}"/>
              </a:ext>
            </a:extLst>
          </p:cNvPr>
          <p:cNvSpPr/>
          <p:nvPr/>
        </p:nvSpPr>
        <p:spPr>
          <a:xfrm rot="5400000">
            <a:off x="4726607" y="20625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2E45F2ED-0649-42D9-8519-AB22CF70F6EF}"/>
              </a:ext>
            </a:extLst>
          </p:cNvPr>
          <p:cNvSpPr/>
          <p:nvPr/>
        </p:nvSpPr>
        <p:spPr>
          <a:xfrm rot="5400000">
            <a:off x="4726202" y="182649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176A6812-5E26-44E3-A391-BB9651A42B11}"/>
              </a:ext>
            </a:extLst>
          </p:cNvPr>
          <p:cNvSpPr/>
          <p:nvPr/>
        </p:nvSpPr>
        <p:spPr>
          <a:xfrm rot="5400000">
            <a:off x="4963174" y="159641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DCCE88C4-B052-4AE7-93A9-788D0F8ABD93}"/>
              </a:ext>
            </a:extLst>
          </p:cNvPr>
          <p:cNvSpPr/>
          <p:nvPr/>
        </p:nvSpPr>
        <p:spPr>
          <a:xfrm rot="5400000">
            <a:off x="5201482" y="159419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283E2803-B532-4537-8F02-E861F6370986}"/>
              </a:ext>
            </a:extLst>
          </p:cNvPr>
          <p:cNvSpPr/>
          <p:nvPr/>
        </p:nvSpPr>
        <p:spPr>
          <a:xfrm rot="5400000">
            <a:off x="5436581" y="159681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8B4945E4-19EB-4175-9CC7-6E1A5C49BDED}"/>
              </a:ext>
            </a:extLst>
          </p:cNvPr>
          <p:cNvSpPr/>
          <p:nvPr/>
        </p:nvSpPr>
        <p:spPr>
          <a:xfrm rot="5400000">
            <a:off x="5682278" y="159419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92">
            <a:extLst>
              <a:ext uri="{FF2B5EF4-FFF2-40B4-BE49-F238E27FC236}">
                <a16:creationId xmlns:a16="http://schemas.microsoft.com/office/drawing/2014/main" id="{6135F09D-90DE-400F-BB0D-129CE8E18885}"/>
              </a:ext>
            </a:extLst>
          </p:cNvPr>
          <p:cNvSpPr/>
          <p:nvPr/>
        </p:nvSpPr>
        <p:spPr>
          <a:xfrm rot="5400000">
            <a:off x="4726496" y="158933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B2C08FA9-6280-43D2-A0EB-A990DA60ABF6}"/>
              </a:ext>
            </a:extLst>
          </p:cNvPr>
          <p:cNvSpPr/>
          <p:nvPr/>
        </p:nvSpPr>
        <p:spPr>
          <a:xfrm rot="5400000">
            <a:off x="6636746" y="278255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98F7F581-66B5-4CE2-BAB7-4084A7CE5256}"/>
              </a:ext>
            </a:extLst>
          </p:cNvPr>
          <p:cNvSpPr/>
          <p:nvPr/>
        </p:nvSpPr>
        <p:spPr>
          <a:xfrm rot="5400000">
            <a:off x="7116420" y="25435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22F1170E-F96C-431A-A415-C5A64528AC52}"/>
              </a:ext>
            </a:extLst>
          </p:cNvPr>
          <p:cNvSpPr/>
          <p:nvPr/>
        </p:nvSpPr>
        <p:spPr>
          <a:xfrm rot="5400000">
            <a:off x="6876845" y="278129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8A9A3DF9-B4A4-493A-AB07-82DF7972995F}"/>
              </a:ext>
            </a:extLst>
          </p:cNvPr>
          <p:cNvSpPr/>
          <p:nvPr/>
        </p:nvSpPr>
        <p:spPr>
          <a:xfrm rot="5400000">
            <a:off x="6167102" y="277731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4DF630FA-9537-4598-9C42-8AAF1BADF42A}"/>
              </a:ext>
            </a:extLst>
          </p:cNvPr>
          <p:cNvSpPr/>
          <p:nvPr/>
        </p:nvSpPr>
        <p:spPr>
          <a:xfrm rot="5400000">
            <a:off x="6395555" y="278129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98">
            <a:extLst>
              <a:ext uri="{FF2B5EF4-FFF2-40B4-BE49-F238E27FC236}">
                <a16:creationId xmlns:a16="http://schemas.microsoft.com/office/drawing/2014/main" id="{CCA230E9-AC2A-4155-A17E-FC4742B6D223}"/>
              </a:ext>
            </a:extLst>
          </p:cNvPr>
          <p:cNvSpPr/>
          <p:nvPr/>
        </p:nvSpPr>
        <p:spPr>
          <a:xfrm rot="5400000">
            <a:off x="7116420" y="23056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99E63C07-3169-46A0-AD3A-3AB95EEE69C5}"/>
              </a:ext>
            </a:extLst>
          </p:cNvPr>
          <p:cNvSpPr/>
          <p:nvPr/>
        </p:nvSpPr>
        <p:spPr>
          <a:xfrm rot="5400000">
            <a:off x="7116420" y="20625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3221FEF8-3AA3-453F-B3EF-B16EA2F7420E}"/>
              </a:ext>
            </a:extLst>
          </p:cNvPr>
          <p:cNvSpPr/>
          <p:nvPr/>
        </p:nvSpPr>
        <p:spPr>
          <a:xfrm rot="5400000">
            <a:off x="7117395" y="182506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4822B7DB-0AC5-4A4B-BC1F-D49EDD7E3334}"/>
              </a:ext>
            </a:extLst>
          </p:cNvPr>
          <p:cNvSpPr/>
          <p:nvPr/>
        </p:nvSpPr>
        <p:spPr>
          <a:xfrm rot="5400000">
            <a:off x="7116608" y="27747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FD07083F-C574-4967-9AA1-40F56C1B93F2}"/>
              </a:ext>
            </a:extLst>
          </p:cNvPr>
          <p:cNvSpPr/>
          <p:nvPr/>
        </p:nvSpPr>
        <p:spPr>
          <a:xfrm rot="5400000">
            <a:off x="6165675" y="20678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8DB09102-09FD-45E0-B99A-5530F01329D0}"/>
              </a:ext>
            </a:extLst>
          </p:cNvPr>
          <p:cNvSpPr/>
          <p:nvPr/>
        </p:nvSpPr>
        <p:spPr>
          <a:xfrm rot="5400000">
            <a:off x="6165270" y="183175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A117AFDF-0970-4CA6-9341-2CF867F0603B}"/>
              </a:ext>
            </a:extLst>
          </p:cNvPr>
          <p:cNvSpPr/>
          <p:nvPr/>
        </p:nvSpPr>
        <p:spPr>
          <a:xfrm rot="5400000">
            <a:off x="6403438" y="159681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4BD4D7C7-D419-4BBC-9A58-84581F0F3B03}"/>
              </a:ext>
            </a:extLst>
          </p:cNvPr>
          <p:cNvSpPr/>
          <p:nvPr/>
        </p:nvSpPr>
        <p:spPr>
          <a:xfrm rot="5400000">
            <a:off x="6641746" y="15945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a:extLst>
              <a:ext uri="{FF2B5EF4-FFF2-40B4-BE49-F238E27FC236}">
                <a16:creationId xmlns:a16="http://schemas.microsoft.com/office/drawing/2014/main" id="{4E99F413-DA47-43B3-BED1-7DB6F9775CF2}"/>
              </a:ext>
            </a:extLst>
          </p:cNvPr>
          <p:cNvSpPr/>
          <p:nvPr/>
        </p:nvSpPr>
        <p:spPr>
          <a:xfrm rot="5400000">
            <a:off x="6876845" y="159722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FBD891BE-8AB4-4C81-A4E1-B4E113F31BBC}"/>
              </a:ext>
            </a:extLst>
          </p:cNvPr>
          <p:cNvSpPr/>
          <p:nvPr/>
        </p:nvSpPr>
        <p:spPr>
          <a:xfrm rot="5400000">
            <a:off x="7122542" y="15945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FD1F7E5F-5D64-4FE2-B240-1848B8F3C1C3}"/>
              </a:ext>
            </a:extLst>
          </p:cNvPr>
          <p:cNvSpPr/>
          <p:nvPr/>
        </p:nvSpPr>
        <p:spPr>
          <a:xfrm rot="5400000">
            <a:off x="6165564" y="15945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2" name="Group 111">
            <a:extLst>
              <a:ext uri="{FF2B5EF4-FFF2-40B4-BE49-F238E27FC236}">
                <a16:creationId xmlns:a16="http://schemas.microsoft.com/office/drawing/2014/main" id="{7DF116D6-B9B4-4253-90E8-AF553EB35F94}"/>
              </a:ext>
            </a:extLst>
          </p:cNvPr>
          <p:cNvGrpSpPr/>
          <p:nvPr/>
        </p:nvGrpSpPr>
        <p:grpSpPr>
          <a:xfrm>
            <a:off x="1764213" y="4130477"/>
            <a:ext cx="4641141" cy="1755683"/>
            <a:chOff x="719232" y="1343896"/>
            <a:chExt cx="9186674" cy="1755683"/>
          </a:xfrm>
        </p:grpSpPr>
        <p:sp>
          <p:nvSpPr>
            <p:cNvPr id="113" name="TextBox 112">
              <a:extLst>
                <a:ext uri="{FF2B5EF4-FFF2-40B4-BE49-F238E27FC236}">
                  <a16:creationId xmlns:a16="http://schemas.microsoft.com/office/drawing/2014/main" id="{4ABD93AE-9B70-4D46-9D96-AD595F7E66DE}"/>
                </a:ext>
              </a:extLst>
            </p:cNvPr>
            <p:cNvSpPr txBox="1"/>
            <p:nvPr/>
          </p:nvSpPr>
          <p:spPr>
            <a:xfrm>
              <a:off x="727217" y="1343896"/>
              <a:ext cx="2778264"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2-cut:</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4" name="TextBox 113">
              <a:extLst>
                <a:ext uri="{FF2B5EF4-FFF2-40B4-BE49-F238E27FC236}">
                  <a16:creationId xmlns:a16="http://schemas.microsoft.com/office/drawing/2014/main" id="{D4DF08F1-3E44-4DE2-BE71-43265B9696EA}"/>
                </a:ext>
              </a:extLst>
            </p:cNvPr>
            <p:cNvSpPr txBox="1"/>
            <p:nvPr/>
          </p:nvSpPr>
          <p:spPr>
            <a:xfrm>
              <a:off x="719232" y="2083916"/>
              <a:ext cx="9186674" cy="1015663"/>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Results in 2 separate </a:t>
              </a:r>
              <a:r>
                <a:rPr lang="en-US" sz="3000" dirty="0" err="1">
                  <a:solidFill>
                    <a:schemeClr val="bg1"/>
                  </a:solidFill>
                  <a:latin typeface="Dubai Light" panose="020B0303030403030204" pitchFamily="34" charset="-78"/>
                  <a:cs typeface="Dubai Light" panose="020B0303030403030204" pitchFamily="34" charset="-78"/>
                </a:rPr>
                <a:t>subpolyominos</a:t>
              </a:r>
              <a:endParaRPr lang="en-US" sz="3000" dirty="0">
                <a:solidFill>
                  <a:schemeClr val="bg1"/>
                </a:solidFill>
                <a:latin typeface="Dubai Light" panose="020B0303030403030204" pitchFamily="34" charset="-78"/>
                <a:cs typeface="Dubai Light" panose="020B0303030403030204" pitchFamily="34" charset="-78"/>
              </a:endParaRPr>
            </a:p>
          </p:txBody>
        </p:sp>
      </p:grpSp>
      <p:cxnSp>
        <p:nvCxnSpPr>
          <p:cNvPr id="4" name="Straight Connector 3">
            <a:extLst>
              <a:ext uri="{FF2B5EF4-FFF2-40B4-BE49-F238E27FC236}">
                <a16:creationId xmlns:a16="http://schemas.microsoft.com/office/drawing/2014/main" id="{A9C0925C-BEF3-4E3E-ACEF-814ECB86E611}"/>
              </a:ext>
            </a:extLst>
          </p:cNvPr>
          <p:cNvCxnSpPr>
            <a:cxnSpLocks/>
          </p:cNvCxnSpPr>
          <p:nvPr/>
        </p:nvCxnSpPr>
        <p:spPr>
          <a:xfrm flipH="1">
            <a:off x="6171639" y="1072898"/>
            <a:ext cx="6092" cy="2440433"/>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7503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grpId="0" nodeType="clickEffect">
                                  <p:stCondLst>
                                    <p:cond delay="0"/>
                                  </p:stCondLst>
                                  <p:childTnLst>
                                    <p:animMotion origin="layout" path="M -4.16667E-7 7.40741E-7 L -0.25 7.40741E-7 " pathEditMode="relative" rAng="0" ptsTypes="AA">
                                      <p:cBhvr>
                                        <p:cTn id="18" dur="2000" fill="hold"/>
                                        <p:tgtEl>
                                          <p:spTgt spid="66"/>
                                        </p:tgtEl>
                                        <p:attrNameLst>
                                          <p:attrName>ppt_x</p:attrName>
                                          <p:attrName>ppt_y</p:attrName>
                                        </p:attrNameLst>
                                      </p:cBhvr>
                                      <p:rCtr x="-12500" y="0"/>
                                    </p:animMotion>
                                  </p:childTnLst>
                                </p:cTn>
                              </p:par>
                              <p:par>
                                <p:cTn id="19" presetID="35" presetClass="path" presetSubtype="0" accel="50000" decel="50000" fill="hold" grpId="0" nodeType="withEffect">
                                  <p:stCondLst>
                                    <p:cond delay="0"/>
                                  </p:stCondLst>
                                  <p:childTnLst>
                                    <p:animMotion origin="layout" path="M 3.95833E-6 1.48148E-6 L -0.25 1.48148E-6 " pathEditMode="relative" rAng="0" ptsTypes="AA">
                                      <p:cBhvr>
                                        <p:cTn id="20" dur="2000" fill="hold"/>
                                        <p:tgtEl>
                                          <p:spTgt spid="67"/>
                                        </p:tgtEl>
                                        <p:attrNameLst>
                                          <p:attrName>ppt_x</p:attrName>
                                          <p:attrName>ppt_y</p:attrName>
                                        </p:attrNameLst>
                                      </p:cBhvr>
                                      <p:rCtr x="-12500" y="0"/>
                                    </p:animMotion>
                                  </p:childTnLst>
                                </p:cTn>
                              </p:par>
                              <p:par>
                                <p:cTn id="21" presetID="35" presetClass="path" presetSubtype="0" accel="50000" decel="50000" fill="hold" grpId="0" nodeType="withEffect">
                                  <p:stCondLst>
                                    <p:cond delay="0"/>
                                  </p:stCondLst>
                                  <p:childTnLst>
                                    <p:animMotion origin="layout" path="M -1.875E-6 2.22222E-6 L -0.25 2.22222E-6 " pathEditMode="relative" rAng="0" ptsTypes="AA">
                                      <p:cBhvr>
                                        <p:cTn id="22" dur="2000" fill="hold"/>
                                        <p:tgtEl>
                                          <p:spTgt spid="68"/>
                                        </p:tgtEl>
                                        <p:attrNameLst>
                                          <p:attrName>ppt_x</p:attrName>
                                          <p:attrName>ppt_y</p:attrName>
                                        </p:attrNameLst>
                                      </p:cBhvr>
                                      <p:rCtr x="-12500" y="0"/>
                                    </p:animMotion>
                                  </p:childTnLst>
                                </p:cTn>
                              </p:par>
                              <p:par>
                                <p:cTn id="23" presetID="35" presetClass="path" presetSubtype="0" accel="50000" decel="50000" fill="hold" grpId="0" nodeType="withEffect">
                                  <p:stCondLst>
                                    <p:cond delay="0"/>
                                  </p:stCondLst>
                                  <p:childTnLst>
                                    <p:animMotion origin="layout" path="M 3.95833E-6 2.22222E-6 L -0.25 2.22222E-6 " pathEditMode="relative" rAng="0" ptsTypes="AA">
                                      <p:cBhvr>
                                        <p:cTn id="24" dur="2000" fill="hold"/>
                                        <p:tgtEl>
                                          <p:spTgt spid="69"/>
                                        </p:tgtEl>
                                        <p:attrNameLst>
                                          <p:attrName>ppt_x</p:attrName>
                                          <p:attrName>ppt_y</p:attrName>
                                        </p:attrNameLst>
                                      </p:cBhvr>
                                      <p:rCtr x="-12500" y="0"/>
                                    </p:animMotion>
                                  </p:childTnLst>
                                </p:cTn>
                              </p:par>
                              <p:par>
                                <p:cTn id="25" presetID="35" presetClass="path" presetSubtype="0" accel="50000" decel="50000" fill="hold" grpId="0" nodeType="withEffect">
                                  <p:stCondLst>
                                    <p:cond delay="0"/>
                                  </p:stCondLst>
                                  <p:childTnLst>
                                    <p:animMotion origin="layout" path="M 1.25E-6 2.22222E-6 L -0.25 2.22222E-6 " pathEditMode="relative" rAng="0" ptsTypes="AA">
                                      <p:cBhvr>
                                        <p:cTn id="26" dur="2000" fill="hold"/>
                                        <p:tgtEl>
                                          <p:spTgt spid="71"/>
                                        </p:tgtEl>
                                        <p:attrNameLst>
                                          <p:attrName>ppt_x</p:attrName>
                                          <p:attrName>ppt_y</p:attrName>
                                        </p:attrNameLst>
                                      </p:cBhvr>
                                      <p:rCtr x="-12500" y="0"/>
                                    </p:animMotion>
                                  </p:childTnLst>
                                </p:cTn>
                              </p:par>
                              <p:par>
                                <p:cTn id="27" presetID="35" presetClass="path" presetSubtype="0" accel="50000" decel="50000" fill="hold" grpId="0" nodeType="withEffect">
                                  <p:stCondLst>
                                    <p:cond delay="0"/>
                                  </p:stCondLst>
                                  <p:childTnLst>
                                    <p:animMotion origin="layout" path="M 3.95833E-6 7.40741E-7 L -0.25 7.40741E-7 " pathEditMode="relative" rAng="0" ptsTypes="AA">
                                      <p:cBhvr>
                                        <p:cTn id="28" dur="2000" fill="hold"/>
                                        <p:tgtEl>
                                          <p:spTgt spid="72"/>
                                        </p:tgtEl>
                                        <p:attrNameLst>
                                          <p:attrName>ppt_x</p:attrName>
                                          <p:attrName>ppt_y</p:attrName>
                                        </p:attrNameLst>
                                      </p:cBhvr>
                                      <p:rCtr x="-12500" y="0"/>
                                    </p:animMotion>
                                  </p:childTnLst>
                                </p:cTn>
                              </p:par>
                              <p:par>
                                <p:cTn id="29" presetID="35" presetClass="path" presetSubtype="0" accel="50000" decel="50000" fill="hold" grpId="0" nodeType="withEffect">
                                  <p:stCondLst>
                                    <p:cond delay="0"/>
                                  </p:stCondLst>
                                  <p:childTnLst>
                                    <p:animMotion origin="layout" path="M -4.16667E-7 4.44444E-6 L -0.25 4.44444E-6 " pathEditMode="relative" rAng="0" ptsTypes="AA">
                                      <p:cBhvr>
                                        <p:cTn id="30" dur="2000" fill="hold"/>
                                        <p:tgtEl>
                                          <p:spTgt spid="73"/>
                                        </p:tgtEl>
                                        <p:attrNameLst>
                                          <p:attrName>ppt_x</p:attrName>
                                          <p:attrName>ppt_y</p:attrName>
                                        </p:attrNameLst>
                                      </p:cBhvr>
                                      <p:rCtr x="-12500" y="0"/>
                                    </p:animMotion>
                                  </p:childTnLst>
                                </p:cTn>
                              </p:par>
                              <p:par>
                                <p:cTn id="31" presetID="35" presetClass="path" presetSubtype="0" accel="50000" decel="50000" fill="hold" grpId="0" nodeType="withEffect">
                                  <p:stCondLst>
                                    <p:cond delay="0"/>
                                  </p:stCondLst>
                                  <p:childTnLst>
                                    <p:animMotion origin="layout" path="M -6.25E-7 -3.33333E-6 L -0.25 -3.33333E-6 " pathEditMode="relative" rAng="0" ptsTypes="AA">
                                      <p:cBhvr>
                                        <p:cTn id="32" dur="2000" fill="hold"/>
                                        <p:tgtEl>
                                          <p:spTgt spid="74"/>
                                        </p:tgtEl>
                                        <p:attrNameLst>
                                          <p:attrName>ppt_x</p:attrName>
                                          <p:attrName>ppt_y</p:attrName>
                                        </p:attrNameLst>
                                      </p:cBhvr>
                                      <p:rCtr x="-12500" y="0"/>
                                    </p:animMotion>
                                  </p:childTnLst>
                                </p:cTn>
                              </p:par>
                              <p:par>
                                <p:cTn id="33" presetID="35" presetClass="path" presetSubtype="0" accel="50000" decel="50000" fill="hold" grpId="0" nodeType="withEffect">
                                  <p:stCondLst>
                                    <p:cond delay="0"/>
                                  </p:stCondLst>
                                  <p:childTnLst>
                                    <p:animMotion origin="layout" path="M -4.16667E-6 3.33333E-6 L -0.25 3.33333E-6 " pathEditMode="relative" rAng="0" ptsTypes="AA">
                                      <p:cBhvr>
                                        <p:cTn id="34" dur="2000" fill="hold"/>
                                        <p:tgtEl>
                                          <p:spTgt spid="75"/>
                                        </p:tgtEl>
                                        <p:attrNameLst>
                                          <p:attrName>ppt_x</p:attrName>
                                          <p:attrName>ppt_y</p:attrName>
                                        </p:attrNameLst>
                                      </p:cBhvr>
                                      <p:rCtr x="-12500" y="0"/>
                                    </p:animMotion>
                                  </p:childTnLst>
                                </p:cTn>
                              </p:par>
                              <p:par>
                                <p:cTn id="35" presetID="35" presetClass="path" presetSubtype="0" accel="50000" decel="50000" fill="hold" grpId="0" nodeType="withEffect">
                                  <p:stCondLst>
                                    <p:cond delay="0"/>
                                  </p:stCondLst>
                                  <p:childTnLst>
                                    <p:animMotion origin="layout" path="M -3.95833E-6 -7.40741E-7 L -0.25 -7.40741E-7 " pathEditMode="relative" rAng="0" ptsTypes="AA">
                                      <p:cBhvr>
                                        <p:cTn id="36" dur="2000" fill="hold"/>
                                        <p:tgtEl>
                                          <p:spTgt spid="76"/>
                                        </p:tgtEl>
                                        <p:attrNameLst>
                                          <p:attrName>ppt_x</p:attrName>
                                          <p:attrName>ppt_y</p:attrName>
                                        </p:attrNameLst>
                                      </p:cBhvr>
                                      <p:rCtr x="-12500" y="0"/>
                                    </p:animMotion>
                                  </p:childTnLst>
                                </p:cTn>
                              </p:par>
                              <p:par>
                                <p:cTn id="37" presetID="35" presetClass="path" presetSubtype="0" accel="50000" decel="50000" fill="hold" grpId="0" nodeType="withEffect">
                                  <p:stCondLst>
                                    <p:cond delay="0"/>
                                  </p:stCondLst>
                                  <p:childTnLst>
                                    <p:animMotion origin="layout" path="M 4.16667E-6 4.44444E-6 L -0.25 4.44444E-6 " pathEditMode="relative" rAng="0" ptsTypes="AA">
                                      <p:cBhvr>
                                        <p:cTn id="38" dur="2000" fill="hold"/>
                                        <p:tgtEl>
                                          <p:spTgt spid="77"/>
                                        </p:tgtEl>
                                        <p:attrNameLst>
                                          <p:attrName>ppt_x</p:attrName>
                                          <p:attrName>ppt_y</p:attrName>
                                        </p:attrNameLst>
                                      </p:cBhvr>
                                      <p:rCtr x="-12500" y="0"/>
                                    </p:animMotion>
                                  </p:childTnLst>
                                </p:cTn>
                              </p:par>
                              <p:par>
                                <p:cTn id="39" presetID="35" presetClass="path" presetSubtype="0" accel="50000" decel="50000" fill="hold" grpId="0" nodeType="withEffect">
                                  <p:stCondLst>
                                    <p:cond delay="0"/>
                                  </p:stCondLst>
                                  <p:childTnLst>
                                    <p:animMotion origin="layout" path="M 4.16667E-6 3.7037E-6 L -0.25 3.7037E-6 " pathEditMode="relative" rAng="0" ptsTypes="AA">
                                      <p:cBhvr>
                                        <p:cTn id="40" dur="2000" fill="hold"/>
                                        <p:tgtEl>
                                          <p:spTgt spid="78"/>
                                        </p:tgtEl>
                                        <p:attrNameLst>
                                          <p:attrName>ppt_x</p:attrName>
                                          <p:attrName>ppt_y</p:attrName>
                                        </p:attrNameLst>
                                      </p:cBhvr>
                                      <p:rCtr x="-12500" y="0"/>
                                    </p:animMotion>
                                  </p:childTnLst>
                                </p:cTn>
                              </p:par>
                              <p:par>
                                <p:cTn id="41" presetID="35" presetClass="path" presetSubtype="0" accel="50000" decel="50000" fill="hold" grpId="0" nodeType="withEffect">
                                  <p:stCondLst>
                                    <p:cond delay="0"/>
                                  </p:stCondLst>
                                  <p:childTnLst>
                                    <p:animMotion origin="layout" path="M 3.125E-6 -1.48148E-6 L -0.25 -1.48148E-6 " pathEditMode="relative" rAng="0" ptsTypes="AA">
                                      <p:cBhvr>
                                        <p:cTn id="42" dur="2000" fill="hold"/>
                                        <p:tgtEl>
                                          <p:spTgt spid="79"/>
                                        </p:tgtEl>
                                        <p:attrNameLst>
                                          <p:attrName>ppt_x</p:attrName>
                                          <p:attrName>ppt_y</p:attrName>
                                        </p:attrNameLst>
                                      </p:cBhvr>
                                      <p:rCtr x="-12500" y="0"/>
                                    </p:animMotion>
                                  </p:childTnLst>
                                </p:cTn>
                              </p:par>
                              <p:par>
                                <p:cTn id="43" presetID="35" presetClass="path" presetSubtype="0" accel="50000" decel="50000" fill="hold" grpId="0" nodeType="withEffect">
                                  <p:stCondLst>
                                    <p:cond delay="0"/>
                                  </p:stCondLst>
                                  <p:childTnLst>
                                    <p:animMotion origin="layout" path="M 1.875E-6 1.48148E-6 L -0.25 1.48148E-6 " pathEditMode="relative" rAng="0" ptsTypes="AA">
                                      <p:cBhvr>
                                        <p:cTn id="44" dur="2000" fill="hold"/>
                                        <p:tgtEl>
                                          <p:spTgt spid="84"/>
                                        </p:tgtEl>
                                        <p:attrNameLst>
                                          <p:attrName>ppt_x</p:attrName>
                                          <p:attrName>ppt_y</p:attrName>
                                        </p:attrNameLst>
                                      </p:cBhvr>
                                      <p:rCtr x="-12500" y="0"/>
                                    </p:animMotion>
                                  </p:childTnLst>
                                </p:cTn>
                              </p:par>
                              <p:par>
                                <p:cTn id="45" presetID="35" presetClass="path" presetSubtype="0" accel="50000" decel="50000" fill="hold" grpId="0" nodeType="withEffect">
                                  <p:stCondLst>
                                    <p:cond delay="0"/>
                                  </p:stCondLst>
                                  <p:childTnLst>
                                    <p:animMotion origin="layout" path="M 1.04167E-6 -1.48148E-6 L -0.25 -1.48148E-6 " pathEditMode="relative" rAng="0" ptsTypes="AA">
                                      <p:cBhvr>
                                        <p:cTn id="46" dur="2000" fill="hold"/>
                                        <p:tgtEl>
                                          <p:spTgt spid="85"/>
                                        </p:tgtEl>
                                        <p:attrNameLst>
                                          <p:attrName>ppt_x</p:attrName>
                                          <p:attrName>ppt_y</p:attrName>
                                        </p:attrNameLst>
                                      </p:cBhvr>
                                      <p:rCtr x="-12500" y="0"/>
                                    </p:animMotion>
                                  </p:childTnLst>
                                </p:cTn>
                              </p:par>
                              <p:par>
                                <p:cTn id="47" presetID="35" presetClass="path" presetSubtype="0" accel="50000" decel="50000" fill="hold" grpId="0" nodeType="withEffect">
                                  <p:stCondLst>
                                    <p:cond delay="0"/>
                                  </p:stCondLst>
                                  <p:childTnLst>
                                    <p:animMotion origin="layout" path="M -1.25E-6 1.48148E-6 L -0.25 1.48148E-6 " pathEditMode="relative" rAng="0" ptsTypes="AA">
                                      <p:cBhvr>
                                        <p:cTn id="48" dur="2000" fill="hold"/>
                                        <p:tgtEl>
                                          <p:spTgt spid="86"/>
                                        </p:tgtEl>
                                        <p:attrNameLst>
                                          <p:attrName>ppt_x</p:attrName>
                                          <p:attrName>ppt_y</p:attrName>
                                        </p:attrNameLst>
                                      </p:cBhvr>
                                      <p:rCtr x="-12500" y="0"/>
                                    </p:animMotion>
                                  </p:childTnLst>
                                </p:cTn>
                              </p:par>
                              <p:par>
                                <p:cTn id="49" presetID="35" presetClass="path" presetSubtype="0" accel="50000" decel="50000" fill="hold" grpId="0" nodeType="withEffect">
                                  <p:stCondLst>
                                    <p:cond delay="0"/>
                                  </p:stCondLst>
                                  <p:childTnLst>
                                    <p:animMotion origin="layout" path="M 4.16667E-6 -4.07407E-6 L -0.25 -4.07407E-6 " pathEditMode="relative" rAng="0" ptsTypes="AA">
                                      <p:cBhvr>
                                        <p:cTn id="50" dur="2000" fill="hold"/>
                                        <p:tgtEl>
                                          <p:spTgt spid="93"/>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8" grpId="0" animBg="1"/>
      <p:bldP spid="69" grpId="0" animBg="1"/>
      <p:bldP spid="71" grpId="0" animBg="1"/>
      <p:bldP spid="72" grpId="0" animBg="1"/>
      <p:bldP spid="73" grpId="0" animBg="1"/>
      <p:bldP spid="74" grpId="0" animBg="1"/>
      <p:bldP spid="75" grpId="0" animBg="1"/>
      <p:bldP spid="76" grpId="0" animBg="1"/>
      <p:bldP spid="77" grpId="0" animBg="1"/>
      <p:bldP spid="78" grpId="0" animBg="1"/>
      <p:bldP spid="79" grpId="0" animBg="1"/>
      <p:bldP spid="84" grpId="0" animBg="1"/>
      <p:bldP spid="85" grpId="0" animBg="1"/>
      <p:bldP spid="86" grpId="0" animBg="1"/>
      <p:bldP spid="93" grpId="0" animBg="1"/>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Decomposition Tree</a:t>
            </a:r>
          </a:p>
        </p:txBody>
      </p:sp>
      <p:sp>
        <p:nvSpPr>
          <p:cNvPr id="66" name="Rectangle 65">
            <a:extLst>
              <a:ext uri="{FF2B5EF4-FFF2-40B4-BE49-F238E27FC236}">
                <a16:creationId xmlns:a16="http://schemas.microsoft.com/office/drawing/2014/main" id="{BFA6B975-10CC-48CD-8850-76AD648DBB94}"/>
              </a:ext>
            </a:extLst>
          </p:cNvPr>
          <p:cNvSpPr/>
          <p:nvPr/>
        </p:nvSpPr>
        <p:spPr>
          <a:xfrm rot="5400000">
            <a:off x="5213408" y="20818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9CC46750-20B6-4D4D-A7EE-0AC0B0C08FC1}"/>
              </a:ext>
            </a:extLst>
          </p:cNvPr>
          <p:cNvSpPr/>
          <p:nvPr/>
        </p:nvSpPr>
        <p:spPr>
          <a:xfrm rot="5400000">
            <a:off x="4723665" y="184514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071B7F3B-067C-4F78-A676-121107AE3BDE}"/>
              </a:ext>
            </a:extLst>
          </p:cNvPr>
          <p:cNvSpPr/>
          <p:nvPr/>
        </p:nvSpPr>
        <p:spPr>
          <a:xfrm rot="5400000">
            <a:off x="5453507" y="20806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EB92F416-EEA6-4FCC-B5F3-AABF8C2DDDFD}"/>
              </a:ext>
            </a:extLst>
          </p:cNvPr>
          <p:cNvSpPr/>
          <p:nvPr/>
        </p:nvSpPr>
        <p:spPr>
          <a:xfrm rot="5400000">
            <a:off x="4723067" y="20802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B22033D9-EA53-47A6-B701-F28EF3996BC1}"/>
              </a:ext>
            </a:extLst>
          </p:cNvPr>
          <p:cNvSpPr/>
          <p:nvPr/>
        </p:nvSpPr>
        <p:spPr>
          <a:xfrm rot="5400000">
            <a:off x="4972217" y="20806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55EDE51C-17DA-474C-85F7-04EDA4F465E7}"/>
              </a:ext>
            </a:extLst>
          </p:cNvPr>
          <p:cNvSpPr/>
          <p:nvPr/>
        </p:nvSpPr>
        <p:spPr>
          <a:xfrm rot="5400000">
            <a:off x="4723067" y="16099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00F00C27-EB65-4E6C-BE26-15884CA5EF0A}"/>
              </a:ext>
            </a:extLst>
          </p:cNvPr>
          <p:cNvSpPr/>
          <p:nvPr/>
        </p:nvSpPr>
        <p:spPr>
          <a:xfrm rot="5400000">
            <a:off x="5671189" y="137036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62C828E2-F7AD-4954-B6C5-E651CDEC83F2}"/>
              </a:ext>
            </a:extLst>
          </p:cNvPr>
          <p:cNvSpPr/>
          <p:nvPr/>
        </p:nvSpPr>
        <p:spPr>
          <a:xfrm rot="5400000">
            <a:off x="5672164" y="11328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951C868-A24B-49B9-9C87-41515D35C551}"/>
              </a:ext>
            </a:extLst>
          </p:cNvPr>
          <p:cNvSpPr/>
          <p:nvPr/>
        </p:nvSpPr>
        <p:spPr>
          <a:xfrm rot="5400000">
            <a:off x="5928420" y="20894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9BDBD387-8306-40C7-AFEB-FA5625060C06}"/>
              </a:ext>
            </a:extLst>
          </p:cNvPr>
          <p:cNvSpPr/>
          <p:nvPr/>
        </p:nvSpPr>
        <p:spPr>
          <a:xfrm rot="5400000">
            <a:off x="5698359" y="208296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A1F5480-3E51-40D1-AC70-A30CBFC3DB8E}"/>
              </a:ext>
            </a:extLst>
          </p:cNvPr>
          <p:cNvSpPr/>
          <p:nvPr/>
        </p:nvSpPr>
        <p:spPr>
          <a:xfrm rot="5400000">
            <a:off x="4721640" y="1370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2E45F2ED-0649-42D9-8519-AB22CF70F6EF}"/>
              </a:ext>
            </a:extLst>
          </p:cNvPr>
          <p:cNvSpPr/>
          <p:nvPr/>
        </p:nvSpPr>
        <p:spPr>
          <a:xfrm rot="5400000">
            <a:off x="4721235" y="113466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176A6812-5E26-44E3-A391-BB9651A42B11}"/>
              </a:ext>
            </a:extLst>
          </p:cNvPr>
          <p:cNvSpPr/>
          <p:nvPr/>
        </p:nvSpPr>
        <p:spPr>
          <a:xfrm rot="5400000">
            <a:off x="4958207" y="9045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DCCE88C4-B052-4AE7-93A9-788D0F8ABD93}"/>
              </a:ext>
            </a:extLst>
          </p:cNvPr>
          <p:cNvSpPr/>
          <p:nvPr/>
        </p:nvSpPr>
        <p:spPr>
          <a:xfrm rot="5400000">
            <a:off x="5196515" y="90236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283E2803-B532-4537-8F02-E861F6370986}"/>
              </a:ext>
            </a:extLst>
          </p:cNvPr>
          <p:cNvSpPr/>
          <p:nvPr/>
        </p:nvSpPr>
        <p:spPr>
          <a:xfrm rot="5400000">
            <a:off x="5431614" y="9049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8B4945E4-19EB-4175-9CC7-6E1A5C49BDED}"/>
              </a:ext>
            </a:extLst>
          </p:cNvPr>
          <p:cNvSpPr/>
          <p:nvPr/>
        </p:nvSpPr>
        <p:spPr>
          <a:xfrm rot="5400000">
            <a:off x="5677311" y="90236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92">
            <a:extLst>
              <a:ext uri="{FF2B5EF4-FFF2-40B4-BE49-F238E27FC236}">
                <a16:creationId xmlns:a16="http://schemas.microsoft.com/office/drawing/2014/main" id="{6135F09D-90DE-400F-BB0D-129CE8E18885}"/>
              </a:ext>
            </a:extLst>
          </p:cNvPr>
          <p:cNvSpPr/>
          <p:nvPr/>
        </p:nvSpPr>
        <p:spPr>
          <a:xfrm rot="5400000">
            <a:off x="4721529" y="89750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B2C08FA9-6280-43D2-A0EB-A990DA60ABF6}"/>
              </a:ext>
            </a:extLst>
          </p:cNvPr>
          <p:cNvSpPr/>
          <p:nvPr/>
        </p:nvSpPr>
        <p:spPr>
          <a:xfrm rot="5400000">
            <a:off x="6631779" y="20907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98F7F581-66B5-4CE2-BAB7-4084A7CE5256}"/>
              </a:ext>
            </a:extLst>
          </p:cNvPr>
          <p:cNvSpPr/>
          <p:nvPr/>
        </p:nvSpPr>
        <p:spPr>
          <a:xfrm rot="5400000">
            <a:off x="7111453" y="185171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22F1170E-F96C-431A-A415-C5A64528AC52}"/>
              </a:ext>
            </a:extLst>
          </p:cNvPr>
          <p:cNvSpPr/>
          <p:nvPr/>
        </p:nvSpPr>
        <p:spPr>
          <a:xfrm rot="5400000">
            <a:off x="6871878" y="20894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8A9A3DF9-B4A4-493A-AB07-82DF7972995F}"/>
              </a:ext>
            </a:extLst>
          </p:cNvPr>
          <p:cNvSpPr/>
          <p:nvPr/>
        </p:nvSpPr>
        <p:spPr>
          <a:xfrm rot="5400000">
            <a:off x="6162135" y="208548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4DF630FA-9537-4598-9C42-8AAF1BADF42A}"/>
              </a:ext>
            </a:extLst>
          </p:cNvPr>
          <p:cNvSpPr/>
          <p:nvPr/>
        </p:nvSpPr>
        <p:spPr>
          <a:xfrm rot="5400000">
            <a:off x="6390588" y="20894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98">
            <a:extLst>
              <a:ext uri="{FF2B5EF4-FFF2-40B4-BE49-F238E27FC236}">
                <a16:creationId xmlns:a16="http://schemas.microsoft.com/office/drawing/2014/main" id="{CCA230E9-AC2A-4155-A17E-FC4742B6D223}"/>
              </a:ext>
            </a:extLst>
          </p:cNvPr>
          <p:cNvSpPr/>
          <p:nvPr/>
        </p:nvSpPr>
        <p:spPr>
          <a:xfrm rot="5400000">
            <a:off x="7111453" y="161377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99E63C07-3169-46A0-AD3A-3AB95EEE69C5}"/>
              </a:ext>
            </a:extLst>
          </p:cNvPr>
          <p:cNvSpPr/>
          <p:nvPr/>
        </p:nvSpPr>
        <p:spPr>
          <a:xfrm rot="5400000">
            <a:off x="7111453" y="1370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3221FEF8-3AA3-453F-B3EF-B16EA2F7420E}"/>
              </a:ext>
            </a:extLst>
          </p:cNvPr>
          <p:cNvSpPr/>
          <p:nvPr/>
        </p:nvSpPr>
        <p:spPr>
          <a:xfrm rot="5400000">
            <a:off x="7112428" y="11332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4822B7DB-0AC5-4A4B-BC1F-D49EDD7E3334}"/>
              </a:ext>
            </a:extLst>
          </p:cNvPr>
          <p:cNvSpPr/>
          <p:nvPr/>
        </p:nvSpPr>
        <p:spPr>
          <a:xfrm rot="5400000">
            <a:off x="7111641" y="208296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FD07083F-C574-4967-9AA1-40F56C1B93F2}"/>
              </a:ext>
            </a:extLst>
          </p:cNvPr>
          <p:cNvSpPr/>
          <p:nvPr/>
        </p:nvSpPr>
        <p:spPr>
          <a:xfrm rot="5400000">
            <a:off x="6160708" y="137602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8DB09102-09FD-45E0-B99A-5530F01329D0}"/>
              </a:ext>
            </a:extLst>
          </p:cNvPr>
          <p:cNvSpPr/>
          <p:nvPr/>
        </p:nvSpPr>
        <p:spPr>
          <a:xfrm rot="5400000">
            <a:off x="6160303" y="113992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A117AFDF-0970-4CA6-9341-2CF867F0603B}"/>
              </a:ext>
            </a:extLst>
          </p:cNvPr>
          <p:cNvSpPr/>
          <p:nvPr/>
        </p:nvSpPr>
        <p:spPr>
          <a:xfrm rot="5400000">
            <a:off x="6398471" y="9049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4BD4D7C7-D419-4BBC-9A58-84581F0F3B03}"/>
              </a:ext>
            </a:extLst>
          </p:cNvPr>
          <p:cNvSpPr/>
          <p:nvPr/>
        </p:nvSpPr>
        <p:spPr>
          <a:xfrm rot="5400000">
            <a:off x="6636779" y="902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a:extLst>
              <a:ext uri="{FF2B5EF4-FFF2-40B4-BE49-F238E27FC236}">
                <a16:creationId xmlns:a16="http://schemas.microsoft.com/office/drawing/2014/main" id="{4E99F413-DA47-43B3-BED1-7DB6F9775CF2}"/>
              </a:ext>
            </a:extLst>
          </p:cNvPr>
          <p:cNvSpPr/>
          <p:nvPr/>
        </p:nvSpPr>
        <p:spPr>
          <a:xfrm rot="5400000">
            <a:off x="6871878" y="9053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FBD891BE-8AB4-4C81-A4E1-B4E113F31BBC}"/>
              </a:ext>
            </a:extLst>
          </p:cNvPr>
          <p:cNvSpPr/>
          <p:nvPr/>
        </p:nvSpPr>
        <p:spPr>
          <a:xfrm rot="5400000">
            <a:off x="7117575" y="902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FD1F7E5F-5D64-4FE2-B240-1848B8F3C1C3}"/>
              </a:ext>
            </a:extLst>
          </p:cNvPr>
          <p:cNvSpPr/>
          <p:nvPr/>
        </p:nvSpPr>
        <p:spPr>
          <a:xfrm rot="5400000">
            <a:off x="6160597" y="902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Group 2">
            <a:extLst>
              <a:ext uri="{FF2B5EF4-FFF2-40B4-BE49-F238E27FC236}">
                <a16:creationId xmlns:a16="http://schemas.microsoft.com/office/drawing/2014/main" id="{266AC9E3-A776-4D9F-BF4B-C80564F0C487}"/>
              </a:ext>
            </a:extLst>
          </p:cNvPr>
          <p:cNvGrpSpPr/>
          <p:nvPr/>
        </p:nvGrpSpPr>
        <p:grpSpPr>
          <a:xfrm>
            <a:off x="2235689" y="2826716"/>
            <a:ext cx="1445945" cy="1429705"/>
            <a:chOff x="2235689" y="2826716"/>
            <a:chExt cx="1445945" cy="1429705"/>
          </a:xfrm>
        </p:grpSpPr>
        <p:sp>
          <p:nvSpPr>
            <p:cNvPr id="43" name="Rectangle 42">
              <a:extLst>
                <a:ext uri="{FF2B5EF4-FFF2-40B4-BE49-F238E27FC236}">
                  <a16:creationId xmlns:a16="http://schemas.microsoft.com/office/drawing/2014/main" id="{DB0A7104-A6CE-4807-9BE0-55C24441EA9B}"/>
                </a:ext>
              </a:extLst>
            </p:cNvPr>
            <p:cNvSpPr/>
            <p:nvPr/>
          </p:nvSpPr>
          <p:spPr>
            <a:xfrm rot="5400000">
              <a:off x="2728370" y="401059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68FEE71-B263-4315-9CB9-8CA2A34D9886}"/>
                </a:ext>
              </a:extLst>
            </p:cNvPr>
            <p:cNvSpPr/>
            <p:nvPr/>
          </p:nvSpPr>
          <p:spPr>
            <a:xfrm rot="5400000">
              <a:off x="2238627" y="377385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C5A3C145-1833-4AD4-8863-83C5EF75A165}"/>
                </a:ext>
              </a:extLst>
            </p:cNvPr>
            <p:cNvSpPr/>
            <p:nvPr/>
          </p:nvSpPr>
          <p:spPr>
            <a:xfrm rot="5400000">
              <a:off x="2968469" y="400933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FD00777F-A447-4D18-ABAF-F32A8413ECB4}"/>
                </a:ext>
              </a:extLst>
            </p:cNvPr>
            <p:cNvSpPr/>
            <p:nvPr/>
          </p:nvSpPr>
          <p:spPr>
            <a:xfrm rot="5400000">
              <a:off x="2238029" y="40089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93DA336-4FB1-4AA9-A386-8839B3107FF2}"/>
                </a:ext>
              </a:extLst>
            </p:cNvPr>
            <p:cNvSpPr/>
            <p:nvPr/>
          </p:nvSpPr>
          <p:spPr>
            <a:xfrm rot="5400000">
              <a:off x="2487179" y="400933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A32B75E3-671C-4FEB-9319-2741B291A0CC}"/>
                </a:ext>
              </a:extLst>
            </p:cNvPr>
            <p:cNvSpPr/>
            <p:nvPr/>
          </p:nvSpPr>
          <p:spPr>
            <a:xfrm rot="5400000">
              <a:off x="2238029" y="353868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66AAC1A-DEE0-4666-B9A9-A09C940BA51C}"/>
                </a:ext>
              </a:extLst>
            </p:cNvPr>
            <p:cNvSpPr/>
            <p:nvPr/>
          </p:nvSpPr>
          <p:spPr>
            <a:xfrm rot="5400000">
              <a:off x="3186151" y="329907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C013433A-7610-47A8-A0E6-5D62CD85CDC5}"/>
                </a:ext>
              </a:extLst>
            </p:cNvPr>
            <p:cNvSpPr/>
            <p:nvPr/>
          </p:nvSpPr>
          <p:spPr>
            <a:xfrm rot="5400000">
              <a:off x="3187126" y="306154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81C2A54-54C7-4152-AD7A-79B9C1428C28}"/>
                </a:ext>
              </a:extLst>
            </p:cNvPr>
            <p:cNvSpPr/>
            <p:nvPr/>
          </p:nvSpPr>
          <p:spPr>
            <a:xfrm rot="5400000">
              <a:off x="3443382" y="401816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F0A3318C-300F-4BD5-A0D4-8CB88C2BC00F}"/>
                </a:ext>
              </a:extLst>
            </p:cNvPr>
            <p:cNvSpPr/>
            <p:nvPr/>
          </p:nvSpPr>
          <p:spPr>
            <a:xfrm rot="5400000">
              <a:off x="3213321" y="401166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81132C2-60FE-4810-B627-43808D9784C2}"/>
                </a:ext>
              </a:extLst>
            </p:cNvPr>
            <p:cNvSpPr/>
            <p:nvPr/>
          </p:nvSpPr>
          <p:spPr>
            <a:xfrm rot="5400000">
              <a:off x="2236602" y="329947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A89CF74B-F165-45A3-AECE-5CE5825FFBFA}"/>
                </a:ext>
              </a:extLst>
            </p:cNvPr>
            <p:cNvSpPr/>
            <p:nvPr/>
          </p:nvSpPr>
          <p:spPr>
            <a:xfrm rot="5400000">
              <a:off x="2236197" y="306337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B05AF4D-B175-4F6F-B41E-31E7FEAE5BA5}"/>
                </a:ext>
              </a:extLst>
            </p:cNvPr>
            <p:cNvSpPr/>
            <p:nvPr/>
          </p:nvSpPr>
          <p:spPr>
            <a:xfrm rot="5400000">
              <a:off x="2473169" y="28332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3FCA104-F915-4316-96B1-6BE504CBD2EB}"/>
                </a:ext>
              </a:extLst>
            </p:cNvPr>
            <p:cNvSpPr/>
            <p:nvPr/>
          </p:nvSpPr>
          <p:spPr>
            <a:xfrm rot="5400000">
              <a:off x="2711477" y="283107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6994378E-768A-4883-94DC-6FAFA595282C}"/>
                </a:ext>
              </a:extLst>
            </p:cNvPr>
            <p:cNvSpPr/>
            <p:nvPr/>
          </p:nvSpPr>
          <p:spPr>
            <a:xfrm rot="5400000">
              <a:off x="2946576" y="283369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7115B14-C13F-44AB-9EAB-FF7AE8A4FDCE}"/>
                </a:ext>
              </a:extLst>
            </p:cNvPr>
            <p:cNvSpPr/>
            <p:nvPr/>
          </p:nvSpPr>
          <p:spPr>
            <a:xfrm rot="5400000">
              <a:off x="3192273" y="283107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C66B83C5-7D0F-4BF0-85E6-1F4EE27C88E6}"/>
                </a:ext>
              </a:extLst>
            </p:cNvPr>
            <p:cNvSpPr/>
            <p:nvPr/>
          </p:nvSpPr>
          <p:spPr>
            <a:xfrm rot="5400000">
              <a:off x="2236491" y="282620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47517C99-CEC2-4143-A3BD-B802F3E8D2C4}"/>
              </a:ext>
            </a:extLst>
          </p:cNvPr>
          <p:cNvGrpSpPr/>
          <p:nvPr/>
        </p:nvGrpSpPr>
        <p:grpSpPr>
          <a:xfrm>
            <a:off x="8243561" y="2831359"/>
            <a:ext cx="1196032" cy="1425701"/>
            <a:chOff x="8243561" y="2831359"/>
            <a:chExt cx="1196032" cy="1425701"/>
          </a:xfrm>
        </p:grpSpPr>
        <p:sp>
          <p:nvSpPr>
            <p:cNvPr id="60" name="Rectangle 59">
              <a:extLst>
                <a:ext uri="{FF2B5EF4-FFF2-40B4-BE49-F238E27FC236}">
                  <a16:creationId xmlns:a16="http://schemas.microsoft.com/office/drawing/2014/main" id="{F2F77FEA-64FC-410C-B94B-B979D231F161}"/>
                </a:ext>
              </a:extLst>
            </p:cNvPr>
            <p:cNvSpPr/>
            <p:nvPr/>
          </p:nvSpPr>
          <p:spPr>
            <a:xfrm rot="5400000">
              <a:off x="8715545" y="401880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D6092898-4C90-42A4-AE55-F4D0C097E259}"/>
                </a:ext>
              </a:extLst>
            </p:cNvPr>
            <p:cNvSpPr/>
            <p:nvPr/>
          </p:nvSpPr>
          <p:spPr>
            <a:xfrm rot="5400000">
              <a:off x="9195219" y="377980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01BAFF77-864B-4B9D-8BA4-F0BA838B12BD}"/>
                </a:ext>
              </a:extLst>
            </p:cNvPr>
            <p:cNvSpPr/>
            <p:nvPr/>
          </p:nvSpPr>
          <p:spPr>
            <a:xfrm rot="5400000">
              <a:off x="8955644" y="401754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A0B025F5-B038-49BD-9EB4-9DEE6FB94940}"/>
                </a:ext>
              </a:extLst>
            </p:cNvPr>
            <p:cNvSpPr/>
            <p:nvPr/>
          </p:nvSpPr>
          <p:spPr>
            <a:xfrm rot="5400000">
              <a:off x="8245901" y="401357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FD4C8187-BEA0-4F32-8F40-C0ABAA90B2BD}"/>
                </a:ext>
              </a:extLst>
            </p:cNvPr>
            <p:cNvSpPr/>
            <p:nvPr/>
          </p:nvSpPr>
          <p:spPr>
            <a:xfrm rot="5400000">
              <a:off x="8474354" y="401754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2C5A5994-5F3A-41BE-BBD5-FEA77A56EDE2}"/>
                </a:ext>
              </a:extLst>
            </p:cNvPr>
            <p:cNvSpPr/>
            <p:nvPr/>
          </p:nvSpPr>
          <p:spPr>
            <a:xfrm rot="5400000">
              <a:off x="9195219" y="35418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08D74E45-DF7E-4B42-800E-25E13F8D389E}"/>
                </a:ext>
              </a:extLst>
            </p:cNvPr>
            <p:cNvSpPr/>
            <p:nvPr/>
          </p:nvSpPr>
          <p:spPr>
            <a:xfrm rot="5400000">
              <a:off x="9195219" y="329885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4BC5D13E-8B49-4C40-83AC-92858F5DC477}"/>
                </a:ext>
              </a:extLst>
            </p:cNvPr>
            <p:cNvSpPr/>
            <p:nvPr/>
          </p:nvSpPr>
          <p:spPr>
            <a:xfrm rot="5400000">
              <a:off x="9196194" y="306132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921CFFF4-1CC0-4F9A-9642-6C588EF681E4}"/>
                </a:ext>
              </a:extLst>
            </p:cNvPr>
            <p:cNvSpPr/>
            <p:nvPr/>
          </p:nvSpPr>
          <p:spPr>
            <a:xfrm rot="5400000">
              <a:off x="9195407" y="401104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C27F260B-90C1-46B2-933F-8EE38B6A03E2}"/>
                </a:ext>
              </a:extLst>
            </p:cNvPr>
            <p:cNvSpPr/>
            <p:nvPr/>
          </p:nvSpPr>
          <p:spPr>
            <a:xfrm rot="5400000">
              <a:off x="8244474" y="330411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F5CE7A44-9FCD-4A39-ABFD-729F25198C41}"/>
                </a:ext>
              </a:extLst>
            </p:cNvPr>
            <p:cNvSpPr/>
            <p:nvPr/>
          </p:nvSpPr>
          <p:spPr>
            <a:xfrm rot="5400000">
              <a:off x="8244069" y="306801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83F64EC5-2246-45F7-8F2A-BD80441D02EC}"/>
                </a:ext>
              </a:extLst>
            </p:cNvPr>
            <p:cNvSpPr/>
            <p:nvPr/>
          </p:nvSpPr>
          <p:spPr>
            <a:xfrm rot="5400000">
              <a:off x="8482237" y="283307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44672F85-D973-4B44-A946-391BC5AC6932}"/>
                </a:ext>
              </a:extLst>
            </p:cNvPr>
            <p:cNvSpPr/>
            <p:nvPr/>
          </p:nvSpPr>
          <p:spPr>
            <a:xfrm rot="5400000">
              <a:off x="8720545" y="283085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8FEBE6AC-55A3-457B-8166-FBBCA3D41D3A}"/>
                </a:ext>
              </a:extLst>
            </p:cNvPr>
            <p:cNvSpPr/>
            <p:nvPr/>
          </p:nvSpPr>
          <p:spPr>
            <a:xfrm rot="5400000">
              <a:off x="8955644" y="283347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C62EDB48-B3FB-4003-9AEB-F296F40B4550}"/>
                </a:ext>
              </a:extLst>
            </p:cNvPr>
            <p:cNvSpPr/>
            <p:nvPr/>
          </p:nvSpPr>
          <p:spPr>
            <a:xfrm rot="5400000">
              <a:off x="9201341" y="283085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BF527050-5A0A-475B-9C43-6E52D78D4111}"/>
                </a:ext>
              </a:extLst>
            </p:cNvPr>
            <p:cNvSpPr/>
            <p:nvPr/>
          </p:nvSpPr>
          <p:spPr>
            <a:xfrm rot="5400000">
              <a:off x="8244363" y="283085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58C37A62-213E-4268-B57E-7D18796167D1}"/>
              </a:ext>
            </a:extLst>
          </p:cNvPr>
          <p:cNvGrpSpPr/>
          <p:nvPr/>
        </p:nvGrpSpPr>
        <p:grpSpPr>
          <a:xfrm>
            <a:off x="796111" y="4954719"/>
            <a:ext cx="1445945" cy="1192541"/>
            <a:chOff x="796111" y="4954719"/>
            <a:chExt cx="1445945" cy="1192541"/>
          </a:xfrm>
        </p:grpSpPr>
        <p:sp>
          <p:nvSpPr>
            <p:cNvPr id="120" name="Rectangle 119">
              <a:extLst>
                <a:ext uri="{FF2B5EF4-FFF2-40B4-BE49-F238E27FC236}">
                  <a16:creationId xmlns:a16="http://schemas.microsoft.com/office/drawing/2014/main" id="{2D72DBF8-4D78-41D6-98F0-97D18AFD9990}"/>
                </a:ext>
              </a:extLst>
            </p:cNvPr>
            <p:cNvSpPr/>
            <p:nvPr/>
          </p:nvSpPr>
          <p:spPr>
            <a:xfrm rot="5400000">
              <a:off x="1288792" y="590143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DB7B42D3-2D9B-4533-8191-79958CF62055}"/>
                </a:ext>
              </a:extLst>
            </p:cNvPr>
            <p:cNvSpPr/>
            <p:nvPr/>
          </p:nvSpPr>
          <p:spPr>
            <a:xfrm rot="5400000">
              <a:off x="799049" y="566469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533851D8-001D-43F4-8468-A491BF56B939}"/>
                </a:ext>
              </a:extLst>
            </p:cNvPr>
            <p:cNvSpPr/>
            <p:nvPr/>
          </p:nvSpPr>
          <p:spPr>
            <a:xfrm rot="5400000">
              <a:off x="1528891" y="590017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122">
              <a:extLst>
                <a:ext uri="{FF2B5EF4-FFF2-40B4-BE49-F238E27FC236}">
                  <a16:creationId xmlns:a16="http://schemas.microsoft.com/office/drawing/2014/main" id="{0E31FC6C-BDFA-4D7F-98CF-CAF972D88AEA}"/>
                </a:ext>
              </a:extLst>
            </p:cNvPr>
            <p:cNvSpPr/>
            <p:nvPr/>
          </p:nvSpPr>
          <p:spPr>
            <a:xfrm rot="5400000">
              <a:off x="798451" y="589976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B36B706C-E4FC-43C2-B724-40A8E35D1A1B}"/>
                </a:ext>
              </a:extLst>
            </p:cNvPr>
            <p:cNvSpPr/>
            <p:nvPr/>
          </p:nvSpPr>
          <p:spPr>
            <a:xfrm rot="5400000">
              <a:off x="1047601" y="590017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6C7DE14E-738F-4FA9-A9BB-2DCE5035ACB4}"/>
                </a:ext>
              </a:extLst>
            </p:cNvPr>
            <p:cNvSpPr/>
            <p:nvPr/>
          </p:nvSpPr>
          <p:spPr>
            <a:xfrm rot="5400000">
              <a:off x="798451" y="542952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A2181CB5-238F-4504-BAAC-A2A3CC3A2AAD}"/>
                </a:ext>
              </a:extLst>
            </p:cNvPr>
            <p:cNvSpPr/>
            <p:nvPr/>
          </p:nvSpPr>
          <p:spPr>
            <a:xfrm rot="5400000">
              <a:off x="2003804" y="590900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Rectangle 128">
              <a:extLst>
                <a:ext uri="{FF2B5EF4-FFF2-40B4-BE49-F238E27FC236}">
                  <a16:creationId xmlns:a16="http://schemas.microsoft.com/office/drawing/2014/main" id="{7AE0D56C-EEEC-403D-A48A-CB7CAD1E6FC9}"/>
                </a:ext>
              </a:extLst>
            </p:cNvPr>
            <p:cNvSpPr/>
            <p:nvPr/>
          </p:nvSpPr>
          <p:spPr>
            <a:xfrm rot="5400000">
              <a:off x="1773743" y="590250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2E36DFF9-14A5-4327-8224-AA4C138AB64D}"/>
                </a:ext>
              </a:extLst>
            </p:cNvPr>
            <p:cNvSpPr/>
            <p:nvPr/>
          </p:nvSpPr>
          <p:spPr>
            <a:xfrm rot="5400000">
              <a:off x="797024" y="519031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1" name="Rectangle 130">
              <a:extLst>
                <a:ext uri="{FF2B5EF4-FFF2-40B4-BE49-F238E27FC236}">
                  <a16:creationId xmlns:a16="http://schemas.microsoft.com/office/drawing/2014/main" id="{84899223-AC30-42CF-983F-44F02EB36DAE}"/>
                </a:ext>
              </a:extLst>
            </p:cNvPr>
            <p:cNvSpPr/>
            <p:nvPr/>
          </p:nvSpPr>
          <p:spPr>
            <a:xfrm rot="5400000">
              <a:off x="796619" y="495421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05F81017-F9B4-414A-877C-2CE6A555C657}"/>
              </a:ext>
            </a:extLst>
          </p:cNvPr>
          <p:cNvGrpSpPr/>
          <p:nvPr/>
        </p:nvGrpSpPr>
        <p:grpSpPr>
          <a:xfrm>
            <a:off x="9845649" y="4967361"/>
            <a:ext cx="1188266" cy="1181158"/>
            <a:chOff x="9845649" y="4967361"/>
            <a:chExt cx="1188266" cy="1181158"/>
          </a:xfrm>
        </p:grpSpPr>
        <p:sp>
          <p:nvSpPr>
            <p:cNvPr id="132" name="Rectangle 131">
              <a:extLst>
                <a:ext uri="{FF2B5EF4-FFF2-40B4-BE49-F238E27FC236}">
                  <a16:creationId xmlns:a16="http://schemas.microsoft.com/office/drawing/2014/main" id="{B174EFC4-CAB2-422B-8EA6-AADB37F3F788}"/>
                </a:ext>
              </a:extLst>
            </p:cNvPr>
            <p:cNvSpPr/>
            <p:nvPr/>
          </p:nvSpPr>
          <p:spPr>
            <a:xfrm rot="5400000">
              <a:off x="10315801" y="591026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60A2B00A-5231-451D-9A0D-5C75A4214708}"/>
                </a:ext>
              </a:extLst>
            </p:cNvPr>
            <p:cNvSpPr/>
            <p:nvPr/>
          </p:nvSpPr>
          <p:spPr>
            <a:xfrm rot="5400000">
              <a:off x="10795475" y="567126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66D9C09E-4FCE-4AF6-BBCF-D7B3BD030675}"/>
                </a:ext>
              </a:extLst>
            </p:cNvPr>
            <p:cNvSpPr/>
            <p:nvPr/>
          </p:nvSpPr>
          <p:spPr>
            <a:xfrm rot="5400000">
              <a:off x="10555900" y="590900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Rectangle 134">
              <a:extLst>
                <a:ext uri="{FF2B5EF4-FFF2-40B4-BE49-F238E27FC236}">
                  <a16:creationId xmlns:a16="http://schemas.microsoft.com/office/drawing/2014/main" id="{A0FF14A8-8082-405F-872D-BA441CF94D29}"/>
                </a:ext>
              </a:extLst>
            </p:cNvPr>
            <p:cNvSpPr/>
            <p:nvPr/>
          </p:nvSpPr>
          <p:spPr>
            <a:xfrm rot="5400000">
              <a:off x="9846157" y="590503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17212482-B8B4-4F76-8046-B3CFCB384359}"/>
                </a:ext>
              </a:extLst>
            </p:cNvPr>
            <p:cNvSpPr/>
            <p:nvPr/>
          </p:nvSpPr>
          <p:spPr>
            <a:xfrm rot="5400000">
              <a:off x="10074610" y="590900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7" name="Rectangle 136">
              <a:extLst>
                <a:ext uri="{FF2B5EF4-FFF2-40B4-BE49-F238E27FC236}">
                  <a16:creationId xmlns:a16="http://schemas.microsoft.com/office/drawing/2014/main" id="{81E76563-2D8E-4326-A32A-06726976D94C}"/>
                </a:ext>
              </a:extLst>
            </p:cNvPr>
            <p:cNvSpPr/>
            <p:nvPr/>
          </p:nvSpPr>
          <p:spPr>
            <a:xfrm rot="5400000">
              <a:off x="10795475" y="543331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32FFBA07-C428-4BDA-92F1-BCD95A55FC03}"/>
                </a:ext>
              </a:extLst>
            </p:cNvPr>
            <p:cNvSpPr/>
            <p:nvPr/>
          </p:nvSpPr>
          <p:spPr>
            <a:xfrm rot="5400000">
              <a:off x="10792070" y="520437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 name="Rectangle 138">
              <a:extLst>
                <a:ext uri="{FF2B5EF4-FFF2-40B4-BE49-F238E27FC236}">
                  <a16:creationId xmlns:a16="http://schemas.microsoft.com/office/drawing/2014/main" id="{17457EFA-510F-4CCD-9907-6B6EB7A448AD}"/>
                </a:ext>
              </a:extLst>
            </p:cNvPr>
            <p:cNvSpPr/>
            <p:nvPr/>
          </p:nvSpPr>
          <p:spPr>
            <a:xfrm rot="5400000">
              <a:off x="10793045" y="496685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291C3A8B-5FDE-4901-B2A6-7B51E0E98F73}"/>
                </a:ext>
              </a:extLst>
            </p:cNvPr>
            <p:cNvSpPr/>
            <p:nvPr/>
          </p:nvSpPr>
          <p:spPr>
            <a:xfrm rot="5400000">
              <a:off x="10795663" y="590250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ADA68DE1-21DE-4D3B-B5C1-AF82D2D9458D}"/>
              </a:ext>
            </a:extLst>
          </p:cNvPr>
          <p:cNvGrpSpPr/>
          <p:nvPr/>
        </p:nvGrpSpPr>
        <p:grpSpPr>
          <a:xfrm>
            <a:off x="6438387" y="5366697"/>
            <a:ext cx="1196032" cy="711007"/>
            <a:chOff x="6438387" y="5366697"/>
            <a:chExt cx="1196032" cy="711007"/>
          </a:xfrm>
        </p:grpSpPr>
        <p:sp>
          <p:nvSpPr>
            <p:cNvPr id="141" name="Rectangle 140">
              <a:extLst>
                <a:ext uri="{FF2B5EF4-FFF2-40B4-BE49-F238E27FC236}">
                  <a16:creationId xmlns:a16="http://schemas.microsoft.com/office/drawing/2014/main" id="{BFBA9093-1EB3-4391-B1B4-7E6B4548B95F}"/>
                </a:ext>
              </a:extLst>
            </p:cNvPr>
            <p:cNvSpPr/>
            <p:nvPr/>
          </p:nvSpPr>
          <p:spPr>
            <a:xfrm rot="5400000">
              <a:off x="6439300" y="583945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11836551-CAAC-494A-B2D5-46708171267A}"/>
                </a:ext>
              </a:extLst>
            </p:cNvPr>
            <p:cNvSpPr/>
            <p:nvPr/>
          </p:nvSpPr>
          <p:spPr>
            <a:xfrm rot="5400000">
              <a:off x="6438895" y="560335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76E25F5-801B-4247-AD5C-2875908FA263}"/>
                </a:ext>
              </a:extLst>
            </p:cNvPr>
            <p:cNvSpPr/>
            <p:nvPr/>
          </p:nvSpPr>
          <p:spPr>
            <a:xfrm rot="5400000">
              <a:off x="6677063" y="536841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623DD0DF-4E4E-4B1C-B00A-B3CD777F86E7}"/>
                </a:ext>
              </a:extLst>
            </p:cNvPr>
            <p:cNvSpPr/>
            <p:nvPr/>
          </p:nvSpPr>
          <p:spPr>
            <a:xfrm rot="5400000">
              <a:off x="6915371" y="536618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Rectangle 144">
              <a:extLst>
                <a:ext uri="{FF2B5EF4-FFF2-40B4-BE49-F238E27FC236}">
                  <a16:creationId xmlns:a16="http://schemas.microsoft.com/office/drawing/2014/main" id="{D87470FB-2554-46D2-968E-7AA5616E9246}"/>
                </a:ext>
              </a:extLst>
            </p:cNvPr>
            <p:cNvSpPr/>
            <p:nvPr/>
          </p:nvSpPr>
          <p:spPr>
            <a:xfrm rot="5400000">
              <a:off x="7150470" y="536881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B01325FE-2F96-4A9C-9CFD-2026FA645440}"/>
                </a:ext>
              </a:extLst>
            </p:cNvPr>
            <p:cNvSpPr/>
            <p:nvPr/>
          </p:nvSpPr>
          <p:spPr>
            <a:xfrm rot="5400000">
              <a:off x="7396167" y="536618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146">
              <a:extLst>
                <a:ext uri="{FF2B5EF4-FFF2-40B4-BE49-F238E27FC236}">
                  <a16:creationId xmlns:a16="http://schemas.microsoft.com/office/drawing/2014/main" id="{AF4113D8-577C-4C07-9506-050F2B832768}"/>
                </a:ext>
              </a:extLst>
            </p:cNvPr>
            <p:cNvSpPr/>
            <p:nvPr/>
          </p:nvSpPr>
          <p:spPr>
            <a:xfrm rot="5400000">
              <a:off x="6439189" y="536618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 name="Straight Arrow Connector 5">
            <a:extLst>
              <a:ext uri="{FF2B5EF4-FFF2-40B4-BE49-F238E27FC236}">
                <a16:creationId xmlns:a16="http://schemas.microsoft.com/office/drawing/2014/main" id="{3FF6A620-37EA-4AFF-BFCE-B2292749F0B1}"/>
              </a:ext>
            </a:extLst>
          </p:cNvPr>
          <p:cNvCxnSpPr/>
          <p:nvPr/>
        </p:nvCxnSpPr>
        <p:spPr>
          <a:xfrm flipH="1">
            <a:off x="1275222" y="4270142"/>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CF7BB06A-91C0-4C5B-87CE-A0C188178B3E}"/>
              </a:ext>
            </a:extLst>
          </p:cNvPr>
          <p:cNvCxnSpPr>
            <a:cxnSpLocks/>
          </p:cNvCxnSpPr>
          <p:nvPr/>
        </p:nvCxnSpPr>
        <p:spPr>
          <a:xfrm>
            <a:off x="3775208" y="4393999"/>
            <a:ext cx="541827" cy="67074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04441E6E-D32E-44BE-B30C-6E4EF076BC91}"/>
              </a:ext>
            </a:extLst>
          </p:cNvPr>
          <p:cNvCxnSpPr/>
          <p:nvPr/>
        </p:nvCxnSpPr>
        <p:spPr>
          <a:xfrm flipH="1">
            <a:off x="3620375" y="2126135"/>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50" name="Straight Arrow Connector 149">
            <a:extLst>
              <a:ext uri="{FF2B5EF4-FFF2-40B4-BE49-F238E27FC236}">
                <a16:creationId xmlns:a16="http://schemas.microsoft.com/office/drawing/2014/main" id="{BA322699-BE3A-4F36-8A50-CB76E01CB5E6}"/>
              </a:ext>
            </a:extLst>
          </p:cNvPr>
          <p:cNvCxnSpPr>
            <a:cxnSpLocks/>
          </p:cNvCxnSpPr>
          <p:nvPr/>
        </p:nvCxnSpPr>
        <p:spPr>
          <a:xfrm>
            <a:off x="7495223" y="2279351"/>
            <a:ext cx="593821" cy="49290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E9602A39-14D3-4DFF-9351-F6E0000F7323}"/>
              </a:ext>
            </a:extLst>
          </p:cNvPr>
          <p:cNvCxnSpPr/>
          <p:nvPr/>
        </p:nvCxnSpPr>
        <p:spPr>
          <a:xfrm flipH="1">
            <a:off x="7328217" y="4415310"/>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52" name="Straight Arrow Connector 151">
            <a:extLst>
              <a:ext uri="{FF2B5EF4-FFF2-40B4-BE49-F238E27FC236}">
                <a16:creationId xmlns:a16="http://schemas.microsoft.com/office/drawing/2014/main" id="{D1988996-480D-4D48-B595-86EAC59CFF97}"/>
              </a:ext>
            </a:extLst>
          </p:cNvPr>
          <p:cNvCxnSpPr>
            <a:cxnSpLocks/>
          </p:cNvCxnSpPr>
          <p:nvPr/>
        </p:nvCxnSpPr>
        <p:spPr>
          <a:xfrm>
            <a:off x="9747658" y="4393999"/>
            <a:ext cx="652888" cy="57336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nvGrpSpPr>
          <p:cNvPr id="9" name="Group 8">
            <a:extLst>
              <a:ext uri="{FF2B5EF4-FFF2-40B4-BE49-F238E27FC236}">
                <a16:creationId xmlns:a16="http://schemas.microsoft.com/office/drawing/2014/main" id="{6C0AF076-9005-4086-B8FC-62274DC4E29B}"/>
              </a:ext>
            </a:extLst>
          </p:cNvPr>
          <p:cNvGrpSpPr/>
          <p:nvPr/>
        </p:nvGrpSpPr>
        <p:grpSpPr>
          <a:xfrm>
            <a:off x="3796413" y="5374905"/>
            <a:ext cx="1194723" cy="705744"/>
            <a:chOff x="3796413" y="5374905"/>
            <a:chExt cx="1194723" cy="705744"/>
          </a:xfrm>
        </p:grpSpPr>
        <p:sp>
          <p:nvSpPr>
            <p:cNvPr id="92" name="Rectangle 91">
              <a:extLst>
                <a:ext uri="{FF2B5EF4-FFF2-40B4-BE49-F238E27FC236}">
                  <a16:creationId xmlns:a16="http://schemas.microsoft.com/office/drawing/2014/main" id="{651954FF-B3CF-4790-9CB9-28BDFA25F419}"/>
                </a:ext>
              </a:extLst>
            </p:cNvPr>
            <p:cNvSpPr/>
            <p:nvPr/>
          </p:nvSpPr>
          <p:spPr>
            <a:xfrm rot="5400000">
              <a:off x="4746762" y="584239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ectangle 101">
              <a:extLst>
                <a:ext uri="{FF2B5EF4-FFF2-40B4-BE49-F238E27FC236}">
                  <a16:creationId xmlns:a16="http://schemas.microsoft.com/office/drawing/2014/main" id="{85EA60EB-0B0F-46A7-AB16-A4109556CF2A}"/>
                </a:ext>
              </a:extLst>
            </p:cNvPr>
            <p:cNvSpPr/>
            <p:nvPr/>
          </p:nvSpPr>
          <p:spPr>
            <a:xfrm rot="5400000">
              <a:off x="4747737" y="560487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6CE0E765-2262-4128-93F9-444A7A746F81}"/>
                </a:ext>
              </a:extLst>
            </p:cNvPr>
            <p:cNvSpPr/>
            <p:nvPr/>
          </p:nvSpPr>
          <p:spPr>
            <a:xfrm rot="5400000">
              <a:off x="4033780" y="537662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613A4294-CD7A-4F89-B501-181201103974}"/>
                </a:ext>
              </a:extLst>
            </p:cNvPr>
            <p:cNvSpPr/>
            <p:nvPr/>
          </p:nvSpPr>
          <p:spPr>
            <a:xfrm rot="5400000">
              <a:off x="4272088" y="537439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117">
              <a:extLst>
                <a:ext uri="{FF2B5EF4-FFF2-40B4-BE49-F238E27FC236}">
                  <a16:creationId xmlns:a16="http://schemas.microsoft.com/office/drawing/2014/main" id="{A24752F9-BC98-44A9-9FBF-E578F848F0C0}"/>
                </a:ext>
              </a:extLst>
            </p:cNvPr>
            <p:cNvSpPr/>
            <p:nvPr/>
          </p:nvSpPr>
          <p:spPr>
            <a:xfrm rot="5400000">
              <a:off x="4507187" y="537702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80CC8BBA-8539-47CC-B589-377634A27EC9}"/>
                </a:ext>
              </a:extLst>
            </p:cNvPr>
            <p:cNvSpPr/>
            <p:nvPr/>
          </p:nvSpPr>
          <p:spPr>
            <a:xfrm rot="5400000">
              <a:off x="4752884" y="537439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1EF4633F-8C4B-4952-99C4-3DEC7DB2BEC9}"/>
                </a:ext>
              </a:extLst>
            </p:cNvPr>
            <p:cNvSpPr/>
            <p:nvPr/>
          </p:nvSpPr>
          <p:spPr>
            <a:xfrm rot="5400000">
              <a:off x="3796921" y="537439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13" name="Straight Connector 112">
            <a:extLst>
              <a:ext uri="{FF2B5EF4-FFF2-40B4-BE49-F238E27FC236}">
                <a16:creationId xmlns:a16="http://schemas.microsoft.com/office/drawing/2014/main" id="{CC69E935-477E-498E-8A34-F533A449F133}"/>
              </a:ext>
            </a:extLst>
          </p:cNvPr>
          <p:cNvCxnSpPr>
            <a:cxnSpLocks/>
          </p:cNvCxnSpPr>
          <p:nvPr/>
        </p:nvCxnSpPr>
        <p:spPr>
          <a:xfrm>
            <a:off x="6145624" y="723588"/>
            <a:ext cx="6586" cy="1802214"/>
          </a:xfrm>
          <a:prstGeom prst="line">
            <a:avLst/>
          </a:prstGeom>
          <a:ln w="38100"/>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DECA3AEA-EF35-49B8-B3DD-5FBF4E5EACEB}"/>
              </a:ext>
            </a:extLst>
          </p:cNvPr>
          <p:cNvCxnSpPr>
            <a:cxnSpLocks/>
          </p:cNvCxnSpPr>
          <p:nvPr/>
        </p:nvCxnSpPr>
        <p:spPr>
          <a:xfrm flipH="1">
            <a:off x="1792254" y="3090116"/>
            <a:ext cx="1128458"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26" name="Straight Connector 125">
            <a:extLst>
              <a:ext uri="{FF2B5EF4-FFF2-40B4-BE49-F238E27FC236}">
                <a16:creationId xmlns:a16="http://schemas.microsoft.com/office/drawing/2014/main" id="{BDEA9C56-554B-4F38-936D-728B793CED93}"/>
              </a:ext>
            </a:extLst>
          </p:cNvPr>
          <p:cNvCxnSpPr>
            <a:cxnSpLocks/>
          </p:cNvCxnSpPr>
          <p:nvPr/>
        </p:nvCxnSpPr>
        <p:spPr>
          <a:xfrm flipH="1">
            <a:off x="8834417" y="3090116"/>
            <a:ext cx="1128458" cy="0"/>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9888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Atomic Decomposition Tree</a:t>
            </a:r>
          </a:p>
        </p:txBody>
      </p:sp>
      <p:sp>
        <p:nvSpPr>
          <p:cNvPr id="66" name="Rectangle 65">
            <a:extLst>
              <a:ext uri="{FF2B5EF4-FFF2-40B4-BE49-F238E27FC236}">
                <a16:creationId xmlns:a16="http://schemas.microsoft.com/office/drawing/2014/main" id="{BFA6B975-10CC-48CD-8850-76AD648DBB94}"/>
              </a:ext>
            </a:extLst>
          </p:cNvPr>
          <p:cNvSpPr/>
          <p:nvPr/>
        </p:nvSpPr>
        <p:spPr>
          <a:xfrm rot="5400000">
            <a:off x="5213408" y="20818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9CC46750-20B6-4D4D-A7EE-0AC0B0C08FC1}"/>
              </a:ext>
            </a:extLst>
          </p:cNvPr>
          <p:cNvSpPr/>
          <p:nvPr/>
        </p:nvSpPr>
        <p:spPr>
          <a:xfrm rot="5400000">
            <a:off x="4723665" y="184514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071B7F3B-067C-4F78-A676-121107AE3BDE}"/>
              </a:ext>
            </a:extLst>
          </p:cNvPr>
          <p:cNvSpPr/>
          <p:nvPr/>
        </p:nvSpPr>
        <p:spPr>
          <a:xfrm rot="5400000">
            <a:off x="5453507" y="20806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EB92F416-EEA6-4FCC-B5F3-AABF8C2DDDFD}"/>
              </a:ext>
            </a:extLst>
          </p:cNvPr>
          <p:cNvSpPr/>
          <p:nvPr/>
        </p:nvSpPr>
        <p:spPr>
          <a:xfrm rot="5400000">
            <a:off x="4723067" y="20802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B22033D9-EA53-47A6-B701-F28EF3996BC1}"/>
              </a:ext>
            </a:extLst>
          </p:cNvPr>
          <p:cNvSpPr/>
          <p:nvPr/>
        </p:nvSpPr>
        <p:spPr>
          <a:xfrm rot="5400000">
            <a:off x="4972217" y="20806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55EDE51C-17DA-474C-85F7-04EDA4F465E7}"/>
              </a:ext>
            </a:extLst>
          </p:cNvPr>
          <p:cNvSpPr/>
          <p:nvPr/>
        </p:nvSpPr>
        <p:spPr>
          <a:xfrm rot="5400000">
            <a:off x="4723067" y="16099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00F00C27-EB65-4E6C-BE26-15884CA5EF0A}"/>
              </a:ext>
            </a:extLst>
          </p:cNvPr>
          <p:cNvSpPr/>
          <p:nvPr/>
        </p:nvSpPr>
        <p:spPr>
          <a:xfrm rot="5400000">
            <a:off x="5671189" y="137036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62C828E2-F7AD-4954-B6C5-E651CDEC83F2}"/>
              </a:ext>
            </a:extLst>
          </p:cNvPr>
          <p:cNvSpPr/>
          <p:nvPr/>
        </p:nvSpPr>
        <p:spPr>
          <a:xfrm rot="5400000">
            <a:off x="5672164" y="11328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951C868-A24B-49B9-9C87-41515D35C551}"/>
              </a:ext>
            </a:extLst>
          </p:cNvPr>
          <p:cNvSpPr/>
          <p:nvPr/>
        </p:nvSpPr>
        <p:spPr>
          <a:xfrm rot="5400000">
            <a:off x="5928420" y="20894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9BDBD387-8306-40C7-AFEB-FA5625060C06}"/>
              </a:ext>
            </a:extLst>
          </p:cNvPr>
          <p:cNvSpPr/>
          <p:nvPr/>
        </p:nvSpPr>
        <p:spPr>
          <a:xfrm rot="5400000">
            <a:off x="5698359" y="208296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A1F5480-3E51-40D1-AC70-A30CBFC3DB8E}"/>
              </a:ext>
            </a:extLst>
          </p:cNvPr>
          <p:cNvSpPr/>
          <p:nvPr/>
        </p:nvSpPr>
        <p:spPr>
          <a:xfrm rot="5400000">
            <a:off x="4721640" y="1370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2E45F2ED-0649-42D9-8519-AB22CF70F6EF}"/>
              </a:ext>
            </a:extLst>
          </p:cNvPr>
          <p:cNvSpPr/>
          <p:nvPr/>
        </p:nvSpPr>
        <p:spPr>
          <a:xfrm rot="5400000">
            <a:off x="4721235" y="113466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176A6812-5E26-44E3-A391-BB9651A42B11}"/>
              </a:ext>
            </a:extLst>
          </p:cNvPr>
          <p:cNvSpPr/>
          <p:nvPr/>
        </p:nvSpPr>
        <p:spPr>
          <a:xfrm rot="5400000">
            <a:off x="4958207" y="9045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DCCE88C4-B052-4AE7-93A9-788D0F8ABD93}"/>
              </a:ext>
            </a:extLst>
          </p:cNvPr>
          <p:cNvSpPr/>
          <p:nvPr/>
        </p:nvSpPr>
        <p:spPr>
          <a:xfrm rot="5400000">
            <a:off x="5196515" y="90236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283E2803-B532-4537-8F02-E861F6370986}"/>
              </a:ext>
            </a:extLst>
          </p:cNvPr>
          <p:cNvSpPr/>
          <p:nvPr/>
        </p:nvSpPr>
        <p:spPr>
          <a:xfrm rot="5400000">
            <a:off x="5431614" y="9049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8B4945E4-19EB-4175-9CC7-6E1A5C49BDED}"/>
              </a:ext>
            </a:extLst>
          </p:cNvPr>
          <p:cNvSpPr/>
          <p:nvPr/>
        </p:nvSpPr>
        <p:spPr>
          <a:xfrm rot="5400000">
            <a:off x="5677311" y="90236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92">
            <a:extLst>
              <a:ext uri="{FF2B5EF4-FFF2-40B4-BE49-F238E27FC236}">
                <a16:creationId xmlns:a16="http://schemas.microsoft.com/office/drawing/2014/main" id="{6135F09D-90DE-400F-BB0D-129CE8E18885}"/>
              </a:ext>
            </a:extLst>
          </p:cNvPr>
          <p:cNvSpPr/>
          <p:nvPr/>
        </p:nvSpPr>
        <p:spPr>
          <a:xfrm rot="5400000">
            <a:off x="4721529" y="89750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B2C08FA9-6280-43D2-A0EB-A990DA60ABF6}"/>
              </a:ext>
            </a:extLst>
          </p:cNvPr>
          <p:cNvSpPr/>
          <p:nvPr/>
        </p:nvSpPr>
        <p:spPr>
          <a:xfrm rot="5400000">
            <a:off x="6631779" y="20907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98F7F581-66B5-4CE2-BAB7-4084A7CE5256}"/>
              </a:ext>
            </a:extLst>
          </p:cNvPr>
          <p:cNvSpPr/>
          <p:nvPr/>
        </p:nvSpPr>
        <p:spPr>
          <a:xfrm rot="5400000">
            <a:off x="7111453" y="185171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22F1170E-F96C-431A-A415-C5A64528AC52}"/>
              </a:ext>
            </a:extLst>
          </p:cNvPr>
          <p:cNvSpPr/>
          <p:nvPr/>
        </p:nvSpPr>
        <p:spPr>
          <a:xfrm rot="5400000">
            <a:off x="6871878" y="20894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8A9A3DF9-B4A4-493A-AB07-82DF7972995F}"/>
              </a:ext>
            </a:extLst>
          </p:cNvPr>
          <p:cNvSpPr/>
          <p:nvPr/>
        </p:nvSpPr>
        <p:spPr>
          <a:xfrm rot="5400000">
            <a:off x="6162135" y="208548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4DF630FA-9537-4598-9C42-8AAF1BADF42A}"/>
              </a:ext>
            </a:extLst>
          </p:cNvPr>
          <p:cNvSpPr/>
          <p:nvPr/>
        </p:nvSpPr>
        <p:spPr>
          <a:xfrm rot="5400000">
            <a:off x="6390588" y="20894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98">
            <a:extLst>
              <a:ext uri="{FF2B5EF4-FFF2-40B4-BE49-F238E27FC236}">
                <a16:creationId xmlns:a16="http://schemas.microsoft.com/office/drawing/2014/main" id="{CCA230E9-AC2A-4155-A17E-FC4742B6D223}"/>
              </a:ext>
            </a:extLst>
          </p:cNvPr>
          <p:cNvSpPr/>
          <p:nvPr/>
        </p:nvSpPr>
        <p:spPr>
          <a:xfrm rot="5400000">
            <a:off x="7111453" y="161377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99E63C07-3169-46A0-AD3A-3AB95EEE69C5}"/>
              </a:ext>
            </a:extLst>
          </p:cNvPr>
          <p:cNvSpPr/>
          <p:nvPr/>
        </p:nvSpPr>
        <p:spPr>
          <a:xfrm rot="5400000">
            <a:off x="7111453" y="1370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3221FEF8-3AA3-453F-B3EF-B16EA2F7420E}"/>
              </a:ext>
            </a:extLst>
          </p:cNvPr>
          <p:cNvSpPr/>
          <p:nvPr/>
        </p:nvSpPr>
        <p:spPr>
          <a:xfrm rot="5400000">
            <a:off x="7112428" y="11332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4822B7DB-0AC5-4A4B-BC1F-D49EDD7E3334}"/>
              </a:ext>
            </a:extLst>
          </p:cNvPr>
          <p:cNvSpPr/>
          <p:nvPr/>
        </p:nvSpPr>
        <p:spPr>
          <a:xfrm rot="5400000">
            <a:off x="7111641" y="208296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FD07083F-C574-4967-9AA1-40F56C1B93F2}"/>
              </a:ext>
            </a:extLst>
          </p:cNvPr>
          <p:cNvSpPr/>
          <p:nvPr/>
        </p:nvSpPr>
        <p:spPr>
          <a:xfrm rot="5400000">
            <a:off x="6160708" y="137602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8DB09102-09FD-45E0-B99A-5530F01329D0}"/>
              </a:ext>
            </a:extLst>
          </p:cNvPr>
          <p:cNvSpPr/>
          <p:nvPr/>
        </p:nvSpPr>
        <p:spPr>
          <a:xfrm rot="5400000">
            <a:off x="6160303" y="113992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A117AFDF-0970-4CA6-9341-2CF867F0603B}"/>
              </a:ext>
            </a:extLst>
          </p:cNvPr>
          <p:cNvSpPr/>
          <p:nvPr/>
        </p:nvSpPr>
        <p:spPr>
          <a:xfrm rot="5400000">
            <a:off x="6398471" y="9049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4BD4D7C7-D419-4BBC-9A58-84581F0F3B03}"/>
              </a:ext>
            </a:extLst>
          </p:cNvPr>
          <p:cNvSpPr/>
          <p:nvPr/>
        </p:nvSpPr>
        <p:spPr>
          <a:xfrm rot="5400000">
            <a:off x="6636779" y="902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a:extLst>
              <a:ext uri="{FF2B5EF4-FFF2-40B4-BE49-F238E27FC236}">
                <a16:creationId xmlns:a16="http://schemas.microsoft.com/office/drawing/2014/main" id="{4E99F413-DA47-43B3-BED1-7DB6F9775CF2}"/>
              </a:ext>
            </a:extLst>
          </p:cNvPr>
          <p:cNvSpPr/>
          <p:nvPr/>
        </p:nvSpPr>
        <p:spPr>
          <a:xfrm rot="5400000">
            <a:off x="6871878" y="9053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FBD891BE-8AB4-4C81-A4E1-B4E113F31BBC}"/>
              </a:ext>
            </a:extLst>
          </p:cNvPr>
          <p:cNvSpPr/>
          <p:nvPr/>
        </p:nvSpPr>
        <p:spPr>
          <a:xfrm rot="5400000">
            <a:off x="7117575" y="902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FD1F7E5F-5D64-4FE2-B240-1848B8F3C1C3}"/>
              </a:ext>
            </a:extLst>
          </p:cNvPr>
          <p:cNvSpPr/>
          <p:nvPr/>
        </p:nvSpPr>
        <p:spPr>
          <a:xfrm rot="5400000">
            <a:off x="6160597" y="90276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9" name="Straight Arrow Connector 148">
            <a:extLst>
              <a:ext uri="{FF2B5EF4-FFF2-40B4-BE49-F238E27FC236}">
                <a16:creationId xmlns:a16="http://schemas.microsoft.com/office/drawing/2014/main" id="{04441E6E-D32E-44BE-B30C-6E4EF076BC91}"/>
              </a:ext>
            </a:extLst>
          </p:cNvPr>
          <p:cNvCxnSpPr/>
          <p:nvPr/>
        </p:nvCxnSpPr>
        <p:spPr>
          <a:xfrm flipH="1">
            <a:off x="3620375" y="2126135"/>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50" name="Straight Arrow Connector 149">
            <a:extLst>
              <a:ext uri="{FF2B5EF4-FFF2-40B4-BE49-F238E27FC236}">
                <a16:creationId xmlns:a16="http://schemas.microsoft.com/office/drawing/2014/main" id="{BA322699-BE3A-4F36-8A50-CB76E01CB5E6}"/>
              </a:ext>
            </a:extLst>
          </p:cNvPr>
          <p:cNvCxnSpPr>
            <a:cxnSpLocks/>
          </p:cNvCxnSpPr>
          <p:nvPr/>
        </p:nvCxnSpPr>
        <p:spPr>
          <a:xfrm>
            <a:off x="7495223" y="2279351"/>
            <a:ext cx="593821" cy="49290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12" name="Rectangle 111">
            <a:extLst>
              <a:ext uri="{FF2B5EF4-FFF2-40B4-BE49-F238E27FC236}">
                <a16:creationId xmlns:a16="http://schemas.microsoft.com/office/drawing/2014/main" id="{0E6BA56A-1E58-426B-95D5-8C414BE109B6}"/>
              </a:ext>
            </a:extLst>
          </p:cNvPr>
          <p:cNvSpPr/>
          <p:nvPr/>
        </p:nvSpPr>
        <p:spPr>
          <a:xfrm rot="5400000">
            <a:off x="267429" y="44016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FD9403EC-53BC-4C15-87FC-D42642E45328}"/>
              </a:ext>
            </a:extLst>
          </p:cNvPr>
          <p:cNvSpPr/>
          <p:nvPr/>
        </p:nvSpPr>
        <p:spPr>
          <a:xfrm rot="5400000">
            <a:off x="1736837" y="440009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loud 1">
            <a:extLst>
              <a:ext uri="{FF2B5EF4-FFF2-40B4-BE49-F238E27FC236}">
                <a16:creationId xmlns:a16="http://schemas.microsoft.com/office/drawing/2014/main" id="{FAB537E6-CA7F-4FD1-811F-6E82B93BAD2C}"/>
              </a:ext>
            </a:extLst>
          </p:cNvPr>
          <p:cNvSpPr/>
          <p:nvPr/>
        </p:nvSpPr>
        <p:spPr>
          <a:xfrm>
            <a:off x="426720" y="2769408"/>
            <a:ext cx="11338560" cy="1014304"/>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Arrow Connector 113">
            <a:extLst>
              <a:ext uri="{FF2B5EF4-FFF2-40B4-BE49-F238E27FC236}">
                <a16:creationId xmlns:a16="http://schemas.microsoft.com/office/drawing/2014/main" id="{3432ACD7-ED00-4AF2-B7E5-8F48FE698715}"/>
              </a:ext>
            </a:extLst>
          </p:cNvPr>
          <p:cNvCxnSpPr/>
          <p:nvPr/>
        </p:nvCxnSpPr>
        <p:spPr>
          <a:xfrm flipH="1">
            <a:off x="508079" y="3622971"/>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9A25F4E1-7AC3-4D86-B54D-5A60C4EF7AD4}"/>
              </a:ext>
            </a:extLst>
          </p:cNvPr>
          <p:cNvCxnSpPr>
            <a:cxnSpLocks/>
          </p:cNvCxnSpPr>
          <p:nvPr/>
        </p:nvCxnSpPr>
        <p:spPr>
          <a:xfrm>
            <a:off x="1400631" y="3664813"/>
            <a:ext cx="455078" cy="71089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17" name="Rectangle 116">
            <a:extLst>
              <a:ext uri="{FF2B5EF4-FFF2-40B4-BE49-F238E27FC236}">
                <a16:creationId xmlns:a16="http://schemas.microsoft.com/office/drawing/2014/main" id="{35BC4CB7-7E7D-4997-8330-A20E32FCDFA4}"/>
              </a:ext>
            </a:extLst>
          </p:cNvPr>
          <p:cNvSpPr/>
          <p:nvPr/>
        </p:nvSpPr>
        <p:spPr>
          <a:xfrm rot="5400000">
            <a:off x="10235275" y="423726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2AE2A335-DD13-4DF6-A039-5DA7682452A3}"/>
              </a:ext>
            </a:extLst>
          </p:cNvPr>
          <p:cNvSpPr/>
          <p:nvPr/>
        </p:nvSpPr>
        <p:spPr>
          <a:xfrm rot="5400000">
            <a:off x="11704683" y="423575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7" name="Straight Arrow Connector 126">
            <a:extLst>
              <a:ext uri="{FF2B5EF4-FFF2-40B4-BE49-F238E27FC236}">
                <a16:creationId xmlns:a16="http://schemas.microsoft.com/office/drawing/2014/main" id="{17BE3282-1D41-4FF6-87EB-43D764744F2E}"/>
              </a:ext>
            </a:extLst>
          </p:cNvPr>
          <p:cNvCxnSpPr/>
          <p:nvPr/>
        </p:nvCxnSpPr>
        <p:spPr>
          <a:xfrm flipH="1">
            <a:off x="10475925" y="3458635"/>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53" name="Straight Arrow Connector 152">
            <a:extLst>
              <a:ext uri="{FF2B5EF4-FFF2-40B4-BE49-F238E27FC236}">
                <a16:creationId xmlns:a16="http://schemas.microsoft.com/office/drawing/2014/main" id="{690A45C3-160B-4D28-8A71-D26D584FDBCD}"/>
              </a:ext>
            </a:extLst>
          </p:cNvPr>
          <p:cNvCxnSpPr>
            <a:cxnSpLocks/>
          </p:cNvCxnSpPr>
          <p:nvPr/>
        </p:nvCxnSpPr>
        <p:spPr>
          <a:xfrm>
            <a:off x="11368477" y="3500477"/>
            <a:ext cx="455078" cy="71089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92" name="Rectangle 91">
            <a:extLst>
              <a:ext uri="{FF2B5EF4-FFF2-40B4-BE49-F238E27FC236}">
                <a16:creationId xmlns:a16="http://schemas.microsoft.com/office/drawing/2014/main" id="{B41AD768-2C25-42E9-8C32-E03685ED3BE9}"/>
              </a:ext>
            </a:extLst>
          </p:cNvPr>
          <p:cNvSpPr/>
          <p:nvPr/>
        </p:nvSpPr>
        <p:spPr>
          <a:xfrm rot="5400000">
            <a:off x="2259634" y="452049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E5D955B9-1412-412B-A04D-35CDC2AB3005}"/>
              </a:ext>
            </a:extLst>
          </p:cNvPr>
          <p:cNvSpPr/>
          <p:nvPr/>
        </p:nvSpPr>
        <p:spPr>
          <a:xfrm rot="5400000">
            <a:off x="3729042" y="451899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0" name="Straight Arrow Connector 109">
            <a:extLst>
              <a:ext uri="{FF2B5EF4-FFF2-40B4-BE49-F238E27FC236}">
                <a16:creationId xmlns:a16="http://schemas.microsoft.com/office/drawing/2014/main" id="{14FF2057-6970-414D-ADDD-0F7527AC3DFB}"/>
              </a:ext>
            </a:extLst>
          </p:cNvPr>
          <p:cNvCxnSpPr/>
          <p:nvPr/>
        </p:nvCxnSpPr>
        <p:spPr>
          <a:xfrm flipH="1">
            <a:off x="2500284" y="3741870"/>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a:extLst>
              <a:ext uri="{FF2B5EF4-FFF2-40B4-BE49-F238E27FC236}">
                <a16:creationId xmlns:a16="http://schemas.microsoft.com/office/drawing/2014/main" id="{2599A62D-5A21-4013-9EEE-8C5F1831B105}"/>
              </a:ext>
            </a:extLst>
          </p:cNvPr>
          <p:cNvCxnSpPr>
            <a:cxnSpLocks/>
          </p:cNvCxnSpPr>
          <p:nvPr/>
        </p:nvCxnSpPr>
        <p:spPr>
          <a:xfrm>
            <a:off x="3392836" y="3783712"/>
            <a:ext cx="455078" cy="71089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18" name="Rectangle 117">
            <a:extLst>
              <a:ext uri="{FF2B5EF4-FFF2-40B4-BE49-F238E27FC236}">
                <a16:creationId xmlns:a16="http://schemas.microsoft.com/office/drawing/2014/main" id="{F4DB2431-171D-4CA4-8A16-1B39222398F7}"/>
              </a:ext>
            </a:extLst>
          </p:cNvPr>
          <p:cNvSpPr/>
          <p:nvPr/>
        </p:nvSpPr>
        <p:spPr>
          <a:xfrm rot="5400000">
            <a:off x="4222855" y="450167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7ABA1945-585D-4EA7-850C-29C28414213B}"/>
              </a:ext>
            </a:extLst>
          </p:cNvPr>
          <p:cNvSpPr/>
          <p:nvPr/>
        </p:nvSpPr>
        <p:spPr>
          <a:xfrm rot="5400000">
            <a:off x="5692263" y="450016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0" name="Straight Arrow Connector 119">
            <a:extLst>
              <a:ext uri="{FF2B5EF4-FFF2-40B4-BE49-F238E27FC236}">
                <a16:creationId xmlns:a16="http://schemas.microsoft.com/office/drawing/2014/main" id="{07F48806-F4F6-478D-97D0-A57CCD97B65F}"/>
              </a:ext>
            </a:extLst>
          </p:cNvPr>
          <p:cNvCxnSpPr/>
          <p:nvPr/>
        </p:nvCxnSpPr>
        <p:spPr>
          <a:xfrm flipH="1">
            <a:off x="4463505" y="3723042"/>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21" name="Straight Arrow Connector 120">
            <a:extLst>
              <a:ext uri="{FF2B5EF4-FFF2-40B4-BE49-F238E27FC236}">
                <a16:creationId xmlns:a16="http://schemas.microsoft.com/office/drawing/2014/main" id="{D3A36F62-CB1E-4DE1-B6F9-252BEB127073}"/>
              </a:ext>
            </a:extLst>
          </p:cNvPr>
          <p:cNvCxnSpPr>
            <a:cxnSpLocks/>
          </p:cNvCxnSpPr>
          <p:nvPr/>
        </p:nvCxnSpPr>
        <p:spPr>
          <a:xfrm>
            <a:off x="5356057" y="3764884"/>
            <a:ext cx="455078" cy="71089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22" name="Rectangle 121">
            <a:extLst>
              <a:ext uri="{FF2B5EF4-FFF2-40B4-BE49-F238E27FC236}">
                <a16:creationId xmlns:a16="http://schemas.microsoft.com/office/drawing/2014/main" id="{83B4D7C1-B282-4B64-BDFF-6B67AD0ED09A}"/>
              </a:ext>
            </a:extLst>
          </p:cNvPr>
          <p:cNvSpPr/>
          <p:nvPr/>
        </p:nvSpPr>
        <p:spPr>
          <a:xfrm rot="5400000">
            <a:off x="6275145" y="450542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A6F64706-00AA-4373-8D96-498C3BD59BB6}"/>
              </a:ext>
            </a:extLst>
          </p:cNvPr>
          <p:cNvSpPr/>
          <p:nvPr/>
        </p:nvSpPr>
        <p:spPr>
          <a:xfrm rot="5400000">
            <a:off x="7744553" y="450391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4" name="Straight Arrow Connector 123">
            <a:extLst>
              <a:ext uri="{FF2B5EF4-FFF2-40B4-BE49-F238E27FC236}">
                <a16:creationId xmlns:a16="http://schemas.microsoft.com/office/drawing/2014/main" id="{27D3B0A5-E7B2-4C58-A3EC-60B021ABF683}"/>
              </a:ext>
            </a:extLst>
          </p:cNvPr>
          <p:cNvCxnSpPr/>
          <p:nvPr/>
        </p:nvCxnSpPr>
        <p:spPr>
          <a:xfrm flipH="1">
            <a:off x="6515795" y="3726791"/>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a:extLst>
              <a:ext uri="{FF2B5EF4-FFF2-40B4-BE49-F238E27FC236}">
                <a16:creationId xmlns:a16="http://schemas.microsoft.com/office/drawing/2014/main" id="{F4E5200E-5089-49DE-B76D-C352F587BC74}"/>
              </a:ext>
            </a:extLst>
          </p:cNvPr>
          <p:cNvCxnSpPr>
            <a:cxnSpLocks/>
          </p:cNvCxnSpPr>
          <p:nvPr/>
        </p:nvCxnSpPr>
        <p:spPr>
          <a:xfrm>
            <a:off x="7408347" y="3768633"/>
            <a:ext cx="455078" cy="71089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28" name="Rectangle 127">
            <a:extLst>
              <a:ext uri="{FF2B5EF4-FFF2-40B4-BE49-F238E27FC236}">
                <a16:creationId xmlns:a16="http://schemas.microsoft.com/office/drawing/2014/main" id="{C4CB80DD-D5E8-40C7-8C0F-C4D7F6BF92AA}"/>
              </a:ext>
            </a:extLst>
          </p:cNvPr>
          <p:cNvSpPr/>
          <p:nvPr/>
        </p:nvSpPr>
        <p:spPr>
          <a:xfrm rot="5400000">
            <a:off x="8195520" y="44016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4D80AFC8-CA74-4006-B8D9-071D5535AF44}"/>
              </a:ext>
            </a:extLst>
          </p:cNvPr>
          <p:cNvSpPr/>
          <p:nvPr/>
        </p:nvSpPr>
        <p:spPr>
          <a:xfrm rot="5400000">
            <a:off x="9664928" y="440009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0" name="Straight Arrow Connector 129">
            <a:extLst>
              <a:ext uri="{FF2B5EF4-FFF2-40B4-BE49-F238E27FC236}">
                <a16:creationId xmlns:a16="http://schemas.microsoft.com/office/drawing/2014/main" id="{5E19D3AA-5643-4B21-AC37-EA9D16D9A18A}"/>
              </a:ext>
            </a:extLst>
          </p:cNvPr>
          <p:cNvCxnSpPr/>
          <p:nvPr/>
        </p:nvCxnSpPr>
        <p:spPr>
          <a:xfrm flipH="1">
            <a:off x="8436170" y="3622971"/>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31" name="Straight Arrow Connector 130">
            <a:extLst>
              <a:ext uri="{FF2B5EF4-FFF2-40B4-BE49-F238E27FC236}">
                <a16:creationId xmlns:a16="http://schemas.microsoft.com/office/drawing/2014/main" id="{4B1FFA1E-A5AC-485B-A851-16D76D889E20}"/>
              </a:ext>
            </a:extLst>
          </p:cNvPr>
          <p:cNvCxnSpPr>
            <a:cxnSpLocks/>
          </p:cNvCxnSpPr>
          <p:nvPr/>
        </p:nvCxnSpPr>
        <p:spPr>
          <a:xfrm>
            <a:off x="9328722" y="3664813"/>
            <a:ext cx="455078" cy="71089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nvGrpSpPr>
          <p:cNvPr id="132" name="Group 131">
            <a:extLst>
              <a:ext uri="{FF2B5EF4-FFF2-40B4-BE49-F238E27FC236}">
                <a16:creationId xmlns:a16="http://schemas.microsoft.com/office/drawing/2014/main" id="{49BF8AE6-3723-4414-B61F-5CB2D1700F7C}"/>
              </a:ext>
            </a:extLst>
          </p:cNvPr>
          <p:cNvGrpSpPr/>
          <p:nvPr/>
        </p:nvGrpSpPr>
        <p:grpSpPr>
          <a:xfrm>
            <a:off x="324739" y="4903855"/>
            <a:ext cx="10495279" cy="1755683"/>
            <a:chOff x="719232" y="1343896"/>
            <a:chExt cx="9186675" cy="1755683"/>
          </a:xfrm>
        </p:grpSpPr>
        <p:sp>
          <p:nvSpPr>
            <p:cNvPr id="133" name="TextBox 132">
              <a:extLst>
                <a:ext uri="{FF2B5EF4-FFF2-40B4-BE49-F238E27FC236}">
                  <a16:creationId xmlns:a16="http://schemas.microsoft.com/office/drawing/2014/main" id="{AAC4A024-E21B-41C4-91F7-F0C3AF34CB2A}"/>
                </a:ext>
              </a:extLst>
            </p:cNvPr>
            <p:cNvSpPr txBox="1"/>
            <p:nvPr/>
          </p:nvSpPr>
          <p:spPr>
            <a:xfrm>
              <a:off x="727217" y="1343896"/>
              <a:ext cx="3509955"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Lemma:</a:t>
              </a:r>
              <a:endParaRPr lang="en-US" sz="4000" dirty="0">
                <a:solidFill>
                  <a:schemeClr val="bg1"/>
                </a:solidFill>
                <a:latin typeface="Dubai Light" panose="020B0303030403030204" pitchFamily="34" charset="-78"/>
                <a:cs typeface="Dubai Light" panose="020B0303030403030204" pitchFamily="34" charset="-78"/>
              </a:endParaRPr>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4C6FAB54-217E-4130-95A8-ACF65AB46634}"/>
                    </a:ext>
                  </a:extLst>
                </p:cNvPr>
                <p:cNvSpPr txBox="1"/>
                <p:nvPr/>
              </p:nvSpPr>
              <p:spPr>
                <a:xfrm>
                  <a:off x="719232" y="2083916"/>
                  <a:ext cx="9186675" cy="1015663"/>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Given a hole-free polyomino P, P </a:t>
                  </a:r>
                  <a14:m>
                    <m:oMath xmlns:m="http://schemas.openxmlformats.org/officeDocument/2006/math">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 </m:t>
                      </m:r>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oMath>
                  </a14:m>
                  <a:r>
                    <a:rPr lang="en-US" sz="3000" dirty="0">
                      <a:solidFill>
                        <a:schemeClr val="bg1"/>
                      </a:solidFill>
                      <a:latin typeface="Dubai Light" panose="020B0303030403030204" pitchFamily="34" charset="-78"/>
                      <a:cs typeface="Dubai Light" panose="020B0303030403030204" pitchFamily="34" charset="-78"/>
                    </a:rPr>
                    <a:t> if and only if there exists an atomic decomposition tree for P.</a:t>
                  </a:r>
                </a:p>
              </p:txBody>
            </p:sp>
          </mc:Choice>
          <mc:Fallback xmlns="">
            <p:sp>
              <p:nvSpPr>
                <p:cNvPr id="12" name="TextBox 11">
                  <a:extLst>
                    <a:ext uri="{FF2B5EF4-FFF2-40B4-BE49-F238E27FC236}">
                      <a16:creationId xmlns:a16="http://schemas.microsoft.com/office/drawing/2014/main" id="{16107BDE-E508-4FFD-AEB6-1DBA92AADF27}"/>
                    </a:ext>
                  </a:extLst>
                </p:cNvPr>
                <p:cNvSpPr txBox="1">
                  <a:spLocks noRot="1" noChangeAspect="1" noMove="1" noResize="1" noEditPoints="1" noAdjustHandles="1" noChangeArrowheads="1" noChangeShapeType="1" noTextEdit="1"/>
                </p:cNvSpPr>
                <p:nvPr/>
              </p:nvSpPr>
              <p:spPr>
                <a:xfrm>
                  <a:off x="719232" y="2083916"/>
                  <a:ext cx="9186675" cy="1015663"/>
                </a:xfrm>
                <a:prstGeom prst="rect">
                  <a:avLst/>
                </a:prstGeom>
                <a:blipFill>
                  <a:blip r:embed="rId3"/>
                  <a:stretch>
                    <a:fillRect l="-1336" t="-6024" b="-18072"/>
                  </a:stretch>
                </a:blipFill>
              </p:spPr>
              <p:txBody>
                <a:bodyPr/>
                <a:lstStyle/>
                <a:p>
                  <a:r>
                    <a:rPr lang="en-US">
                      <a:noFill/>
                    </a:rPr>
                    <a:t> </a:t>
                  </a:r>
                </a:p>
              </p:txBody>
            </p:sp>
          </mc:Fallback>
        </mc:AlternateContent>
      </p:grpSp>
    </p:spTree>
    <p:extLst>
      <p:ext uri="{BB962C8B-B14F-4D97-AF65-F5344CB8AC3E}">
        <p14:creationId xmlns:p14="http://schemas.microsoft.com/office/powerpoint/2010/main" val="295840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Tangled</a:t>
            </a:r>
          </a:p>
        </p:txBody>
      </p:sp>
      <p:grpSp>
        <p:nvGrpSpPr>
          <p:cNvPr id="2" name="Group 1">
            <a:extLst>
              <a:ext uri="{FF2B5EF4-FFF2-40B4-BE49-F238E27FC236}">
                <a16:creationId xmlns:a16="http://schemas.microsoft.com/office/drawing/2014/main" id="{0A22B8FB-52C5-4FAE-9E9A-029D7ECF3F21}"/>
              </a:ext>
            </a:extLst>
          </p:cNvPr>
          <p:cNvGrpSpPr/>
          <p:nvPr/>
        </p:nvGrpSpPr>
        <p:grpSpPr>
          <a:xfrm>
            <a:off x="3775427" y="4379605"/>
            <a:ext cx="4641141" cy="1755683"/>
            <a:chOff x="719232" y="1343896"/>
            <a:chExt cx="9186674" cy="1755683"/>
          </a:xfrm>
        </p:grpSpPr>
        <p:sp>
          <p:nvSpPr>
            <p:cNvPr id="116" name="TextBox 115">
              <a:extLst>
                <a:ext uri="{FF2B5EF4-FFF2-40B4-BE49-F238E27FC236}">
                  <a16:creationId xmlns:a16="http://schemas.microsoft.com/office/drawing/2014/main" id="{96F76E1F-6C26-42B4-9E61-A4820EF6154A}"/>
                </a:ext>
              </a:extLst>
            </p:cNvPr>
            <p:cNvSpPr txBox="1"/>
            <p:nvPr/>
          </p:nvSpPr>
          <p:spPr>
            <a:xfrm>
              <a:off x="727217" y="1343896"/>
              <a:ext cx="8123475"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Tangled Polyomino:</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7" name="TextBox 116">
              <a:extLst>
                <a:ext uri="{FF2B5EF4-FFF2-40B4-BE49-F238E27FC236}">
                  <a16:creationId xmlns:a16="http://schemas.microsoft.com/office/drawing/2014/main" id="{CAB0A485-D634-4599-867E-1BB16773A399}"/>
                </a:ext>
              </a:extLst>
            </p:cNvPr>
            <p:cNvSpPr txBox="1"/>
            <p:nvPr/>
          </p:nvSpPr>
          <p:spPr>
            <a:xfrm>
              <a:off x="719232" y="2083916"/>
              <a:ext cx="9186674" cy="1015663"/>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 polyomino for which there does not exist a valid 2-cut</a:t>
              </a:r>
            </a:p>
          </p:txBody>
        </p:sp>
      </p:grpSp>
      <p:pic>
        <p:nvPicPr>
          <p:cNvPr id="3" name="Graphic 2">
            <a:extLst>
              <a:ext uri="{FF2B5EF4-FFF2-40B4-BE49-F238E27FC236}">
                <a16:creationId xmlns:a16="http://schemas.microsoft.com/office/drawing/2014/main" id="{5831413A-CE2B-4245-986A-C2B4B02F08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1135" y="1172330"/>
            <a:ext cx="3529727" cy="2952539"/>
          </a:xfrm>
          <a:prstGeom prst="rect">
            <a:avLst/>
          </a:prstGeom>
        </p:spPr>
      </p:pic>
    </p:spTree>
    <p:extLst>
      <p:ext uri="{BB962C8B-B14F-4D97-AF65-F5344CB8AC3E}">
        <p14:creationId xmlns:p14="http://schemas.microsoft.com/office/powerpoint/2010/main" val="225512728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 Decomposition Tree</a:t>
            </a:r>
          </a:p>
        </p:txBody>
      </p:sp>
      <p:cxnSp>
        <p:nvCxnSpPr>
          <p:cNvPr id="149" name="Straight Arrow Connector 148">
            <a:extLst>
              <a:ext uri="{FF2B5EF4-FFF2-40B4-BE49-F238E27FC236}">
                <a16:creationId xmlns:a16="http://schemas.microsoft.com/office/drawing/2014/main" id="{04441E6E-D32E-44BE-B30C-6E4EF076BC91}"/>
              </a:ext>
            </a:extLst>
          </p:cNvPr>
          <p:cNvCxnSpPr/>
          <p:nvPr/>
        </p:nvCxnSpPr>
        <p:spPr>
          <a:xfrm flipH="1">
            <a:off x="3620375" y="2126135"/>
            <a:ext cx="726142" cy="6757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50" name="Straight Arrow Connector 149">
            <a:extLst>
              <a:ext uri="{FF2B5EF4-FFF2-40B4-BE49-F238E27FC236}">
                <a16:creationId xmlns:a16="http://schemas.microsoft.com/office/drawing/2014/main" id="{BA322699-BE3A-4F36-8A50-CB76E01CB5E6}"/>
              </a:ext>
            </a:extLst>
          </p:cNvPr>
          <p:cNvCxnSpPr>
            <a:cxnSpLocks/>
          </p:cNvCxnSpPr>
          <p:nvPr/>
        </p:nvCxnSpPr>
        <p:spPr>
          <a:xfrm>
            <a:off x="7495223" y="2279351"/>
            <a:ext cx="593821" cy="49290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3" name="Graphic 2">
            <a:extLst>
              <a:ext uri="{FF2B5EF4-FFF2-40B4-BE49-F238E27FC236}">
                <a16:creationId xmlns:a16="http://schemas.microsoft.com/office/drawing/2014/main" id="{8EC01A2E-4A3C-4FA7-813B-FF15C51F52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74304" y="898010"/>
            <a:ext cx="3071144" cy="2497706"/>
          </a:xfrm>
          <a:prstGeom prst="rect">
            <a:avLst/>
          </a:prstGeom>
        </p:spPr>
      </p:pic>
      <p:pic>
        <p:nvPicPr>
          <p:cNvPr id="4" name="Graphic 3">
            <a:extLst>
              <a:ext uri="{FF2B5EF4-FFF2-40B4-BE49-F238E27FC236}">
                <a16:creationId xmlns:a16="http://schemas.microsoft.com/office/drawing/2014/main" id="{CDA1B70D-53C7-444E-94E6-8ED617F73E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30388" y="2944828"/>
            <a:ext cx="2994141" cy="876053"/>
          </a:xfrm>
          <a:prstGeom prst="rect">
            <a:avLst/>
          </a:prstGeom>
        </p:spPr>
      </p:pic>
      <p:pic>
        <p:nvPicPr>
          <p:cNvPr id="8" name="Graphic 7">
            <a:extLst>
              <a:ext uri="{FF2B5EF4-FFF2-40B4-BE49-F238E27FC236}">
                <a16:creationId xmlns:a16="http://schemas.microsoft.com/office/drawing/2014/main" id="{ACA3BABC-35D5-4253-A140-52AE0736B83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85551" y="2772253"/>
            <a:ext cx="2334784" cy="1952996"/>
          </a:xfrm>
          <a:prstGeom prst="rect">
            <a:avLst/>
          </a:prstGeom>
        </p:spPr>
      </p:pic>
      <p:grpSp>
        <p:nvGrpSpPr>
          <p:cNvPr id="12" name="Group 11">
            <a:extLst>
              <a:ext uri="{FF2B5EF4-FFF2-40B4-BE49-F238E27FC236}">
                <a16:creationId xmlns:a16="http://schemas.microsoft.com/office/drawing/2014/main" id="{B253DDD9-A882-4A36-A624-6604DD392B2C}"/>
              </a:ext>
            </a:extLst>
          </p:cNvPr>
          <p:cNvGrpSpPr/>
          <p:nvPr/>
        </p:nvGrpSpPr>
        <p:grpSpPr>
          <a:xfrm>
            <a:off x="479658" y="4333860"/>
            <a:ext cx="10495279" cy="2217348"/>
            <a:chOff x="719232" y="1343896"/>
            <a:chExt cx="9186675" cy="2217348"/>
          </a:xfrm>
        </p:grpSpPr>
        <p:sp>
          <p:nvSpPr>
            <p:cNvPr id="13" name="TextBox 12">
              <a:extLst>
                <a:ext uri="{FF2B5EF4-FFF2-40B4-BE49-F238E27FC236}">
                  <a16:creationId xmlns:a16="http://schemas.microsoft.com/office/drawing/2014/main" id="{9DF5C717-5489-4A4E-99A0-A2A76DB130C1}"/>
                </a:ext>
              </a:extLst>
            </p:cNvPr>
            <p:cNvSpPr txBox="1"/>
            <p:nvPr/>
          </p:nvSpPr>
          <p:spPr>
            <a:xfrm>
              <a:off x="727217" y="1343896"/>
              <a:ext cx="3509955"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Lemma:</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4" name="TextBox 13">
              <a:extLst>
                <a:ext uri="{FF2B5EF4-FFF2-40B4-BE49-F238E27FC236}">
                  <a16:creationId xmlns:a16="http://schemas.microsoft.com/office/drawing/2014/main" id="{E25B644F-6013-4332-89F7-280D081BD727}"/>
                </a:ext>
              </a:extLst>
            </p:cNvPr>
            <p:cNvSpPr txBox="1"/>
            <p:nvPr/>
          </p:nvSpPr>
          <p:spPr>
            <a:xfrm>
              <a:off x="719232" y="2083916"/>
              <a:ext cx="9186675"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If there exists a decomposition tree for hole-free polyomino P which has a tangled polyomino S as a leaf, S must be a leaf in every decomposition tree of P</a:t>
              </a:r>
            </a:p>
          </p:txBody>
        </p:sp>
      </p:grpSp>
    </p:spTree>
    <p:extLst>
      <p:ext uri="{BB962C8B-B14F-4D97-AF65-F5344CB8AC3E}">
        <p14:creationId xmlns:p14="http://schemas.microsoft.com/office/powerpoint/2010/main" val="151842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1C3AADF-4B3E-4DEF-AE4C-2CA23A8D675B}"/>
              </a:ext>
            </a:extLst>
          </p:cNvPr>
          <p:cNvGrpSpPr/>
          <p:nvPr/>
        </p:nvGrpSpPr>
        <p:grpSpPr>
          <a:xfrm>
            <a:off x="848357" y="654423"/>
            <a:ext cx="10495279" cy="1755683"/>
            <a:chOff x="719232" y="1343896"/>
            <a:chExt cx="9186675" cy="1755683"/>
          </a:xfrm>
        </p:grpSpPr>
        <p:sp>
          <p:nvSpPr>
            <p:cNvPr id="11" name="TextBox 10">
              <a:extLst>
                <a:ext uri="{FF2B5EF4-FFF2-40B4-BE49-F238E27FC236}">
                  <a16:creationId xmlns:a16="http://schemas.microsoft.com/office/drawing/2014/main" id="{879142FF-1D8B-4A2E-B692-04BCF0D46248}"/>
                </a:ext>
              </a:extLst>
            </p:cNvPr>
            <p:cNvSpPr txBox="1"/>
            <p:nvPr/>
          </p:nvSpPr>
          <p:spPr>
            <a:xfrm>
              <a:off x="727217" y="1343896"/>
              <a:ext cx="1833613"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Theorem:</a:t>
              </a:r>
              <a:endParaRPr lang="en-US" sz="4000" dirty="0">
                <a:solidFill>
                  <a:schemeClr val="bg1"/>
                </a:solidFill>
                <a:latin typeface="Dubai Light" panose="020B0303030403030204" pitchFamily="34" charset="-78"/>
                <a:cs typeface="Dubai Light" panose="020B0303030403030204" pitchFamily="34" charset="-78"/>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6107BDE-E508-4FFD-AEB6-1DBA92AADF27}"/>
                    </a:ext>
                  </a:extLst>
                </p:cNvPr>
                <p:cNvSpPr txBox="1"/>
                <p:nvPr/>
              </p:nvSpPr>
              <p:spPr>
                <a:xfrm>
                  <a:off x="719232" y="2083916"/>
                  <a:ext cx="9186675" cy="1015663"/>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 hole-free size-n polyomino P can be checked for membership in the drop-shape hierarchy in </a:t>
                  </a:r>
                  <a14:m>
                    <m:oMath xmlns:m="http://schemas.openxmlformats.org/officeDocument/2006/math">
                      <m:r>
                        <a:rPr lang="en-US" sz="3000" b="0" i="1" smtClean="0">
                          <a:solidFill>
                            <a:schemeClr val="bg1"/>
                          </a:solidFill>
                          <a:latin typeface="Cambria Math" panose="02040503050406030204" pitchFamily="18" charset="0"/>
                          <a:cs typeface="Dubai Light" panose="020B0303030403030204" pitchFamily="34" charset="-78"/>
                        </a:rPr>
                        <m:t>𝑂</m:t>
                      </m:r>
                      <m:r>
                        <a:rPr lang="en-US" sz="3000" b="0" i="1" smtClean="0">
                          <a:solidFill>
                            <a:schemeClr val="bg1"/>
                          </a:solidFill>
                          <a:latin typeface="Cambria Math" panose="02040503050406030204" pitchFamily="18" charset="0"/>
                          <a:cs typeface="Dubai Light" panose="020B0303030403030204" pitchFamily="34" charset="-78"/>
                        </a:rPr>
                        <m:t>(</m:t>
                      </m:r>
                      <m:sSup>
                        <m:sSupPr>
                          <m:ctrlPr>
                            <a:rPr lang="en-US" sz="3000" b="0" i="1" smtClean="0">
                              <a:solidFill>
                                <a:schemeClr val="bg1"/>
                              </a:solidFill>
                              <a:latin typeface="Cambria Math" panose="02040503050406030204" pitchFamily="18" charset="0"/>
                              <a:cs typeface="Dubai Light" panose="020B0303030403030204" pitchFamily="34" charset="-78"/>
                            </a:rPr>
                          </m:ctrlPr>
                        </m:sSupPr>
                        <m:e>
                          <m:r>
                            <a:rPr lang="en-US" sz="3000" b="0" i="1" smtClean="0">
                              <a:solidFill>
                                <a:schemeClr val="bg1"/>
                              </a:solidFill>
                              <a:latin typeface="Cambria Math" panose="02040503050406030204" pitchFamily="18" charset="0"/>
                              <a:cs typeface="Dubai Light" panose="020B0303030403030204" pitchFamily="34" charset="-78"/>
                            </a:rPr>
                            <m:t>𝑛</m:t>
                          </m:r>
                        </m:e>
                        <m:sup>
                          <m:r>
                            <a:rPr lang="en-US" sz="3000" b="0" i="1" smtClean="0">
                              <a:solidFill>
                                <a:schemeClr val="bg1"/>
                              </a:solidFill>
                              <a:latin typeface="Cambria Math" panose="02040503050406030204" pitchFamily="18" charset="0"/>
                              <a:cs typeface="Dubai Light" panose="020B0303030403030204" pitchFamily="34" charset="-78"/>
                            </a:rPr>
                            <m:t>4</m:t>
                          </m:r>
                        </m:sup>
                      </m:sSup>
                      <m:func>
                        <m:funcPr>
                          <m:ctrlPr>
                            <a:rPr lang="en-US" sz="3000" b="0" i="1" smtClean="0">
                              <a:solidFill>
                                <a:schemeClr val="bg1"/>
                              </a:solidFill>
                              <a:latin typeface="Cambria Math" panose="02040503050406030204" pitchFamily="18" charset="0"/>
                              <a:cs typeface="Dubai Light" panose="020B0303030403030204" pitchFamily="34" charset="-78"/>
                            </a:rPr>
                          </m:ctrlPr>
                        </m:funcPr>
                        <m:fName>
                          <m:r>
                            <m:rPr>
                              <m:sty m:val="p"/>
                            </m:rPr>
                            <a:rPr lang="en-US" sz="3000" b="0" i="0" smtClean="0">
                              <a:solidFill>
                                <a:schemeClr val="bg1"/>
                              </a:solidFill>
                              <a:latin typeface="Cambria Math" panose="02040503050406030204" pitchFamily="18" charset="0"/>
                              <a:cs typeface="Dubai Light" panose="020B0303030403030204" pitchFamily="34" charset="-78"/>
                            </a:rPr>
                            <m:t>log</m:t>
                          </m:r>
                        </m:fName>
                        <m:e>
                          <m:r>
                            <a:rPr lang="en-US" sz="3000" b="0" i="1" smtClean="0">
                              <a:solidFill>
                                <a:schemeClr val="bg1"/>
                              </a:solidFill>
                              <a:latin typeface="Cambria Math" panose="02040503050406030204" pitchFamily="18" charset="0"/>
                              <a:cs typeface="Dubai Light" panose="020B0303030403030204" pitchFamily="34" charset="-78"/>
                            </a:rPr>
                            <m:t>𝑛</m:t>
                          </m:r>
                        </m:e>
                      </m:func>
                      <m:r>
                        <a:rPr lang="en-US" sz="3000" b="0" i="1" smtClean="0">
                          <a:solidFill>
                            <a:schemeClr val="bg1"/>
                          </a:solidFill>
                          <a:latin typeface="Cambria Math" panose="02040503050406030204" pitchFamily="18" charset="0"/>
                          <a:cs typeface="Dubai Light" panose="020B0303030403030204" pitchFamily="34" charset="-78"/>
                        </a:rPr>
                        <m:t>)</m:t>
                      </m:r>
                    </m:oMath>
                  </a14:m>
                  <a:r>
                    <a:rPr lang="en-US" sz="3000" dirty="0">
                      <a:solidFill>
                        <a:schemeClr val="bg1"/>
                      </a:solidFill>
                      <a:latin typeface="Dubai Light" panose="020B0303030403030204" pitchFamily="34" charset="-78"/>
                      <a:cs typeface="Dubai Light" panose="020B0303030403030204" pitchFamily="34" charset="-78"/>
                    </a:rPr>
                    <a:t> time</a:t>
                  </a:r>
                </a:p>
              </p:txBody>
            </p:sp>
          </mc:Choice>
          <mc:Fallback xmlns="">
            <p:sp>
              <p:nvSpPr>
                <p:cNvPr id="12" name="TextBox 11">
                  <a:extLst>
                    <a:ext uri="{FF2B5EF4-FFF2-40B4-BE49-F238E27FC236}">
                      <a16:creationId xmlns:a16="http://schemas.microsoft.com/office/drawing/2014/main" id="{16107BDE-E508-4FFD-AEB6-1DBA92AADF27}"/>
                    </a:ext>
                  </a:extLst>
                </p:cNvPr>
                <p:cNvSpPr txBox="1">
                  <a:spLocks noRot="1" noChangeAspect="1" noMove="1" noResize="1" noEditPoints="1" noAdjustHandles="1" noChangeArrowheads="1" noChangeShapeType="1" noTextEdit="1"/>
                </p:cNvSpPr>
                <p:nvPr/>
              </p:nvSpPr>
              <p:spPr>
                <a:xfrm>
                  <a:off x="719232" y="2083916"/>
                  <a:ext cx="9186675" cy="1015663"/>
                </a:xfrm>
                <a:prstGeom prst="rect">
                  <a:avLst/>
                </a:prstGeom>
                <a:blipFill>
                  <a:blip r:embed="rId3"/>
                  <a:stretch>
                    <a:fillRect l="-1336" t="-7831" b="-19880"/>
                  </a:stretch>
                </a:blipFill>
              </p:spPr>
              <p:txBody>
                <a:bodyPr/>
                <a:lstStyle/>
                <a:p>
                  <a:r>
                    <a:rPr lang="en-US">
                      <a:noFill/>
                    </a:rPr>
                    <a:t> </a:t>
                  </a:r>
                </a:p>
              </p:txBody>
            </p:sp>
          </mc:Fallback>
        </mc:AlternateContent>
      </p:grpSp>
      <p:sp>
        <p:nvSpPr>
          <p:cNvPr id="9" name="TextBox 8">
            <a:extLst>
              <a:ext uri="{FF2B5EF4-FFF2-40B4-BE49-F238E27FC236}">
                <a16:creationId xmlns:a16="http://schemas.microsoft.com/office/drawing/2014/main" id="{E6E52DFB-F368-4076-87CD-3A29D1BB4559}"/>
              </a:ext>
            </a:extLst>
          </p:cNvPr>
          <p:cNvSpPr txBox="1"/>
          <p:nvPr/>
        </p:nvSpPr>
        <p:spPr>
          <a:xfrm>
            <a:off x="848356" y="2554000"/>
            <a:ext cx="10495279" cy="3323987"/>
          </a:xfrm>
          <a:prstGeom prst="rect">
            <a:avLst/>
          </a:prstGeom>
          <a:noFill/>
        </p:spPr>
        <p:txBody>
          <a:bodyPr wrap="square" rtlCol="0">
            <a:spAutoFit/>
          </a:bodyPr>
          <a:lstStyle/>
          <a:p>
            <a:r>
              <a:rPr lang="en-US" sz="3000" b="1" i="1" u="sng" dirty="0">
                <a:solidFill>
                  <a:schemeClr val="bg1"/>
                </a:solidFill>
                <a:latin typeface="Dubai Light" panose="020B0303030403030204" pitchFamily="34" charset="-78"/>
                <a:cs typeface="Dubai Light" panose="020B0303030403030204" pitchFamily="34" charset="-78"/>
              </a:rPr>
              <a:t>Proof</a:t>
            </a:r>
          </a:p>
          <a:p>
            <a:r>
              <a:rPr lang="en-US" sz="3000" dirty="0">
                <a:solidFill>
                  <a:schemeClr val="bg1"/>
                </a:solidFill>
                <a:latin typeface="Dubai Light" panose="020B0303030403030204" pitchFamily="34" charset="-78"/>
                <a:cs typeface="Dubai Light" panose="020B0303030403030204" pitchFamily="34" charset="-78"/>
              </a:rPr>
              <a:t>Algorithm(Polyomino P)</a:t>
            </a:r>
          </a:p>
          <a:p>
            <a:pPr marL="514350" indent="-514350">
              <a:buFont typeface="+mj-lt"/>
              <a:buAutoNum type="arabicPeriod"/>
            </a:pPr>
            <a:r>
              <a:rPr lang="en-US" sz="3000" b="1" dirty="0">
                <a:solidFill>
                  <a:schemeClr val="bg1"/>
                </a:solidFill>
                <a:latin typeface="Dubai Light" panose="020B0303030403030204" pitchFamily="34" charset="-78"/>
                <a:cs typeface="Dubai Light" panose="020B0303030403030204" pitchFamily="34" charset="-78"/>
              </a:rPr>
              <a:t>Base Case: </a:t>
            </a:r>
            <a:r>
              <a:rPr lang="en-US" sz="3000" dirty="0">
                <a:solidFill>
                  <a:schemeClr val="bg1"/>
                </a:solidFill>
                <a:latin typeface="Dubai Light" panose="020B0303030403030204" pitchFamily="34" charset="-78"/>
                <a:cs typeface="Dubai Light" panose="020B0303030403030204" pitchFamily="34" charset="-78"/>
              </a:rPr>
              <a:t>Is P a single tile? If yes return yes, </a:t>
            </a:r>
          </a:p>
          <a:p>
            <a:pPr marL="514350" indent="-514350">
              <a:buFont typeface="+mj-lt"/>
              <a:buAutoNum type="arabicPeriod"/>
            </a:pPr>
            <a:r>
              <a:rPr lang="en-US" sz="3000" dirty="0">
                <a:solidFill>
                  <a:schemeClr val="bg1"/>
                </a:solidFill>
                <a:latin typeface="Dubai Light" panose="020B0303030403030204" pitchFamily="34" charset="-78"/>
                <a:cs typeface="Dubai Light" panose="020B0303030403030204" pitchFamily="34" charset="-78"/>
              </a:rPr>
              <a:t>Is P tangled? If yes return no</a:t>
            </a:r>
          </a:p>
          <a:p>
            <a:pPr marL="514350" indent="-514350">
              <a:buFont typeface="+mj-lt"/>
              <a:buAutoNum type="arabicPeriod"/>
            </a:pPr>
            <a:r>
              <a:rPr lang="en-US" sz="3000" b="1" dirty="0">
                <a:solidFill>
                  <a:schemeClr val="bg1"/>
                </a:solidFill>
                <a:latin typeface="Dubai Light" panose="020B0303030403030204" pitchFamily="34" charset="-78"/>
                <a:cs typeface="Dubai Light" panose="020B0303030403030204" pitchFamily="34" charset="-78"/>
              </a:rPr>
              <a:t>Recursive Case: </a:t>
            </a:r>
            <a:r>
              <a:rPr lang="en-US" sz="3000" dirty="0">
                <a:solidFill>
                  <a:schemeClr val="bg1"/>
                </a:solidFill>
                <a:latin typeface="Dubai Light" panose="020B0303030403030204" pitchFamily="34" charset="-78"/>
                <a:cs typeface="Dubai Light" panose="020B0303030403030204" pitchFamily="34" charset="-78"/>
              </a:rPr>
              <a:t>Select a valid 2-cut that splits P into </a:t>
            </a:r>
            <a:r>
              <a:rPr lang="en-US" sz="3000" dirty="0" err="1">
                <a:solidFill>
                  <a:schemeClr val="bg1"/>
                </a:solidFill>
                <a:latin typeface="Dubai Light" panose="020B0303030403030204" pitchFamily="34" charset="-78"/>
                <a:cs typeface="Dubai Light" panose="020B0303030403030204" pitchFamily="34" charset="-78"/>
              </a:rPr>
              <a:t>subpolyominoes</a:t>
            </a:r>
            <a:r>
              <a:rPr lang="en-US" sz="3000" dirty="0">
                <a:solidFill>
                  <a:schemeClr val="bg1"/>
                </a:solidFill>
                <a:latin typeface="Dubai Light" panose="020B0303030403030204" pitchFamily="34" charset="-78"/>
                <a:cs typeface="Dubai Light" panose="020B0303030403030204" pitchFamily="34" charset="-78"/>
              </a:rPr>
              <a:t> a and b.</a:t>
            </a:r>
          </a:p>
          <a:p>
            <a:pPr marL="514350" indent="-514350">
              <a:buFont typeface="+mj-lt"/>
              <a:buAutoNum type="arabicPeriod"/>
            </a:pPr>
            <a:r>
              <a:rPr lang="en-US" sz="3000" dirty="0">
                <a:solidFill>
                  <a:schemeClr val="bg1"/>
                </a:solidFill>
                <a:latin typeface="Dubai Light" panose="020B0303030403030204" pitchFamily="34" charset="-78"/>
                <a:cs typeface="Dubai Light" panose="020B0303030403030204" pitchFamily="34" charset="-78"/>
              </a:rPr>
              <a:t>Recurse on a and b and return yes only if both return yes. </a:t>
            </a:r>
          </a:p>
        </p:txBody>
      </p:sp>
    </p:spTree>
    <p:extLst>
      <p:ext uri="{BB962C8B-B14F-4D97-AF65-F5344CB8AC3E}">
        <p14:creationId xmlns:p14="http://schemas.microsoft.com/office/powerpoint/2010/main" val="177920481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9B4994-6278-4E42-9151-918285245972}"/>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Membership Algorithm Results</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EA29832-A680-46BB-936C-A72897AE5017}"/>
                  </a:ext>
                </a:extLst>
              </p:cNvPr>
              <p:cNvGraphicFramePr>
                <a:graphicFrameLocks noGrp="1"/>
              </p:cNvGraphicFramePr>
              <p:nvPr/>
            </p:nvGraphicFramePr>
            <p:xfrm>
              <a:off x="447472" y="1266879"/>
              <a:ext cx="10738687" cy="2546365"/>
            </p:xfrm>
            <a:graphic>
              <a:graphicData uri="http://schemas.openxmlformats.org/drawingml/2006/table">
                <a:tbl>
                  <a:tblPr firstRow="1" bandRow="1">
                    <a:tableStyleId>{C4B1156A-380E-4F78-BDF5-A606A8083BF9}</a:tableStyleId>
                  </a:tblPr>
                  <a:tblGrid>
                    <a:gridCol w="2855372">
                      <a:extLst>
                        <a:ext uri="{9D8B030D-6E8A-4147-A177-3AD203B41FA5}">
                          <a16:colId xmlns:a16="http://schemas.microsoft.com/office/drawing/2014/main" val="3922501285"/>
                        </a:ext>
                      </a:extLst>
                    </a:gridCol>
                    <a:gridCol w="3043936">
                      <a:extLst>
                        <a:ext uri="{9D8B030D-6E8A-4147-A177-3AD203B41FA5}">
                          <a16:colId xmlns:a16="http://schemas.microsoft.com/office/drawing/2014/main" val="1865572204"/>
                        </a:ext>
                      </a:extLst>
                    </a:gridCol>
                    <a:gridCol w="4839379">
                      <a:extLst>
                        <a:ext uri="{9D8B030D-6E8A-4147-A177-3AD203B41FA5}">
                          <a16:colId xmlns:a16="http://schemas.microsoft.com/office/drawing/2014/main" val="761501911"/>
                        </a:ext>
                      </a:extLst>
                    </a:gridCol>
                  </a:tblGrid>
                  <a:tr h="509273">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Runtime</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509273">
                    <a:tc>
                      <a:txBody>
                        <a:bodyPr/>
                        <a:lstStyle/>
                        <a:p>
                          <a:pPr algn="ctr"/>
                          <a:r>
                            <a:rPr lang="en-US" dirty="0">
                              <a:latin typeface="Dubai" panose="020B0503030403030204" pitchFamily="34" charset="-78"/>
                              <a:cs typeface="Dubai" panose="020B0503030403030204" pitchFamily="34" charset="-78"/>
                            </a:rPr>
                            <a:t>Simple Drop Shapes</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Dubai" panose="020B0503030403030204" pitchFamily="34" charset="-78"/>
                                  </a:rPr>
                                  <m:t>𝑂</m:t>
                                </m:r>
                                <m:r>
                                  <a:rPr lang="en-US" b="0" i="1" smtClean="0">
                                    <a:latin typeface="Cambria Math" panose="02040503050406030204" pitchFamily="18" charset="0"/>
                                    <a:cs typeface="Dubai" panose="020B0503030403030204" pitchFamily="34" charset="-78"/>
                                  </a:rPr>
                                  <m:t>(</m:t>
                                </m:r>
                                <m:r>
                                  <a:rPr lang="en-US" b="0" i="1" smtClean="0">
                                    <a:latin typeface="Cambria Math" panose="02040503050406030204" pitchFamily="18" charset="0"/>
                                    <a:cs typeface="Dubai" panose="020B0503030403030204" pitchFamily="34" charset="-78"/>
                                  </a:rPr>
                                  <m:t>𝑛</m:t>
                                </m:r>
                                <m:func>
                                  <m:funcPr>
                                    <m:ctrlPr>
                                      <a:rPr lang="en-US" b="0" i="1" smtClean="0">
                                        <a:latin typeface="Cambria Math" panose="02040503050406030204" pitchFamily="18" charset="0"/>
                                        <a:cs typeface="Dubai" panose="020B0503030403030204" pitchFamily="34" charset="-78"/>
                                      </a:rPr>
                                    </m:ctrlPr>
                                  </m:funcPr>
                                  <m:fName>
                                    <m:r>
                                      <m:rPr>
                                        <m:sty m:val="p"/>
                                      </m:rPr>
                                      <a:rPr lang="en-US" b="0" i="0" smtClean="0">
                                        <a:latin typeface="Cambria Math" panose="02040503050406030204" pitchFamily="18" charset="0"/>
                                        <a:cs typeface="Dubai" panose="020B0503030403030204" pitchFamily="34" charset="-78"/>
                                      </a:rPr>
                                      <m:t>log</m:t>
                                    </m:r>
                                  </m:fName>
                                  <m:e>
                                    <m:r>
                                      <a:rPr lang="en-US" b="0" i="1" smtClean="0">
                                        <a:latin typeface="Cambria Math" panose="02040503050406030204" pitchFamily="18" charset="0"/>
                                        <a:cs typeface="Dubai" panose="020B0503030403030204" pitchFamily="34" charset="-78"/>
                                      </a:rPr>
                                      <m:t>𝑛</m:t>
                                    </m:r>
                                  </m:e>
                                </m:func>
                                <m:r>
                                  <a:rPr lang="en-US" b="0" i="1" smtClean="0">
                                    <a:latin typeface="Cambria Math" panose="02040503050406030204" pitchFamily="18" charset="0"/>
                                    <a:cs typeface="Dubai" panose="020B0503030403030204" pitchFamily="34" charset="-78"/>
                                  </a:rPr>
                                  <m:t>)</m:t>
                                </m:r>
                              </m:oMath>
                            </m:oMathPara>
                          </a14:m>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509273">
                    <a:tc>
                      <a:txBody>
                        <a:bodyPr/>
                        <a:lstStyle/>
                        <a:p>
                          <a:pPr algn="ctr"/>
                          <a:r>
                            <a:rPr lang="en-US" dirty="0">
                              <a:latin typeface="Dubai" panose="020B0503030403030204" pitchFamily="34" charset="-78"/>
                              <a:cs typeface="Dubai" panose="020B0503030403030204" pitchFamily="34" charset="-78"/>
                            </a:rPr>
                            <a:t>Drop Shapes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Dubai" panose="020B0503030403030204" pitchFamily="34" charset="-78"/>
                                  </a:rPr>
                                  <m:t>𝑂</m:t>
                                </m:r>
                                <m:r>
                                  <a:rPr lang="en-US" b="0" i="1" smtClean="0">
                                    <a:latin typeface="Cambria Math" panose="02040503050406030204" pitchFamily="18" charset="0"/>
                                    <a:cs typeface="Dubai" panose="020B0503030403030204" pitchFamily="34" charset="-78"/>
                                  </a:rPr>
                                  <m:t>(</m:t>
                                </m:r>
                                <m:sSup>
                                  <m:sSupPr>
                                    <m:ctrlPr>
                                      <a:rPr lang="en-US" b="0" i="1" smtClean="0">
                                        <a:latin typeface="Cambria Math" panose="02040503050406030204" pitchFamily="18" charset="0"/>
                                        <a:cs typeface="Dubai" panose="020B0503030403030204" pitchFamily="34" charset="-78"/>
                                      </a:rPr>
                                    </m:ctrlPr>
                                  </m:sSupPr>
                                  <m:e>
                                    <m:r>
                                      <a:rPr lang="en-US" b="0" i="1" smtClean="0">
                                        <a:latin typeface="Cambria Math" panose="02040503050406030204" pitchFamily="18" charset="0"/>
                                        <a:cs typeface="Dubai" panose="020B0503030403030204" pitchFamily="34" charset="-78"/>
                                      </a:rPr>
                                      <m:t>𝑛</m:t>
                                    </m:r>
                                  </m:e>
                                  <m:sup>
                                    <m:r>
                                      <a:rPr lang="en-US" b="0" i="1" smtClean="0">
                                        <a:latin typeface="Cambria Math" panose="02040503050406030204" pitchFamily="18" charset="0"/>
                                        <a:cs typeface="Dubai" panose="020B0503030403030204" pitchFamily="34" charset="-78"/>
                                      </a:rPr>
                                      <m:t>2</m:t>
                                    </m:r>
                                  </m:sup>
                                </m:sSup>
                                <m:r>
                                  <a:rPr lang="en-US" b="0" i="1" smtClean="0">
                                    <a:latin typeface="Cambria Math" panose="02040503050406030204" pitchFamily="18" charset="0"/>
                                    <a:cs typeface="Dubai" panose="020B0503030403030204" pitchFamily="34" charset="-78"/>
                                  </a:rPr>
                                  <m:t>h</m:t>
                                </m:r>
                                <m:r>
                                  <a:rPr lang="en-US" b="0" i="1" smtClean="0">
                                    <a:latin typeface="Cambria Math" panose="02040503050406030204" pitchFamily="18" charset="0"/>
                                    <a:cs typeface="Dubai" panose="020B0503030403030204" pitchFamily="34" charset="-78"/>
                                  </a:rPr>
                                  <m:t>!)</m:t>
                                </m:r>
                              </m:oMath>
                            </m:oMathPara>
                          </a14:m>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2017</a:t>
                          </a:r>
                        </a:p>
                      </a:txBody>
                      <a:tcPr/>
                    </a:tc>
                    <a:extLst>
                      <a:ext uri="{0D108BD9-81ED-4DB2-BD59-A6C34878D82A}">
                        <a16:rowId xmlns:a16="http://schemas.microsoft.com/office/drawing/2014/main" val="2459792027"/>
                      </a:ext>
                    </a:extLst>
                  </a:tr>
                  <a:tr h="509273">
                    <a:tc>
                      <a:txBody>
                        <a:bodyPr/>
                        <a:lstStyle/>
                        <a:p>
                          <a:pPr algn="ctr"/>
                          <a:r>
                            <a:rPr lang="en-US" dirty="0">
                              <a:latin typeface="Dubai" panose="020B0503030403030204" pitchFamily="34" charset="-78"/>
                              <a:cs typeface="Dubai" panose="020B0503030403030204" pitchFamily="34" charset="-78"/>
                            </a:rPr>
                            <a:t>Simple Straight 2-cuttable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Dubai" panose="020B0503030403030204" pitchFamily="34" charset="-78"/>
                                  </a:rPr>
                                  <m:t>𝑂</m:t>
                                </m:r>
                                <m:r>
                                  <a:rPr lang="en-US" b="0" i="1" smtClean="0">
                                    <a:latin typeface="Cambria Math" panose="02040503050406030204" pitchFamily="18" charset="0"/>
                                    <a:cs typeface="Dubai" panose="020B0503030403030204" pitchFamily="34" charset="-78"/>
                                  </a:rPr>
                                  <m:t>(</m:t>
                                </m:r>
                                <m:sSup>
                                  <m:sSupPr>
                                    <m:ctrlPr>
                                      <a:rPr lang="en-US" b="0" i="1" smtClean="0">
                                        <a:latin typeface="Cambria Math" panose="02040503050406030204" pitchFamily="18" charset="0"/>
                                        <a:cs typeface="Dubai" panose="020B0503030403030204" pitchFamily="34" charset="-78"/>
                                      </a:rPr>
                                    </m:ctrlPr>
                                  </m:sSupPr>
                                  <m:e>
                                    <m:r>
                                      <a:rPr lang="en-US" b="0" i="1" smtClean="0">
                                        <a:latin typeface="Cambria Math" panose="02040503050406030204" pitchFamily="18" charset="0"/>
                                        <a:cs typeface="Dubai" panose="020B0503030403030204" pitchFamily="34" charset="-78"/>
                                      </a:rPr>
                                      <m:t>𝑛</m:t>
                                    </m:r>
                                  </m:e>
                                  <m:sup>
                                    <m:r>
                                      <a:rPr lang="en-US" b="0" i="1" smtClean="0">
                                        <a:latin typeface="Cambria Math" panose="02040503050406030204" pitchFamily="18" charset="0"/>
                                        <a:cs typeface="Dubai" panose="020B0503030403030204" pitchFamily="34" charset="-78"/>
                                      </a:rPr>
                                      <m:t>3</m:t>
                                    </m:r>
                                  </m:sup>
                                </m:sSup>
                                <m:func>
                                  <m:funcPr>
                                    <m:ctrlPr>
                                      <a:rPr lang="en-US" b="0" i="1" smtClean="0">
                                        <a:latin typeface="Cambria Math" panose="02040503050406030204" pitchFamily="18" charset="0"/>
                                        <a:cs typeface="Dubai" panose="020B0503030403030204" pitchFamily="34" charset="-78"/>
                                      </a:rPr>
                                    </m:ctrlPr>
                                  </m:funcPr>
                                  <m:fName>
                                    <m:r>
                                      <m:rPr>
                                        <m:sty m:val="p"/>
                                      </m:rPr>
                                      <a:rPr lang="en-US" b="0" i="0" smtClean="0">
                                        <a:latin typeface="Cambria Math" panose="02040503050406030204" pitchFamily="18" charset="0"/>
                                        <a:cs typeface="Dubai" panose="020B0503030403030204" pitchFamily="34" charset="-78"/>
                                      </a:rPr>
                                      <m:t>log</m:t>
                                    </m:r>
                                  </m:fName>
                                  <m:e>
                                    <m:r>
                                      <a:rPr lang="en-US" b="0" i="1" smtClean="0">
                                        <a:latin typeface="Cambria Math" panose="02040503050406030204" pitchFamily="18" charset="0"/>
                                        <a:cs typeface="Dubai" panose="020B0503030403030204" pitchFamily="34" charset="-78"/>
                                      </a:rPr>
                                      <m:t>𝑛</m:t>
                                    </m:r>
                                  </m:e>
                                </m:func>
                                <m:r>
                                  <a:rPr lang="en-US" b="0" i="1" smtClean="0">
                                    <a:latin typeface="Cambria Math" panose="02040503050406030204" pitchFamily="18" charset="0"/>
                                    <a:cs typeface="Dubai" panose="020B0503030403030204" pitchFamily="34" charset="-78"/>
                                  </a:rPr>
                                  <m:t>)</m:t>
                                </m:r>
                              </m:oMath>
                            </m:oMathPara>
                          </a14:m>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2018</a:t>
                          </a:r>
                        </a:p>
                      </a:txBody>
                      <a:tcPr/>
                    </a:tc>
                    <a:extLst>
                      <a:ext uri="{0D108BD9-81ED-4DB2-BD59-A6C34878D82A}">
                        <a16:rowId xmlns:a16="http://schemas.microsoft.com/office/drawing/2014/main" val="3185818201"/>
                      </a:ext>
                    </a:extLst>
                  </a:tr>
                  <a:tr h="509273">
                    <a:tc>
                      <a:txBody>
                        <a:bodyPr/>
                        <a:lstStyle/>
                        <a:p>
                          <a:pPr algn="ctr"/>
                          <a:r>
                            <a:rPr lang="en-US" b="1" dirty="0">
                              <a:latin typeface="Dubai" panose="020B0503030403030204" pitchFamily="34" charset="-78"/>
                              <a:cs typeface="Dubai" panose="020B0503030403030204" pitchFamily="34" charset="-78"/>
                            </a:rPr>
                            <a:t>Simple shapes in </a:t>
                          </a:r>
                          <a14:m>
                            <m:oMath xmlns:m="http://schemas.openxmlformats.org/officeDocument/2006/math">
                              <m:r>
                                <a:rPr lang="en-US" sz="1800" b="1"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𝕯</m:t>
                              </m:r>
                            </m:oMath>
                          </a14:m>
                          <a:endParaRPr lang="en-US" b="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800" b="0" i="1" smtClean="0">
                                  <a:solidFill>
                                    <a:schemeClr val="bg1"/>
                                  </a:solidFill>
                                  <a:latin typeface="Cambria Math" panose="02040503050406030204" pitchFamily="18" charset="0"/>
                                  <a:cs typeface="Dubai Light" panose="020B0303030403030204" pitchFamily="34" charset="-78"/>
                                </a:rPr>
                                <m:t>𝑂</m:t>
                              </m:r>
                              <m:r>
                                <a:rPr lang="en-US" sz="1800" b="0" i="1" smtClean="0">
                                  <a:solidFill>
                                    <a:schemeClr val="bg1"/>
                                  </a:solidFill>
                                  <a:latin typeface="Cambria Math" panose="02040503050406030204" pitchFamily="18" charset="0"/>
                                  <a:cs typeface="Dubai Light" panose="020B0303030403030204" pitchFamily="34" charset="-78"/>
                                </a:rPr>
                                <m:t>(</m:t>
                              </m:r>
                              <m:sSup>
                                <m:sSupPr>
                                  <m:ctrlPr>
                                    <a:rPr lang="en-US" sz="1800" b="0" i="1" smtClean="0">
                                      <a:solidFill>
                                        <a:schemeClr val="bg1"/>
                                      </a:solidFill>
                                      <a:latin typeface="Cambria Math" panose="02040503050406030204" pitchFamily="18" charset="0"/>
                                      <a:cs typeface="Dubai Light" panose="020B0303030403030204" pitchFamily="34" charset="-78"/>
                                    </a:rPr>
                                  </m:ctrlPr>
                                </m:sSupPr>
                                <m:e>
                                  <m:r>
                                    <a:rPr lang="en-US" sz="1800" b="0" i="1" smtClean="0">
                                      <a:solidFill>
                                        <a:schemeClr val="bg1"/>
                                      </a:solidFill>
                                      <a:latin typeface="Cambria Math" panose="02040503050406030204" pitchFamily="18" charset="0"/>
                                      <a:cs typeface="Dubai Light" panose="020B0303030403030204" pitchFamily="34" charset="-78"/>
                                    </a:rPr>
                                    <m:t>𝑛</m:t>
                                  </m:r>
                                </m:e>
                                <m:sup>
                                  <m:r>
                                    <a:rPr lang="en-US" sz="1800" b="0" i="1" smtClean="0">
                                      <a:solidFill>
                                        <a:schemeClr val="bg1"/>
                                      </a:solidFill>
                                      <a:latin typeface="Cambria Math" panose="02040503050406030204" pitchFamily="18" charset="0"/>
                                      <a:cs typeface="Dubai Light" panose="020B0303030403030204" pitchFamily="34" charset="-78"/>
                                    </a:rPr>
                                    <m:t>4</m:t>
                                  </m:r>
                                </m:sup>
                              </m:sSup>
                              <m:func>
                                <m:funcPr>
                                  <m:ctrlPr>
                                    <a:rPr lang="en-US" sz="1800" b="0" i="1" smtClean="0">
                                      <a:solidFill>
                                        <a:schemeClr val="bg1"/>
                                      </a:solidFill>
                                      <a:latin typeface="Cambria Math" panose="02040503050406030204" pitchFamily="18" charset="0"/>
                                      <a:cs typeface="Dubai Light" panose="020B0303030403030204" pitchFamily="34" charset="-78"/>
                                    </a:rPr>
                                  </m:ctrlPr>
                                </m:funcPr>
                                <m:fName>
                                  <m:r>
                                    <m:rPr>
                                      <m:sty m:val="p"/>
                                    </m:rPr>
                                    <a:rPr lang="en-US" sz="1800" b="0" i="0" smtClean="0">
                                      <a:solidFill>
                                        <a:schemeClr val="bg1"/>
                                      </a:solidFill>
                                      <a:latin typeface="Cambria Math" panose="02040503050406030204" pitchFamily="18" charset="0"/>
                                      <a:cs typeface="Dubai Light" panose="020B0303030403030204" pitchFamily="34" charset="-78"/>
                                    </a:rPr>
                                    <m:t>log</m:t>
                                  </m:r>
                                </m:fName>
                                <m:e>
                                  <m:r>
                                    <a:rPr lang="en-US" sz="1800" b="0" i="1" smtClean="0">
                                      <a:solidFill>
                                        <a:schemeClr val="bg1"/>
                                      </a:solidFill>
                                      <a:latin typeface="Cambria Math" panose="02040503050406030204" pitchFamily="18" charset="0"/>
                                      <a:cs typeface="Dubai Light" panose="020B0303030403030204" pitchFamily="34" charset="-78"/>
                                    </a:rPr>
                                    <m:t>𝑛</m:t>
                                  </m:r>
                                </m:e>
                              </m:func>
                              <m:r>
                                <a:rPr lang="en-US" sz="1800" b="0" i="1" smtClean="0">
                                  <a:solidFill>
                                    <a:schemeClr val="bg1"/>
                                  </a:solidFill>
                                  <a:latin typeface="Cambria Math" panose="02040503050406030204" pitchFamily="18" charset="0"/>
                                  <a:cs typeface="Dubai Light" panose="020B0303030403030204" pitchFamily="34" charset="-78"/>
                                </a:rPr>
                                <m:t>)</m:t>
                              </m:r>
                            </m:oMath>
                          </a14:m>
                          <a:r>
                            <a:rPr lang="en-US" sz="1800" dirty="0">
                              <a:solidFill>
                                <a:schemeClr val="bg1"/>
                              </a:solidFill>
                              <a:latin typeface="Dubai Light" panose="020B0303030403030204" pitchFamily="34" charset="-78"/>
                              <a:cs typeface="Dubai Light" panose="020B0303030403030204" pitchFamily="34" charset="-78"/>
                            </a:rPr>
                            <a:t> </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SODA2020</a:t>
                          </a:r>
                        </a:p>
                      </a:txBody>
                      <a:tcPr/>
                    </a:tc>
                    <a:extLst>
                      <a:ext uri="{0D108BD9-81ED-4DB2-BD59-A6C34878D82A}">
                        <a16:rowId xmlns:a16="http://schemas.microsoft.com/office/drawing/2014/main" val="3322282911"/>
                      </a:ext>
                    </a:extLst>
                  </a:tr>
                </a:tbl>
              </a:graphicData>
            </a:graphic>
          </p:graphicFrame>
        </mc:Choice>
        <mc:Fallback xmlns="">
          <p:graphicFrame>
            <p:nvGraphicFramePr>
              <p:cNvPr id="6" name="Table 5">
                <a:extLst>
                  <a:ext uri="{FF2B5EF4-FFF2-40B4-BE49-F238E27FC236}">
                    <a16:creationId xmlns:a16="http://schemas.microsoft.com/office/drawing/2014/main" id="{EEA29832-A680-46BB-936C-A72897AE5017}"/>
                  </a:ext>
                </a:extLst>
              </p:cNvPr>
              <p:cNvGraphicFramePr>
                <a:graphicFrameLocks noGrp="1"/>
              </p:cNvGraphicFramePr>
              <p:nvPr>
                <p:extLst>
                  <p:ext uri="{D42A27DB-BD31-4B8C-83A1-F6EECF244321}">
                    <p14:modId xmlns:p14="http://schemas.microsoft.com/office/powerpoint/2010/main" val="2962239383"/>
                  </p:ext>
                </p:extLst>
              </p:nvPr>
            </p:nvGraphicFramePr>
            <p:xfrm>
              <a:off x="447472" y="1266879"/>
              <a:ext cx="10738687" cy="2546365"/>
            </p:xfrm>
            <a:graphic>
              <a:graphicData uri="http://schemas.openxmlformats.org/drawingml/2006/table">
                <a:tbl>
                  <a:tblPr firstRow="1" bandRow="1">
                    <a:tableStyleId>{C4B1156A-380E-4F78-BDF5-A606A8083BF9}</a:tableStyleId>
                  </a:tblPr>
                  <a:tblGrid>
                    <a:gridCol w="2855372">
                      <a:extLst>
                        <a:ext uri="{9D8B030D-6E8A-4147-A177-3AD203B41FA5}">
                          <a16:colId xmlns:a16="http://schemas.microsoft.com/office/drawing/2014/main" val="3922501285"/>
                        </a:ext>
                      </a:extLst>
                    </a:gridCol>
                    <a:gridCol w="3043936">
                      <a:extLst>
                        <a:ext uri="{9D8B030D-6E8A-4147-A177-3AD203B41FA5}">
                          <a16:colId xmlns:a16="http://schemas.microsoft.com/office/drawing/2014/main" val="1865572204"/>
                        </a:ext>
                      </a:extLst>
                    </a:gridCol>
                    <a:gridCol w="4839379">
                      <a:extLst>
                        <a:ext uri="{9D8B030D-6E8A-4147-A177-3AD203B41FA5}">
                          <a16:colId xmlns:a16="http://schemas.microsoft.com/office/drawing/2014/main" val="761501911"/>
                        </a:ext>
                      </a:extLst>
                    </a:gridCol>
                  </a:tblGrid>
                  <a:tr h="509273">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Runtime</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509273">
                    <a:tc>
                      <a:txBody>
                        <a:bodyPr/>
                        <a:lstStyle/>
                        <a:p>
                          <a:pPr algn="ctr"/>
                          <a:r>
                            <a:rPr lang="en-US" dirty="0">
                              <a:latin typeface="Dubai" panose="020B0503030403030204" pitchFamily="34" charset="-78"/>
                              <a:cs typeface="Dubai" panose="020B0503030403030204" pitchFamily="34" charset="-78"/>
                            </a:rPr>
                            <a:t>Simple Drop Shapes</a:t>
                          </a:r>
                        </a:p>
                      </a:txBody>
                      <a:tcPr/>
                    </a:tc>
                    <a:tc>
                      <a:txBody>
                        <a:bodyPr/>
                        <a:lstStyle/>
                        <a:p>
                          <a:endParaRPr lang="en-US"/>
                        </a:p>
                      </a:txBody>
                      <a:tcPr>
                        <a:blipFill>
                          <a:blip r:embed="rId3"/>
                          <a:stretch>
                            <a:fillRect l="-94188" t="-105952" r="-159719" b="-30119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509273">
                    <a:tc>
                      <a:txBody>
                        <a:bodyPr/>
                        <a:lstStyle/>
                        <a:p>
                          <a:pPr algn="ctr"/>
                          <a:r>
                            <a:rPr lang="en-US" dirty="0">
                              <a:latin typeface="Dubai" panose="020B0503030403030204" pitchFamily="34" charset="-78"/>
                              <a:cs typeface="Dubai" panose="020B0503030403030204" pitchFamily="34" charset="-78"/>
                            </a:rPr>
                            <a:t>Drop Shapes</a:t>
                          </a:r>
                        </a:p>
                      </a:txBody>
                      <a:tcPr/>
                    </a:tc>
                    <a:tc>
                      <a:txBody>
                        <a:bodyPr/>
                        <a:lstStyle/>
                        <a:p>
                          <a:endParaRPr lang="en-US"/>
                        </a:p>
                      </a:txBody>
                      <a:tcPr>
                        <a:blipFill>
                          <a:blip r:embed="rId3"/>
                          <a:stretch>
                            <a:fillRect l="-94188" t="-208434" r="-159719" b="-20481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2017</a:t>
                          </a:r>
                        </a:p>
                      </a:txBody>
                      <a:tcPr/>
                    </a:tc>
                    <a:extLst>
                      <a:ext uri="{0D108BD9-81ED-4DB2-BD59-A6C34878D82A}">
                        <a16:rowId xmlns:a16="http://schemas.microsoft.com/office/drawing/2014/main" val="2459792027"/>
                      </a:ext>
                    </a:extLst>
                  </a:tr>
                  <a:tr h="509273">
                    <a:tc>
                      <a:txBody>
                        <a:bodyPr/>
                        <a:lstStyle/>
                        <a:p>
                          <a:pPr algn="ctr"/>
                          <a:r>
                            <a:rPr lang="en-US" dirty="0">
                              <a:latin typeface="Dubai" panose="020B0503030403030204" pitchFamily="34" charset="-78"/>
                              <a:cs typeface="Dubai" panose="020B0503030403030204" pitchFamily="34" charset="-78"/>
                            </a:rPr>
                            <a:t>Simple Straight 2-cuttable</a:t>
                          </a:r>
                        </a:p>
                      </a:txBody>
                      <a:tcPr/>
                    </a:tc>
                    <a:tc>
                      <a:txBody>
                        <a:bodyPr/>
                        <a:lstStyle/>
                        <a:p>
                          <a:endParaRPr lang="en-US"/>
                        </a:p>
                      </a:txBody>
                      <a:tcPr>
                        <a:blipFill>
                          <a:blip r:embed="rId3"/>
                          <a:stretch>
                            <a:fillRect l="-94188" t="-304762" r="-159719" b="-10238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2018</a:t>
                          </a:r>
                        </a:p>
                      </a:txBody>
                      <a:tcPr/>
                    </a:tc>
                    <a:extLst>
                      <a:ext uri="{0D108BD9-81ED-4DB2-BD59-A6C34878D82A}">
                        <a16:rowId xmlns:a16="http://schemas.microsoft.com/office/drawing/2014/main" val="3185818201"/>
                      </a:ext>
                    </a:extLst>
                  </a:tr>
                  <a:tr h="509273">
                    <a:tc>
                      <a:txBody>
                        <a:bodyPr/>
                        <a:lstStyle/>
                        <a:p>
                          <a:endParaRPr lang="en-US"/>
                        </a:p>
                      </a:txBody>
                      <a:tcPr>
                        <a:blipFill>
                          <a:blip r:embed="rId3"/>
                          <a:stretch>
                            <a:fillRect l="-213" t="-404762" r="-276333" b="-2381"/>
                          </a:stretch>
                        </a:blipFill>
                      </a:tcPr>
                    </a:tc>
                    <a:tc>
                      <a:txBody>
                        <a:bodyPr/>
                        <a:lstStyle/>
                        <a:p>
                          <a:endParaRPr lang="en-US"/>
                        </a:p>
                      </a:txBody>
                      <a:tcPr>
                        <a:blipFill>
                          <a:blip r:embed="rId3"/>
                          <a:stretch>
                            <a:fillRect l="-94188" t="-404762" r="-159719" b="-238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SODA2020</a:t>
                          </a:r>
                        </a:p>
                      </a:txBody>
                      <a:tcPr/>
                    </a:tc>
                    <a:extLst>
                      <a:ext uri="{0D108BD9-81ED-4DB2-BD59-A6C34878D82A}">
                        <a16:rowId xmlns:a16="http://schemas.microsoft.com/office/drawing/2014/main" val="3322282911"/>
                      </a:ext>
                    </a:extLst>
                  </a:tr>
                </a:tbl>
              </a:graphicData>
            </a:graphic>
          </p:graphicFrame>
        </mc:Fallback>
      </mc:AlternateContent>
      <p:sp>
        <p:nvSpPr>
          <p:cNvPr id="5" name="TextBox 4">
            <a:extLst>
              <a:ext uri="{FF2B5EF4-FFF2-40B4-BE49-F238E27FC236}">
                <a16:creationId xmlns:a16="http://schemas.microsoft.com/office/drawing/2014/main" id="{47FDB007-F67E-4FAE-B456-BF177EDBF9F8}"/>
              </a:ext>
            </a:extLst>
          </p:cNvPr>
          <p:cNvSpPr txBox="1"/>
          <p:nvPr/>
        </p:nvSpPr>
        <p:spPr>
          <a:xfrm>
            <a:off x="0" y="4642008"/>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a:t>
            </a:r>
            <a:r>
              <a:rPr lang="en-US" sz="1400" dirty="0" err="1">
                <a:solidFill>
                  <a:schemeClr val="bg1"/>
                </a:solidFill>
                <a:latin typeface="Dubai Light" panose="020B0303030403030204" pitchFamily="34" charset="-78"/>
                <a:cs typeface="Dubai Light" panose="020B0303030403030204" pitchFamily="34" charset="-78"/>
              </a:rPr>
              <a:t>Sándor</a:t>
            </a:r>
            <a:r>
              <a:rPr lang="en-US" sz="1400" dirty="0">
                <a:solidFill>
                  <a:schemeClr val="bg1"/>
                </a:solidFill>
                <a:latin typeface="Dubai Light" panose="020B0303030403030204" pitchFamily="34" charset="-78"/>
                <a:cs typeface="Dubai Light" panose="020B0303030403030204" pitchFamily="34" charset="-78"/>
              </a:rPr>
              <a:t>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Phillip </a:t>
            </a:r>
            <a:r>
              <a:rPr lang="en-US" sz="1400" dirty="0" err="1">
                <a:solidFill>
                  <a:schemeClr val="bg1"/>
                </a:solidFill>
                <a:latin typeface="Dubai Light" panose="020B0303030403030204" pitchFamily="34" charset="-78"/>
                <a:cs typeface="Dubai Light" panose="020B0303030403030204" pitchFamily="34" charset="-78"/>
              </a:rPr>
              <a:t>Keldenich</a:t>
            </a:r>
            <a:r>
              <a:rPr lang="en-US" sz="1400" dirty="0">
                <a:solidFill>
                  <a:schemeClr val="bg1"/>
                </a:solidFill>
                <a:latin typeface="Dubai Light" panose="020B0303030403030204" pitchFamily="34" charset="-78"/>
                <a:cs typeface="Dubai Light" panose="020B0303030403030204" pitchFamily="34" charset="-78"/>
              </a:rPr>
              <a:t>, Dominik </a:t>
            </a:r>
            <a:r>
              <a:rPr lang="en-US" sz="1400" dirty="0" err="1">
                <a:solidFill>
                  <a:schemeClr val="bg1"/>
                </a:solidFill>
                <a:latin typeface="Dubai Light" panose="020B0303030403030204" pitchFamily="34" charset="-78"/>
                <a:cs typeface="Dubai Light" panose="020B0303030403030204" pitchFamily="34" charset="-78"/>
              </a:rPr>
              <a:t>Krupke</a:t>
            </a:r>
            <a:r>
              <a:rPr lang="en-US" sz="1400" dirty="0">
                <a:solidFill>
                  <a:schemeClr val="bg1"/>
                </a:solidFill>
                <a:latin typeface="Dubai Light" panose="020B0303030403030204" pitchFamily="34" charset="-78"/>
                <a:cs typeface="Dubai Light" panose="020B0303030403030204" pitchFamily="34" charset="-78"/>
              </a:rPr>
              <a:t>, Christian </a:t>
            </a:r>
            <a:r>
              <a:rPr lang="en-US" sz="1400" dirty="0" err="1">
                <a:solidFill>
                  <a:schemeClr val="bg1"/>
                </a:solidFill>
                <a:latin typeface="Dubai Light" panose="020B0303030403030204" pitchFamily="34" charset="-78"/>
                <a:cs typeface="Dubai Light" panose="020B0303030403030204" pitchFamily="34" charset="-78"/>
              </a:rPr>
              <a:t>Rieck</a:t>
            </a:r>
            <a:r>
              <a:rPr lang="en-US" sz="1400" dirty="0">
                <a:solidFill>
                  <a:schemeClr val="bg1"/>
                </a:solidFill>
                <a:latin typeface="Dubai Light" panose="020B0303030403030204" pitchFamily="34" charset="-78"/>
                <a:cs typeface="Dubai Light" panose="020B0303030403030204" pitchFamily="34" charset="-78"/>
              </a:rPr>
              <a:t>, Christian Scheer, and Arne Schmidt, </a:t>
            </a:r>
          </a:p>
          <a:p>
            <a:r>
              <a:rPr lang="en-US" sz="1400" dirty="0">
                <a:solidFill>
                  <a:schemeClr val="bg1"/>
                </a:solidFill>
                <a:latin typeface="Dubai Light" panose="020B0303030403030204" pitchFamily="34" charset="-78"/>
                <a:cs typeface="Dubai Light" panose="020B0303030403030204" pitchFamily="34" charset="-78"/>
              </a:rPr>
              <a:t>Tilt Assembly: Algorithms for Micro-Factories that Build Objects with Uniform External Forces</a:t>
            </a:r>
          </a:p>
          <a:p>
            <a:r>
              <a:rPr lang="en-US" sz="1400" dirty="0">
                <a:solidFill>
                  <a:schemeClr val="bg1"/>
                </a:solidFill>
                <a:latin typeface="Dubai Light" panose="020B0303030403030204" pitchFamily="34" charset="-78"/>
                <a:cs typeface="Dubai Light" panose="020B0303030403030204" pitchFamily="34" charset="-78"/>
              </a:rPr>
              <a:t>28th International Symposium on Algorithms and Computation (ISAAC </a:t>
            </a:r>
            <a:r>
              <a:rPr lang="de-DE" sz="1400" dirty="0">
                <a:solidFill>
                  <a:schemeClr val="bg1"/>
                </a:solidFill>
                <a:latin typeface="Dubai Light" panose="020B0303030403030204" pitchFamily="34" charset="-78"/>
                <a:cs typeface="Dubai Light" panose="020B0303030403030204" pitchFamily="34" charset="-78"/>
              </a:rPr>
              <a:t>2017)</a:t>
            </a:r>
            <a:endParaRPr lang="en-US" sz="1400" dirty="0">
              <a:solidFill>
                <a:schemeClr val="bg1"/>
              </a:solidFill>
              <a:latin typeface="Dubai Light" panose="020B0303030403030204" pitchFamily="34" charset="-78"/>
              <a:cs typeface="Dubai Light" panose="020B0303030403030204" pitchFamily="34" charset="-78"/>
            </a:endParaRPr>
          </a:p>
        </p:txBody>
      </p:sp>
      <p:sp>
        <p:nvSpPr>
          <p:cNvPr id="7" name="Rectangle 6">
            <a:extLst>
              <a:ext uri="{FF2B5EF4-FFF2-40B4-BE49-F238E27FC236}">
                <a16:creationId xmlns:a16="http://schemas.microsoft.com/office/drawing/2014/main" id="{C21B6B76-7561-4DEC-A413-4B36C9AFCD6F}"/>
              </a:ext>
            </a:extLst>
          </p:cNvPr>
          <p:cNvSpPr/>
          <p:nvPr/>
        </p:nvSpPr>
        <p:spPr>
          <a:xfrm>
            <a:off x="0" y="6119336"/>
            <a:ext cx="6096000" cy="738664"/>
          </a:xfrm>
          <a:prstGeom prst="rect">
            <a:avLst/>
          </a:prstGeom>
        </p:spPr>
        <p:txBody>
          <a:bodyPr>
            <a:spAutoFit/>
          </a:bodyPr>
          <a:lstStyle/>
          <a:p>
            <a:r>
              <a:rPr lang="en-US" sz="1400" dirty="0">
                <a:solidFill>
                  <a:schemeClr val="bg1"/>
                </a:solidFill>
                <a:latin typeface="Dubai Light" panose="020B0303030403030204" pitchFamily="34" charset="-78"/>
                <a:cs typeface="Dubai Light" panose="020B0303030403030204" pitchFamily="34" charset="-78"/>
              </a:rPr>
              <a:t>Arne Schmidt, Sheryl Manzoor, Li Huang, Aaron T. Becker, and </a:t>
            </a:r>
            <a:r>
              <a:rPr lang="en-US" sz="1400" dirty="0" err="1">
                <a:solidFill>
                  <a:schemeClr val="bg1"/>
                </a:solidFill>
                <a:latin typeface="Dubai Light" panose="020B0303030403030204" pitchFamily="34" charset="-78"/>
                <a:cs typeface="Dubai Light" panose="020B0303030403030204" pitchFamily="34" charset="-78"/>
              </a:rPr>
              <a:t>Sándor</a:t>
            </a:r>
            <a:r>
              <a:rPr lang="en-US" sz="1400" dirty="0">
                <a:solidFill>
                  <a:schemeClr val="bg1"/>
                </a:solidFill>
                <a:latin typeface="Dubai Light" panose="020B0303030403030204" pitchFamily="34" charset="-78"/>
                <a:cs typeface="Dubai Light" panose="020B0303030403030204" pitchFamily="34" charset="-78"/>
              </a:rPr>
              <a:t> Fekete, Efficient parallel </a:t>
            </a:r>
            <a:r>
              <a:rPr lang="en-US" sz="1400" dirty="0" err="1">
                <a:solidFill>
                  <a:schemeClr val="bg1"/>
                </a:solidFill>
                <a:latin typeface="Dubai Light" panose="020B0303030403030204" pitchFamily="34" charset="-78"/>
                <a:cs typeface="Dubai Light" panose="020B0303030403030204" pitchFamily="34" charset="-78"/>
              </a:rPr>
              <a:t>selfassembly</a:t>
            </a:r>
            <a:r>
              <a:rPr lang="en-US" sz="1400" dirty="0">
                <a:solidFill>
                  <a:schemeClr val="bg1"/>
                </a:solidFill>
                <a:latin typeface="Dubai Light" panose="020B0303030403030204" pitchFamily="34" charset="-78"/>
                <a:cs typeface="Dubai Light" panose="020B0303030403030204" pitchFamily="34" charset="-78"/>
              </a:rPr>
              <a:t> under uniform control inputs, IEEE Robotics and Automation Letters (2018), 1–1.</a:t>
            </a:r>
          </a:p>
        </p:txBody>
      </p:sp>
      <p:sp>
        <p:nvSpPr>
          <p:cNvPr id="2" name="Rectangle 1">
            <a:extLst>
              <a:ext uri="{FF2B5EF4-FFF2-40B4-BE49-F238E27FC236}">
                <a16:creationId xmlns:a16="http://schemas.microsoft.com/office/drawing/2014/main" id="{3A663369-A35F-45D4-A4D0-AA86D5C56442}"/>
              </a:ext>
            </a:extLst>
          </p:cNvPr>
          <p:cNvSpPr/>
          <p:nvPr/>
        </p:nvSpPr>
        <p:spPr>
          <a:xfrm>
            <a:off x="0" y="5380672"/>
            <a:ext cx="6096000" cy="738664"/>
          </a:xfrm>
          <a:prstGeom prst="rect">
            <a:avLst/>
          </a:prstGeom>
        </p:spPr>
        <p:txBody>
          <a:bodyPr>
            <a:spAutoFit/>
          </a:bodyPr>
          <a:lstStyle/>
          <a:p>
            <a:r>
              <a:rPr lang="en-US" sz="1400" dirty="0">
                <a:solidFill>
                  <a:schemeClr val="bg1"/>
                </a:solidFill>
                <a:latin typeface="Dubai Light" panose="020B0303030403030204" pitchFamily="34" charset="-78"/>
                <a:cs typeface="Dubai Light" panose="020B0303030403030204" pitchFamily="34" charset="-78"/>
              </a:rPr>
              <a:t>Sheryl Manzoor, Samuel </a:t>
            </a:r>
            <a:r>
              <a:rPr lang="en-US" sz="1400" dirty="0" err="1">
                <a:solidFill>
                  <a:schemeClr val="bg1"/>
                </a:solidFill>
                <a:latin typeface="Dubai Light" panose="020B0303030403030204" pitchFamily="34" charset="-78"/>
                <a:cs typeface="Dubai Light" panose="020B0303030403030204" pitchFamily="34" charset="-78"/>
              </a:rPr>
              <a:t>Sheckman</a:t>
            </a:r>
            <a:r>
              <a:rPr lang="en-US" sz="1400" dirty="0">
                <a:solidFill>
                  <a:schemeClr val="bg1"/>
                </a:solidFill>
                <a:latin typeface="Dubai Light" panose="020B0303030403030204" pitchFamily="34" charset="-78"/>
                <a:cs typeface="Dubai Light" panose="020B0303030403030204" pitchFamily="34" charset="-78"/>
              </a:rPr>
              <a:t>, Jarrett </a:t>
            </a:r>
            <a:r>
              <a:rPr lang="en-US" sz="1400" dirty="0" err="1">
                <a:solidFill>
                  <a:schemeClr val="bg1"/>
                </a:solidFill>
                <a:latin typeface="Dubai Light" panose="020B0303030403030204" pitchFamily="34" charset="-78"/>
                <a:cs typeface="Dubai Light" panose="020B0303030403030204" pitchFamily="34" charset="-78"/>
              </a:rPr>
              <a:t>Lonsford</a:t>
            </a:r>
            <a:r>
              <a:rPr lang="en-US" sz="1400" dirty="0">
                <a:solidFill>
                  <a:schemeClr val="bg1"/>
                </a:solidFill>
                <a:latin typeface="Dubai Light" panose="020B0303030403030204" pitchFamily="34" charset="-78"/>
                <a:cs typeface="Dubai Light" panose="020B0303030403030204" pitchFamily="34" charset="-78"/>
              </a:rPr>
              <a:t>, </a:t>
            </a:r>
            <a:r>
              <a:rPr lang="en-US" sz="1400" dirty="0" err="1">
                <a:solidFill>
                  <a:schemeClr val="bg1"/>
                </a:solidFill>
                <a:latin typeface="Dubai Light" panose="020B0303030403030204" pitchFamily="34" charset="-78"/>
                <a:cs typeface="Dubai Light" panose="020B0303030403030204" pitchFamily="34" charset="-78"/>
              </a:rPr>
              <a:t>Hoyeon</a:t>
            </a:r>
            <a:r>
              <a:rPr lang="en-US" sz="1400" dirty="0">
                <a:solidFill>
                  <a:schemeClr val="bg1"/>
                </a:solidFill>
                <a:latin typeface="Dubai Light" panose="020B0303030403030204" pitchFamily="34" charset="-78"/>
                <a:cs typeface="Dubai Light" panose="020B0303030403030204" pitchFamily="34" charset="-78"/>
              </a:rPr>
              <a:t> Kim, Min Jun Kim, and Aaron T. Becker, Parallel self-assembly of polyominoes under uniform control inputs, IEEE Robotics and Automation Letters 2 (2017), no. 4, 2040–2047</a:t>
            </a:r>
          </a:p>
        </p:txBody>
      </p:sp>
    </p:spTree>
    <p:extLst>
      <p:ext uri="{BB962C8B-B14F-4D97-AF65-F5344CB8AC3E}">
        <p14:creationId xmlns:p14="http://schemas.microsoft.com/office/powerpoint/2010/main" val="21956460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Overview</a:t>
            </a:r>
          </a:p>
        </p:txBody>
      </p:sp>
      <p:grpSp>
        <p:nvGrpSpPr>
          <p:cNvPr id="2" name="Group 1">
            <a:extLst>
              <a:ext uri="{FF2B5EF4-FFF2-40B4-BE49-F238E27FC236}">
                <a16:creationId xmlns:a16="http://schemas.microsoft.com/office/drawing/2014/main" id="{0A22B8FB-52C5-4FAE-9E9A-029D7ECF3F21}"/>
              </a:ext>
            </a:extLst>
          </p:cNvPr>
          <p:cNvGrpSpPr/>
          <p:nvPr/>
        </p:nvGrpSpPr>
        <p:grpSpPr>
          <a:xfrm>
            <a:off x="687633" y="902738"/>
            <a:ext cx="5099056" cy="3156719"/>
            <a:chOff x="635268" y="1343896"/>
            <a:chExt cx="4448055" cy="3156719"/>
          </a:xfrm>
        </p:grpSpPr>
        <p:sp>
          <p:nvSpPr>
            <p:cNvPr id="116" name="TextBox 115">
              <a:extLst>
                <a:ext uri="{FF2B5EF4-FFF2-40B4-BE49-F238E27FC236}">
                  <a16:creationId xmlns:a16="http://schemas.microsoft.com/office/drawing/2014/main" id="{96F76E1F-6C26-42B4-9E61-A4820EF6154A}"/>
                </a:ext>
              </a:extLst>
            </p:cNvPr>
            <p:cNvSpPr txBox="1"/>
            <p:nvPr/>
          </p:nvSpPr>
          <p:spPr>
            <a:xfrm>
              <a:off x="727216" y="1343896"/>
              <a:ext cx="3630387"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Model of Assembly:</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7" name="TextBox 116">
              <a:extLst>
                <a:ext uri="{FF2B5EF4-FFF2-40B4-BE49-F238E27FC236}">
                  <a16:creationId xmlns:a16="http://schemas.microsoft.com/office/drawing/2014/main" id="{CAB0A485-D634-4599-867E-1BB16773A399}"/>
                </a:ext>
              </a:extLst>
            </p:cNvPr>
            <p:cNvSpPr txBox="1"/>
            <p:nvPr/>
          </p:nvSpPr>
          <p:spPr>
            <a:xfrm>
              <a:off x="635268" y="2099958"/>
              <a:ext cx="4448055" cy="2400657"/>
            </a:xfrm>
            <a:prstGeom prst="rect">
              <a:avLst/>
            </a:prstGeom>
            <a:noFill/>
          </p:spPr>
          <p:txBody>
            <a:bodyPr wrap="square" rtlCol="0">
              <a:spAutoFit/>
            </a:bodyPr>
            <a:lstStyle/>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Polynomial Time Membership Algorithm for Largest Class of Known Buildable Shapes</a:t>
              </a:r>
            </a:p>
            <a:p>
              <a:pPr marL="457200" indent="-457200">
                <a:buFont typeface="Arial" panose="020B0604020202020204" pitchFamily="34" charset="0"/>
                <a:buChar char="•"/>
              </a:pPr>
              <a:r>
                <a:rPr lang="en-US" sz="3000" b="1" dirty="0">
                  <a:solidFill>
                    <a:schemeClr val="bg1"/>
                  </a:solidFill>
                  <a:latin typeface="Dubai Light" panose="020B0303030403030204" pitchFamily="34" charset="-78"/>
                  <a:cs typeface="Dubai Light" panose="020B0303030403030204" pitchFamily="34" charset="-78"/>
                </a:rPr>
                <a:t>Universal Constructor</a:t>
              </a:r>
            </a:p>
          </p:txBody>
        </p:sp>
      </p:grpSp>
      <p:grpSp>
        <p:nvGrpSpPr>
          <p:cNvPr id="66" name="Group 65">
            <a:extLst>
              <a:ext uri="{FF2B5EF4-FFF2-40B4-BE49-F238E27FC236}">
                <a16:creationId xmlns:a16="http://schemas.microsoft.com/office/drawing/2014/main" id="{D22C2BAE-2E49-4198-8EAA-2E40C28ACEE8}"/>
              </a:ext>
            </a:extLst>
          </p:cNvPr>
          <p:cNvGrpSpPr/>
          <p:nvPr/>
        </p:nvGrpSpPr>
        <p:grpSpPr>
          <a:xfrm>
            <a:off x="6011144" y="918780"/>
            <a:ext cx="4954590" cy="2229053"/>
            <a:chOff x="650756" y="1343896"/>
            <a:chExt cx="4954590" cy="2229053"/>
          </a:xfrm>
        </p:grpSpPr>
        <p:sp>
          <p:nvSpPr>
            <p:cNvPr id="67" name="TextBox 66">
              <a:extLst>
                <a:ext uri="{FF2B5EF4-FFF2-40B4-BE49-F238E27FC236}">
                  <a16:creationId xmlns:a16="http://schemas.microsoft.com/office/drawing/2014/main" id="{8CC87DCD-3019-424D-979F-08F3F32556EB}"/>
                </a:ext>
              </a:extLst>
            </p:cNvPr>
            <p:cNvSpPr txBox="1"/>
            <p:nvPr/>
          </p:nvSpPr>
          <p:spPr>
            <a:xfrm>
              <a:off x="727216" y="1343896"/>
              <a:ext cx="487813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Model of Computation:</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68" name="TextBox 67">
              <a:extLst>
                <a:ext uri="{FF2B5EF4-FFF2-40B4-BE49-F238E27FC236}">
                  <a16:creationId xmlns:a16="http://schemas.microsoft.com/office/drawing/2014/main" id="{EEDFD67C-EAE9-4B2A-B4C5-06656857B0FD}"/>
                </a:ext>
              </a:extLst>
            </p:cNvPr>
            <p:cNvSpPr txBox="1"/>
            <p:nvPr/>
          </p:nvSpPr>
          <p:spPr>
            <a:xfrm>
              <a:off x="650756" y="2095621"/>
              <a:ext cx="4901864" cy="1477328"/>
            </a:xfrm>
            <a:prstGeom prst="rect">
              <a:avLst/>
            </a:prstGeom>
            <a:noFill/>
          </p:spPr>
          <p:txBody>
            <a:bodyPr wrap="square" rtlCol="0">
              <a:spAutoFit/>
            </a:bodyPr>
            <a:lstStyle/>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PSPACE-Completeness of Occupancy Problem</a:t>
              </a:r>
            </a:p>
            <a:p>
              <a:pPr marL="457200" indent="-457200">
                <a:buFont typeface="Arial" panose="020B0604020202020204" pitchFamily="34" charset="0"/>
                <a:buChar char="•"/>
              </a:pPr>
              <a:r>
                <a:rPr lang="en-US" sz="3000" i="1" dirty="0">
                  <a:solidFill>
                    <a:schemeClr val="bg1"/>
                  </a:solidFill>
                  <a:latin typeface="Dubai Light" panose="020B0303030403030204" pitchFamily="34" charset="-78"/>
                  <a:cs typeface="Dubai Light" panose="020B0303030403030204" pitchFamily="34" charset="-78"/>
                </a:rPr>
                <a:t>Open Problem from 2014</a:t>
              </a:r>
            </a:p>
          </p:txBody>
        </p:sp>
      </p:grpSp>
      <p:sp>
        <p:nvSpPr>
          <p:cNvPr id="6" name="Rectangle 5">
            <a:extLst>
              <a:ext uri="{FF2B5EF4-FFF2-40B4-BE49-F238E27FC236}">
                <a16:creationId xmlns:a16="http://schemas.microsoft.com/office/drawing/2014/main" id="{CA0E8F0E-8D64-476F-BDEB-1F884FA36123}"/>
              </a:ext>
            </a:extLst>
          </p:cNvPr>
          <p:cNvSpPr/>
          <p:nvPr/>
        </p:nvSpPr>
        <p:spPr>
          <a:xfrm>
            <a:off x="6414638" y="5793184"/>
            <a:ext cx="4586917" cy="646331"/>
          </a:xfrm>
          <a:prstGeom prst="rect">
            <a:avLst/>
          </a:prstGeom>
        </p:spPr>
        <p:txBody>
          <a:bodyPr wrap="square">
            <a:spAutoFit/>
          </a:bodyPr>
          <a:lstStyle/>
          <a:p>
            <a:r>
              <a:rPr lang="en-US" sz="1200" dirty="0">
                <a:solidFill>
                  <a:schemeClr val="bg1"/>
                </a:solidFill>
              </a:rPr>
              <a:t>Aaron T. Becker, Erik D. </a:t>
            </a:r>
            <a:r>
              <a:rPr lang="en-US" sz="1200" dirty="0" err="1">
                <a:solidFill>
                  <a:schemeClr val="bg1"/>
                </a:solidFill>
              </a:rPr>
              <a:t>Demaine</a:t>
            </a:r>
            <a:r>
              <a:rPr lang="en-US" sz="1200" dirty="0">
                <a:solidFill>
                  <a:schemeClr val="bg1"/>
                </a:solidFill>
              </a:rPr>
              <a:t>, </a:t>
            </a:r>
            <a:r>
              <a:rPr lang="en-US" sz="1200" dirty="0" err="1">
                <a:solidFill>
                  <a:schemeClr val="bg1"/>
                </a:solidFill>
              </a:rPr>
              <a:t>Sὰndor</a:t>
            </a:r>
            <a:r>
              <a:rPr lang="en-US" sz="1200" dirty="0">
                <a:solidFill>
                  <a:schemeClr val="bg1"/>
                </a:solidFill>
              </a:rPr>
              <a:t> P. Fekete, and James </a:t>
            </a:r>
            <a:r>
              <a:rPr lang="en-US" sz="1200" dirty="0" err="1">
                <a:solidFill>
                  <a:schemeClr val="bg1"/>
                </a:solidFill>
              </a:rPr>
              <a:t>McLurkin</a:t>
            </a:r>
            <a:r>
              <a:rPr lang="en-US" sz="1200" dirty="0">
                <a:solidFill>
                  <a:schemeClr val="bg1"/>
                </a:solidFill>
              </a:rPr>
              <a:t>, Particle computation: Designing worlds to control robot swarms with only global signals, (2014), 6751–6756.</a:t>
            </a:r>
          </a:p>
        </p:txBody>
      </p:sp>
      <p:grpSp>
        <p:nvGrpSpPr>
          <p:cNvPr id="3" name="Group 2">
            <a:extLst>
              <a:ext uri="{FF2B5EF4-FFF2-40B4-BE49-F238E27FC236}">
                <a16:creationId xmlns:a16="http://schemas.microsoft.com/office/drawing/2014/main" id="{C061246E-19D0-4317-825B-6CA7BA933080}"/>
              </a:ext>
            </a:extLst>
          </p:cNvPr>
          <p:cNvGrpSpPr/>
          <p:nvPr/>
        </p:nvGrpSpPr>
        <p:grpSpPr>
          <a:xfrm>
            <a:off x="1009624" y="4240400"/>
            <a:ext cx="3303583" cy="1798090"/>
            <a:chOff x="6961851" y="4481940"/>
            <a:chExt cx="2635100" cy="1430964"/>
          </a:xfrm>
        </p:grpSpPr>
        <p:sp>
          <p:nvSpPr>
            <p:cNvPr id="13" name="Rectangle 12">
              <a:extLst>
                <a:ext uri="{FF2B5EF4-FFF2-40B4-BE49-F238E27FC236}">
                  <a16:creationId xmlns:a16="http://schemas.microsoft.com/office/drawing/2014/main" id="{37948A59-BA84-44EF-B435-83846D7229B5}"/>
                </a:ext>
              </a:extLst>
            </p:cNvPr>
            <p:cNvSpPr/>
            <p:nvPr/>
          </p:nvSpPr>
          <p:spPr>
            <a:xfrm rot="5400000">
              <a:off x="7454532" y="56658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B2B91A0-9D12-4BC8-AD8D-5E178A588EAD}"/>
                </a:ext>
              </a:extLst>
            </p:cNvPr>
            <p:cNvSpPr/>
            <p:nvPr/>
          </p:nvSpPr>
          <p:spPr>
            <a:xfrm rot="5400000">
              <a:off x="6964789" y="542907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32E4000-4ABD-486B-BADB-B464A6BCC59F}"/>
                </a:ext>
              </a:extLst>
            </p:cNvPr>
            <p:cNvSpPr/>
            <p:nvPr/>
          </p:nvSpPr>
          <p:spPr>
            <a:xfrm rot="5400000">
              <a:off x="769463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4E34AEC-A614-4209-B4A3-EDF1EE3E571E}"/>
                </a:ext>
              </a:extLst>
            </p:cNvPr>
            <p:cNvSpPr/>
            <p:nvPr/>
          </p:nvSpPr>
          <p:spPr>
            <a:xfrm rot="5400000">
              <a:off x="6964191" y="56641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A70AFE-F7CB-436A-AA10-68795949193F}"/>
                </a:ext>
              </a:extLst>
            </p:cNvPr>
            <p:cNvSpPr/>
            <p:nvPr/>
          </p:nvSpPr>
          <p:spPr>
            <a:xfrm rot="5400000">
              <a:off x="721334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1153CD-1E29-4F93-8A8D-325D6F39E530}"/>
                </a:ext>
              </a:extLst>
            </p:cNvPr>
            <p:cNvSpPr/>
            <p:nvPr/>
          </p:nvSpPr>
          <p:spPr>
            <a:xfrm rot="5400000">
              <a:off x="6964191" y="519391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4D151D3-1E83-40C0-91C8-13CFB40CC5F4}"/>
                </a:ext>
              </a:extLst>
            </p:cNvPr>
            <p:cNvSpPr/>
            <p:nvPr/>
          </p:nvSpPr>
          <p:spPr>
            <a:xfrm rot="5400000">
              <a:off x="7912313" y="4954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D2A8DE8-715E-4E4E-96D4-897A0D27148E}"/>
                </a:ext>
              </a:extLst>
            </p:cNvPr>
            <p:cNvSpPr/>
            <p:nvPr/>
          </p:nvSpPr>
          <p:spPr>
            <a:xfrm rot="5400000">
              <a:off x="7913288" y="471676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4FB3F1F-687D-4B14-83AE-4061C8B16CCE}"/>
                </a:ext>
              </a:extLst>
            </p:cNvPr>
            <p:cNvSpPr/>
            <p:nvPr/>
          </p:nvSpPr>
          <p:spPr>
            <a:xfrm rot="5400000">
              <a:off x="8169544"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3FF2FA1-F9DC-4F0D-83D1-F6BE2D4CAF4F}"/>
                </a:ext>
              </a:extLst>
            </p:cNvPr>
            <p:cNvSpPr/>
            <p:nvPr/>
          </p:nvSpPr>
          <p:spPr>
            <a:xfrm rot="5400000">
              <a:off x="7939483"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83E7E22-8DFE-476F-94FD-658AD2863D20}"/>
                </a:ext>
              </a:extLst>
            </p:cNvPr>
            <p:cNvSpPr/>
            <p:nvPr/>
          </p:nvSpPr>
          <p:spPr>
            <a:xfrm rot="5400000">
              <a:off x="6962764"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1463662-5F87-4DAE-8CA5-FDFEBEC0A068}"/>
                </a:ext>
              </a:extLst>
            </p:cNvPr>
            <p:cNvSpPr/>
            <p:nvPr/>
          </p:nvSpPr>
          <p:spPr>
            <a:xfrm rot="5400000">
              <a:off x="6962359" y="47185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F5E25B4-05C3-43BC-88A2-2538BED3CB8B}"/>
                </a:ext>
              </a:extLst>
            </p:cNvPr>
            <p:cNvSpPr/>
            <p:nvPr/>
          </p:nvSpPr>
          <p:spPr>
            <a:xfrm rot="5400000">
              <a:off x="7199331" y="448852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EADD99E-6762-44EC-AC7C-61CFC96DF843}"/>
                </a:ext>
              </a:extLst>
            </p:cNvPr>
            <p:cNvSpPr/>
            <p:nvPr/>
          </p:nvSpPr>
          <p:spPr>
            <a:xfrm rot="5400000">
              <a:off x="7437639"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91C03CD5-A6A1-49FD-9860-389CBDDD6602}"/>
                </a:ext>
              </a:extLst>
            </p:cNvPr>
            <p:cNvSpPr/>
            <p:nvPr/>
          </p:nvSpPr>
          <p:spPr>
            <a:xfrm rot="5400000">
              <a:off x="7672738"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8D2DE7F-88B7-46CC-8259-32C2749A13B8}"/>
                </a:ext>
              </a:extLst>
            </p:cNvPr>
            <p:cNvSpPr/>
            <p:nvPr/>
          </p:nvSpPr>
          <p:spPr>
            <a:xfrm rot="5400000">
              <a:off x="7918435"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6985A38A-16F7-42AC-B12D-F0F0C94C0393}"/>
                </a:ext>
              </a:extLst>
            </p:cNvPr>
            <p:cNvSpPr/>
            <p:nvPr/>
          </p:nvSpPr>
          <p:spPr>
            <a:xfrm rot="5400000">
              <a:off x="6962653" y="448143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BE507801-92A5-495A-8526-8B79124144BB}"/>
                </a:ext>
              </a:extLst>
            </p:cNvPr>
            <p:cNvSpPr/>
            <p:nvPr/>
          </p:nvSpPr>
          <p:spPr>
            <a:xfrm rot="5400000">
              <a:off x="8872903" y="56746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F1363AC-EF98-4F36-A303-BC9F0B96DA75}"/>
                </a:ext>
              </a:extLst>
            </p:cNvPr>
            <p:cNvSpPr/>
            <p:nvPr/>
          </p:nvSpPr>
          <p:spPr>
            <a:xfrm rot="5400000">
              <a:off x="9352577" y="543564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85A173AE-E9AB-4D92-A303-621A1E1C69C4}"/>
                </a:ext>
              </a:extLst>
            </p:cNvPr>
            <p:cNvSpPr/>
            <p:nvPr/>
          </p:nvSpPr>
          <p:spPr>
            <a:xfrm rot="5400000">
              <a:off x="911300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A420B6AB-7B2B-49BF-8E2A-D36F0B53011E}"/>
                </a:ext>
              </a:extLst>
            </p:cNvPr>
            <p:cNvSpPr/>
            <p:nvPr/>
          </p:nvSpPr>
          <p:spPr>
            <a:xfrm rot="5400000">
              <a:off x="8403259" y="566941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AA6207B-C76F-4994-AFA6-E3D082BD3463}"/>
                </a:ext>
              </a:extLst>
            </p:cNvPr>
            <p:cNvSpPr/>
            <p:nvPr/>
          </p:nvSpPr>
          <p:spPr>
            <a:xfrm rot="5400000">
              <a:off x="863171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D63E83D-7159-4462-BAC6-F73CE9D4B60E}"/>
                </a:ext>
              </a:extLst>
            </p:cNvPr>
            <p:cNvSpPr/>
            <p:nvPr/>
          </p:nvSpPr>
          <p:spPr>
            <a:xfrm rot="5400000">
              <a:off x="9352577" y="519770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75BD840-9E3B-4056-8241-0168E4A3DAB7}"/>
                </a:ext>
              </a:extLst>
            </p:cNvPr>
            <p:cNvSpPr/>
            <p:nvPr/>
          </p:nvSpPr>
          <p:spPr>
            <a:xfrm rot="5400000">
              <a:off x="9352577"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A3E78D3-B363-4EB8-A4AB-6C54969EC5C4}"/>
                </a:ext>
              </a:extLst>
            </p:cNvPr>
            <p:cNvSpPr/>
            <p:nvPr/>
          </p:nvSpPr>
          <p:spPr>
            <a:xfrm rot="5400000">
              <a:off x="9353552" y="471717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E4E8275-17E6-4CFF-B6D3-A0CACC8D6E8E}"/>
                </a:ext>
              </a:extLst>
            </p:cNvPr>
            <p:cNvSpPr/>
            <p:nvPr/>
          </p:nvSpPr>
          <p:spPr>
            <a:xfrm rot="5400000">
              <a:off x="9352765"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804C45E-15A5-4BCB-927C-301839B3A4A9}"/>
                </a:ext>
              </a:extLst>
            </p:cNvPr>
            <p:cNvSpPr/>
            <p:nvPr/>
          </p:nvSpPr>
          <p:spPr>
            <a:xfrm rot="5400000">
              <a:off x="8401832" y="495995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D09929B5-5D37-45E8-9FED-19A13FB5DF18}"/>
                </a:ext>
              </a:extLst>
            </p:cNvPr>
            <p:cNvSpPr/>
            <p:nvPr/>
          </p:nvSpPr>
          <p:spPr>
            <a:xfrm rot="5400000">
              <a:off x="8401427" y="472385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9A4EE74-C28D-4122-AD3D-87529BE8B9D6}"/>
                </a:ext>
              </a:extLst>
            </p:cNvPr>
            <p:cNvSpPr/>
            <p:nvPr/>
          </p:nvSpPr>
          <p:spPr>
            <a:xfrm rot="5400000">
              <a:off x="8639595"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EDF0C31-2F73-4B26-94B1-0096943D4652}"/>
                </a:ext>
              </a:extLst>
            </p:cNvPr>
            <p:cNvSpPr/>
            <p:nvPr/>
          </p:nvSpPr>
          <p:spPr>
            <a:xfrm rot="5400000">
              <a:off x="8877903"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18A7DCD4-6075-425D-A57C-7D64B47C4EEC}"/>
                </a:ext>
              </a:extLst>
            </p:cNvPr>
            <p:cNvSpPr/>
            <p:nvPr/>
          </p:nvSpPr>
          <p:spPr>
            <a:xfrm rot="5400000">
              <a:off x="9113002" y="44893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A154EE6-87C4-4A66-928A-964B9044474B}"/>
                </a:ext>
              </a:extLst>
            </p:cNvPr>
            <p:cNvSpPr/>
            <p:nvPr/>
          </p:nvSpPr>
          <p:spPr>
            <a:xfrm rot="5400000">
              <a:off x="9358699"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09F3A263-7790-444F-8936-1A46F3687CBD}"/>
                </a:ext>
              </a:extLst>
            </p:cNvPr>
            <p:cNvSpPr/>
            <p:nvPr/>
          </p:nvSpPr>
          <p:spPr>
            <a:xfrm rot="5400000">
              <a:off x="8401721"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id="{C7797D2F-60F1-47E6-BCE4-72806F7C2E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14" y="3174341"/>
            <a:ext cx="2560788" cy="2560788"/>
          </a:xfrm>
          <a:prstGeom prst="rect">
            <a:avLst/>
          </a:prstGeom>
        </p:spPr>
      </p:pic>
    </p:spTree>
    <p:extLst>
      <p:ext uri="{BB962C8B-B14F-4D97-AF65-F5344CB8AC3E}">
        <p14:creationId xmlns:p14="http://schemas.microsoft.com/office/powerpoint/2010/main" val="34929902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Shape Representation</a:t>
            </a:r>
          </a:p>
        </p:txBody>
      </p:sp>
      <p:grpSp>
        <p:nvGrpSpPr>
          <p:cNvPr id="3" name="Group 2">
            <a:extLst>
              <a:ext uri="{FF2B5EF4-FFF2-40B4-BE49-F238E27FC236}">
                <a16:creationId xmlns:a16="http://schemas.microsoft.com/office/drawing/2014/main" id="{416F0C3D-34C7-4257-87EB-87B77E8B6A60}"/>
              </a:ext>
            </a:extLst>
          </p:cNvPr>
          <p:cNvGrpSpPr/>
          <p:nvPr/>
        </p:nvGrpSpPr>
        <p:grpSpPr>
          <a:xfrm>
            <a:off x="7056409" y="1896119"/>
            <a:ext cx="3194838" cy="3210719"/>
            <a:chOff x="7631381" y="1896119"/>
            <a:chExt cx="2619865" cy="2621799"/>
          </a:xfrm>
        </p:grpSpPr>
        <p:sp>
          <p:nvSpPr>
            <p:cNvPr id="247" name="Rectangle 246">
              <a:extLst>
                <a:ext uri="{FF2B5EF4-FFF2-40B4-BE49-F238E27FC236}">
                  <a16:creationId xmlns:a16="http://schemas.microsoft.com/office/drawing/2014/main" id="{854BA629-7238-47F2-AD82-6BC2A838048F}"/>
                </a:ext>
              </a:extLst>
            </p:cNvPr>
            <p:cNvSpPr/>
            <p:nvPr/>
          </p:nvSpPr>
          <p:spPr>
            <a:xfrm rot="5400000">
              <a:off x="8821214" y="356980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3B886B82-2764-4921-ABFB-BE3F65318B23}"/>
                </a:ext>
              </a:extLst>
            </p:cNvPr>
            <p:cNvSpPr/>
            <p:nvPr/>
          </p:nvSpPr>
          <p:spPr>
            <a:xfrm rot="5400000">
              <a:off x="8349380" y="380550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908196-384F-474B-82ED-340D75D9C156}"/>
                </a:ext>
              </a:extLst>
            </p:cNvPr>
            <p:cNvGrpSpPr/>
            <p:nvPr/>
          </p:nvGrpSpPr>
          <p:grpSpPr>
            <a:xfrm>
              <a:off x="7631381" y="1896119"/>
              <a:ext cx="2619865" cy="2621799"/>
              <a:chOff x="1228153" y="1651269"/>
              <a:chExt cx="2619865" cy="2621799"/>
            </a:xfrm>
          </p:grpSpPr>
          <p:sp>
            <p:nvSpPr>
              <p:cNvPr id="110" name="Rectangle 109">
                <a:extLst>
                  <a:ext uri="{FF2B5EF4-FFF2-40B4-BE49-F238E27FC236}">
                    <a16:creationId xmlns:a16="http://schemas.microsoft.com/office/drawing/2014/main" id="{BCA325F6-CA98-4EA6-A83A-C1C03488E902}"/>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487127E-0479-4186-B15C-461AA6E6548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280">
                <a:extLst>
                  <a:ext uri="{FF2B5EF4-FFF2-40B4-BE49-F238E27FC236}">
                    <a16:creationId xmlns:a16="http://schemas.microsoft.com/office/drawing/2014/main" id="{04A7CE13-1C6D-4915-B825-0EF0BEBAD4C8}"/>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a:extLst>
                  <a:ext uri="{FF2B5EF4-FFF2-40B4-BE49-F238E27FC236}">
                    <a16:creationId xmlns:a16="http://schemas.microsoft.com/office/drawing/2014/main" id="{5953FD64-DD63-46D5-93DE-EBA6C34B1C37}"/>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 name="Rectangle 91">
              <a:extLst>
                <a:ext uri="{FF2B5EF4-FFF2-40B4-BE49-F238E27FC236}">
                  <a16:creationId xmlns:a16="http://schemas.microsoft.com/office/drawing/2014/main" id="{FDA4D785-4E8F-42BB-A195-08D0E9F6E226}"/>
                </a:ext>
              </a:extLst>
            </p:cNvPr>
            <p:cNvSpPr/>
            <p:nvPr/>
          </p:nvSpPr>
          <p:spPr>
            <a:xfrm>
              <a:off x="10013451" y="33251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BD5EE3A-FF06-4957-B3F6-8CDB8ED6CCC8}"/>
                </a:ext>
              </a:extLst>
            </p:cNvPr>
            <p:cNvSpPr/>
            <p:nvPr/>
          </p:nvSpPr>
          <p:spPr>
            <a:xfrm rot="5400000">
              <a:off x="9061313" y="35685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EB1A1F57-CD1B-40B1-8CBD-E1144894D937}"/>
                </a:ext>
              </a:extLst>
            </p:cNvPr>
            <p:cNvSpPr/>
            <p:nvPr/>
          </p:nvSpPr>
          <p:spPr>
            <a:xfrm rot="5400000">
              <a:off x="8348782" y="404057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1E432F40-3C5D-4A33-ABB0-333C9161F223}"/>
                </a:ext>
              </a:extLst>
            </p:cNvPr>
            <p:cNvSpPr/>
            <p:nvPr/>
          </p:nvSpPr>
          <p:spPr>
            <a:xfrm rot="5400000">
              <a:off x="9298288" y="356643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DA55B65-5353-4123-A5A5-0843E2431F2C}"/>
                </a:ext>
              </a:extLst>
            </p:cNvPr>
            <p:cNvSpPr/>
            <p:nvPr/>
          </p:nvSpPr>
          <p:spPr>
            <a:xfrm rot="5400000">
              <a:off x="8580554" y="357119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264777C1-EA94-4D73-9831-7D6C1A8670B5}"/>
                </a:ext>
              </a:extLst>
            </p:cNvPr>
            <p:cNvSpPr/>
            <p:nvPr/>
          </p:nvSpPr>
          <p:spPr>
            <a:xfrm rot="5400000">
              <a:off x="8348782" y="357033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34F5F867-346A-4852-A52C-FC84BA701B93}"/>
                </a:ext>
              </a:extLst>
            </p:cNvPr>
            <p:cNvSpPr/>
            <p:nvPr/>
          </p:nvSpPr>
          <p:spPr>
            <a:xfrm rot="5400000">
              <a:off x="9298100" y="33258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DE498CE2-DCC4-4FFB-BBEE-29CA0CFF2015}"/>
                </a:ext>
              </a:extLst>
            </p:cNvPr>
            <p:cNvSpPr/>
            <p:nvPr/>
          </p:nvSpPr>
          <p:spPr>
            <a:xfrm rot="5400000">
              <a:off x="9299075" y="308833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BA2A0E0-735D-463A-ABF1-4A25DA1C16AC}"/>
                </a:ext>
              </a:extLst>
            </p:cNvPr>
            <p:cNvSpPr/>
            <p:nvPr/>
          </p:nvSpPr>
          <p:spPr>
            <a:xfrm rot="5400000">
              <a:off x="9298288" y="38016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47AFD109-9844-454C-A11E-B4D3D0AB9F77}"/>
                </a:ext>
              </a:extLst>
            </p:cNvPr>
            <p:cNvSpPr/>
            <p:nvPr/>
          </p:nvSpPr>
          <p:spPr>
            <a:xfrm rot="5400000">
              <a:off x="9298288" y="403805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C20BF65-2D26-45AF-BC56-56689DBF84EF}"/>
                </a:ext>
              </a:extLst>
            </p:cNvPr>
            <p:cNvSpPr/>
            <p:nvPr/>
          </p:nvSpPr>
          <p:spPr>
            <a:xfrm rot="5400000">
              <a:off x="8347355" y="333112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9A9FAF47-833F-4DCD-9938-7FE3F743EA4B}"/>
                </a:ext>
              </a:extLst>
            </p:cNvPr>
            <p:cNvSpPr/>
            <p:nvPr/>
          </p:nvSpPr>
          <p:spPr>
            <a:xfrm rot="5400000">
              <a:off x="8346950" y="30950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EE6A1A7A-B14E-497F-9352-EF135295525F}"/>
                </a:ext>
              </a:extLst>
            </p:cNvPr>
            <p:cNvSpPr/>
            <p:nvPr/>
          </p:nvSpPr>
          <p:spPr>
            <a:xfrm rot="5400000">
              <a:off x="8585118" y="286008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D806B5CB-1DC0-48BE-BB37-5007FC469E42}"/>
                </a:ext>
              </a:extLst>
            </p:cNvPr>
            <p:cNvSpPr/>
            <p:nvPr/>
          </p:nvSpPr>
          <p:spPr>
            <a:xfrm rot="5400000">
              <a:off x="8823426" y="28578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F026DD44-C22C-4032-BA44-EB8CDEE23E7B}"/>
                </a:ext>
              </a:extLst>
            </p:cNvPr>
            <p:cNvSpPr/>
            <p:nvPr/>
          </p:nvSpPr>
          <p:spPr>
            <a:xfrm rot="5400000">
              <a:off x="9058525" y="286048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475593A-5B00-4B09-ADBF-62738FDC2D89}"/>
                </a:ext>
              </a:extLst>
            </p:cNvPr>
            <p:cNvSpPr/>
            <p:nvPr/>
          </p:nvSpPr>
          <p:spPr>
            <a:xfrm rot="5400000">
              <a:off x="9059964" y="308853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E2DAE9DC-D343-4B35-B90C-66754190F505}"/>
                </a:ext>
              </a:extLst>
            </p:cNvPr>
            <p:cNvSpPr/>
            <p:nvPr/>
          </p:nvSpPr>
          <p:spPr>
            <a:xfrm rot="5400000">
              <a:off x="8585761" y="309513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2" name="TextBox 101">
            <a:extLst>
              <a:ext uri="{FF2B5EF4-FFF2-40B4-BE49-F238E27FC236}">
                <a16:creationId xmlns:a16="http://schemas.microsoft.com/office/drawing/2014/main" id="{BFDA76D1-C9FB-4797-A9EB-EAB782567A03}"/>
              </a:ext>
            </a:extLst>
          </p:cNvPr>
          <p:cNvSpPr txBox="1"/>
          <p:nvPr/>
        </p:nvSpPr>
        <p:spPr>
          <a:xfrm>
            <a:off x="710070" y="2164412"/>
            <a:ext cx="3716146" cy="1015663"/>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This configuration</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represents an ‘A’ shape.</a:t>
            </a:r>
          </a:p>
        </p:txBody>
      </p:sp>
    </p:spTree>
    <p:extLst>
      <p:ext uri="{BB962C8B-B14F-4D97-AF65-F5344CB8AC3E}">
        <p14:creationId xmlns:p14="http://schemas.microsoft.com/office/powerpoint/2010/main" val="154086127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Shape Construction</a:t>
            </a:r>
          </a:p>
        </p:txBody>
      </p:sp>
      <p:sp>
        <p:nvSpPr>
          <p:cNvPr id="247" name="Rectangle 246">
            <a:extLst>
              <a:ext uri="{FF2B5EF4-FFF2-40B4-BE49-F238E27FC236}">
                <a16:creationId xmlns:a16="http://schemas.microsoft.com/office/drawing/2014/main" id="{854BA629-7238-47F2-AD82-6BC2A838048F}"/>
              </a:ext>
            </a:extLst>
          </p:cNvPr>
          <p:cNvSpPr/>
          <p:nvPr/>
        </p:nvSpPr>
        <p:spPr>
          <a:xfrm rot="5400000">
            <a:off x="9668383" y="485375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3B886B82-2764-4921-ABFB-BE3F65318B23}"/>
              </a:ext>
            </a:extLst>
          </p:cNvPr>
          <p:cNvSpPr/>
          <p:nvPr/>
        </p:nvSpPr>
        <p:spPr>
          <a:xfrm rot="5400000">
            <a:off x="9196549" y="50894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908196-384F-474B-82ED-340D75D9C156}"/>
              </a:ext>
            </a:extLst>
          </p:cNvPr>
          <p:cNvGrpSpPr/>
          <p:nvPr/>
        </p:nvGrpSpPr>
        <p:grpSpPr>
          <a:xfrm>
            <a:off x="8478550" y="3180075"/>
            <a:ext cx="2619865" cy="2621799"/>
            <a:chOff x="1228153" y="1651269"/>
            <a:chExt cx="2619865" cy="2621799"/>
          </a:xfrm>
        </p:grpSpPr>
        <p:sp>
          <p:nvSpPr>
            <p:cNvPr id="110" name="Rectangle 109">
              <a:extLst>
                <a:ext uri="{FF2B5EF4-FFF2-40B4-BE49-F238E27FC236}">
                  <a16:creationId xmlns:a16="http://schemas.microsoft.com/office/drawing/2014/main" id="{BCA325F6-CA98-4EA6-A83A-C1C03488E902}"/>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487127E-0479-4186-B15C-461AA6E6548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280">
              <a:extLst>
                <a:ext uri="{FF2B5EF4-FFF2-40B4-BE49-F238E27FC236}">
                  <a16:creationId xmlns:a16="http://schemas.microsoft.com/office/drawing/2014/main" id="{04A7CE13-1C6D-4915-B825-0EF0BEBAD4C8}"/>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a:extLst>
                <a:ext uri="{FF2B5EF4-FFF2-40B4-BE49-F238E27FC236}">
                  <a16:creationId xmlns:a16="http://schemas.microsoft.com/office/drawing/2014/main" id="{5953FD64-DD63-46D5-93DE-EBA6C34B1C37}"/>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 name="Rectangle 91">
            <a:extLst>
              <a:ext uri="{FF2B5EF4-FFF2-40B4-BE49-F238E27FC236}">
                <a16:creationId xmlns:a16="http://schemas.microsoft.com/office/drawing/2014/main" id="{FDA4D785-4E8F-42BB-A195-08D0E9F6E226}"/>
              </a:ext>
            </a:extLst>
          </p:cNvPr>
          <p:cNvSpPr/>
          <p:nvPr/>
        </p:nvSpPr>
        <p:spPr>
          <a:xfrm>
            <a:off x="10860620" y="4609090"/>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BD5EE3A-FF06-4957-B3F6-8CDB8ED6CCC8}"/>
              </a:ext>
            </a:extLst>
          </p:cNvPr>
          <p:cNvSpPr/>
          <p:nvPr/>
        </p:nvSpPr>
        <p:spPr>
          <a:xfrm rot="5400000">
            <a:off x="9908482" y="485249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EB1A1F57-CD1B-40B1-8CBD-E1144894D937}"/>
              </a:ext>
            </a:extLst>
          </p:cNvPr>
          <p:cNvSpPr/>
          <p:nvPr/>
        </p:nvSpPr>
        <p:spPr>
          <a:xfrm rot="5400000">
            <a:off x="9195951" y="532453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1E432F40-3C5D-4A33-ABB0-333C9161F223}"/>
              </a:ext>
            </a:extLst>
          </p:cNvPr>
          <p:cNvSpPr/>
          <p:nvPr/>
        </p:nvSpPr>
        <p:spPr>
          <a:xfrm rot="5400000">
            <a:off x="10145457" y="485038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DA55B65-5353-4123-A5A5-0843E2431F2C}"/>
              </a:ext>
            </a:extLst>
          </p:cNvPr>
          <p:cNvSpPr/>
          <p:nvPr/>
        </p:nvSpPr>
        <p:spPr>
          <a:xfrm rot="5400000">
            <a:off x="9427723" y="4855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264777C1-EA94-4D73-9831-7D6C1A8670B5}"/>
              </a:ext>
            </a:extLst>
          </p:cNvPr>
          <p:cNvSpPr/>
          <p:nvPr/>
        </p:nvSpPr>
        <p:spPr>
          <a:xfrm rot="5400000">
            <a:off x="9195951" y="48542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34F5F867-346A-4852-A52C-FC84BA701B93}"/>
              </a:ext>
            </a:extLst>
          </p:cNvPr>
          <p:cNvSpPr/>
          <p:nvPr/>
        </p:nvSpPr>
        <p:spPr>
          <a:xfrm rot="5400000">
            <a:off x="10145269" y="46098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DE498CE2-DCC4-4FFB-BBEE-29CA0CFF2015}"/>
              </a:ext>
            </a:extLst>
          </p:cNvPr>
          <p:cNvSpPr/>
          <p:nvPr/>
        </p:nvSpPr>
        <p:spPr>
          <a:xfrm rot="5400000">
            <a:off x="10146244" y="437228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BA2A0E0-735D-463A-ABF1-4A25DA1C16AC}"/>
              </a:ext>
            </a:extLst>
          </p:cNvPr>
          <p:cNvSpPr/>
          <p:nvPr/>
        </p:nvSpPr>
        <p:spPr>
          <a:xfrm rot="5400000">
            <a:off x="10145457" y="508561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47AFD109-9844-454C-A11E-B4D3D0AB9F77}"/>
              </a:ext>
            </a:extLst>
          </p:cNvPr>
          <p:cNvSpPr/>
          <p:nvPr/>
        </p:nvSpPr>
        <p:spPr>
          <a:xfrm rot="5400000">
            <a:off x="10145457" y="532200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C20BF65-2D26-45AF-BC56-56689DBF84EF}"/>
              </a:ext>
            </a:extLst>
          </p:cNvPr>
          <p:cNvSpPr/>
          <p:nvPr/>
        </p:nvSpPr>
        <p:spPr>
          <a:xfrm rot="5400000">
            <a:off x="9194524" y="461507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9A9FAF47-833F-4DCD-9938-7FE3F743EA4B}"/>
              </a:ext>
            </a:extLst>
          </p:cNvPr>
          <p:cNvSpPr/>
          <p:nvPr/>
        </p:nvSpPr>
        <p:spPr>
          <a:xfrm rot="5400000">
            <a:off x="9194119" y="437897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EE6A1A7A-B14E-497F-9352-EF135295525F}"/>
              </a:ext>
            </a:extLst>
          </p:cNvPr>
          <p:cNvSpPr/>
          <p:nvPr/>
        </p:nvSpPr>
        <p:spPr>
          <a:xfrm rot="5400000">
            <a:off x="9432287" y="41440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D806B5CB-1DC0-48BE-BB37-5007FC469E42}"/>
              </a:ext>
            </a:extLst>
          </p:cNvPr>
          <p:cNvSpPr/>
          <p:nvPr/>
        </p:nvSpPr>
        <p:spPr>
          <a:xfrm rot="5400000">
            <a:off x="9670595" y="414181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F026DD44-C22C-4032-BA44-EB8CDEE23E7B}"/>
              </a:ext>
            </a:extLst>
          </p:cNvPr>
          <p:cNvSpPr/>
          <p:nvPr/>
        </p:nvSpPr>
        <p:spPr>
          <a:xfrm rot="5400000">
            <a:off x="9905694" y="414444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475593A-5B00-4B09-ADBF-62738FDC2D89}"/>
              </a:ext>
            </a:extLst>
          </p:cNvPr>
          <p:cNvSpPr/>
          <p:nvPr/>
        </p:nvSpPr>
        <p:spPr>
          <a:xfrm rot="5400000">
            <a:off x="9907133" y="43724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E2DAE9DC-D343-4B35-B90C-66754190F505}"/>
              </a:ext>
            </a:extLst>
          </p:cNvPr>
          <p:cNvSpPr/>
          <p:nvPr/>
        </p:nvSpPr>
        <p:spPr>
          <a:xfrm rot="5400000">
            <a:off x="9432930" y="43790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TextBox 101">
            <a:extLst>
              <a:ext uri="{FF2B5EF4-FFF2-40B4-BE49-F238E27FC236}">
                <a16:creationId xmlns:a16="http://schemas.microsoft.com/office/drawing/2014/main" id="{BFDA76D1-C9FB-4797-A9EB-EAB782567A03}"/>
              </a:ext>
            </a:extLst>
          </p:cNvPr>
          <p:cNvSpPr txBox="1"/>
          <p:nvPr/>
        </p:nvSpPr>
        <p:spPr>
          <a:xfrm>
            <a:off x="2615801" y="1345266"/>
            <a:ext cx="7518212" cy="147732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We want to transform some initial configuration</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into another (via a sequence of tilts) which </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represents a desired shape.</a:t>
            </a:r>
          </a:p>
        </p:txBody>
      </p:sp>
      <p:sp>
        <p:nvSpPr>
          <p:cNvPr id="73" name="Rectangle 72">
            <a:extLst>
              <a:ext uri="{FF2B5EF4-FFF2-40B4-BE49-F238E27FC236}">
                <a16:creationId xmlns:a16="http://schemas.microsoft.com/office/drawing/2014/main" id="{5ACDB67C-826B-4577-844C-AFC3A768EA5E}"/>
              </a:ext>
            </a:extLst>
          </p:cNvPr>
          <p:cNvSpPr/>
          <p:nvPr/>
        </p:nvSpPr>
        <p:spPr>
          <a:xfrm rot="5400000">
            <a:off x="2525991" y="532908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C2A8150-CD25-4A49-8BB0-63A1C771C6C8}"/>
              </a:ext>
            </a:extLst>
          </p:cNvPr>
          <p:cNvSpPr/>
          <p:nvPr/>
        </p:nvSpPr>
        <p:spPr>
          <a:xfrm rot="5400000">
            <a:off x="2045625" y="532697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5" name="Group 74">
            <a:extLst>
              <a:ext uri="{FF2B5EF4-FFF2-40B4-BE49-F238E27FC236}">
                <a16:creationId xmlns:a16="http://schemas.microsoft.com/office/drawing/2014/main" id="{17F04017-5147-4888-BD3A-7F61859F0E15}"/>
              </a:ext>
            </a:extLst>
          </p:cNvPr>
          <p:cNvGrpSpPr/>
          <p:nvPr/>
        </p:nvGrpSpPr>
        <p:grpSpPr>
          <a:xfrm>
            <a:off x="1329114" y="3180610"/>
            <a:ext cx="2619865" cy="2621799"/>
            <a:chOff x="1228153" y="1651269"/>
            <a:chExt cx="2619865" cy="2621799"/>
          </a:xfrm>
        </p:grpSpPr>
        <p:sp>
          <p:nvSpPr>
            <p:cNvPr id="76" name="Rectangle 75">
              <a:extLst>
                <a:ext uri="{FF2B5EF4-FFF2-40B4-BE49-F238E27FC236}">
                  <a16:creationId xmlns:a16="http://schemas.microsoft.com/office/drawing/2014/main" id="{A5B97DEC-AA5E-4484-BD19-C4DC8C7A39AF}"/>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02DFF943-1701-44A7-9FEB-9B293AED5011}"/>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BC754E05-23DB-4EBD-AF73-A4427789674D}"/>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E04406C7-262B-4D7D-9854-42F2740156FB}"/>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8914621F-473B-49FD-AC4A-61D8661331E8}"/>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46D1A1DA-F0C9-41C3-8FE8-9AA74AD69A2F}"/>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8C9820E1-7B1A-44C0-8816-2069736BD2BC}"/>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631D5ED5-3B52-411E-95A6-ECEFE8591612}"/>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159444A2-6DB7-42D8-890F-4FEE27820A78}"/>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F0242919-8FA9-40AD-9696-1925FF2B16EE}"/>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C484E052-274D-4DE6-A228-FE1DB6CFE34B}"/>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2EC3A321-3029-4800-824B-7003470A2B8E}"/>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AC1B50F0-B5F8-4B4C-A55E-9FBD4353A8F6}"/>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6648F5E1-7928-4351-978C-4265FF39382C}"/>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51DFD027-800C-4CA3-B34E-04DE72D46952}"/>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A10FC2EA-1EA6-4A29-B7C2-4A5F9F2F91BF}"/>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D7FE70C0-9229-4853-9030-19D24594C3A2}"/>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8B89B877-82B6-4E36-AA05-37C330178C3E}"/>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B536C110-6213-46EB-8D6F-3383CEA6B078}"/>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48AB4ACF-7D59-40AA-A231-87BC10BB94CC}"/>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ADA552B3-7AFD-4408-9979-4D4D7D03B8E1}"/>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CD4C41AC-C4D3-446F-BA8A-C5AC302BD391}"/>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A36BFFA3-2BB7-4E52-944E-B7F0FEDA967A}"/>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FEDC716D-CF72-4B7D-A173-26417431D8F7}"/>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FA437435-7595-41E0-A8BD-CD2298606494}"/>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C1A8D00F-CE65-469C-9910-7F1C4B229A3D}"/>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122">
              <a:extLst>
                <a:ext uri="{FF2B5EF4-FFF2-40B4-BE49-F238E27FC236}">
                  <a16:creationId xmlns:a16="http://schemas.microsoft.com/office/drawing/2014/main" id="{E037640C-E2B4-4A5A-A6DC-6F4F8088026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DFE61F99-85A3-4A29-A4B6-C1872E4A8EA7}"/>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D84C7C7C-F553-4619-8860-9482A1EAF049}"/>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90AA364D-EDFF-4260-83B8-264611ACC532}"/>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9F7BD63C-2726-4D1E-9619-E7B5A7E49411}"/>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6ADBDB1D-ACB6-4569-BA59-7FABA8DE6FF6}"/>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B1355A5-94E1-4E3E-AA7B-259E1FF9BA20}"/>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A9B88BB8-6CC5-4F36-A292-3A5AE9B44438}"/>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6B0D499D-F45F-419C-85D1-077872AFEFED}"/>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08448DE0-CB5B-48D6-A264-A91D33CA8789}"/>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Rectangle 156">
              <a:extLst>
                <a:ext uri="{FF2B5EF4-FFF2-40B4-BE49-F238E27FC236}">
                  <a16:creationId xmlns:a16="http://schemas.microsoft.com/office/drawing/2014/main" id="{7BCB02D4-6356-4E0E-B863-F6CAC05DE7EC}"/>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Rectangle 157">
              <a:extLst>
                <a:ext uri="{FF2B5EF4-FFF2-40B4-BE49-F238E27FC236}">
                  <a16:creationId xmlns:a16="http://schemas.microsoft.com/office/drawing/2014/main" id="{96A621A6-2C92-432A-A053-10016D85FF75}"/>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Rectangle 158">
              <a:extLst>
                <a:ext uri="{FF2B5EF4-FFF2-40B4-BE49-F238E27FC236}">
                  <a16:creationId xmlns:a16="http://schemas.microsoft.com/office/drawing/2014/main" id="{F1259F91-E260-40E1-AE4F-FF92D27E5286}"/>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0" name="Rectangle 159">
            <a:extLst>
              <a:ext uri="{FF2B5EF4-FFF2-40B4-BE49-F238E27FC236}">
                <a16:creationId xmlns:a16="http://schemas.microsoft.com/office/drawing/2014/main" id="{B994EFB2-21A3-4896-9882-277281A21E12}"/>
              </a:ext>
            </a:extLst>
          </p:cNvPr>
          <p:cNvSpPr/>
          <p:nvPr/>
        </p:nvSpPr>
        <p:spPr>
          <a:xfrm>
            <a:off x="3711184" y="460962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3A871F1D-1CC9-40DE-9E13-F9C6630A5968}"/>
              </a:ext>
            </a:extLst>
          </p:cNvPr>
          <p:cNvSpPr/>
          <p:nvPr/>
        </p:nvSpPr>
        <p:spPr>
          <a:xfrm rot="5400000">
            <a:off x="2759046" y="48530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A06FE688-B78D-4B5B-8D9A-BA723159DB8B}"/>
              </a:ext>
            </a:extLst>
          </p:cNvPr>
          <p:cNvSpPr/>
          <p:nvPr/>
        </p:nvSpPr>
        <p:spPr>
          <a:xfrm rot="5400000">
            <a:off x="2286572"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F72FACD8-DAE1-422E-A50E-58E4A3CFC97C}"/>
              </a:ext>
            </a:extLst>
          </p:cNvPr>
          <p:cNvSpPr/>
          <p:nvPr/>
        </p:nvSpPr>
        <p:spPr>
          <a:xfrm rot="5400000">
            <a:off x="3474995"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4BB7473F-D698-4C6F-A43D-408DB797FBC0}"/>
              </a:ext>
            </a:extLst>
          </p:cNvPr>
          <p:cNvSpPr/>
          <p:nvPr/>
        </p:nvSpPr>
        <p:spPr>
          <a:xfrm rot="5400000">
            <a:off x="3001160" y="342694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Rectangle 169">
            <a:extLst>
              <a:ext uri="{FF2B5EF4-FFF2-40B4-BE49-F238E27FC236}">
                <a16:creationId xmlns:a16="http://schemas.microsoft.com/office/drawing/2014/main" id="{EBE28798-C017-4640-B7D7-A41B180A7AD8}"/>
              </a:ext>
            </a:extLst>
          </p:cNvPr>
          <p:cNvSpPr/>
          <p:nvPr/>
        </p:nvSpPr>
        <p:spPr>
          <a:xfrm rot="5400000">
            <a:off x="1798092" y="48599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6FC2288D-B96D-4358-903C-4D9B9752AE2E}"/>
              </a:ext>
            </a:extLst>
          </p:cNvPr>
          <p:cNvSpPr/>
          <p:nvPr/>
        </p:nvSpPr>
        <p:spPr>
          <a:xfrm rot="5400000">
            <a:off x="2282222" y="43864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ECEABE83-D269-42B8-ACB2-C9F8C2187553}"/>
              </a:ext>
            </a:extLst>
          </p:cNvPr>
          <p:cNvSpPr/>
          <p:nvPr/>
        </p:nvSpPr>
        <p:spPr>
          <a:xfrm rot="5400000">
            <a:off x="3468597" y="437511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3BCCE521-53F8-4684-839E-1C4F82C85872}"/>
              </a:ext>
            </a:extLst>
          </p:cNvPr>
          <p:cNvSpPr/>
          <p:nvPr/>
        </p:nvSpPr>
        <p:spPr>
          <a:xfrm rot="5400000">
            <a:off x="2996021" y="5086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Rectangle 177">
            <a:extLst>
              <a:ext uri="{FF2B5EF4-FFF2-40B4-BE49-F238E27FC236}">
                <a16:creationId xmlns:a16="http://schemas.microsoft.com/office/drawing/2014/main" id="{6AB789FB-AE8B-48A6-A9CC-71A3BBE478F3}"/>
              </a:ext>
            </a:extLst>
          </p:cNvPr>
          <p:cNvSpPr/>
          <p:nvPr/>
        </p:nvSpPr>
        <p:spPr>
          <a:xfrm rot="5400000">
            <a:off x="2996021" y="532254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ABC6973-70F4-4E24-B972-F982E2F89A28}"/>
              </a:ext>
            </a:extLst>
          </p:cNvPr>
          <p:cNvSpPr/>
          <p:nvPr/>
        </p:nvSpPr>
        <p:spPr>
          <a:xfrm rot="5400000">
            <a:off x="1564014" y="5326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Rectangle 179">
            <a:extLst>
              <a:ext uri="{FF2B5EF4-FFF2-40B4-BE49-F238E27FC236}">
                <a16:creationId xmlns:a16="http://schemas.microsoft.com/office/drawing/2014/main" id="{A9186AFB-25FA-4C9F-A06B-0130E70C31D8}"/>
              </a:ext>
            </a:extLst>
          </p:cNvPr>
          <p:cNvSpPr/>
          <p:nvPr/>
        </p:nvSpPr>
        <p:spPr>
          <a:xfrm rot="5400000">
            <a:off x="1564676" y="43729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61890313-24FB-4DB8-A346-C9C706121DE2}"/>
              </a:ext>
            </a:extLst>
          </p:cNvPr>
          <p:cNvSpPr/>
          <p:nvPr/>
        </p:nvSpPr>
        <p:spPr>
          <a:xfrm rot="5400000">
            <a:off x="1804730" y="367046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63178F02-CA9E-4FBE-8D05-ECED303C8784}"/>
              </a:ext>
            </a:extLst>
          </p:cNvPr>
          <p:cNvSpPr/>
          <p:nvPr/>
        </p:nvSpPr>
        <p:spPr>
          <a:xfrm rot="5400000">
            <a:off x="3111821" y="39082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Rectangle 182">
            <a:extLst>
              <a:ext uri="{FF2B5EF4-FFF2-40B4-BE49-F238E27FC236}">
                <a16:creationId xmlns:a16="http://schemas.microsoft.com/office/drawing/2014/main" id="{1D271D94-E7D8-4431-B35B-0A03F84A5F47}"/>
              </a:ext>
            </a:extLst>
          </p:cNvPr>
          <p:cNvSpPr/>
          <p:nvPr/>
        </p:nvSpPr>
        <p:spPr>
          <a:xfrm rot="5400000">
            <a:off x="2515693" y="36519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2D070471-3E3F-478D-893A-0573E5E64394}"/>
              </a:ext>
            </a:extLst>
          </p:cNvPr>
          <p:cNvSpPr/>
          <p:nvPr/>
        </p:nvSpPr>
        <p:spPr>
          <a:xfrm rot="5400000">
            <a:off x="2759207" y="4390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134A243F-84C7-4ED3-92E0-A1AB41728F57}"/>
              </a:ext>
            </a:extLst>
          </p:cNvPr>
          <p:cNvSpPr/>
          <p:nvPr/>
        </p:nvSpPr>
        <p:spPr>
          <a:xfrm rot="5400000">
            <a:off x="2036852" y="34230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Arrow: Right 3">
            <a:extLst>
              <a:ext uri="{FF2B5EF4-FFF2-40B4-BE49-F238E27FC236}">
                <a16:creationId xmlns:a16="http://schemas.microsoft.com/office/drawing/2014/main" id="{9692B3F9-C8AB-4487-93D3-7D626CAFF97F}"/>
              </a:ext>
            </a:extLst>
          </p:cNvPr>
          <p:cNvSpPr/>
          <p:nvPr/>
        </p:nvSpPr>
        <p:spPr>
          <a:xfrm>
            <a:off x="5562107" y="4018508"/>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TextBox 185">
            <a:extLst>
              <a:ext uri="{FF2B5EF4-FFF2-40B4-BE49-F238E27FC236}">
                <a16:creationId xmlns:a16="http://schemas.microsoft.com/office/drawing/2014/main" id="{0226EC3B-7677-42BA-A723-C7A56ACF1DED}"/>
              </a:ext>
            </a:extLst>
          </p:cNvPr>
          <p:cNvSpPr txBox="1"/>
          <p:nvPr/>
        </p:nvSpPr>
        <p:spPr>
          <a:xfrm>
            <a:off x="4986273" y="5059692"/>
            <a:ext cx="2634054" cy="584775"/>
          </a:xfrm>
          <a:prstGeom prst="rect">
            <a:avLst/>
          </a:prstGeom>
          <a:noFill/>
        </p:spPr>
        <p:txBody>
          <a:bodyPr wrap="none" rtlCol="0">
            <a:spAutoFit/>
          </a:bodyPr>
          <a:lstStyle/>
          <a:p>
            <a:r>
              <a:rPr lang="en-US" sz="3200" dirty="0">
                <a:solidFill>
                  <a:schemeClr val="bg1"/>
                </a:solidFill>
              </a:rPr>
              <a:t>⟨</a:t>
            </a:r>
            <a:r>
              <a:rPr lang="en-US" dirty="0"/>
              <a:t> </a:t>
            </a:r>
            <a:r>
              <a:rPr lang="en-US" sz="3200" dirty="0">
                <a:solidFill>
                  <a:schemeClr val="bg1"/>
                </a:solidFill>
              </a:rPr>
              <a:t>←</a:t>
            </a:r>
            <a:r>
              <a:rPr lang="en-US" dirty="0">
                <a:solidFill>
                  <a:schemeClr val="bg1"/>
                </a:solidFill>
              </a:rPr>
              <a:t>,</a:t>
            </a:r>
            <a:r>
              <a:rPr lang="en-US" sz="3200" dirty="0"/>
              <a:t> </a:t>
            </a:r>
            <a:r>
              <a:rPr lang="en-US" sz="3200" dirty="0">
                <a:solidFill>
                  <a:schemeClr val="bg1"/>
                </a:solidFill>
              </a:rPr>
              <a:t>↑</a:t>
            </a:r>
            <a:r>
              <a:rPr lang="en-US" dirty="0"/>
              <a:t> </a:t>
            </a:r>
            <a:r>
              <a:rPr lang="en-US" dirty="0">
                <a:solidFill>
                  <a:schemeClr val="bg1"/>
                </a:solidFill>
              </a:rPr>
              <a:t>, … ,</a:t>
            </a:r>
            <a:r>
              <a:rPr lang="en-US" sz="3200" dirty="0">
                <a:solidFill>
                  <a:schemeClr val="bg1"/>
                </a:solidFill>
              </a:rPr>
              <a:t>↓</a:t>
            </a:r>
            <a:r>
              <a:rPr lang="en-US" dirty="0">
                <a:solidFill>
                  <a:schemeClr val="bg1"/>
                </a:solidFill>
              </a:rPr>
              <a:t>,</a:t>
            </a:r>
            <a:r>
              <a:rPr lang="en-US" sz="2800" dirty="0">
                <a:solidFill>
                  <a:schemeClr val="bg1"/>
                </a:solidFill>
              </a:rPr>
              <a:t> → </a:t>
            </a:r>
            <a:r>
              <a:rPr lang="en-US" sz="3200" dirty="0">
                <a:solidFill>
                  <a:schemeClr val="bg1"/>
                </a:solidFill>
              </a:rPr>
              <a:t>⟩</a:t>
            </a:r>
            <a:endParaRPr lang="en-US" sz="3200" dirty="0">
              <a:solidFill>
                <a:schemeClr val="bg1"/>
              </a:solidFill>
              <a:latin typeface="Dubai Light" panose="020B0303030403030204" pitchFamily="34" charset="-78"/>
              <a:cs typeface="Dubai Light" panose="020B0303030403030204" pitchFamily="34" charset="-78"/>
            </a:endParaRPr>
          </a:p>
        </p:txBody>
      </p:sp>
      <p:sp>
        <p:nvSpPr>
          <p:cNvPr id="187" name="TextBox 186">
            <a:extLst>
              <a:ext uri="{FF2B5EF4-FFF2-40B4-BE49-F238E27FC236}">
                <a16:creationId xmlns:a16="http://schemas.microsoft.com/office/drawing/2014/main" id="{70175CC7-3881-4994-8853-2BEE7B51F24F}"/>
              </a:ext>
            </a:extLst>
          </p:cNvPr>
          <p:cNvSpPr txBox="1"/>
          <p:nvPr/>
        </p:nvSpPr>
        <p:spPr>
          <a:xfrm>
            <a:off x="2247700" y="5752122"/>
            <a:ext cx="899605"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0</a:t>
            </a:r>
          </a:p>
        </p:txBody>
      </p:sp>
      <p:sp>
        <p:nvSpPr>
          <p:cNvPr id="188" name="TextBox 187">
            <a:extLst>
              <a:ext uri="{FF2B5EF4-FFF2-40B4-BE49-F238E27FC236}">
                <a16:creationId xmlns:a16="http://schemas.microsoft.com/office/drawing/2014/main" id="{DAAA56D4-19E3-41E8-B2A0-FA2DDF89B1F3}"/>
              </a:ext>
            </a:extLst>
          </p:cNvPr>
          <p:cNvSpPr txBox="1"/>
          <p:nvPr/>
        </p:nvSpPr>
        <p:spPr>
          <a:xfrm>
            <a:off x="9509727" y="5729341"/>
            <a:ext cx="84189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k</a:t>
            </a:r>
          </a:p>
        </p:txBody>
      </p:sp>
    </p:spTree>
    <p:extLst>
      <p:ext uri="{BB962C8B-B14F-4D97-AF65-F5344CB8AC3E}">
        <p14:creationId xmlns:p14="http://schemas.microsoft.com/office/powerpoint/2010/main" val="37778852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Universal Configuration</a:t>
            </a:r>
          </a:p>
        </p:txBody>
      </p:sp>
      <p:grpSp>
        <p:nvGrpSpPr>
          <p:cNvPr id="3" name="Group 2">
            <a:extLst>
              <a:ext uri="{FF2B5EF4-FFF2-40B4-BE49-F238E27FC236}">
                <a16:creationId xmlns:a16="http://schemas.microsoft.com/office/drawing/2014/main" id="{4B1DF5D1-D24C-4C57-8551-959E38F0E396}"/>
              </a:ext>
            </a:extLst>
          </p:cNvPr>
          <p:cNvGrpSpPr/>
          <p:nvPr/>
        </p:nvGrpSpPr>
        <p:grpSpPr>
          <a:xfrm>
            <a:off x="7058077" y="3757790"/>
            <a:ext cx="1431898" cy="1414883"/>
            <a:chOff x="8478571" y="3180077"/>
            <a:chExt cx="2619872" cy="2621802"/>
          </a:xfrm>
        </p:grpSpPr>
        <p:sp>
          <p:nvSpPr>
            <p:cNvPr id="247" name="Rectangle 246">
              <a:extLst>
                <a:ext uri="{FF2B5EF4-FFF2-40B4-BE49-F238E27FC236}">
                  <a16:creationId xmlns:a16="http://schemas.microsoft.com/office/drawing/2014/main" id="{854BA629-7238-47F2-AD82-6BC2A838048F}"/>
                </a:ext>
              </a:extLst>
            </p:cNvPr>
            <p:cNvSpPr/>
            <p:nvPr/>
          </p:nvSpPr>
          <p:spPr>
            <a:xfrm rot="5400000">
              <a:off x="9668408" y="48537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3B886B82-2764-4921-ABFB-BE3F65318B23}"/>
                </a:ext>
              </a:extLst>
            </p:cNvPr>
            <p:cNvSpPr/>
            <p:nvPr/>
          </p:nvSpPr>
          <p:spPr>
            <a:xfrm rot="5400000">
              <a:off x="9196573" y="508946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908196-384F-474B-82ED-340D75D9C156}"/>
                </a:ext>
              </a:extLst>
            </p:cNvPr>
            <p:cNvGrpSpPr/>
            <p:nvPr/>
          </p:nvGrpSpPr>
          <p:grpSpPr>
            <a:xfrm>
              <a:off x="8478571" y="3180077"/>
              <a:ext cx="2619872" cy="2621802"/>
              <a:chOff x="1228153" y="1651269"/>
              <a:chExt cx="2619865" cy="2621799"/>
            </a:xfrm>
          </p:grpSpPr>
          <p:sp>
            <p:nvSpPr>
              <p:cNvPr id="110" name="Rectangle 109">
                <a:extLst>
                  <a:ext uri="{FF2B5EF4-FFF2-40B4-BE49-F238E27FC236}">
                    <a16:creationId xmlns:a16="http://schemas.microsoft.com/office/drawing/2014/main" id="{BCA325F6-CA98-4EA6-A83A-C1C03488E902}"/>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974501B4-2827-4958-9752-273A928BC844}"/>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3A35DD7B-3056-46D2-AA90-AD44EA63A510}"/>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FB963E73-8653-41E2-9705-5B04F9A3A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A18CF542-B50D-4845-81EF-A000248420A1}"/>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B2D9142E-0159-49AA-A7BA-D1D858EE4020}"/>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2C431A4E-6B55-4D3A-A59E-86A10E6FB05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B46DF2E9-BE45-41E5-8300-9C9AB94605F7}"/>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B3D88B1-2C85-44FE-8A11-F43565ED58CB}"/>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5B32D5C-4DF8-4D42-B861-3D54831D0F31}"/>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4E6A7AF9-24D5-4CE8-B50F-9E6B2B904234}"/>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C6750D9-A27B-4841-8F76-5455FA206578}"/>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2E5A5A8E-D8C8-4C86-A4C4-DB949A038D98}"/>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F18162B-3CE7-4DEE-9E7B-843F055636E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5910CD1-0EF2-4790-8F1A-A31E9780F12A}"/>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244F5F6F-7499-4FE5-830E-B134330D772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59547FD-D559-4062-BB6A-20ACF8B300DD}"/>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A61B5B2-F49B-4E60-872E-9C5DFF6B0E86}"/>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Rectangle 150">
                <a:extLst>
                  <a:ext uri="{FF2B5EF4-FFF2-40B4-BE49-F238E27FC236}">
                    <a16:creationId xmlns:a16="http://schemas.microsoft.com/office/drawing/2014/main" id="{1E662F25-7AAB-4FF9-8E6D-B05C868218CD}"/>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Rectangle 164">
                <a:extLst>
                  <a:ext uri="{FF2B5EF4-FFF2-40B4-BE49-F238E27FC236}">
                    <a16:creationId xmlns:a16="http://schemas.microsoft.com/office/drawing/2014/main" id="{B9389081-30CF-4745-82FD-1D641F9B4832}"/>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B0D93322-C938-4606-9856-3A2FA2C14310}"/>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793D62-F804-4553-A155-12F29D97F5C7}"/>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3754521C-4F31-41EE-899E-D1ED9DF10A3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CE73C21C-0C1D-4F96-8718-9D73B7B80164}"/>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0CF814F1-1E97-4DA8-916D-6476F6DD1AAF}"/>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4B2FEB42-A89E-45C7-917A-34FEA09FB78A}"/>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8B52835-23A9-457E-9065-BE57F7EC5BF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487127E-0479-4186-B15C-461AA6E6548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Rectangle 175">
                <a:extLst>
                  <a:ext uri="{FF2B5EF4-FFF2-40B4-BE49-F238E27FC236}">
                    <a16:creationId xmlns:a16="http://schemas.microsoft.com/office/drawing/2014/main" id="{9C8F1132-1877-4E6A-8C36-11F72F8E1D5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C8BBF7CA-F803-429D-A964-565466C21D2F}"/>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6C33298-6190-4920-8304-F8188D07A537}"/>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14932C5A-9587-4F23-9A82-4664E56C482A}"/>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CB29044-389E-4B10-BC8A-7C92B29A0F5B}"/>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F9196240-1E27-4010-B513-537019C32F5C}"/>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03942A5-144D-4367-BFAF-A068423D985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912DE7AE-5AEC-4007-ADA8-D1BBF7700DFD}"/>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3070109-B347-495B-A741-6DC641428EAE}"/>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280">
                <a:extLst>
                  <a:ext uri="{FF2B5EF4-FFF2-40B4-BE49-F238E27FC236}">
                    <a16:creationId xmlns:a16="http://schemas.microsoft.com/office/drawing/2014/main" id="{04A7CE13-1C6D-4915-B825-0EF0BEBAD4C8}"/>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a:extLst>
                  <a:ext uri="{FF2B5EF4-FFF2-40B4-BE49-F238E27FC236}">
                    <a16:creationId xmlns:a16="http://schemas.microsoft.com/office/drawing/2014/main" id="{5953FD64-DD63-46D5-93DE-EBA6C34B1C37}"/>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 name="Rectangle 91">
              <a:extLst>
                <a:ext uri="{FF2B5EF4-FFF2-40B4-BE49-F238E27FC236}">
                  <a16:creationId xmlns:a16="http://schemas.microsoft.com/office/drawing/2014/main" id="{FDA4D785-4E8F-42BB-A195-08D0E9F6E226}"/>
                </a:ext>
              </a:extLst>
            </p:cNvPr>
            <p:cNvSpPr/>
            <p:nvPr/>
          </p:nvSpPr>
          <p:spPr>
            <a:xfrm>
              <a:off x="10860645" y="4609094"/>
              <a:ext cx="237745" cy="23875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BD5EE3A-FF06-4957-B3F6-8CDB8ED6CCC8}"/>
                </a:ext>
              </a:extLst>
            </p:cNvPr>
            <p:cNvSpPr/>
            <p:nvPr/>
          </p:nvSpPr>
          <p:spPr>
            <a:xfrm rot="5400000">
              <a:off x="9908506" y="485250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EB1A1F57-CD1B-40B1-8CBD-E1144894D937}"/>
                </a:ext>
              </a:extLst>
            </p:cNvPr>
            <p:cNvSpPr/>
            <p:nvPr/>
          </p:nvSpPr>
          <p:spPr>
            <a:xfrm rot="5400000">
              <a:off x="9195973" y="532453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1E432F40-3C5D-4A33-ABB0-333C9161F223}"/>
                </a:ext>
              </a:extLst>
            </p:cNvPr>
            <p:cNvSpPr/>
            <p:nvPr/>
          </p:nvSpPr>
          <p:spPr>
            <a:xfrm rot="5400000">
              <a:off x="10145480" y="485039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DA55B65-5353-4123-A5A5-0843E2431F2C}"/>
                </a:ext>
              </a:extLst>
            </p:cNvPr>
            <p:cNvSpPr/>
            <p:nvPr/>
          </p:nvSpPr>
          <p:spPr>
            <a:xfrm rot="5400000">
              <a:off x="9427745" y="485515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264777C1-EA94-4D73-9831-7D6C1A8670B5}"/>
                </a:ext>
              </a:extLst>
            </p:cNvPr>
            <p:cNvSpPr/>
            <p:nvPr/>
          </p:nvSpPr>
          <p:spPr>
            <a:xfrm rot="5400000">
              <a:off x="9195973" y="48542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34F5F867-346A-4852-A52C-FC84BA701B93}"/>
                </a:ext>
              </a:extLst>
            </p:cNvPr>
            <p:cNvSpPr/>
            <p:nvPr/>
          </p:nvSpPr>
          <p:spPr>
            <a:xfrm rot="5400000">
              <a:off x="10145294" y="46098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DE498CE2-DCC4-4FFB-BBEE-29CA0CFF2015}"/>
                </a:ext>
              </a:extLst>
            </p:cNvPr>
            <p:cNvSpPr/>
            <p:nvPr/>
          </p:nvSpPr>
          <p:spPr>
            <a:xfrm rot="5400000">
              <a:off x="10146267" y="43722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BA2A0E0-735D-463A-ABF1-4A25DA1C16AC}"/>
                </a:ext>
              </a:extLst>
            </p:cNvPr>
            <p:cNvSpPr/>
            <p:nvPr/>
          </p:nvSpPr>
          <p:spPr>
            <a:xfrm rot="5400000">
              <a:off x="10145480" y="50856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47AFD109-9844-454C-A11E-B4D3D0AB9F77}"/>
                </a:ext>
              </a:extLst>
            </p:cNvPr>
            <p:cNvSpPr/>
            <p:nvPr/>
          </p:nvSpPr>
          <p:spPr>
            <a:xfrm rot="5400000">
              <a:off x="10145482" y="532201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C20BF65-2D26-45AF-BC56-56689DBF84EF}"/>
                </a:ext>
              </a:extLst>
            </p:cNvPr>
            <p:cNvSpPr/>
            <p:nvPr/>
          </p:nvSpPr>
          <p:spPr>
            <a:xfrm rot="5400000">
              <a:off x="9194547" y="46150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9A9FAF47-833F-4DCD-9938-7FE3F743EA4B}"/>
                </a:ext>
              </a:extLst>
            </p:cNvPr>
            <p:cNvSpPr/>
            <p:nvPr/>
          </p:nvSpPr>
          <p:spPr>
            <a:xfrm rot="5400000">
              <a:off x="9194141" y="437898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EE6A1A7A-B14E-497F-9352-EF135295525F}"/>
                </a:ext>
              </a:extLst>
            </p:cNvPr>
            <p:cNvSpPr/>
            <p:nvPr/>
          </p:nvSpPr>
          <p:spPr>
            <a:xfrm rot="5400000">
              <a:off x="9432303" y="414404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D806B5CB-1DC0-48BE-BB37-5007FC469E42}"/>
                </a:ext>
              </a:extLst>
            </p:cNvPr>
            <p:cNvSpPr/>
            <p:nvPr/>
          </p:nvSpPr>
          <p:spPr>
            <a:xfrm rot="5400000">
              <a:off x="9670612" y="414181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F026DD44-C22C-4032-BA44-EB8CDEE23E7B}"/>
                </a:ext>
              </a:extLst>
            </p:cNvPr>
            <p:cNvSpPr/>
            <p:nvPr/>
          </p:nvSpPr>
          <p:spPr>
            <a:xfrm rot="5400000">
              <a:off x="9905712" y="414444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475593A-5B00-4B09-ADBF-62738FDC2D89}"/>
                </a:ext>
              </a:extLst>
            </p:cNvPr>
            <p:cNvSpPr/>
            <p:nvPr/>
          </p:nvSpPr>
          <p:spPr>
            <a:xfrm rot="5400000">
              <a:off x="9907152" y="437250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E2DAE9DC-D343-4B35-B90C-66754190F505}"/>
                </a:ext>
              </a:extLst>
            </p:cNvPr>
            <p:cNvSpPr/>
            <p:nvPr/>
          </p:nvSpPr>
          <p:spPr>
            <a:xfrm rot="5400000">
              <a:off x="9432931" y="43790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2" name="TextBox 101">
            <a:extLst>
              <a:ext uri="{FF2B5EF4-FFF2-40B4-BE49-F238E27FC236}">
                <a16:creationId xmlns:a16="http://schemas.microsoft.com/office/drawing/2014/main" id="{BFDA76D1-C9FB-4797-A9EB-EAB782567A03}"/>
              </a:ext>
            </a:extLst>
          </p:cNvPr>
          <p:cNvSpPr txBox="1"/>
          <p:nvPr/>
        </p:nvSpPr>
        <p:spPr>
          <a:xfrm>
            <a:off x="2239339" y="1322816"/>
            <a:ext cx="8358635"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 configuration C</a:t>
            </a:r>
            <a:r>
              <a:rPr lang="en-US" sz="3600" baseline="30000" dirty="0">
                <a:solidFill>
                  <a:schemeClr val="bg1"/>
                </a:solidFill>
              </a:rPr>
              <a:t>′</a:t>
            </a:r>
            <a:r>
              <a:rPr lang="en-US" sz="3000" dirty="0">
                <a:solidFill>
                  <a:schemeClr val="bg1"/>
                </a:solidFill>
                <a:latin typeface="Dubai Light" panose="020B0303030403030204" pitchFamily="34" charset="-78"/>
                <a:cs typeface="Dubai Light" panose="020B0303030403030204" pitchFamily="34" charset="-78"/>
              </a:rPr>
              <a:t> is considered universal to</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a set of configurations </a:t>
            </a:r>
            <a:r>
              <a:rPr lang="en-US" sz="3000" b="1" i="1" dirty="0">
                <a:solidFill>
                  <a:schemeClr val="bg1"/>
                </a:solidFill>
                <a:latin typeface="Dubai Light" panose="020B0303030403030204" pitchFamily="34" charset="-78"/>
                <a:cs typeface="Dubai Light" panose="020B0303030403030204" pitchFamily="34" charset="-78"/>
              </a:rPr>
              <a:t>C</a:t>
            </a:r>
            <a:r>
              <a:rPr lang="en-US" sz="3000" i="1" dirty="0">
                <a:solidFill>
                  <a:schemeClr val="bg1"/>
                </a:solidFill>
                <a:latin typeface="Dubai Light" panose="020B0303030403030204" pitchFamily="34" charset="-78"/>
                <a:cs typeface="Dubai Light" panose="020B0303030403030204" pitchFamily="34" charset="-78"/>
              </a:rPr>
              <a:t> </a:t>
            </a:r>
            <a:r>
              <a:rPr lang="en-US" sz="3000" dirty="0">
                <a:solidFill>
                  <a:schemeClr val="bg1"/>
                </a:solidFill>
                <a:latin typeface="Dubai Light" panose="020B0303030403030204" pitchFamily="34" charset="-78"/>
                <a:cs typeface="Dubai Light" panose="020B0303030403030204" pitchFamily="34" charset="-78"/>
              </a:rPr>
              <a:t>= {C</a:t>
            </a:r>
            <a:r>
              <a:rPr lang="en-US" sz="3000" baseline="-25000" dirty="0">
                <a:solidFill>
                  <a:schemeClr val="bg1"/>
                </a:solidFill>
                <a:latin typeface="Dubai Light" panose="020B0303030403030204" pitchFamily="34" charset="-78"/>
                <a:cs typeface="Dubai Light" panose="020B0303030403030204" pitchFamily="34" charset="-78"/>
              </a:rPr>
              <a:t>1</a:t>
            </a:r>
            <a:r>
              <a:rPr lang="en-US" sz="3000" dirty="0">
                <a:solidFill>
                  <a:schemeClr val="bg1"/>
                </a:solidFill>
                <a:latin typeface="Dubai Light" panose="020B0303030403030204" pitchFamily="34" charset="-78"/>
                <a:cs typeface="Dubai Light" panose="020B0303030403030204" pitchFamily="34" charset="-78"/>
              </a:rPr>
              <a:t>, C</a:t>
            </a:r>
            <a:r>
              <a:rPr lang="en-US" sz="3000" baseline="-25000" dirty="0">
                <a:solidFill>
                  <a:schemeClr val="bg1"/>
                </a:solidFill>
                <a:latin typeface="Dubai Light" panose="020B0303030403030204" pitchFamily="34" charset="-78"/>
                <a:cs typeface="Dubai Light" panose="020B0303030403030204" pitchFamily="34" charset="-78"/>
              </a:rPr>
              <a:t>2</a:t>
            </a:r>
            <a:r>
              <a:rPr lang="en-US" sz="3000" dirty="0">
                <a:solidFill>
                  <a:schemeClr val="bg1"/>
                </a:solidFill>
                <a:latin typeface="Dubai Light" panose="020B0303030403030204" pitchFamily="34" charset="-78"/>
                <a:cs typeface="Dubai Light" panose="020B0303030403030204" pitchFamily="34" charset="-78"/>
              </a:rPr>
              <a:t>, ..., C</a:t>
            </a:r>
            <a:r>
              <a:rPr lang="en-US" sz="3000" baseline="-25000" dirty="0">
                <a:solidFill>
                  <a:schemeClr val="bg1"/>
                </a:solidFill>
                <a:latin typeface="Dubai Light" panose="020B0303030403030204" pitchFamily="34" charset="-78"/>
                <a:cs typeface="Dubai Light" panose="020B0303030403030204" pitchFamily="34" charset="-78"/>
              </a:rPr>
              <a:t>k</a:t>
            </a:r>
            <a:r>
              <a:rPr lang="en-US" sz="3000" dirty="0">
                <a:solidFill>
                  <a:schemeClr val="bg1"/>
                </a:solidFill>
                <a:latin typeface="Dubai Light" panose="020B0303030403030204" pitchFamily="34" charset="-78"/>
                <a:cs typeface="Dubai Light" panose="020B0303030403030204" pitchFamily="34" charset="-78"/>
              </a:rPr>
              <a:t>} if and only if</a:t>
            </a:r>
            <a:br>
              <a:rPr lang="en-US" sz="3000" dirty="0">
                <a:solidFill>
                  <a:schemeClr val="bg1"/>
                </a:solidFill>
                <a:latin typeface="Dubai Light" panose="020B0303030403030204" pitchFamily="34" charset="-78"/>
                <a:cs typeface="Dubai Light" panose="020B0303030403030204" pitchFamily="34" charset="-78"/>
              </a:rPr>
            </a:br>
            <a:r>
              <a:rPr lang="en-US" sz="3000" dirty="0">
                <a:solidFill>
                  <a:schemeClr val="bg1"/>
                </a:solidFill>
                <a:latin typeface="Dubai Light" panose="020B0303030403030204" pitchFamily="34" charset="-78"/>
                <a:cs typeface="Dubai Light" panose="020B0303030403030204" pitchFamily="34" charset="-78"/>
              </a:rPr>
              <a:t>C</a:t>
            </a:r>
            <a:r>
              <a:rPr lang="en-US" sz="3600" baseline="30000" dirty="0">
                <a:solidFill>
                  <a:schemeClr val="bg1"/>
                </a:solidFill>
              </a:rPr>
              <a:t>′</a:t>
            </a:r>
            <a:r>
              <a:rPr lang="en-US" sz="3000" dirty="0">
                <a:solidFill>
                  <a:schemeClr val="bg1"/>
                </a:solidFill>
                <a:latin typeface="Dubai Light" panose="020B0303030403030204" pitchFamily="34" charset="-78"/>
                <a:cs typeface="Dubai Light" panose="020B0303030403030204" pitchFamily="34" charset="-78"/>
              </a:rPr>
              <a:t> can be reconfigured into C</a:t>
            </a:r>
            <a:r>
              <a:rPr lang="en-US" sz="3000" baseline="-25000" dirty="0">
                <a:solidFill>
                  <a:schemeClr val="bg1"/>
                </a:solidFill>
                <a:latin typeface="Dubai Light" panose="020B0303030403030204" pitchFamily="34" charset="-78"/>
                <a:cs typeface="Dubai Light" panose="020B0303030403030204" pitchFamily="34" charset="-78"/>
              </a:rPr>
              <a:t>i</a:t>
            </a:r>
            <a:r>
              <a:rPr lang="en-US" sz="3000" dirty="0">
                <a:solidFill>
                  <a:schemeClr val="bg1"/>
                </a:solidFill>
                <a:latin typeface="Dubai Light" panose="020B0303030403030204" pitchFamily="34" charset="-78"/>
                <a:cs typeface="Dubai Light" panose="020B0303030403030204" pitchFamily="34" charset="-78"/>
              </a:rPr>
              <a:t> </a:t>
            </a:r>
            <a:r>
              <a:rPr lang="en-US" sz="2800" dirty="0">
                <a:solidFill>
                  <a:schemeClr val="bg1"/>
                </a:solidFill>
              </a:rPr>
              <a:t>∀</a:t>
            </a:r>
            <a:r>
              <a:rPr lang="en-US" sz="3000" dirty="0">
                <a:solidFill>
                  <a:schemeClr val="bg1"/>
                </a:solidFill>
                <a:latin typeface="Dubai Light" panose="020B0303030403030204" pitchFamily="34" charset="-78"/>
                <a:cs typeface="Dubai Light" panose="020B0303030403030204" pitchFamily="34" charset="-78"/>
              </a:rPr>
              <a:t>C</a:t>
            </a:r>
            <a:r>
              <a:rPr lang="en-US" sz="3000" baseline="-25000" dirty="0">
                <a:solidFill>
                  <a:schemeClr val="bg1"/>
                </a:solidFill>
                <a:latin typeface="Dubai Light" panose="020B0303030403030204" pitchFamily="34" charset="-78"/>
                <a:cs typeface="Dubai Light" panose="020B0303030403030204" pitchFamily="34" charset="-78"/>
              </a:rPr>
              <a:t>i</a:t>
            </a:r>
            <a:r>
              <a:rPr lang="en-US" sz="3000" dirty="0">
                <a:solidFill>
                  <a:schemeClr val="bg1"/>
                </a:solidFill>
                <a:latin typeface="Dubai Light" panose="020B0303030403030204" pitchFamily="34" charset="-78"/>
                <a:cs typeface="Dubai Light" panose="020B0303030403030204" pitchFamily="34" charset="-78"/>
              </a:rPr>
              <a:t> </a:t>
            </a:r>
            <a:r>
              <a:rPr lang="en-US" sz="3200" baseline="10000" dirty="0">
                <a:solidFill>
                  <a:schemeClr val="bg1"/>
                </a:solidFill>
              </a:rPr>
              <a:t>∈</a:t>
            </a:r>
            <a:r>
              <a:rPr lang="en-US" sz="3000" dirty="0">
                <a:solidFill>
                  <a:schemeClr val="bg1"/>
                </a:solidFill>
                <a:latin typeface="Dubai Light" panose="020B0303030403030204" pitchFamily="34" charset="-78"/>
                <a:cs typeface="Dubai Light" panose="020B0303030403030204" pitchFamily="34" charset="-78"/>
              </a:rPr>
              <a:t> </a:t>
            </a:r>
            <a:r>
              <a:rPr lang="en-US" sz="3000" b="1" i="1" dirty="0">
                <a:solidFill>
                  <a:schemeClr val="bg1"/>
                </a:solidFill>
                <a:latin typeface="Dubai Light" panose="020B0303030403030204" pitchFamily="34" charset="-78"/>
                <a:cs typeface="Dubai Light" panose="020B0303030403030204" pitchFamily="34" charset="-78"/>
              </a:rPr>
              <a:t>C</a:t>
            </a:r>
            <a:r>
              <a:rPr lang="en-US" sz="3000" i="1" dirty="0">
                <a:solidFill>
                  <a:schemeClr val="bg1"/>
                </a:solidFill>
                <a:latin typeface="Dubai Light" panose="020B0303030403030204" pitchFamily="34" charset="-78"/>
                <a:cs typeface="Dubai Light" panose="020B0303030403030204" pitchFamily="34" charset="-78"/>
              </a:rPr>
              <a:t> </a:t>
            </a:r>
            <a:r>
              <a:rPr lang="en-US" sz="3000" dirty="0">
                <a:solidFill>
                  <a:schemeClr val="bg1"/>
                </a:solidFill>
                <a:latin typeface="Dubai Light" panose="020B0303030403030204" pitchFamily="34" charset="-78"/>
                <a:cs typeface="Dubai Light" panose="020B0303030403030204" pitchFamily="34" charset="-78"/>
              </a:rPr>
              <a:t>.</a:t>
            </a:r>
            <a:endParaRPr lang="en-US" sz="3000" i="1" dirty="0">
              <a:solidFill>
                <a:schemeClr val="bg1"/>
              </a:solidFill>
              <a:latin typeface="Dubai Light" panose="020B0303030403030204" pitchFamily="34" charset="-78"/>
              <a:cs typeface="Dubai Light" panose="020B0303030403030204" pitchFamily="34" charset="-78"/>
            </a:endParaRPr>
          </a:p>
        </p:txBody>
      </p:sp>
      <p:sp>
        <p:nvSpPr>
          <p:cNvPr id="73" name="Rectangle 72">
            <a:extLst>
              <a:ext uri="{FF2B5EF4-FFF2-40B4-BE49-F238E27FC236}">
                <a16:creationId xmlns:a16="http://schemas.microsoft.com/office/drawing/2014/main" id="{5ACDB67C-826B-4577-844C-AFC3A768EA5E}"/>
              </a:ext>
            </a:extLst>
          </p:cNvPr>
          <p:cNvSpPr/>
          <p:nvPr/>
        </p:nvSpPr>
        <p:spPr>
          <a:xfrm rot="5400000">
            <a:off x="2525991" y="532908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C2A8150-CD25-4A49-8BB0-63A1C771C6C8}"/>
              </a:ext>
            </a:extLst>
          </p:cNvPr>
          <p:cNvSpPr/>
          <p:nvPr/>
        </p:nvSpPr>
        <p:spPr>
          <a:xfrm rot="5400000">
            <a:off x="2045625" y="532697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5" name="Group 74">
            <a:extLst>
              <a:ext uri="{FF2B5EF4-FFF2-40B4-BE49-F238E27FC236}">
                <a16:creationId xmlns:a16="http://schemas.microsoft.com/office/drawing/2014/main" id="{17F04017-5147-4888-BD3A-7F61859F0E15}"/>
              </a:ext>
            </a:extLst>
          </p:cNvPr>
          <p:cNvGrpSpPr/>
          <p:nvPr/>
        </p:nvGrpSpPr>
        <p:grpSpPr>
          <a:xfrm>
            <a:off x="1329114" y="3180610"/>
            <a:ext cx="2619865" cy="2621799"/>
            <a:chOff x="1228153" y="1651269"/>
            <a:chExt cx="2619865" cy="2621799"/>
          </a:xfrm>
        </p:grpSpPr>
        <p:sp>
          <p:nvSpPr>
            <p:cNvPr id="76" name="Rectangle 75">
              <a:extLst>
                <a:ext uri="{FF2B5EF4-FFF2-40B4-BE49-F238E27FC236}">
                  <a16:creationId xmlns:a16="http://schemas.microsoft.com/office/drawing/2014/main" id="{A5B97DEC-AA5E-4484-BD19-C4DC8C7A39AF}"/>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02DFF943-1701-44A7-9FEB-9B293AED5011}"/>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BC754E05-23DB-4EBD-AF73-A4427789674D}"/>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E04406C7-262B-4D7D-9854-42F2740156FB}"/>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8914621F-473B-49FD-AC4A-61D8661331E8}"/>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46D1A1DA-F0C9-41C3-8FE8-9AA74AD69A2F}"/>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8C9820E1-7B1A-44C0-8816-2069736BD2BC}"/>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631D5ED5-3B52-411E-95A6-ECEFE8591612}"/>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159444A2-6DB7-42D8-890F-4FEE27820A78}"/>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F0242919-8FA9-40AD-9696-1925FF2B16EE}"/>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C484E052-274D-4DE6-A228-FE1DB6CFE34B}"/>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2EC3A321-3029-4800-824B-7003470A2B8E}"/>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AC1B50F0-B5F8-4B4C-A55E-9FBD4353A8F6}"/>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6648F5E1-7928-4351-978C-4265FF39382C}"/>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51DFD027-800C-4CA3-B34E-04DE72D46952}"/>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A10FC2EA-1EA6-4A29-B7C2-4A5F9F2F91BF}"/>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D7FE70C0-9229-4853-9030-19D24594C3A2}"/>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8B89B877-82B6-4E36-AA05-37C330178C3E}"/>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B536C110-6213-46EB-8D6F-3383CEA6B078}"/>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48AB4ACF-7D59-40AA-A231-87BC10BB94CC}"/>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ADA552B3-7AFD-4408-9979-4D4D7D03B8E1}"/>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CD4C41AC-C4D3-446F-BA8A-C5AC302BD391}"/>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A36BFFA3-2BB7-4E52-944E-B7F0FEDA967A}"/>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FEDC716D-CF72-4B7D-A173-26417431D8F7}"/>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FA437435-7595-41E0-A8BD-CD2298606494}"/>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C1A8D00F-CE65-469C-9910-7F1C4B229A3D}"/>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122">
              <a:extLst>
                <a:ext uri="{FF2B5EF4-FFF2-40B4-BE49-F238E27FC236}">
                  <a16:creationId xmlns:a16="http://schemas.microsoft.com/office/drawing/2014/main" id="{E037640C-E2B4-4A5A-A6DC-6F4F8088026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DFE61F99-85A3-4A29-A4B6-C1872E4A8EA7}"/>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D84C7C7C-F553-4619-8860-9482A1EAF049}"/>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90AA364D-EDFF-4260-83B8-264611ACC532}"/>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9F7BD63C-2726-4D1E-9619-E7B5A7E49411}"/>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6ADBDB1D-ACB6-4569-BA59-7FABA8DE6FF6}"/>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B1355A5-94E1-4E3E-AA7B-259E1FF9BA20}"/>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A9B88BB8-6CC5-4F36-A292-3A5AE9B44438}"/>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6B0D499D-F45F-419C-85D1-077872AFEFED}"/>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08448DE0-CB5B-48D6-A264-A91D33CA8789}"/>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Rectangle 156">
              <a:extLst>
                <a:ext uri="{FF2B5EF4-FFF2-40B4-BE49-F238E27FC236}">
                  <a16:creationId xmlns:a16="http://schemas.microsoft.com/office/drawing/2014/main" id="{7BCB02D4-6356-4E0E-B863-F6CAC05DE7EC}"/>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Rectangle 157">
              <a:extLst>
                <a:ext uri="{FF2B5EF4-FFF2-40B4-BE49-F238E27FC236}">
                  <a16:creationId xmlns:a16="http://schemas.microsoft.com/office/drawing/2014/main" id="{96A621A6-2C92-432A-A053-10016D85FF75}"/>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Rectangle 158">
              <a:extLst>
                <a:ext uri="{FF2B5EF4-FFF2-40B4-BE49-F238E27FC236}">
                  <a16:creationId xmlns:a16="http://schemas.microsoft.com/office/drawing/2014/main" id="{F1259F91-E260-40E1-AE4F-FF92D27E5286}"/>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0" name="Rectangle 159">
            <a:extLst>
              <a:ext uri="{FF2B5EF4-FFF2-40B4-BE49-F238E27FC236}">
                <a16:creationId xmlns:a16="http://schemas.microsoft.com/office/drawing/2014/main" id="{B994EFB2-21A3-4896-9882-277281A21E12}"/>
              </a:ext>
            </a:extLst>
          </p:cNvPr>
          <p:cNvSpPr/>
          <p:nvPr/>
        </p:nvSpPr>
        <p:spPr>
          <a:xfrm>
            <a:off x="3711184" y="460962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3A871F1D-1CC9-40DE-9E13-F9C6630A5968}"/>
              </a:ext>
            </a:extLst>
          </p:cNvPr>
          <p:cNvSpPr/>
          <p:nvPr/>
        </p:nvSpPr>
        <p:spPr>
          <a:xfrm rot="5400000">
            <a:off x="2759046" y="485303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A06FE688-B78D-4B5B-8D9A-BA723159DB8B}"/>
              </a:ext>
            </a:extLst>
          </p:cNvPr>
          <p:cNvSpPr/>
          <p:nvPr/>
        </p:nvSpPr>
        <p:spPr>
          <a:xfrm rot="5400000">
            <a:off x="2286572"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F72FACD8-DAE1-422E-A50E-58E4A3CFC97C}"/>
              </a:ext>
            </a:extLst>
          </p:cNvPr>
          <p:cNvSpPr/>
          <p:nvPr/>
        </p:nvSpPr>
        <p:spPr>
          <a:xfrm rot="5400000">
            <a:off x="3474995" y="508188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4BB7473F-D698-4C6F-A43D-408DB797FBC0}"/>
              </a:ext>
            </a:extLst>
          </p:cNvPr>
          <p:cNvSpPr/>
          <p:nvPr/>
        </p:nvSpPr>
        <p:spPr>
          <a:xfrm rot="5400000">
            <a:off x="3001160" y="342694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Rectangle 169">
            <a:extLst>
              <a:ext uri="{FF2B5EF4-FFF2-40B4-BE49-F238E27FC236}">
                <a16:creationId xmlns:a16="http://schemas.microsoft.com/office/drawing/2014/main" id="{EBE28798-C017-4640-B7D7-A41B180A7AD8}"/>
              </a:ext>
            </a:extLst>
          </p:cNvPr>
          <p:cNvSpPr/>
          <p:nvPr/>
        </p:nvSpPr>
        <p:spPr>
          <a:xfrm rot="5400000">
            <a:off x="1798092" y="485992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6FC2288D-B96D-4358-903C-4D9B9752AE2E}"/>
              </a:ext>
            </a:extLst>
          </p:cNvPr>
          <p:cNvSpPr/>
          <p:nvPr/>
        </p:nvSpPr>
        <p:spPr>
          <a:xfrm rot="5400000">
            <a:off x="2282222" y="438648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ECEABE83-D269-42B8-ACB2-C9F8C2187553}"/>
              </a:ext>
            </a:extLst>
          </p:cNvPr>
          <p:cNvSpPr/>
          <p:nvPr/>
        </p:nvSpPr>
        <p:spPr>
          <a:xfrm rot="5400000">
            <a:off x="3468597" y="437511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3BCCE521-53F8-4684-839E-1C4F82C85872}"/>
              </a:ext>
            </a:extLst>
          </p:cNvPr>
          <p:cNvSpPr/>
          <p:nvPr/>
        </p:nvSpPr>
        <p:spPr>
          <a:xfrm rot="5400000">
            <a:off x="2996021" y="50861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Rectangle 177">
            <a:extLst>
              <a:ext uri="{FF2B5EF4-FFF2-40B4-BE49-F238E27FC236}">
                <a16:creationId xmlns:a16="http://schemas.microsoft.com/office/drawing/2014/main" id="{6AB789FB-AE8B-48A6-A9CC-71A3BBE478F3}"/>
              </a:ext>
            </a:extLst>
          </p:cNvPr>
          <p:cNvSpPr/>
          <p:nvPr/>
        </p:nvSpPr>
        <p:spPr>
          <a:xfrm rot="5400000">
            <a:off x="2996021" y="532254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9ABC6973-70F4-4E24-B972-F982E2F89A28}"/>
              </a:ext>
            </a:extLst>
          </p:cNvPr>
          <p:cNvSpPr/>
          <p:nvPr/>
        </p:nvSpPr>
        <p:spPr>
          <a:xfrm rot="5400000">
            <a:off x="1564014" y="5326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Rectangle 179">
            <a:extLst>
              <a:ext uri="{FF2B5EF4-FFF2-40B4-BE49-F238E27FC236}">
                <a16:creationId xmlns:a16="http://schemas.microsoft.com/office/drawing/2014/main" id="{A9186AFB-25FA-4C9F-A06B-0130E70C31D8}"/>
              </a:ext>
            </a:extLst>
          </p:cNvPr>
          <p:cNvSpPr/>
          <p:nvPr/>
        </p:nvSpPr>
        <p:spPr>
          <a:xfrm rot="5400000">
            <a:off x="1564676" y="437293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61890313-24FB-4DB8-A346-C9C706121DE2}"/>
              </a:ext>
            </a:extLst>
          </p:cNvPr>
          <p:cNvSpPr/>
          <p:nvPr/>
        </p:nvSpPr>
        <p:spPr>
          <a:xfrm rot="5400000">
            <a:off x="1804730" y="367046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63178F02-CA9E-4FBE-8D05-ECED303C8784}"/>
              </a:ext>
            </a:extLst>
          </p:cNvPr>
          <p:cNvSpPr/>
          <p:nvPr/>
        </p:nvSpPr>
        <p:spPr>
          <a:xfrm rot="5400000">
            <a:off x="3111821" y="390820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Rectangle 182">
            <a:extLst>
              <a:ext uri="{FF2B5EF4-FFF2-40B4-BE49-F238E27FC236}">
                <a16:creationId xmlns:a16="http://schemas.microsoft.com/office/drawing/2014/main" id="{1D271D94-E7D8-4431-B35B-0A03F84A5F47}"/>
              </a:ext>
            </a:extLst>
          </p:cNvPr>
          <p:cNvSpPr/>
          <p:nvPr/>
        </p:nvSpPr>
        <p:spPr>
          <a:xfrm rot="5400000">
            <a:off x="2515693" y="365199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2D070471-3E3F-478D-893A-0573E5E64394}"/>
              </a:ext>
            </a:extLst>
          </p:cNvPr>
          <p:cNvSpPr/>
          <p:nvPr/>
        </p:nvSpPr>
        <p:spPr>
          <a:xfrm rot="5400000">
            <a:off x="2759207" y="439024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134A243F-84C7-4ED3-92E0-A1AB41728F57}"/>
              </a:ext>
            </a:extLst>
          </p:cNvPr>
          <p:cNvSpPr/>
          <p:nvPr/>
        </p:nvSpPr>
        <p:spPr>
          <a:xfrm rot="5400000">
            <a:off x="2036852" y="342305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Arrow: Right 3">
            <a:extLst>
              <a:ext uri="{FF2B5EF4-FFF2-40B4-BE49-F238E27FC236}">
                <a16:creationId xmlns:a16="http://schemas.microsoft.com/office/drawing/2014/main" id="{9692B3F9-C8AB-4487-93D3-7D626CAFF97F}"/>
              </a:ext>
            </a:extLst>
          </p:cNvPr>
          <p:cNvSpPr/>
          <p:nvPr/>
        </p:nvSpPr>
        <p:spPr>
          <a:xfrm>
            <a:off x="4653122" y="3999597"/>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TextBox 185">
            <a:extLst>
              <a:ext uri="{FF2B5EF4-FFF2-40B4-BE49-F238E27FC236}">
                <a16:creationId xmlns:a16="http://schemas.microsoft.com/office/drawing/2014/main" id="{0226EC3B-7677-42BA-A723-C7A56ACF1DED}"/>
              </a:ext>
            </a:extLst>
          </p:cNvPr>
          <p:cNvSpPr txBox="1"/>
          <p:nvPr/>
        </p:nvSpPr>
        <p:spPr>
          <a:xfrm>
            <a:off x="4077288" y="5040781"/>
            <a:ext cx="2749471" cy="584775"/>
          </a:xfrm>
          <a:prstGeom prst="rect">
            <a:avLst/>
          </a:prstGeom>
          <a:noFill/>
        </p:spPr>
        <p:txBody>
          <a:bodyPr wrap="none" rtlCol="0">
            <a:spAutoFit/>
          </a:bodyPr>
          <a:lstStyle/>
          <a:p>
            <a:r>
              <a:rPr lang="en-US" sz="3200" dirty="0">
                <a:solidFill>
                  <a:schemeClr val="bg1"/>
                </a:solidFill>
              </a:rPr>
              <a:t>⟨</a:t>
            </a:r>
            <a:r>
              <a:rPr lang="en-US" dirty="0"/>
              <a:t> </a:t>
            </a:r>
            <a:r>
              <a:rPr lang="en-US" sz="3200" dirty="0">
                <a:solidFill>
                  <a:schemeClr val="bg1"/>
                </a:solidFill>
              </a:rPr>
              <a:t>↑</a:t>
            </a:r>
            <a:r>
              <a:rPr lang="en-US" dirty="0"/>
              <a:t> </a:t>
            </a:r>
            <a:r>
              <a:rPr lang="en-US" dirty="0">
                <a:solidFill>
                  <a:schemeClr val="bg1"/>
                </a:solidFill>
              </a:rPr>
              <a:t>, </a:t>
            </a:r>
            <a:r>
              <a:rPr lang="en-US" sz="3200" dirty="0">
                <a:solidFill>
                  <a:schemeClr val="bg1"/>
                </a:solidFill>
              </a:rPr>
              <a:t>↓ </a:t>
            </a:r>
            <a:r>
              <a:rPr lang="en-US" dirty="0">
                <a:solidFill>
                  <a:schemeClr val="bg1"/>
                </a:solidFill>
              </a:rPr>
              <a:t>, … , </a:t>
            </a:r>
            <a:r>
              <a:rPr lang="en-US" sz="3200" dirty="0">
                <a:solidFill>
                  <a:schemeClr val="bg1"/>
                </a:solidFill>
              </a:rPr>
              <a:t>←</a:t>
            </a:r>
            <a:r>
              <a:rPr lang="en-US" dirty="0">
                <a:solidFill>
                  <a:schemeClr val="bg1"/>
                </a:solidFill>
              </a:rPr>
              <a:t>,</a:t>
            </a:r>
            <a:r>
              <a:rPr lang="en-US" sz="2800" dirty="0">
                <a:solidFill>
                  <a:schemeClr val="bg1"/>
                </a:solidFill>
              </a:rPr>
              <a:t> → </a:t>
            </a:r>
            <a:r>
              <a:rPr lang="en-US" sz="3200" dirty="0">
                <a:solidFill>
                  <a:schemeClr val="bg1"/>
                </a:solidFill>
              </a:rPr>
              <a:t>⟩</a:t>
            </a:r>
            <a:endParaRPr lang="en-US" sz="3200" dirty="0">
              <a:solidFill>
                <a:schemeClr val="bg1"/>
              </a:solidFill>
              <a:latin typeface="Dubai Light" panose="020B0303030403030204" pitchFamily="34" charset="-78"/>
              <a:cs typeface="Dubai Light" panose="020B0303030403030204" pitchFamily="34" charset="-78"/>
            </a:endParaRPr>
          </a:p>
        </p:txBody>
      </p:sp>
      <p:sp>
        <p:nvSpPr>
          <p:cNvPr id="187" name="TextBox 186">
            <a:extLst>
              <a:ext uri="{FF2B5EF4-FFF2-40B4-BE49-F238E27FC236}">
                <a16:creationId xmlns:a16="http://schemas.microsoft.com/office/drawing/2014/main" id="{70175CC7-3881-4994-8853-2BEE7B51F24F}"/>
              </a:ext>
            </a:extLst>
          </p:cNvPr>
          <p:cNvSpPr txBox="1"/>
          <p:nvPr/>
        </p:nvSpPr>
        <p:spPr>
          <a:xfrm>
            <a:off x="2184778" y="5842337"/>
            <a:ext cx="74571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600" baseline="30000" dirty="0">
                <a:solidFill>
                  <a:schemeClr val="bg1"/>
                </a:solidFill>
              </a:rPr>
              <a:t>′</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188" name="TextBox 187">
            <a:extLst>
              <a:ext uri="{FF2B5EF4-FFF2-40B4-BE49-F238E27FC236}">
                <a16:creationId xmlns:a16="http://schemas.microsoft.com/office/drawing/2014/main" id="{DAAA56D4-19E3-41E8-B2A0-FA2DDF89B1F3}"/>
              </a:ext>
            </a:extLst>
          </p:cNvPr>
          <p:cNvSpPr txBox="1"/>
          <p:nvPr/>
        </p:nvSpPr>
        <p:spPr>
          <a:xfrm>
            <a:off x="7470931" y="5091284"/>
            <a:ext cx="899605"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1</a:t>
            </a:r>
          </a:p>
        </p:txBody>
      </p:sp>
      <p:grpSp>
        <p:nvGrpSpPr>
          <p:cNvPr id="6" name="Group 5">
            <a:extLst>
              <a:ext uri="{FF2B5EF4-FFF2-40B4-BE49-F238E27FC236}">
                <a16:creationId xmlns:a16="http://schemas.microsoft.com/office/drawing/2014/main" id="{267B6D89-EA5A-4DF5-9E24-EA1618F992ED}"/>
              </a:ext>
            </a:extLst>
          </p:cNvPr>
          <p:cNvGrpSpPr/>
          <p:nvPr/>
        </p:nvGrpSpPr>
        <p:grpSpPr>
          <a:xfrm>
            <a:off x="9696902" y="3761784"/>
            <a:ext cx="1431898" cy="1414883"/>
            <a:chOff x="9639752" y="3761784"/>
            <a:chExt cx="1431898" cy="1414883"/>
          </a:xfrm>
        </p:grpSpPr>
        <p:sp>
          <p:nvSpPr>
            <p:cNvPr id="259" name="Rectangle 258">
              <a:extLst>
                <a:ext uri="{FF2B5EF4-FFF2-40B4-BE49-F238E27FC236}">
                  <a16:creationId xmlns:a16="http://schemas.microsoft.com/office/drawing/2014/main" id="{200A056A-BE3E-4C69-A7F7-5BFDB0B036AD}"/>
                </a:ext>
              </a:extLst>
            </p:cNvPr>
            <p:cNvSpPr/>
            <p:nvPr/>
          </p:nvSpPr>
          <p:spPr>
            <a:xfrm rot="5400000">
              <a:off x="10288866" y="4919473"/>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F44C43F9-AE38-45FC-B79E-AA2BEF55E69A}"/>
                </a:ext>
              </a:extLst>
            </p:cNvPr>
            <p:cNvSpPr/>
            <p:nvPr/>
          </p:nvSpPr>
          <p:spPr>
            <a:xfrm rot="5400000">
              <a:off x="10159224" y="4917733"/>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1" name="Group 260">
              <a:extLst>
                <a:ext uri="{FF2B5EF4-FFF2-40B4-BE49-F238E27FC236}">
                  <a16:creationId xmlns:a16="http://schemas.microsoft.com/office/drawing/2014/main" id="{A0AA67A5-3201-46CF-84C5-2C1A63FBD23A}"/>
                </a:ext>
              </a:extLst>
            </p:cNvPr>
            <p:cNvGrpSpPr/>
            <p:nvPr/>
          </p:nvGrpSpPr>
          <p:grpSpPr>
            <a:xfrm>
              <a:off x="9639752" y="3761784"/>
              <a:ext cx="1431898" cy="1414883"/>
              <a:chOff x="1228153" y="1651269"/>
              <a:chExt cx="2619865" cy="2621799"/>
            </a:xfrm>
          </p:grpSpPr>
          <p:sp>
            <p:nvSpPr>
              <p:cNvPr id="279" name="Rectangle 278">
                <a:extLst>
                  <a:ext uri="{FF2B5EF4-FFF2-40B4-BE49-F238E27FC236}">
                    <a16:creationId xmlns:a16="http://schemas.microsoft.com/office/drawing/2014/main" id="{9337B770-D753-4856-9CD7-75ADA9272657}"/>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692FD05E-D69A-42FB-BCAC-981059313D53}"/>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0C537D54-74E4-48AF-A2A2-FBD0B89AAE4B}"/>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68AF24FF-1529-4064-A395-6AAED5739E1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92F388BD-A344-47BD-BB0D-A342CB57988D}"/>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98198C7D-27F9-4417-B0CE-AF8BBBD57CDD}"/>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ED953A7F-FFFE-4640-AEFC-06DBC6E1AFC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3ADA63EC-B89D-4823-8407-F99DE728674C}"/>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820D6E7C-5BA7-4D55-A41F-D4404950E963}"/>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0A9184E1-403B-4E47-B4BE-5C07CAD1712A}"/>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2" name="Rectangle 291">
                <a:extLst>
                  <a:ext uri="{FF2B5EF4-FFF2-40B4-BE49-F238E27FC236}">
                    <a16:creationId xmlns:a16="http://schemas.microsoft.com/office/drawing/2014/main" id="{C8ACB340-FECE-4A91-BC82-3BE8D5444ACE}"/>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2C308630-E22F-4085-9C50-A1BD4E627F85}"/>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24B6F5B7-3150-4DD1-BDE6-1A5A18339F0E}"/>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BA28B94C-7A24-4B46-BD60-0946F0EF881B}"/>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496E5891-3EF7-4B80-B470-5A03E5A50F88}"/>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7345C09D-0AC7-41BC-A189-566A92DB956F}"/>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ABA273DB-09F7-4840-A1A4-146CDBF51D57}"/>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1626E077-8981-4159-AF27-9D4DE3239055}"/>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Rectangle 299">
                <a:extLst>
                  <a:ext uri="{FF2B5EF4-FFF2-40B4-BE49-F238E27FC236}">
                    <a16:creationId xmlns:a16="http://schemas.microsoft.com/office/drawing/2014/main" id="{C5F7741B-25FF-48D7-9E9A-4F661E0A275B}"/>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1" name="Rectangle 300">
                <a:extLst>
                  <a:ext uri="{FF2B5EF4-FFF2-40B4-BE49-F238E27FC236}">
                    <a16:creationId xmlns:a16="http://schemas.microsoft.com/office/drawing/2014/main" id="{F44C06C3-EA33-4DF7-847C-A741392C8CC8}"/>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A79FE4B9-6E5A-4078-9B29-2BDEE9D34335}"/>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C101A24F-272F-4C4F-BD4D-724F3CBB19FE}"/>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29ABFD52-2769-4326-BD47-354993F18963}"/>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8487FBCB-6103-4C2D-B68A-EE75FC9406AF}"/>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CB6B64D6-9B11-4A7D-9059-4F9F9073B1A4}"/>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3C5842CA-3F3B-430F-816A-C435D01D99A4}"/>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 name="Rectangle 307">
                <a:extLst>
                  <a:ext uri="{FF2B5EF4-FFF2-40B4-BE49-F238E27FC236}">
                    <a16:creationId xmlns:a16="http://schemas.microsoft.com/office/drawing/2014/main" id="{1DD0A72F-9D1F-468C-9902-E052EF860DC3}"/>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02884973-338E-493E-9C4C-22ADAC3005A2}"/>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0" name="Rectangle 309">
                <a:extLst>
                  <a:ext uri="{FF2B5EF4-FFF2-40B4-BE49-F238E27FC236}">
                    <a16:creationId xmlns:a16="http://schemas.microsoft.com/office/drawing/2014/main" id="{39FDCBBA-DAB8-4349-AD64-4BD6CA25E513}"/>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1" name="Rectangle 310">
                <a:extLst>
                  <a:ext uri="{FF2B5EF4-FFF2-40B4-BE49-F238E27FC236}">
                    <a16:creationId xmlns:a16="http://schemas.microsoft.com/office/drawing/2014/main" id="{D09C4DE6-3A4E-49DD-BFB6-3EF32488725C}"/>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B17DBA08-65F0-4F86-81BA-DB38171B9081}"/>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05F715E5-DF4E-4EBE-A891-571E2B4BE403}"/>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DAB20892-0220-4488-8585-6089F07D9F1F}"/>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3FF58AE4-EF3A-4E41-8FD1-184264CAABD0}"/>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915B17C2-D91D-4ED6-B21A-787132CEAF23}"/>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68C106F8-CD38-47B8-A9C0-F265A150E08F}"/>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8" name="Rectangle 317">
                <a:extLst>
                  <a:ext uri="{FF2B5EF4-FFF2-40B4-BE49-F238E27FC236}">
                    <a16:creationId xmlns:a16="http://schemas.microsoft.com/office/drawing/2014/main" id="{1429EEB4-CDAD-44DA-9590-EC8C6E1414C4}"/>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9" name="Rectangle 318">
                <a:extLst>
                  <a:ext uri="{FF2B5EF4-FFF2-40B4-BE49-F238E27FC236}">
                    <a16:creationId xmlns:a16="http://schemas.microsoft.com/office/drawing/2014/main" id="{393BA955-BDF5-450A-8473-A176F8C9B3E4}"/>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0" name="Rectangle 319">
                <a:extLst>
                  <a:ext uri="{FF2B5EF4-FFF2-40B4-BE49-F238E27FC236}">
                    <a16:creationId xmlns:a16="http://schemas.microsoft.com/office/drawing/2014/main" id="{90682B51-4EC3-41A6-88CE-7E9FC6E0D1BB}"/>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2" name="Rectangle 261">
              <a:extLst>
                <a:ext uri="{FF2B5EF4-FFF2-40B4-BE49-F238E27FC236}">
                  <a16:creationId xmlns:a16="http://schemas.microsoft.com/office/drawing/2014/main" id="{F1296972-27CC-4928-A168-3C9A8B471517}"/>
                </a:ext>
              </a:extLst>
            </p:cNvPr>
            <p:cNvSpPr/>
            <p:nvPr/>
          </p:nvSpPr>
          <p:spPr>
            <a:xfrm>
              <a:off x="10941682" y="4532968"/>
              <a:ext cx="129940" cy="128849"/>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EB52BB60-8EAA-4BA1-B3EC-780D4C7912B4}"/>
                </a:ext>
              </a:extLst>
            </p:cNvPr>
            <p:cNvSpPr/>
            <p:nvPr/>
          </p:nvSpPr>
          <p:spPr>
            <a:xfrm rot="5400000">
              <a:off x="10417629" y="4919789"/>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4" name="Rectangle 263">
              <a:extLst>
                <a:ext uri="{FF2B5EF4-FFF2-40B4-BE49-F238E27FC236}">
                  <a16:creationId xmlns:a16="http://schemas.microsoft.com/office/drawing/2014/main" id="{84647EB1-AB41-440B-8B0E-6184F87D5081}"/>
                </a:ext>
              </a:extLst>
            </p:cNvPr>
            <p:cNvSpPr/>
            <p:nvPr/>
          </p:nvSpPr>
          <p:spPr>
            <a:xfrm rot="5400000">
              <a:off x="10032670" y="491824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ECD2E023-1824-466C-9B57-A8A222C8111C}"/>
                </a:ext>
              </a:extLst>
            </p:cNvPr>
            <p:cNvSpPr/>
            <p:nvPr/>
          </p:nvSpPr>
          <p:spPr>
            <a:xfrm rot="5400000">
              <a:off x="10425817" y="4532616"/>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C4CDD4D4-EE38-4C80-9B50-0E6DECE160A0}"/>
                </a:ext>
              </a:extLst>
            </p:cNvPr>
            <p:cNvSpPr/>
            <p:nvPr/>
          </p:nvSpPr>
          <p:spPr>
            <a:xfrm rot="5400000">
              <a:off x="10168775" y="466313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7" name="Rectangle 266">
              <a:extLst>
                <a:ext uri="{FF2B5EF4-FFF2-40B4-BE49-F238E27FC236}">
                  <a16:creationId xmlns:a16="http://schemas.microsoft.com/office/drawing/2014/main" id="{ADDC0CDC-4EEB-42F3-BA84-212EEC08D8A5}"/>
                </a:ext>
              </a:extLst>
            </p:cNvPr>
            <p:cNvSpPr/>
            <p:nvPr/>
          </p:nvSpPr>
          <p:spPr>
            <a:xfrm rot="5400000">
              <a:off x="10163349" y="4791867"/>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B31DCA0B-2ADE-4DD0-A568-1F9D098C6E87}"/>
                </a:ext>
              </a:extLst>
            </p:cNvPr>
            <p:cNvSpPr/>
            <p:nvPr/>
          </p:nvSpPr>
          <p:spPr>
            <a:xfrm rot="5400000">
              <a:off x="10550479" y="4281175"/>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9" name="Rectangle 268">
              <a:extLst>
                <a:ext uri="{FF2B5EF4-FFF2-40B4-BE49-F238E27FC236}">
                  <a16:creationId xmlns:a16="http://schemas.microsoft.com/office/drawing/2014/main" id="{3A8A7EEB-A4D4-423E-8875-BED6C48F7B54}"/>
                </a:ext>
              </a:extLst>
            </p:cNvPr>
            <p:cNvSpPr/>
            <p:nvPr/>
          </p:nvSpPr>
          <p:spPr>
            <a:xfrm rot="5400000">
              <a:off x="10552056" y="440435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3D4787B3-C4A3-47CC-A0D9-0E6E1E18C839}"/>
                </a:ext>
              </a:extLst>
            </p:cNvPr>
            <p:cNvSpPr/>
            <p:nvPr/>
          </p:nvSpPr>
          <p:spPr>
            <a:xfrm rot="5400000">
              <a:off x="10031668" y="4791087"/>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1" name="Rectangle 270">
              <a:extLst>
                <a:ext uri="{FF2B5EF4-FFF2-40B4-BE49-F238E27FC236}">
                  <a16:creationId xmlns:a16="http://schemas.microsoft.com/office/drawing/2014/main" id="{1D8099E8-0619-4277-B826-172AAFDD5D3A}"/>
                </a:ext>
              </a:extLst>
            </p:cNvPr>
            <p:cNvSpPr/>
            <p:nvPr/>
          </p:nvSpPr>
          <p:spPr>
            <a:xfrm rot="5400000">
              <a:off x="10552541" y="491882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44EA68BF-955B-4CA9-A613-F0FB0ACAA9DC}"/>
                </a:ext>
              </a:extLst>
            </p:cNvPr>
            <p:cNvSpPr/>
            <p:nvPr/>
          </p:nvSpPr>
          <p:spPr>
            <a:xfrm rot="5400000">
              <a:off x="10294504" y="454034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3" name="Rectangle 272">
              <a:extLst>
                <a:ext uri="{FF2B5EF4-FFF2-40B4-BE49-F238E27FC236}">
                  <a16:creationId xmlns:a16="http://schemas.microsoft.com/office/drawing/2014/main" id="{6EC9DA5E-B86D-4EB1-B5B7-B44F679DE4FA}"/>
                </a:ext>
              </a:extLst>
            </p:cNvPr>
            <p:cNvSpPr/>
            <p:nvPr/>
          </p:nvSpPr>
          <p:spPr>
            <a:xfrm rot="5400000">
              <a:off x="10295718" y="4662192"/>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10E618E9-F6D2-40E0-AF74-9D42DF738FA8}"/>
                </a:ext>
              </a:extLst>
            </p:cNvPr>
            <p:cNvSpPr/>
            <p:nvPr/>
          </p:nvSpPr>
          <p:spPr>
            <a:xfrm rot="5400000">
              <a:off x="10161840" y="4281175"/>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60B71B9F-F2E7-49D6-A31C-C0433EBE6E77}"/>
                </a:ext>
              </a:extLst>
            </p:cNvPr>
            <p:cNvSpPr/>
            <p:nvPr/>
          </p:nvSpPr>
          <p:spPr>
            <a:xfrm rot="5400000">
              <a:off x="10292088" y="427997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6" name="Rectangle 275">
              <a:extLst>
                <a:ext uri="{FF2B5EF4-FFF2-40B4-BE49-F238E27FC236}">
                  <a16:creationId xmlns:a16="http://schemas.microsoft.com/office/drawing/2014/main" id="{5A6480FF-EEA0-480D-8C45-2EE15C1A18E8}"/>
                </a:ext>
              </a:extLst>
            </p:cNvPr>
            <p:cNvSpPr/>
            <p:nvPr/>
          </p:nvSpPr>
          <p:spPr>
            <a:xfrm rot="5400000">
              <a:off x="10420583" y="4281391"/>
              <a:ext cx="128301" cy="130495"/>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036F6874-F628-4D46-A13E-504B58E7E4ED}"/>
                </a:ext>
              </a:extLst>
            </p:cNvPr>
            <p:cNvSpPr/>
            <p:nvPr/>
          </p:nvSpPr>
          <p:spPr>
            <a:xfrm rot="5400000">
              <a:off x="10421369" y="4404464"/>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8" name="Rectangle 277">
              <a:extLst>
                <a:ext uri="{FF2B5EF4-FFF2-40B4-BE49-F238E27FC236}">
                  <a16:creationId xmlns:a16="http://schemas.microsoft.com/office/drawing/2014/main" id="{4E07E03D-6AAA-4519-8DB2-06BB54517AD2}"/>
                </a:ext>
              </a:extLst>
            </p:cNvPr>
            <p:cNvSpPr/>
            <p:nvPr/>
          </p:nvSpPr>
          <p:spPr>
            <a:xfrm rot="5400000">
              <a:off x="10029814" y="4282376"/>
              <a:ext cx="128301" cy="130495"/>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21" name="TextBox 320">
            <a:extLst>
              <a:ext uri="{FF2B5EF4-FFF2-40B4-BE49-F238E27FC236}">
                <a16:creationId xmlns:a16="http://schemas.microsoft.com/office/drawing/2014/main" id="{E792C1BA-FDA0-4CD1-8EC1-E6A534A8935B}"/>
              </a:ext>
            </a:extLst>
          </p:cNvPr>
          <p:cNvSpPr txBox="1"/>
          <p:nvPr/>
        </p:nvSpPr>
        <p:spPr>
          <a:xfrm>
            <a:off x="10048852" y="5091285"/>
            <a:ext cx="841897"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r>
              <a:rPr lang="en-US" sz="6000" baseline="-25000" dirty="0">
                <a:solidFill>
                  <a:schemeClr val="bg1"/>
                </a:solidFill>
                <a:latin typeface="Dubai Light" panose="020B0303030403030204" pitchFamily="34" charset="-78"/>
                <a:cs typeface="Dubai Light" panose="020B0303030403030204" pitchFamily="34" charset="-78"/>
              </a:rPr>
              <a:t>k</a:t>
            </a:r>
          </a:p>
        </p:txBody>
      </p:sp>
      <p:sp>
        <p:nvSpPr>
          <p:cNvPr id="322" name="TextBox 321">
            <a:extLst>
              <a:ext uri="{FF2B5EF4-FFF2-40B4-BE49-F238E27FC236}">
                <a16:creationId xmlns:a16="http://schemas.microsoft.com/office/drawing/2014/main" id="{F97B340A-84CE-4E39-8490-0313742311C6}"/>
              </a:ext>
            </a:extLst>
          </p:cNvPr>
          <p:cNvSpPr txBox="1"/>
          <p:nvPr/>
        </p:nvSpPr>
        <p:spPr>
          <a:xfrm>
            <a:off x="6302165" y="3706578"/>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323" name="TextBox 322">
            <a:extLst>
              <a:ext uri="{FF2B5EF4-FFF2-40B4-BE49-F238E27FC236}">
                <a16:creationId xmlns:a16="http://schemas.microsoft.com/office/drawing/2014/main" id="{1BE3DD68-7E77-4631-AFA5-F08637295362}"/>
              </a:ext>
            </a:extLst>
          </p:cNvPr>
          <p:cNvSpPr txBox="1"/>
          <p:nvPr/>
        </p:nvSpPr>
        <p:spPr>
          <a:xfrm>
            <a:off x="11063926" y="3707489"/>
            <a:ext cx="776175" cy="1569660"/>
          </a:xfrm>
          <a:prstGeom prst="rect">
            <a:avLst/>
          </a:prstGeom>
          <a:noFill/>
        </p:spPr>
        <p:txBody>
          <a:bodyPr wrap="none" rtlCol="0">
            <a:spAutoFit/>
          </a:bodyPr>
          <a:lstStyle/>
          <a:p>
            <a:r>
              <a:rPr lang="en-US" sz="9600" dirty="0">
                <a:solidFill>
                  <a:schemeClr val="bg1"/>
                </a:solidFill>
              </a:rPr>
              <a:t>}</a:t>
            </a:r>
            <a:endParaRPr lang="en-US" sz="9600" dirty="0">
              <a:solidFill>
                <a:schemeClr val="bg1"/>
              </a:solidFill>
              <a:latin typeface="Dubai Light" panose="020B0303030403030204" pitchFamily="34" charset="-78"/>
              <a:cs typeface="Dubai Light" panose="020B0303030403030204" pitchFamily="34" charset="-78"/>
            </a:endParaRPr>
          </a:p>
        </p:txBody>
      </p:sp>
      <p:sp>
        <p:nvSpPr>
          <p:cNvPr id="324" name="TextBox 323">
            <a:extLst>
              <a:ext uri="{FF2B5EF4-FFF2-40B4-BE49-F238E27FC236}">
                <a16:creationId xmlns:a16="http://schemas.microsoft.com/office/drawing/2014/main" id="{9732E8AC-B8A5-4E5D-A3E2-D102A53F1DCD}"/>
              </a:ext>
            </a:extLst>
          </p:cNvPr>
          <p:cNvSpPr txBox="1"/>
          <p:nvPr/>
        </p:nvSpPr>
        <p:spPr>
          <a:xfrm>
            <a:off x="8481021" y="4610927"/>
            <a:ext cx="1261884" cy="830997"/>
          </a:xfrm>
          <a:prstGeom prst="rect">
            <a:avLst/>
          </a:prstGeom>
          <a:noFill/>
        </p:spPr>
        <p:txBody>
          <a:bodyPr wrap="none" rtlCol="0">
            <a:spAutoFit/>
          </a:bodyPr>
          <a:lstStyle/>
          <a:p>
            <a:r>
              <a:rPr lang="en-US" sz="4800" dirty="0">
                <a:solidFill>
                  <a:schemeClr val="bg1"/>
                </a:solidFill>
              </a:rPr>
              <a:t>, …,</a:t>
            </a:r>
            <a:endParaRPr lang="en-US" sz="4800" dirty="0">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419800416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Strongly Universal Drop-Shape Constructor</a:t>
            </a:r>
          </a:p>
        </p:txBody>
      </p:sp>
      <p:pic>
        <p:nvPicPr>
          <p:cNvPr id="4" name="Graphic 3">
            <a:extLst>
              <a:ext uri="{FF2B5EF4-FFF2-40B4-BE49-F238E27FC236}">
                <a16:creationId xmlns:a16="http://schemas.microsoft.com/office/drawing/2014/main" id="{2552C6D1-81D1-4E1E-B2B2-F30B2A4413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04432" y="1251249"/>
            <a:ext cx="6320869" cy="5323493"/>
          </a:xfrm>
          <a:prstGeom prst="rect">
            <a:avLst/>
          </a:prstGeom>
        </p:spPr>
      </p:pic>
      <p:sp>
        <p:nvSpPr>
          <p:cNvPr id="11" name="TextBox 10">
            <a:extLst>
              <a:ext uri="{FF2B5EF4-FFF2-40B4-BE49-F238E27FC236}">
                <a16:creationId xmlns:a16="http://schemas.microsoft.com/office/drawing/2014/main" id="{BAB4B3DC-E82D-4185-8129-8F0F7C0DFB7B}"/>
              </a:ext>
            </a:extLst>
          </p:cNvPr>
          <p:cNvSpPr txBox="1"/>
          <p:nvPr/>
        </p:nvSpPr>
        <p:spPr>
          <a:xfrm>
            <a:off x="0" y="5820976"/>
            <a:ext cx="6320869" cy="954107"/>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Jose </a:t>
            </a:r>
            <a:r>
              <a:rPr lang="en-US" sz="1400" dirty="0" err="1">
                <a:solidFill>
                  <a:schemeClr val="bg1"/>
                </a:solidFill>
                <a:latin typeface="Dubai Light" panose="020B0303030403030204" pitchFamily="34" charset="-78"/>
                <a:cs typeface="Dubai Light" panose="020B0303030403030204" pitchFamily="34" charset="-78"/>
              </a:rPr>
              <a:t>Balanza</a:t>
            </a:r>
            <a:r>
              <a:rPr lang="en-US" sz="1400" dirty="0">
                <a:solidFill>
                  <a:schemeClr val="bg1"/>
                </a:solidFill>
                <a:latin typeface="Dubai Light" panose="020B0303030403030204" pitchFamily="34" charset="-78"/>
                <a:cs typeface="Dubai Light" panose="020B0303030403030204" pitchFamily="34" charset="-78"/>
              </a:rPr>
              <a:t>-Martinez, David Caballero, Angel Cantu, Luis Garcia, Austin </a:t>
            </a:r>
            <a:r>
              <a:rPr lang="en-US" sz="1400" dirty="0" err="1">
                <a:solidFill>
                  <a:schemeClr val="bg1"/>
                </a:solidFill>
                <a:latin typeface="Dubai Light" panose="020B0303030403030204" pitchFamily="34" charset="-78"/>
                <a:cs typeface="Dubai Light" panose="020B0303030403030204" pitchFamily="34" charset="-78"/>
              </a:rPr>
              <a:t>Luchsinger</a:t>
            </a:r>
            <a:r>
              <a:rPr lang="en-US" sz="1400" dirty="0">
                <a:solidFill>
                  <a:schemeClr val="bg1"/>
                </a:solidFill>
                <a:latin typeface="Dubai Light" panose="020B0303030403030204" pitchFamily="34" charset="-78"/>
                <a:cs typeface="Dubai Light" panose="020B0303030403030204" pitchFamily="34" charset="-78"/>
              </a:rPr>
              <a:t>, Rene Reyes, Robert </a:t>
            </a:r>
            <a:r>
              <a:rPr lang="en-US" sz="1400" dirty="0" err="1">
                <a:solidFill>
                  <a:schemeClr val="bg1"/>
                </a:solidFill>
                <a:latin typeface="Dubai Light" panose="020B0303030403030204" pitchFamily="34" charset="-78"/>
                <a:cs typeface="Dubai Light" panose="020B0303030403030204" pitchFamily="34" charset="-78"/>
              </a:rPr>
              <a:t>Schweller</a:t>
            </a:r>
            <a:r>
              <a:rPr lang="en-US" sz="1400" dirty="0">
                <a:solidFill>
                  <a:schemeClr val="bg1"/>
                </a:solidFill>
                <a:latin typeface="Dubai Light" panose="020B0303030403030204" pitchFamily="34" charset="-78"/>
                <a:cs typeface="Dubai Light" panose="020B0303030403030204" pitchFamily="34" charset="-78"/>
              </a:rPr>
              <a:t>, and Tim Wylie, Full tilt: Universal constructors for general shapes with uniform external forces, 30th Annual ACM-SIAM Symposium on Discrete Algorithms, SODA’19, 2019.</a:t>
            </a:r>
          </a:p>
        </p:txBody>
      </p:sp>
    </p:spTree>
    <p:extLst>
      <p:ext uri="{BB962C8B-B14F-4D97-AF65-F5344CB8AC3E}">
        <p14:creationId xmlns:p14="http://schemas.microsoft.com/office/powerpoint/2010/main" val="123845613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14:m>
                  <m:oMath xmlns:m="http://schemas.openxmlformats.org/officeDocument/2006/math">
                    <m:sSub>
                      <m:sSubPr>
                        <m:ctrlPr>
                          <a:rPr lang="en-US" sz="4000" i="1" smtClean="0">
                            <a:solidFill>
                              <a:schemeClr val="bg1"/>
                            </a:solidFill>
                            <a:latin typeface="Cambria Math" panose="02040503050406030204" pitchFamily="18" charset="0"/>
                            <a:cs typeface="Dubai Light" panose="020B0303030403030204" pitchFamily="34" charset="-78"/>
                          </a:rPr>
                        </m:ctrlPr>
                      </m:sSubPr>
                      <m:e>
                        <m:r>
                          <a:rPr lang="en-US" sz="400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m:rPr>
                            <m:sty m:val="p"/>
                          </m:rPr>
                          <a:rPr lang="en-US" sz="4000" b="0"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i</m:t>
                        </m:r>
                      </m:sub>
                    </m:sSub>
                    <m:r>
                      <a:rPr lang="en-US" sz="4000" i="1">
                        <a:solidFill>
                          <a:schemeClr val="bg1"/>
                        </a:solidFill>
                        <a:latin typeface="Cambria Math" panose="02040503050406030204" pitchFamily="18" charset="0"/>
                        <a:cs typeface="Dubai Light" panose="020B0303030403030204" pitchFamily="34" charset="-78"/>
                      </a:rPr>
                      <m:t> </m:t>
                    </m:r>
                  </m:oMath>
                </a14:m>
                <a:r>
                  <a:rPr lang="en-US" sz="4000" dirty="0">
                    <a:solidFill>
                      <a:schemeClr val="bg1"/>
                    </a:solidFill>
                    <a:latin typeface="Dubai Light" panose="020B0303030403030204" pitchFamily="34" charset="-78"/>
                    <a:cs typeface="Dubai Light" panose="020B0303030403030204" pitchFamily="34" charset="-78"/>
                  </a:rPr>
                  <a:t>Constructor</a:t>
                </a:r>
              </a:p>
            </p:txBody>
          </p:sp>
        </mc:Choice>
        <mc:Fallback xmlns="">
          <p:sp>
            <p:nvSpPr>
              <p:cNvPr id="297" name="TextBox 296">
                <a:extLst>
                  <a:ext uri="{FF2B5EF4-FFF2-40B4-BE49-F238E27FC236}">
                    <a16:creationId xmlns:a16="http://schemas.microsoft.com/office/drawing/2014/main" id="{ABA53BD2-A943-465D-8A90-43946539328C}"/>
                  </a:ext>
                </a:extLst>
              </p:cNvPr>
              <p:cNvSpPr txBox="1">
                <a:spLocks noRot="1" noChangeAspect="1" noMove="1" noResize="1" noEditPoints="1" noAdjustHandles="1" noChangeArrowheads="1" noChangeShapeType="1" noTextEdit="1"/>
              </p:cNvSpPr>
              <p:nvPr/>
            </p:nvSpPr>
            <p:spPr>
              <a:xfrm>
                <a:off x="0" y="190124"/>
                <a:ext cx="12192000" cy="707886"/>
              </a:xfrm>
              <a:prstGeom prst="rect">
                <a:avLst/>
              </a:prstGeom>
              <a:blipFill>
                <a:blip r:embed="rId3"/>
                <a:stretch>
                  <a:fillRect t="-12069" b="-39655"/>
                </a:stretch>
              </a:blipFill>
            </p:spPr>
            <p:txBody>
              <a:bodyPr/>
              <a:lstStyle/>
              <a:p>
                <a:r>
                  <a:rPr lang="en-US">
                    <a:noFill/>
                  </a:rPr>
                  <a:t> </a:t>
                </a:r>
              </a:p>
            </p:txBody>
          </p:sp>
        </mc:Fallback>
      </mc:AlternateContent>
      <p:pic>
        <p:nvPicPr>
          <p:cNvPr id="3" name="Graphic 2">
            <a:extLst>
              <a:ext uri="{FF2B5EF4-FFF2-40B4-BE49-F238E27FC236}">
                <a16:creationId xmlns:a16="http://schemas.microsoft.com/office/drawing/2014/main" id="{B4BF5B73-C5A4-4352-A7F9-D1A73440A3F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85193" y="898010"/>
            <a:ext cx="5621614" cy="5349710"/>
          </a:xfrm>
          <a:prstGeom prst="rect">
            <a:avLst/>
          </a:prstGeom>
        </p:spPr>
      </p:pic>
    </p:spTree>
    <p:extLst>
      <p:ext uri="{BB962C8B-B14F-4D97-AF65-F5344CB8AC3E}">
        <p14:creationId xmlns:p14="http://schemas.microsoft.com/office/powerpoint/2010/main" val="74828270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14:m>
                  <m:oMath xmlns:m="http://schemas.openxmlformats.org/officeDocument/2006/math">
                    <m:r>
                      <a:rPr lang="en-US" sz="4000" i="1">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r>
                      <a:rPr lang="en-US" sz="4000" i="1">
                        <a:solidFill>
                          <a:schemeClr val="bg1"/>
                        </a:solidFill>
                        <a:latin typeface="Cambria Math" panose="02040503050406030204" pitchFamily="18" charset="0"/>
                        <a:ea typeface="Cambria Math" panose="02040503050406030204" pitchFamily="18" charset="0"/>
                        <a:cs typeface="Dubai Light" panose="020B0303030403030204" pitchFamily="34" charset="-78"/>
                      </a:rPr>
                      <m:t> </m:t>
                    </m:r>
                  </m:oMath>
                </a14:m>
                <a:r>
                  <a:rPr lang="en-US" sz="4000" dirty="0">
                    <a:solidFill>
                      <a:schemeClr val="bg1"/>
                    </a:solidFill>
                    <a:latin typeface="Dubai Light" panose="020B0303030403030204" pitchFamily="34" charset="-78"/>
                    <a:cs typeface="Dubai Light" panose="020B0303030403030204" pitchFamily="34" charset="-78"/>
                  </a:rPr>
                  <a:t>Constructor</a:t>
                </a:r>
              </a:p>
            </p:txBody>
          </p:sp>
        </mc:Choice>
        <mc:Fallback xmlns="">
          <p:sp>
            <p:nvSpPr>
              <p:cNvPr id="297" name="TextBox 296">
                <a:extLst>
                  <a:ext uri="{FF2B5EF4-FFF2-40B4-BE49-F238E27FC236}">
                    <a16:creationId xmlns:a16="http://schemas.microsoft.com/office/drawing/2014/main" id="{ABA53BD2-A943-465D-8A90-43946539328C}"/>
                  </a:ext>
                </a:extLst>
              </p:cNvPr>
              <p:cNvSpPr txBox="1">
                <a:spLocks noRot="1" noChangeAspect="1" noMove="1" noResize="1" noEditPoints="1" noAdjustHandles="1" noChangeArrowheads="1" noChangeShapeType="1" noTextEdit="1"/>
              </p:cNvSpPr>
              <p:nvPr/>
            </p:nvSpPr>
            <p:spPr>
              <a:xfrm>
                <a:off x="0" y="190124"/>
                <a:ext cx="12192000" cy="707886"/>
              </a:xfrm>
              <a:prstGeom prst="rect">
                <a:avLst/>
              </a:prstGeom>
              <a:blipFill>
                <a:blip r:embed="rId3"/>
                <a:stretch>
                  <a:fillRect t="-12069" b="-39655"/>
                </a:stretch>
              </a:blipFill>
            </p:spPr>
            <p:txBody>
              <a:bodyPr/>
              <a:lstStyle/>
              <a:p>
                <a:r>
                  <a:rPr lang="en-US">
                    <a:noFill/>
                  </a:rPr>
                  <a:t> </a:t>
                </a:r>
              </a:p>
            </p:txBody>
          </p:sp>
        </mc:Fallback>
      </mc:AlternateContent>
      <p:sp>
        <p:nvSpPr>
          <p:cNvPr id="7" name="Left Brace 6">
            <a:extLst>
              <a:ext uri="{FF2B5EF4-FFF2-40B4-BE49-F238E27FC236}">
                <a16:creationId xmlns:a16="http://schemas.microsoft.com/office/drawing/2014/main" id="{BC2B5C6C-FA8D-4C98-A66F-9003FAC02BC3}"/>
              </a:ext>
            </a:extLst>
          </p:cNvPr>
          <p:cNvSpPr/>
          <p:nvPr/>
        </p:nvSpPr>
        <p:spPr>
          <a:xfrm rot="16200000">
            <a:off x="4441457" y="337791"/>
            <a:ext cx="780854" cy="8408711"/>
          </a:xfrm>
          <a:prstGeom prst="lef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8D3306D-5489-4E69-8995-4191AE0D6626}"/>
                  </a:ext>
                </a:extLst>
              </p:cNvPr>
              <p:cNvSpPr txBox="1"/>
              <p:nvPr/>
            </p:nvSpPr>
            <p:spPr>
              <a:xfrm>
                <a:off x="1989471" y="5215623"/>
                <a:ext cx="5684825" cy="70788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sz="4000" i="1" smtClean="0">
                              <a:solidFill>
                                <a:schemeClr val="bg1"/>
                              </a:solidFill>
                              <a:latin typeface="Cambria Math" panose="02040503050406030204" pitchFamily="18" charset="0"/>
                              <a:cs typeface="Dubai Light" panose="020B0303030403030204" pitchFamily="34" charset="-78"/>
                            </a:rPr>
                          </m:ctrlPr>
                        </m:dPr>
                        <m:e>
                          <m:func>
                            <m:funcPr>
                              <m:ctrlPr>
                                <a:rPr lang="en-US" sz="4000" i="1" smtClean="0">
                                  <a:solidFill>
                                    <a:schemeClr val="bg1"/>
                                  </a:solidFill>
                                  <a:latin typeface="Cambria Math" panose="02040503050406030204" pitchFamily="18" charset="0"/>
                                  <a:cs typeface="Dubai Light" panose="020B0303030403030204" pitchFamily="34" charset="-78"/>
                                </a:rPr>
                              </m:ctrlPr>
                            </m:funcPr>
                            <m:fName>
                              <m:r>
                                <m:rPr>
                                  <m:sty m:val="p"/>
                                </m:rPr>
                                <a:rPr lang="en-US" sz="4000" i="0" smtClean="0">
                                  <a:solidFill>
                                    <a:schemeClr val="bg1"/>
                                  </a:solidFill>
                                  <a:latin typeface="Cambria Math" panose="02040503050406030204" pitchFamily="18" charset="0"/>
                                  <a:cs typeface="Dubai Light" panose="020B0303030403030204" pitchFamily="34" charset="-78"/>
                                </a:rPr>
                                <m:t>log</m:t>
                              </m:r>
                            </m:fName>
                            <m:e>
                              <m:r>
                                <a:rPr lang="en-US" sz="4000" b="0" i="1" smtClean="0">
                                  <a:solidFill>
                                    <a:schemeClr val="bg1"/>
                                  </a:solidFill>
                                  <a:latin typeface="Cambria Math" panose="02040503050406030204" pitchFamily="18" charset="0"/>
                                  <a:cs typeface="Dubai Light" panose="020B0303030403030204" pitchFamily="34" charset="-78"/>
                                </a:rPr>
                                <m:t>𝑤h</m:t>
                              </m:r>
                            </m:e>
                          </m:func>
                        </m:e>
                      </m:d>
                      <m:r>
                        <a:rPr lang="en-US" sz="4000" b="0" i="1" smtClean="0">
                          <a:solidFill>
                            <a:schemeClr val="bg1"/>
                          </a:solidFill>
                          <a:latin typeface="Cambria Math" panose="02040503050406030204" pitchFamily="18" charset="0"/>
                          <a:cs typeface="Dubai Light" panose="020B0303030403030204" pitchFamily="34" charset="-78"/>
                        </a:rPr>
                        <m:t> −1</m:t>
                      </m:r>
                    </m:oMath>
                  </m:oMathPara>
                </a14:m>
                <a:endParaRPr lang="en-US" sz="4000" dirty="0">
                  <a:solidFill>
                    <a:schemeClr val="bg1"/>
                  </a:solidFill>
                  <a:latin typeface="Dubai Light" panose="020B0303030403030204" pitchFamily="34" charset="-78"/>
                  <a:cs typeface="Dubai Light" panose="020B0303030403030204" pitchFamily="34" charset="-78"/>
                </a:endParaRPr>
              </a:p>
            </p:txBody>
          </p:sp>
        </mc:Choice>
        <mc:Fallback xmlns="">
          <p:sp>
            <p:nvSpPr>
              <p:cNvPr id="9" name="TextBox 8">
                <a:extLst>
                  <a:ext uri="{FF2B5EF4-FFF2-40B4-BE49-F238E27FC236}">
                    <a16:creationId xmlns:a16="http://schemas.microsoft.com/office/drawing/2014/main" id="{58D3306D-5489-4E69-8995-4191AE0D6626}"/>
                  </a:ext>
                </a:extLst>
              </p:cNvPr>
              <p:cNvSpPr txBox="1">
                <a:spLocks noRot="1" noChangeAspect="1" noMove="1" noResize="1" noEditPoints="1" noAdjustHandles="1" noChangeArrowheads="1" noChangeShapeType="1" noTextEdit="1"/>
              </p:cNvSpPr>
              <p:nvPr/>
            </p:nvSpPr>
            <p:spPr>
              <a:xfrm>
                <a:off x="1989471" y="5215623"/>
                <a:ext cx="5684825" cy="707886"/>
              </a:xfrm>
              <a:prstGeom prst="rect">
                <a:avLst/>
              </a:prstGeom>
              <a:blipFill>
                <a:blip r:embed="rId4"/>
                <a:stretch>
                  <a:fillRect/>
                </a:stretch>
              </a:blipFill>
            </p:spPr>
            <p:txBody>
              <a:bodyPr/>
              <a:lstStyle/>
              <a:p>
                <a:r>
                  <a:rPr lang="en-US">
                    <a:noFill/>
                  </a:rPr>
                  <a:t> </a:t>
                </a:r>
              </a:p>
            </p:txBody>
          </p:sp>
        </mc:Fallback>
      </mc:AlternateContent>
      <p:pic>
        <p:nvPicPr>
          <p:cNvPr id="8" name="Graphic 7">
            <a:extLst>
              <a:ext uri="{FF2B5EF4-FFF2-40B4-BE49-F238E27FC236}">
                <a16:creationId xmlns:a16="http://schemas.microsoft.com/office/drawing/2014/main" id="{7797086B-8F28-4808-AC5D-6812E751880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699" y="1052764"/>
            <a:ext cx="10563458" cy="2944201"/>
          </a:xfrm>
          <a:prstGeom prst="rect">
            <a:avLst/>
          </a:prstGeom>
        </p:spPr>
      </p:pic>
    </p:spTree>
    <p:extLst>
      <p:ext uri="{BB962C8B-B14F-4D97-AF65-F5344CB8AC3E}">
        <p14:creationId xmlns:p14="http://schemas.microsoft.com/office/powerpoint/2010/main" val="249221011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9B4994-6278-4E42-9151-918285245972}"/>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Shape Builder Results</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EA29832-A680-46BB-936C-A72897AE5017}"/>
                  </a:ext>
                </a:extLst>
              </p:cNvPr>
              <p:cNvGraphicFramePr>
                <a:graphicFrameLocks noGrp="1"/>
              </p:cNvGraphicFramePr>
              <p:nvPr/>
            </p:nvGraphicFramePr>
            <p:xfrm>
              <a:off x="1414733" y="1017918"/>
              <a:ext cx="9005975" cy="3105509"/>
            </p:xfrm>
            <a:graphic>
              <a:graphicData uri="http://schemas.openxmlformats.org/drawingml/2006/table">
                <a:tbl>
                  <a:tblPr firstRow="1" bandRow="1">
                    <a:tableStyleId>{C4B1156A-380E-4F78-BDF5-A606A8083BF9}</a:tableStyleId>
                  </a:tblPr>
                  <a:tblGrid>
                    <a:gridCol w="3266619">
                      <a:extLst>
                        <a:ext uri="{9D8B030D-6E8A-4147-A177-3AD203B41FA5}">
                          <a16:colId xmlns:a16="http://schemas.microsoft.com/office/drawing/2014/main" val="3140209983"/>
                        </a:ext>
                      </a:extLst>
                    </a:gridCol>
                    <a:gridCol w="1492504">
                      <a:extLst>
                        <a:ext uri="{9D8B030D-6E8A-4147-A177-3AD203B41FA5}">
                          <a16:colId xmlns:a16="http://schemas.microsoft.com/office/drawing/2014/main" val="3922501285"/>
                        </a:ext>
                      </a:extLst>
                    </a:gridCol>
                    <a:gridCol w="1717305">
                      <a:extLst>
                        <a:ext uri="{9D8B030D-6E8A-4147-A177-3AD203B41FA5}">
                          <a16:colId xmlns:a16="http://schemas.microsoft.com/office/drawing/2014/main" val="1865572204"/>
                        </a:ext>
                      </a:extLst>
                    </a:gridCol>
                    <a:gridCol w="2529547">
                      <a:extLst>
                        <a:ext uri="{9D8B030D-6E8A-4147-A177-3AD203B41FA5}">
                          <a16:colId xmlns:a16="http://schemas.microsoft.com/office/drawing/2014/main" val="761501911"/>
                        </a:ext>
                      </a:extLst>
                    </a:gridCol>
                  </a:tblGrid>
                  <a:tr h="935634">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542074">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542074">
                    <a:tc>
                      <a:txBody>
                        <a:bodyPr/>
                        <a:lstStyle/>
                        <a:p>
                          <a:pPr algn="ctr"/>
                          <a:r>
                            <a:rPr lang="en-US" b="0" dirty="0">
                              <a:latin typeface="Dubai" panose="020B0503030403030204" pitchFamily="34" charset="-78"/>
                              <a:cs typeface="Dubai" panose="020B0503030403030204" pitchFamily="34" charset="-78"/>
                            </a:rPr>
                            <a:t>Fixed Shape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Dubai" panose="020B0503030403030204" pitchFamily="34" charset="-78"/>
                              <a:cs typeface="Dubai" panose="020B0503030403030204" pitchFamily="34" charset="-78"/>
                            </a:rPr>
                            <a:t>2-CUT/</a:t>
                          </a:r>
                          <a14:m>
                            <m:oMath xmlns:m="http://schemas.openxmlformats.org/officeDocument/2006/math">
                              <m:r>
                                <a:rPr lang="en-US" sz="1800" b="1"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𝕯</m:t>
                              </m:r>
                            </m:oMath>
                          </a14:m>
                          <a:endParaRPr lang="en-US" b="1" i="0"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2018</a:t>
                          </a:r>
                        </a:p>
                      </a:txBody>
                      <a:tcPr/>
                    </a:tc>
                    <a:extLst>
                      <a:ext uri="{0D108BD9-81ED-4DB2-BD59-A6C34878D82A}">
                        <a16:rowId xmlns:a16="http://schemas.microsoft.com/office/drawing/2014/main" val="3185818201"/>
                      </a:ext>
                    </a:extLst>
                  </a:tr>
                  <a:tr h="542074">
                    <a:tc>
                      <a:txBody>
                        <a:bodyPr/>
                        <a:lstStyle/>
                        <a:p>
                          <a:pPr algn="ctr"/>
                          <a:r>
                            <a:rPr lang="en-US" b="0" dirty="0">
                              <a:latin typeface="Dubai" panose="020B0503030403030204" pitchFamily="34" charset="-78"/>
                              <a:cs typeface="Dubai" panose="020B0503030403030204" pitchFamily="34" charset="-78"/>
                            </a:rPr>
                            <a:t>Universal Constructor</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018220157"/>
                      </a:ext>
                    </a:extLst>
                  </a:tr>
                  <a:tr h="543653">
                    <a:tc>
                      <a:txBody>
                        <a:bodyPr/>
                        <a:lstStyle/>
                        <a:p>
                          <a:pPr algn="ctr"/>
                          <a:r>
                            <a:rPr lang="en-US" b="1" dirty="0">
                              <a:latin typeface="Dubai" panose="020B0503030403030204" pitchFamily="34" charset="-78"/>
                              <a:cs typeface="Dubai" panose="020B0503030403030204" pitchFamily="34" charset="-78"/>
                            </a:rPr>
                            <a:t>Universal Constructor</a:t>
                          </a:r>
                        </a:p>
                      </a:txBody>
                      <a:tcPr/>
                    </a:tc>
                    <a:tc>
                      <a:txBody>
                        <a:bodyPr/>
                        <a:lstStyle/>
                        <a:p>
                          <a:pPr algn="ctr"/>
                          <a:r>
                            <a:rPr lang="en-US" sz="1800" b="1" dirty="0">
                              <a:solidFill>
                                <a:schemeClr val="bg1"/>
                              </a:solidFill>
                              <a:ea typeface="Cambria Math" panose="02040503050406030204" pitchFamily="18" charset="0"/>
                              <a:cs typeface="Dubai Light" panose="020B0303030403030204" pitchFamily="34" charset="-78"/>
                            </a:rPr>
                            <a:t>2-CUT/</a:t>
                          </a:r>
                          <a14:m>
                            <m:oMath xmlns:m="http://schemas.openxmlformats.org/officeDocument/2006/math">
                              <m:r>
                                <a:rPr lang="en-US" sz="1800" b="1"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𝕯</m:t>
                              </m:r>
                            </m:oMath>
                          </a14:m>
                          <a:endParaRPr lang="en-US" b="1" i="0"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latin typeface="Dubai" panose="020B0503030403030204" pitchFamily="34" charset="-78"/>
                              <a:cs typeface="Dubai" panose="020B0503030403030204" pitchFamily="34" charset="-78"/>
                            </a:rPr>
                            <a:t>O</a:t>
                          </a:r>
                          <a:r>
                            <a:rPr lang="en-US" b="1" i="0" dirty="0">
                              <a:latin typeface="Dubai" panose="020B0503030403030204" pitchFamily="34" charset="-78"/>
                              <a:cs typeface="Dubai" panose="020B0503030403030204" pitchFamily="34" charset="-78"/>
                            </a:rPr>
                            <a:t>(w</a:t>
                          </a:r>
                          <a:r>
                            <a:rPr lang="en-US" b="1" i="0" baseline="30000" dirty="0">
                              <a:latin typeface="Dubai" panose="020B0503030403030204" pitchFamily="34" charset="-78"/>
                              <a:cs typeface="Dubai" panose="020B0503030403030204" pitchFamily="34" charset="-78"/>
                            </a:rPr>
                            <a:t>2</a:t>
                          </a:r>
                          <a:r>
                            <a:rPr lang="en-US" b="1" i="0" dirty="0">
                              <a:latin typeface="Dubai" panose="020B0503030403030204" pitchFamily="34" charset="-78"/>
                              <a:cs typeface="Dubai" panose="020B0503030403030204" pitchFamily="34" charset="-78"/>
                            </a:rPr>
                            <a:t>h</a:t>
                          </a:r>
                          <a:r>
                            <a:rPr lang="en-US" b="1" i="0" baseline="30000" dirty="0">
                              <a:latin typeface="Dubai" panose="020B0503030403030204" pitchFamily="34" charset="-78"/>
                              <a:cs typeface="Dubai" panose="020B0503030403030204" pitchFamily="34" charset="-78"/>
                            </a:rPr>
                            <a:t>3</a:t>
                          </a:r>
                          <a:r>
                            <a:rPr lang="en-US" b="1" i="0" dirty="0">
                              <a:latin typeface="Dubai" panose="020B0503030403030204" pitchFamily="34" charset="-78"/>
                              <a:cs typeface="Dubai" panose="020B0503030403030204" pitchFamily="34" charset="-78"/>
                            </a:rPr>
                            <a:t>)</a:t>
                          </a:r>
                          <a:endParaRPr lang="en-US" b="1"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4132430075"/>
                      </a:ext>
                    </a:extLst>
                  </a:tr>
                </a:tbl>
              </a:graphicData>
            </a:graphic>
          </p:graphicFrame>
        </mc:Choice>
        <mc:Fallback xmlns="">
          <p:graphicFrame>
            <p:nvGraphicFramePr>
              <p:cNvPr id="6" name="Table 5">
                <a:extLst>
                  <a:ext uri="{FF2B5EF4-FFF2-40B4-BE49-F238E27FC236}">
                    <a16:creationId xmlns:a16="http://schemas.microsoft.com/office/drawing/2014/main" id="{EEA29832-A680-46BB-936C-A72897AE5017}"/>
                  </a:ext>
                </a:extLst>
              </p:cNvPr>
              <p:cNvGraphicFramePr>
                <a:graphicFrameLocks noGrp="1"/>
              </p:cNvGraphicFramePr>
              <p:nvPr>
                <p:extLst>
                  <p:ext uri="{D42A27DB-BD31-4B8C-83A1-F6EECF244321}">
                    <p14:modId xmlns:p14="http://schemas.microsoft.com/office/powerpoint/2010/main" val="1155947823"/>
                  </p:ext>
                </p:extLst>
              </p:nvPr>
            </p:nvGraphicFramePr>
            <p:xfrm>
              <a:off x="1414733" y="1017918"/>
              <a:ext cx="9005975" cy="3105509"/>
            </p:xfrm>
            <a:graphic>
              <a:graphicData uri="http://schemas.openxmlformats.org/drawingml/2006/table">
                <a:tbl>
                  <a:tblPr firstRow="1" bandRow="1">
                    <a:tableStyleId>{C4B1156A-380E-4F78-BDF5-A606A8083BF9}</a:tableStyleId>
                  </a:tblPr>
                  <a:tblGrid>
                    <a:gridCol w="3266619">
                      <a:extLst>
                        <a:ext uri="{9D8B030D-6E8A-4147-A177-3AD203B41FA5}">
                          <a16:colId xmlns:a16="http://schemas.microsoft.com/office/drawing/2014/main" val="3140209983"/>
                        </a:ext>
                      </a:extLst>
                    </a:gridCol>
                    <a:gridCol w="1492504">
                      <a:extLst>
                        <a:ext uri="{9D8B030D-6E8A-4147-A177-3AD203B41FA5}">
                          <a16:colId xmlns:a16="http://schemas.microsoft.com/office/drawing/2014/main" val="3922501285"/>
                        </a:ext>
                      </a:extLst>
                    </a:gridCol>
                    <a:gridCol w="1717305">
                      <a:extLst>
                        <a:ext uri="{9D8B030D-6E8A-4147-A177-3AD203B41FA5}">
                          <a16:colId xmlns:a16="http://schemas.microsoft.com/office/drawing/2014/main" val="1865572204"/>
                        </a:ext>
                      </a:extLst>
                    </a:gridCol>
                    <a:gridCol w="2529547">
                      <a:extLst>
                        <a:ext uri="{9D8B030D-6E8A-4147-A177-3AD203B41FA5}">
                          <a16:colId xmlns:a16="http://schemas.microsoft.com/office/drawing/2014/main" val="761501911"/>
                        </a:ext>
                      </a:extLst>
                    </a:gridCol>
                  </a:tblGrid>
                  <a:tr h="935634">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542074">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542074">
                    <a:tc>
                      <a:txBody>
                        <a:bodyPr/>
                        <a:lstStyle/>
                        <a:p>
                          <a:pPr algn="ctr"/>
                          <a:r>
                            <a:rPr lang="en-US" b="0" dirty="0">
                              <a:latin typeface="Dubai" panose="020B0503030403030204" pitchFamily="34" charset="-78"/>
                              <a:cs typeface="Dubai" panose="020B0503030403030204" pitchFamily="34" charset="-78"/>
                            </a:rPr>
                            <a:t>Fixed Shape</a:t>
                          </a:r>
                        </a:p>
                      </a:txBody>
                      <a:tcPr/>
                    </a:tc>
                    <a:tc>
                      <a:txBody>
                        <a:bodyPr/>
                        <a:lstStyle/>
                        <a:p>
                          <a:endParaRPr lang="en-US"/>
                        </a:p>
                      </a:txBody>
                      <a:tcPr>
                        <a:blipFill>
                          <a:blip r:embed="rId3"/>
                          <a:stretch>
                            <a:fillRect l="-219184" t="-278652" r="-285306" b="-20337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2018</a:t>
                          </a:r>
                        </a:p>
                      </a:txBody>
                      <a:tcPr/>
                    </a:tc>
                    <a:extLst>
                      <a:ext uri="{0D108BD9-81ED-4DB2-BD59-A6C34878D82A}">
                        <a16:rowId xmlns:a16="http://schemas.microsoft.com/office/drawing/2014/main" val="3185818201"/>
                      </a:ext>
                    </a:extLst>
                  </a:tr>
                  <a:tr h="542074">
                    <a:tc>
                      <a:txBody>
                        <a:bodyPr/>
                        <a:lstStyle/>
                        <a:p>
                          <a:pPr algn="ctr"/>
                          <a:r>
                            <a:rPr lang="en-US" b="0" dirty="0">
                              <a:latin typeface="Dubai" panose="020B0503030403030204" pitchFamily="34" charset="-78"/>
                              <a:cs typeface="Dubai" panose="020B0503030403030204" pitchFamily="34" charset="-78"/>
                            </a:rPr>
                            <a:t>Universal Constructor</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018220157"/>
                      </a:ext>
                    </a:extLst>
                  </a:tr>
                  <a:tr h="543653">
                    <a:tc>
                      <a:txBody>
                        <a:bodyPr/>
                        <a:lstStyle/>
                        <a:p>
                          <a:pPr algn="ctr"/>
                          <a:r>
                            <a:rPr lang="en-US" b="1" dirty="0">
                              <a:latin typeface="Dubai" panose="020B0503030403030204" pitchFamily="34" charset="-78"/>
                              <a:cs typeface="Dubai" panose="020B0503030403030204" pitchFamily="34" charset="-78"/>
                            </a:rPr>
                            <a:t>Universal Constructor</a:t>
                          </a:r>
                        </a:p>
                      </a:txBody>
                      <a:tcPr/>
                    </a:tc>
                    <a:tc>
                      <a:txBody>
                        <a:bodyPr/>
                        <a:lstStyle/>
                        <a:p>
                          <a:endParaRPr lang="en-US"/>
                        </a:p>
                      </a:txBody>
                      <a:tcPr>
                        <a:blipFill>
                          <a:blip r:embed="rId3"/>
                          <a:stretch>
                            <a:fillRect l="-219184" t="-479775" r="-285306" b="-224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latin typeface="Dubai" panose="020B0503030403030204" pitchFamily="34" charset="-78"/>
                              <a:cs typeface="Dubai" panose="020B0503030403030204" pitchFamily="34" charset="-78"/>
                            </a:rPr>
                            <a:t>O</a:t>
                          </a:r>
                          <a:r>
                            <a:rPr lang="en-US" b="1" i="0" dirty="0">
                              <a:latin typeface="Dubai" panose="020B0503030403030204" pitchFamily="34" charset="-78"/>
                              <a:cs typeface="Dubai" panose="020B0503030403030204" pitchFamily="34" charset="-78"/>
                            </a:rPr>
                            <a:t>(w</a:t>
                          </a:r>
                          <a:r>
                            <a:rPr lang="en-US" b="1" i="0" baseline="30000" dirty="0">
                              <a:latin typeface="Dubai" panose="020B0503030403030204" pitchFamily="34" charset="-78"/>
                              <a:cs typeface="Dubai" panose="020B0503030403030204" pitchFamily="34" charset="-78"/>
                            </a:rPr>
                            <a:t>2</a:t>
                          </a:r>
                          <a:r>
                            <a:rPr lang="en-US" b="1" i="0" dirty="0">
                              <a:latin typeface="Dubai" panose="020B0503030403030204" pitchFamily="34" charset="-78"/>
                              <a:cs typeface="Dubai" panose="020B0503030403030204" pitchFamily="34" charset="-78"/>
                            </a:rPr>
                            <a:t>h</a:t>
                          </a:r>
                          <a:r>
                            <a:rPr lang="en-US" b="1" i="0" baseline="30000" dirty="0">
                              <a:latin typeface="Dubai" panose="020B0503030403030204" pitchFamily="34" charset="-78"/>
                              <a:cs typeface="Dubai" panose="020B0503030403030204" pitchFamily="34" charset="-78"/>
                            </a:rPr>
                            <a:t>3</a:t>
                          </a:r>
                          <a:r>
                            <a:rPr lang="en-US" b="1" i="0" dirty="0">
                              <a:latin typeface="Dubai" panose="020B0503030403030204" pitchFamily="34" charset="-78"/>
                              <a:cs typeface="Dubai" panose="020B0503030403030204" pitchFamily="34" charset="-78"/>
                            </a:rPr>
                            <a:t>)</a:t>
                          </a:r>
                          <a:endParaRPr lang="en-US" b="1"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4132430075"/>
                      </a:ext>
                    </a:extLst>
                  </a:tr>
                </a:tbl>
              </a:graphicData>
            </a:graphic>
          </p:graphicFrame>
        </mc:Fallback>
      </mc:AlternateContent>
      <p:sp>
        <p:nvSpPr>
          <p:cNvPr id="5" name="TextBox 4">
            <a:extLst>
              <a:ext uri="{FF2B5EF4-FFF2-40B4-BE49-F238E27FC236}">
                <a16:creationId xmlns:a16="http://schemas.microsoft.com/office/drawing/2014/main" id="{94590596-1692-4373-A1DC-4D1CAE3AC753}"/>
              </a:ext>
            </a:extLst>
          </p:cNvPr>
          <p:cNvSpPr txBox="1"/>
          <p:nvPr/>
        </p:nvSpPr>
        <p:spPr>
          <a:xfrm>
            <a:off x="0" y="5820976"/>
            <a:ext cx="6320869" cy="954107"/>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Jose </a:t>
            </a:r>
            <a:r>
              <a:rPr lang="en-US" sz="1400" dirty="0" err="1">
                <a:solidFill>
                  <a:schemeClr val="bg1"/>
                </a:solidFill>
                <a:latin typeface="Dubai Light" panose="020B0303030403030204" pitchFamily="34" charset="-78"/>
                <a:cs typeface="Dubai Light" panose="020B0303030403030204" pitchFamily="34" charset="-78"/>
              </a:rPr>
              <a:t>Balanza</a:t>
            </a:r>
            <a:r>
              <a:rPr lang="en-US" sz="1400" dirty="0">
                <a:solidFill>
                  <a:schemeClr val="bg1"/>
                </a:solidFill>
                <a:latin typeface="Dubai Light" panose="020B0303030403030204" pitchFamily="34" charset="-78"/>
                <a:cs typeface="Dubai Light" panose="020B0303030403030204" pitchFamily="34" charset="-78"/>
              </a:rPr>
              <a:t>-Martinez, David Caballero, Angel Cantu, Luis Garcia, Austin </a:t>
            </a:r>
            <a:r>
              <a:rPr lang="en-US" sz="1400" dirty="0" err="1">
                <a:solidFill>
                  <a:schemeClr val="bg1"/>
                </a:solidFill>
                <a:latin typeface="Dubai Light" panose="020B0303030403030204" pitchFamily="34" charset="-78"/>
                <a:cs typeface="Dubai Light" panose="020B0303030403030204" pitchFamily="34" charset="-78"/>
              </a:rPr>
              <a:t>Luchsinger</a:t>
            </a:r>
            <a:r>
              <a:rPr lang="en-US" sz="1400" dirty="0">
                <a:solidFill>
                  <a:schemeClr val="bg1"/>
                </a:solidFill>
                <a:latin typeface="Dubai Light" panose="020B0303030403030204" pitchFamily="34" charset="-78"/>
                <a:cs typeface="Dubai Light" panose="020B0303030403030204" pitchFamily="34" charset="-78"/>
              </a:rPr>
              <a:t>, Rene Reyes, Robert </a:t>
            </a:r>
            <a:r>
              <a:rPr lang="en-US" sz="1400" dirty="0" err="1">
                <a:solidFill>
                  <a:schemeClr val="bg1"/>
                </a:solidFill>
                <a:latin typeface="Dubai Light" panose="020B0303030403030204" pitchFamily="34" charset="-78"/>
                <a:cs typeface="Dubai Light" panose="020B0303030403030204" pitchFamily="34" charset="-78"/>
              </a:rPr>
              <a:t>Schweller</a:t>
            </a:r>
            <a:r>
              <a:rPr lang="en-US" sz="1400" dirty="0">
                <a:solidFill>
                  <a:schemeClr val="bg1"/>
                </a:solidFill>
                <a:latin typeface="Dubai Light" panose="020B0303030403030204" pitchFamily="34" charset="-78"/>
                <a:cs typeface="Dubai Light" panose="020B0303030403030204" pitchFamily="34" charset="-78"/>
              </a:rPr>
              <a:t>, and Tim Wylie, Full tilt: Universal constructors for general shapes with uniform external forces, 30th Annual ACM-SIAM Symposium on Discrete Algorithms, SODA’19, 2019.</a:t>
            </a:r>
          </a:p>
        </p:txBody>
      </p:sp>
      <p:sp>
        <p:nvSpPr>
          <p:cNvPr id="7" name="Rectangle 6">
            <a:extLst>
              <a:ext uri="{FF2B5EF4-FFF2-40B4-BE49-F238E27FC236}">
                <a16:creationId xmlns:a16="http://schemas.microsoft.com/office/drawing/2014/main" id="{415C21C6-5FC4-48B5-8387-C7F0F5CB3E4E}"/>
              </a:ext>
            </a:extLst>
          </p:cNvPr>
          <p:cNvSpPr/>
          <p:nvPr/>
        </p:nvSpPr>
        <p:spPr>
          <a:xfrm>
            <a:off x="0" y="5120954"/>
            <a:ext cx="6096000" cy="738664"/>
          </a:xfrm>
          <a:prstGeom prst="rect">
            <a:avLst/>
          </a:prstGeom>
        </p:spPr>
        <p:txBody>
          <a:bodyPr>
            <a:spAutoFit/>
          </a:bodyPr>
          <a:lstStyle/>
          <a:p>
            <a:r>
              <a:rPr lang="en-US" sz="1400" dirty="0">
                <a:solidFill>
                  <a:schemeClr val="bg1"/>
                </a:solidFill>
                <a:latin typeface="Dubai Light" panose="020B0303030403030204" pitchFamily="34" charset="-78"/>
                <a:cs typeface="Dubai Light" panose="020B0303030403030204" pitchFamily="34" charset="-78"/>
              </a:rPr>
              <a:t>Arne Schmidt, Sheryl Manzoor, Li Huang, Aaron T. Becker, and </a:t>
            </a:r>
            <a:r>
              <a:rPr lang="en-US" sz="1400" dirty="0" err="1">
                <a:solidFill>
                  <a:schemeClr val="bg1"/>
                </a:solidFill>
                <a:latin typeface="Dubai Light" panose="020B0303030403030204" pitchFamily="34" charset="-78"/>
                <a:cs typeface="Dubai Light" panose="020B0303030403030204" pitchFamily="34" charset="-78"/>
              </a:rPr>
              <a:t>Sándor</a:t>
            </a:r>
            <a:r>
              <a:rPr lang="en-US" sz="1400" dirty="0">
                <a:solidFill>
                  <a:schemeClr val="bg1"/>
                </a:solidFill>
                <a:latin typeface="Dubai Light" panose="020B0303030403030204" pitchFamily="34" charset="-78"/>
                <a:cs typeface="Dubai Light" panose="020B0303030403030204" pitchFamily="34" charset="-78"/>
              </a:rPr>
              <a:t> Fekete, Efficient parallel </a:t>
            </a:r>
            <a:r>
              <a:rPr lang="en-US" sz="1400" dirty="0" err="1">
                <a:solidFill>
                  <a:schemeClr val="bg1"/>
                </a:solidFill>
                <a:latin typeface="Dubai Light" panose="020B0303030403030204" pitchFamily="34" charset="-78"/>
                <a:cs typeface="Dubai Light" panose="020B0303030403030204" pitchFamily="34" charset="-78"/>
              </a:rPr>
              <a:t>selfassembly</a:t>
            </a:r>
            <a:r>
              <a:rPr lang="en-US" sz="1400" dirty="0">
                <a:solidFill>
                  <a:schemeClr val="bg1"/>
                </a:solidFill>
                <a:latin typeface="Dubai Light" panose="020B0303030403030204" pitchFamily="34" charset="-78"/>
                <a:cs typeface="Dubai Light" panose="020B0303030403030204" pitchFamily="34" charset="-78"/>
              </a:rPr>
              <a:t> under uniform control inputs, IEEE Robotics and Automation Letters (2018), 1–1.</a:t>
            </a:r>
          </a:p>
        </p:txBody>
      </p:sp>
      <p:sp>
        <p:nvSpPr>
          <p:cNvPr id="8" name="TextBox 7">
            <a:extLst>
              <a:ext uri="{FF2B5EF4-FFF2-40B4-BE49-F238E27FC236}">
                <a16:creationId xmlns:a16="http://schemas.microsoft.com/office/drawing/2014/main" id="{1B820CB8-D6A1-4B14-AA62-595FC6322FCB}"/>
              </a:ext>
            </a:extLst>
          </p:cNvPr>
          <p:cNvSpPr txBox="1"/>
          <p:nvPr/>
        </p:nvSpPr>
        <p:spPr>
          <a:xfrm>
            <a:off x="0" y="4454954"/>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a:t>
            </a:r>
            <a:r>
              <a:rPr lang="en-US" sz="1400" dirty="0" err="1">
                <a:solidFill>
                  <a:schemeClr val="bg1"/>
                </a:solidFill>
                <a:latin typeface="Dubai Light" panose="020B0303030403030204" pitchFamily="34" charset="-78"/>
                <a:cs typeface="Dubai Light" panose="020B0303030403030204" pitchFamily="34" charset="-78"/>
              </a:rPr>
              <a:t>Sándor</a:t>
            </a:r>
            <a:r>
              <a:rPr lang="en-US" sz="1400" dirty="0">
                <a:solidFill>
                  <a:schemeClr val="bg1"/>
                </a:solidFill>
                <a:latin typeface="Dubai Light" panose="020B0303030403030204" pitchFamily="34" charset="-78"/>
                <a:cs typeface="Dubai Light" panose="020B0303030403030204" pitchFamily="34" charset="-78"/>
              </a:rPr>
              <a:t>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Phillip </a:t>
            </a:r>
            <a:r>
              <a:rPr lang="en-US" sz="1400" dirty="0" err="1">
                <a:solidFill>
                  <a:schemeClr val="bg1"/>
                </a:solidFill>
                <a:latin typeface="Dubai Light" panose="020B0303030403030204" pitchFamily="34" charset="-78"/>
                <a:cs typeface="Dubai Light" panose="020B0303030403030204" pitchFamily="34" charset="-78"/>
              </a:rPr>
              <a:t>Keldenich</a:t>
            </a:r>
            <a:r>
              <a:rPr lang="en-US" sz="1400" dirty="0">
                <a:solidFill>
                  <a:schemeClr val="bg1"/>
                </a:solidFill>
                <a:latin typeface="Dubai Light" panose="020B0303030403030204" pitchFamily="34" charset="-78"/>
                <a:cs typeface="Dubai Light" panose="020B0303030403030204" pitchFamily="34" charset="-78"/>
              </a:rPr>
              <a:t>, Dominik </a:t>
            </a:r>
            <a:r>
              <a:rPr lang="en-US" sz="1400" dirty="0" err="1">
                <a:solidFill>
                  <a:schemeClr val="bg1"/>
                </a:solidFill>
                <a:latin typeface="Dubai Light" panose="020B0303030403030204" pitchFamily="34" charset="-78"/>
                <a:cs typeface="Dubai Light" panose="020B0303030403030204" pitchFamily="34" charset="-78"/>
              </a:rPr>
              <a:t>Krupke</a:t>
            </a:r>
            <a:r>
              <a:rPr lang="en-US" sz="1400" dirty="0">
                <a:solidFill>
                  <a:schemeClr val="bg1"/>
                </a:solidFill>
                <a:latin typeface="Dubai Light" panose="020B0303030403030204" pitchFamily="34" charset="-78"/>
                <a:cs typeface="Dubai Light" panose="020B0303030403030204" pitchFamily="34" charset="-78"/>
              </a:rPr>
              <a:t>, Christian </a:t>
            </a:r>
            <a:r>
              <a:rPr lang="en-US" sz="1400" dirty="0" err="1">
                <a:solidFill>
                  <a:schemeClr val="bg1"/>
                </a:solidFill>
                <a:latin typeface="Dubai Light" panose="020B0303030403030204" pitchFamily="34" charset="-78"/>
                <a:cs typeface="Dubai Light" panose="020B0303030403030204" pitchFamily="34" charset="-78"/>
              </a:rPr>
              <a:t>Rieck</a:t>
            </a:r>
            <a:r>
              <a:rPr lang="en-US" sz="1400" dirty="0">
                <a:solidFill>
                  <a:schemeClr val="bg1"/>
                </a:solidFill>
                <a:latin typeface="Dubai Light" panose="020B0303030403030204" pitchFamily="34" charset="-78"/>
                <a:cs typeface="Dubai Light" panose="020B0303030403030204" pitchFamily="34" charset="-78"/>
              </a:rPr>
              <a:t>, Christian Scheer, and Arne Schmidt, </a:t>
            </a:r>
          </a:p>
          <a:p>
            <a:r>
              <a:rPr lang="en-US" sz="1400" dirty="0">
                <a:solidFill>
                  <a:schemeClr val="bg1"/>
                </a:solidFill>
                <a:latin typeface="Dubai Light" panose="020B0303030403030204" pitchFamily="34" charset="-78"/>
                <a:cs typeface="Dubai Light" panose="020B0303030403030204" pitchFamily="34" charset="-78"/>
              </a:rPr>
              <a:t>Tilt Assembly: Algorithms for Micro-Factories that Build Objects with Uniform External Forces</a:t>
            </a:r>
          </a:p>
          <a:p>
            <a:r>
              <a:rPr lang="en-US" sz="1400" dirty="0">
                <a:solidFill>
                  <a:schemeClr val="bg1"/>
                </a:solidFill>
                <a:latin typeface="Dubai Light" panose="020B0303030403030204" pitchFamily="34" charset="-78"/>
                <a:cs typeface="Dubai Light" panose="020B0303030403030204" pitchFamily="34" charset="-78"/>
              </a:rPr>
              <a:t>28th International Symposium on Algorithms and Computation (ISAAC </a:t>
            </a:r>
            <a:r>
              <a:rPr lang="de-DE" sz="1400" dirty="0">
                <a:solidFill>
                  <a:schemeClr val="bg1"/>
                </a:solidFill>
                <a:latin typeface="Dubai Light" panose="020B0303030403030204" pitchFamily="34" charset="-78"/>
                <a:cs typeface="Dubai Light" panose="020B0303030403030204" pitchFamily="34" charset="-78"/>
              </a:rPr>
              <a:t>2017)</a:t>
            </a:r>
            <a:endParaRPr lang="en-US" sz="1400" dirty="0">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293338554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Overview</a:t>
            </a:r>
          </a:p>
        </p:txBody>
      </p:sp>
      <p:grpSp>
        <p:nvGrpSpPr>
          <p:cNvPr id="2" name="Group 1">
            <a:extLst>
              <a:ext uri="{FF2B5EF4-FFF2-40B4-BE49-F238E27FC236}">
                <a16:creationId xmlns:a16="http://schemas.microsoft.com/office/drawing/2014/main" id="{0A22B8FB-52C5-4FAE-9E9A-029D7ECF3F21}"/>
              </a:ext>
            </a:extLst>
          </p:cNvPr>
          <p:cNvGrpSpPr/>
          <p:nvPr/>
        </p:nvGrpSpPr>
        <p:grpSpPr>
          <a:xfrm>
            <a:off x="687633" y="902738"/>
            <a:ext cx="5099056" cy="3156719"/>
            <a:chOff x="635268" y="1343896"/>
            <a:chExt cx="4448055" cy="3156719"/>
          </a:xfrm>
        </p:grpSpPr>
        <p:sp>
          <p:nvSpPr>
            <p:cNvPr id="116" name="TextBox 115">
              <a:extLst>
                <a:ext uri="{FF2B5EF4-FFF2-40B4-BE49-F238E27FC236}">
                  <a16:creationId xmlns:a16="http://schemas.microsoft.com/office/drawing/2014/main" id="{96F76E1F-6C26-42B4-9E61-A4820EF6154A}"/>
                </a:ext>
              </a:extLst>
            </p:cNvPr>
            <p:cNvSpPr txBox="1"/>
            <p:nvPr/>
          </p:nvSpPr>
          <p:spPr>
            <a:xfrm>
              <a:off x="727216" y="1343896"/>
              <a:ext cx="3630387"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Model of Assembly:</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7" name="TextBox 116">
              <a:extLst>
                <a:ext uri="{FF2B5EF4-FFF2-40B4-BE49-F238E27FC236}">
                  <a16:creationId xmlns:a16="http://schemas.microsoft.com/office/drawing/2014/main" id="{CAB0A485-D634-4599-867E-1BB16773A399}"/>
                </a:ext>
              </a:extLst>
            </p:cNvPr>
            <p:cNvSpPr txBox="1"/>
            <p:nvPr/>
          </p:nvSpPr>
          <p:spPr>
            <a:xfrm>
              <a:off x="635268" y="2099958"/>
              <a:ext cx="4448055" cy="2400657"/>
            </a:xfrm>
            <a:prstGeom prst="rect">
              <a:avLst/>
            </a:prstGeom>
            <a:noFill/>
          </p:spPr>
          <p:txBody>
            <a:bodyPr wrap="square" rtlCol="0">
              <a:spAutoFit/>
            </a:bodyPr>
            <a:lstStyle/>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Polynomial Time Membership Algorithm for Largest Class of Known Buildable Shapes</a:t>
              </a:r>
            </a:p>
            <a:p>
              <a:pPr marL="457200" indent="-457200">
                <a:buFont typeface="Arial" panose="020B0604020202020204" pitchFamily="34" charset="0"/>
                <a:buChar char="•"/>
              </a:pPr>
              <a:r>
                <a:rPr lang="en-US" sz="3000" dirty="0">
                  <a:solidFill>
                    <a:schemeClr val="bg1"/>
                  </a:solidFill>
                  <a:latin typeface="Dubai Light" panose="020B0303030403030204" pitchFamily="34" charset="-78"/>
                  <a:cs typeface="Dubai Light" panose="020B0303030403030204" pitchFamily="34" charset="-78"/>
                </a:rPr>
                <a:t>Universal Constructor</a:t>
              </a:r>
            </a:p>
          </p:txBody>
        </p:sp>
      </p:grpSp>
      <p:grpSp>
        <p:nvGrpSpPr>
          <p:cNvPr id="66" name="Group 65">
            <a:extLst>
              <a:ext uri="{FF2B5EF4-FFF2-40B4-BE49-F238E27FC236}">
                <a16:creationId xmlns:a16="http://schemas.microsoft.com/office/drawing/2014/main" id="{D22C2BAE-2E49-4198-8EAA-2E40C28ACEE8}"/>
              </a:ext>
            </a:extLst>
          </p:cNvPr>
          <p:cNvGrpSpPr/>
          <p:nvPr/>
        </p:nvGrpSpPr>
        <p:grpSpPr>
          <a:xfrm>
            <a:off x="6011144" y="918780"/>
            <a:ext cx="4954590" cy="2229053"/>
            <a:chOff x="650756" y="1343896"/>
            <a:chExt cx="4954590" cy="2229053"/>
          </a:xfrm>
        </p:grpSpPr>
        <p:sp>
          <p:nvSpPr>
            <p:cNvPr id="67" name="TextBox 66">
              <a:extLst>
                <a:ext uri="{FF2B5EF4-FFF2-40B4-BE49-F238E27FC236}">
                  <a16:creationId xmlns:a16="http://schemas.microsoft.com/office/drawing/2014/main" id="{8CC87DCD-3019-424D-979F-08F3F32556EB}"/>
                </a:ext>
              </a:extLst>
            </p:cNvPr>
            <p:cNvSpPr txBox="1"/>
            <p:nvPr/>
          </p:nvSpPr>
          <p:spPr>
            <a:xfrm>
              <a:off x="727216" y="1343896"/>
              <a:ext cx="487813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Model of Computation:</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68" name="TextBox 67">
              <a:extLst>
                <a:ext uri="{FF2B5EF4-FFF2-40B4-BE49-F238E27FC236}">
                  <a16:creationId xmlns:a16="http://schemas.microsoft.com/office/drawing/2014/main" id="{EEDFD67C-EAE9-4B2A-B4C5-06656857B0FD}"/>
                </a:ext>
              </a:extLst>
            </p:cNvPr>
            <p:cNvSpPr txBox="1"/>
            <p:nvPr/>
          </p:nvSpPr>
          <p:spPr>
            <a:xfrm>
              <a:off x="650756" y="2095621"/>
              <a:ext cx="4901864" cy="1477328"/>
            </a:xfrm>
            <a:prstGeom prst="rect">
              <a:avLst/>
            </a:prstGeom>
            <a:noFill/>
          </p:spPr>
          <p:txBody>
            <a:bodyPr wrap="square" rtlCol="0">
              <a:spAutoFit/>
            </a:bodyPr>
            <a:lstStyle/>
            <a:p>
              <a:pPr marL="457200" indent="-457200">
                <a:buFont typeface="Arial" panose="020B0604020202020204" pitchFamily="34" charset="0"/>
                <a:buChar char="•"/>
              </a:pPr>
              <a:r>
                <a:rPr lang="en-US" sz="3000" b="1" dirty="0">
                  <a:solidFill>
                    <a:schemeClr val="bg1"/>
                  </a:solidFill>
                  <a:latin typeface="Dubai Light" panose="020B0303030403030204" pitchFamily="34" charset="-78"/>
                  <a:cs typeface="Dubai Light" panose="020B0303030403030204" pitchFamily="34" charset="-78"/>
                </a:rPr>
                <a:t>PSPACE-Completeness of Occupancy Problem</a:t>
              </a:r>
            </a:p>
            <a:p>
              <a:pPr marL="457200" indent="-457200">
                <a:buFont typeface="Arial" panose="020B0604020202020204" pitchFamily="34" charset="0"/>
                <a:buChar char="•"/>
              </a:pPr>
              <a:r>
                <a:rPr lang="en-US" sz="3000" i="1" dirty="0">
                  <a:solidFill>
                    <a:schemeClr val="bg1"/>
                  </a:solidFill>
                  <a:latin typeface="Dubai Light" panose="020B0303030403030204" pitchFamily="34" charset="-78"/>
                  <a:cs typeface="Dubai Light" panose="020B0303030403030204" pitchFamily="34" charset="-78"/>
                </a:rPr>
                <a:t>Open Problem from 2014</a:t>
              </a:r>
            </a:p>
          </p:txBody>
        </p:sp>
      </p:grpSp>
      <p:sp>
        <p:nvSpPr>
          <p:cNvPr id="6" name="Rectangle 5">
            <a:extLst>
              <a:ext uri="{FF2B5EF4-FFF2-40B4-BE49-F238E27FC236}">
                <a16:creationId xmlns:a16="http://schemas.microsoft.com/office/drawing/2014/main" id="{CA0E8F0E-8D64-476F-BDEB-1F884FA36123}"/>
              </a:ext>
            </a:extLst>
          </p:cNvPr>
          <p:cNvSpPr/>
          <p:nvPr/>
        </p:nvSpPr>
        <p:spPr>
          <a:xfrm>
            <a:off x="6414638" y="5793184"/>
            <a:ext cx="4586917" cy="646331"/>
          </a:xfrm>
          <a:prstGeom prst="rect">
            <a:avLst/>
          </a:prstGeom>
        </p:spPr>
        <p:txBody>
          <a:bodyPr wrap="square">
            <a:spAutoFit/>
          </a:bodyPr>
          <a:lstStyle/>
          <a:p>
            <a:r>
              <a:rPr lang="en-US" sz="1200" dirty="0">
                <a:solidFill>
                  <a:schemeClr val="bg1"/>
                </a:solidFill>
              </a:rPr>
              <a:t>Aaron T. Becker, Erik D. </a:t>
            </a:r>
            <a:r>
              <a:rPr lang="en-US" sz="1200" dirty="0" err="1">
                <a:solidFill>
                  <a:schemeClr val="bg1"/>
                </a:solidFill>
              </a:rPr>
              <a:t>Demaine</a:t>
            </a:r>
            <a:r>
              <a:rPr lang="en-US" sz="1200" dirty="0">
                <a:solidFill>
                  <a:schemeClr val="bg1"/>
                </a:solidFill>
              </a:rPr>
              <a:t>, </a:t>
            </a:r>
            <a:r>
              <a:rPr lang="en-US" sz="1200" dirty="0" err="1">
                <a:solidFill>
                  <a:schemeClr val="bg1"/>
                </a:solidFill>
              </a:rPr>
              <a:t>Sὰndor</a:t>
            </a:r>
            <a:r>
              <a:rPr lang="en-US" sz="1200" dirty="0">
                <a:solidFill>
                  <a:schemeClr val="bg1"/>
                </a:solidFill>
              </a:rPr>
              <a:t> P. Fekete, and James </a:t>
            </a:r>
            <a:r>
              <a:rPr lang="en-US" sz="1200" dirty="0" err="1">
                <a:solidFill>
                  <a:schemeClr val="bg1"/>
                </a:solidFill>
              </a:rPr>
              <a:t>McLurkin</a:t>
            </a:r>
            <a:r>
              <a:rPr lang="en-US" sz="1200" dirty="0">
                <a:solidFill>
                  <a:schemeClr val="bg1"/>
                </a:solidFill>
              </a:rPr>
              <a:t>, Particle computation: Designing worlds to control robot swarms with only global signals, (2014), 6751–6756.</a:t>
            </a:r>
          </a:p>
        </p:txBody>
      </p:sp>
      <p:grpSp>
        <p:nvGrpSpPr>
          <p:cNvPr id="3" name="Group 2">
            <a:extLst>
              <a:ext uri="{FF2B5EF4-FFF2-40B4-BE49-F238E27FC236}">
                <a16:creationId xmlns:a16="http://schemas.microsoft.com/office/drawing/2014/main" id="{C061246E-19D0-4317-825B-6CA7BA933080}"/>
              </a:ext>
            </a:extLst>
          </p:cNvPr>
          <p:cNvGrpSpPr/>
          <p:nvPr/>
        </p:nvGrpSpPr>
        <p:grpSpPr>
          <a:xfrm>
            <a:off x="1009624" y="4240400"/>
            <a:ext cx="3303583" cy="1798090"/>
            <a:chOff x="6961851" y="4481940"/>
            <a:chExt cx="2635100" cy="1430964"/>
          </a:xfrm>
        </p:grpSpPr>
        <p:sp>
          <p:nvSpPr>
            <p:cNvPr id="13" name="Rectangle 12">
              <a:extLst>
                <a:ext uri="{FF2B5EF4-FFF2-40B4-BE49-F238E27FC236}">
                  <a16:creationId xmlns:a16="http://schemas.microsoft.com/office/drawing/2014/main" id="{37948A59-BA84-44EF-B435-83846D7229B5}"/>
                </a:ext>
              </a:extLst>
            </p:cNvPr>
            <p:cNvSpPr/>
            <p:nvPr/>
          </p:nvSpPr>
          <p:spPr>
            <a:xfrm rot="5400000">
              <a:off x="7454532" y="56658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B2B91A0-9D12-4BC8-AD8D-5E178A588EAD}"/>
                </a:ext>
              </a:extLst>
            </p:cNvPr>
            <p:cNvSpPr/>
            <p:nvPr/>
          </p:nvSpPr>
          <p:spPr>
            <a:xfrm rot="5400000">
              <a:off x="6964789" y="542907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32E4000-4ABD-486B-BADB-B464A6BCC59F}"/>
                </a:ext>
              </a:extLst>
            </p:cNvPr>
            <p:cNvSpPr/>
            <p:nvPr/>
          </p:nvSpPr>
          <p:spPr>
            <a:xfrm rot="5400000">
              <a:off x="769463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4E34AEC-A614-4209-B4A3-EDF1EE3E571E}"/>
                </a:ext>
              </a:extLst>
            </p:cNvPr>
            <p:cNvSpPr/>
            <p:nvPr/>
          </p:nvSpPr>
          <p:spPr>
            <a:xfrm rot="5400000">
              <a:off x="6964191" y="56641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A70AFE-F7CB-436A-AA10-68795949193F}"/>
                </a:ext>
              </a:extLst>
            </p:cNvPr>
            <p:cNvSpPr/>
            <p:nvPr/>
          </p:nvSpPr>
          <p:spPr>
            <a:xfrm rot="5400000">
              <a:off x="7213341" y="566456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1153CD-1E29-4F93-8A8D-325D6F39E530}"/>
                </a:ext>
              </a:extLst>
            </p:cNvPr>
            <p:cNvSpPr/>
            <p:nvPr/>
          </p:nvSpPr>
          <p:spPr>
            <a:xfrm rot="5400000">
              <a:off x="6964191" y="519391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4D151D3-1E83-40C0-91C8-13CFB40CC5F4}"/>
                </a:ext>
              </a:extLst>
            </p:cNvPr>
            <p:cNvSpPr/>
            <p:nvPr/>
          </p:nvSpPr>
          <p:spPr>
            <a:xfrm rot="5400000">
              <a:off x="7912313" y="4954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D2A8DE8-715E-4E4E-96D4-897A0D27148E}"/>
                </a:ext>
              </a:extLst>
            </p:cNvPr>
            <p:cNvSpPr/>
            <p:nvPr/>
          </p:nvSpPr>
          <p:spPr>
            <a:xfrm rot="5400000">
              <a:off x="7913288" y="471676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4FB3F1F-687D-4B14-83AE-4061C8B16CCE}"/>
                </a:ext>
              </a:extLst>
            </p:cNvPr>
            <p:cNvSpPr/>
            <p:nvPr/>
          </p:nvSpPr>
          <p:spPr>
            <a:xfrm rot="5400000">
              <a:off x="8169544"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3FF2FA1-F9DC-4F0D-83D1-F6BE2D4CAF4F}"/>
                </a:ext>
              </a:extLst>
            </p:cNvPr>
            <p:cNvSpPr/>
            <p:nvPr/>
          </p:nvSpPr>
          <p:spPr>
            <a:xfrm rot="5400000">
              <a:off x="7939483"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83E7E22-8DFE-476F-94FD-658AD2863D20}"/>
                </a:ext>
              </a:extLst>
            </p:cNvPr>
            <p:cNvSpPr/>
            <p:nvPr/>
          </p:nvSpPr>
          <p:spPr>
            <a:xfrm rot="5400000">
              <a:off x="6962764"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1463662-5F87-4DAE-8CA5-FDFEBEC0A068}"/>
                </a:ext>
              </a:extLst>
            </p:cNvPr>
            <p:cNvSpPr/>
            <p:nvPr/>
          </p:nvSpPr>
          <p:spPr>
            <a:xfrm rot="5400000">
              <a:off x="6962359" y="471859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F5E25B4-05C3-43BC-88A2-2538BED3CB8B}"/>
                </a:ext>
              </a:extLst>
            </p:cNvPr>
            <p:cNvSpPr/>
            <p:nvPr/>
          </p:nvSpPr>
          <p:spPr>
            <a:xfrm rot="5400000">
              <a:off x="7199331" y="448852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EADD99E-6762-44EC-AC7C-61CFC96DF843}"/>
                </a:ext>
              </a:extLst>
            </p:cNvPr>
            <p:cNvSpPr/>
            <p:nvPr/>
          </p:nvSpPr>
          <p:spPr>
            <a:xfrm rot="5400000">
              <a:off x="7437639"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91C03CD5-A6A1-49FD-9860-389CBDDD6602}"/>
                </a:ext>
              </a:extLst>
            </p:cNvPr>
            <p:cNvSpPr/>
            <p:nvPr/>
          </p:nvSpPr>
          <p:spPr>
            <a:xfrm rot="5400000">
              <a:off x="7672738"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8D2DE7F-88B7-46CC-8259-32C2749A13B8}"/>
                </a:ext>
              </a:extLst>
            </p:cNvPr>
            <p:cNvSpPr/>
            <p:nvPr/>
          </p:nvSpPr>
          <p:spPr>
            <a:xfrm rot="5400000">
              <a:off x="7918435" y="448629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6985A38A-16F7-42AC-B12D-F0F0C94C0393}"/>
                </a:ext>
              </a:extLst>
            </p:cNvPr>
            <p:cNvSpPr/>
            <p:nvPr/>
          </p:nvSpPr>
          <p:spPr>
            <a:xfrm rot="5400000">
              <a:off x="6962653" y="448143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BE507801-92A5-495A-8526-8B79124144BB}"/>
                </a:ext>
              </a:extLst>
            </p:cNvPr>
            <p:cNvSpPr/>
            <p:nvPr/>
          </p:nvSpPr>
          <p:spPr>
            <a:xfrm rot="5400000">
              <a:off x="8872903" y="567465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F1363AC-EF98-4F36-A303-BC9F0B96DA75}"/>
                </a:ext>
              </a:extLst>
            </p:cNvPr>
            <p:cNvSpPr/>
            <p:nvPr/>
          </p:nvSpPr>
          <p:spPr>
            <a:xfrm rot="5400000">
              <a:off x="9352577" y="543564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85A173AE-E9AB-4D92-A303-621A1E1C69C4}"/>
                </a:ext>
              </a:extLst>
            </p:cNvPr>
            <p:cNvSpPr/>
            <p:nvPr/>
          </p:nvSpPr>
          <p:spPr>
            <a:xfrm rot="5400000">
              <a:off x="911300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A420B6AB-7B2B-49BF-8E2A-D36F0B53011E}"/>
                </a:ext>
              </a:extLst>
            </p:cNvPr>
            <p:cNvSpPr/>
            <p:nvPr/>
          </p:nvSpPr>
          <p:spPr>
            <a:xfrm rot="5400000">
              <a:off x="8403259" y="566941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AA6207B-C76F-4994-AFA6-E3D082BD3463}"/>
                </a:ext>
              </a:extLst>
            </p:cNvPr>
            <p:cNvSpPr/>
            <p:nvPr/>
          </p:nvSpPr>
          <p:spPr>
            <a:xfrm rot="5400000">
              <a:off x="8631712" y="5673393"/>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D63E83D-7159-4462-BAC6-F73CE9D4B60E}"/>
                </a:ext>
              </a:extLst>
            </p:cNvPr>
            <p:cNvSpPr/>
            <p:nvPr/>
          </p:nvSpPr>
          <p:spPr>
            <a:xfrm rot="5400000">
              <a:off x="9352577" y="519770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75BD840-9E3B-4056-8241-0168E4A3DAB7}"/>
                </a:ext>
              </a:extLst>
            </p:cNvPr>
            <p:cNvSpPr/>
            <p:nvPr/>
          </p:nvSpPr>
          <p:spPr>
            <a:xfrm rot="5400000">
              <a:off x="9352577" y="4954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A3E78D3-B363-4EB8-A4AB-6C54969EC5C4}"/>
                </a:ext>
              </a:extLst>
            </p:cNvPr>
            <p:cNvSpPr/>
            <p:nvPr/>
          </p:nvSpPr>
          <p:spPr>
            <a:xfrm rot="5400000">
              <a:off x="9353552" y="471717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E4E8275-17E6-4CFF-B6D3-A0CACC8D6E8E}"/>
                </a:ext>
              </a:extLst>
            </p:cNvPr>
            <p:cNvSpPr/>
            <p:nvPr/>
          </p:nvSpPr>
          <p:spPr>
            <a:xfrm rot="5400000">
              <a:off x="9352765" y="56668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804C45E-15A5-4BCB-927C-301839B3A4A9}"/>
                </a:ext>
              </a:extLst>
            </p:cNvPr>
            <p:cNvSpPr/>
            <p:nvPr/>
          </p:nvSpPr>
          <p:spPr>
            <a:xfrm rot="5400000">
              <a:off x="8401832" y="495995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D09929B5-5D37-45E8-9FED-19A13FB5DF18}"/>
                </a:ext>
              </a:extLst>
            </p:cNvPr>
            <p:cNvSpPr/>
            <p:nvPr/>
          </p:nvSpPr>
          <p:spPr>
            <a:xfrm rot="5400000">
              <a:off x="8401427" y="472385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9A4EE74-C28D-4122-AD3D-87529BE8B9D6}"/>
                </a:ext>
              </a:extLst>
            </p:cNvPr>
            <p:cNvSpPr/>
            <p:nvPr/>
          </p:nvSpPr>
          <p:spPr>
            <a:xfrm rot="5400000">
              <a:off x="8639595" y="448892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EDF0C31-2F73-4B26-94B1-0096943D4652}"/>
                </a:ext>
              </a:extLst>
            </p:cNvPr>
            <p:cNvSpPr/>
            <p:nvPr/>
          </p:nvSpPr>
          <p:spPr>
            <a:xfrm rot="5400000">
              <a:off x="8877903"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18A7DCD4-6075-425D-A57C-7D64B47C4EEC}"/>
                </a:ext>
              </a:extLst>
            </p:cNvPr>
            <p:cNvSpPr/>
            <p:nvPr/>
          </p:nvSpPr>
          <p:spPr>
            <a:xfrm rot="5400000">
              <a:off x="9113002" y="448932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A154EE6-87C4-4A66-928A-964B9044474B}"/>
                </a:ext>
              </a:extLst>
            </p:cNvPr>
            <p:cNvSpPr/>
            <p:nvPr/>
          </p:nvSpPr>
          <p:spPr>
            <a:xfrm rot="5400000">
              <a:off x="9358699"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09F3A263-7790-444F-8936-1A46F3687CBD}"/>
                </a:ext>
              </a:extLst>
            </p:cNvPr>
            <p:cNvSpPr/>
            <p:nvPr/>
          </p:nvSpPr>
          <p:spPr>
            <a:xfrm rot="5400000">
              <a:off x="8401721" y="448669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id="{C7797D2F-60F1-47E6-BCE4-72806F7C2E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14" y="3174341"/>
            <a:ext cx="2560788" cy="2560788"/>
          </a:xfrm>
          <a:prstGeom prst="rect">
            <a:avLst/>
          </a:prstGeom>
        </p:spPr>
      </p:pic>
    </p:spTree>
    <p:extLst>
      <p:ext uri="{BB962C8B-B14F-4D97-AF65-F5344CB8AC3E}">
        <p14:creationId xmlns:p14="http://schemas.microsoft.com/office/powerpoint/2010/main" val="151904427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Outline</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bg1"/>
                </a:solidFill>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constant scale</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constant tile types</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Guided 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a:t>
            </a:r>
            <a:r>
              <a:rPr lang="en-US" sz="2800" dirty="0">
                <a:solidFill>
                  <a:schemeClr val="dk1"/>
                </a:solidFill>
                <a:latin typeface="Calibri" panose="020F0502020204030204" pitchFamily="34" charset="0"/>
                <a:ea typeface="Quicksand"/>
                <a:cs typeface="Calibri" panose="020F0502020204030204" pitchFamily="34" charset="0"/>
                <a:sym typeface="Quicksand"/>
              </a:rPr>
              <a:t>universal constructors</a:t>
            </a:r>
            <a:endPar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9" name="Picture 8">
            <a:extLst>
              <a:ext uri="{FF2B5EF4-FFF2-40B4-BE49-F238E27FC236}">
                <a16:creationId xmlns:a16="http://schemas.microsoft.com/office/drawing/2014/main" id="{0F41244C-C405-4742-9224-7CB913E3B4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6504" y="1484103"/>
            <a:ext cx="2214881" cy="2214881"/>
          </a:xfrm>
          <a:prstGeom prst="rect">
            <a:avLst/>
          </a:prstGeom>
        </p:spPr>
      </p:pic>
      <p:pic>
        <p:nvPicPr>
          <p:cNvPr id="10" name="Picture 9">
            <a:extLst>
              <a:ext uri="{FF2B5EF4-FFF2-40B4-BE49-F238E27FC236}">
                <a16:creationId xmlns:a16="http://schemas.microsoft.com/office/drawing/2014/main" id="{BEEE5719-CBC2-4EF0-A268-43464255DE9B}"/>
              </a:ext>
            </a:extLst>
          </p:cNvPr>
          <p:cNvPicPr>
            <a:picLocks noChangeAspect="1"/>
          </p:cNvPicPr>
          <p:nvPr/>
        </p:nvPicPr>
        <p:blipFill>
          <a:blip r:embed="rId4"/>
          <a:stretch>
            <a:fillRect/>
          </a:stretch>
        </p:blipFill>
        <p:spPr>
          <a:xfrm>
            <a:off x="327889" y="2341930"/>
            <a:ext cx="2295871" cy="1096799"/>
          </a:xfrm>
          <a:prstGeom prst="rect">
            <a:avLst/>
          </a:prstGeom>
        </p:spPr>
      </p:pic>
      <p:grpSp>
        <p:nvGrpSpPr>
          <p:cNvPr id="11" name="Group 10">
            <a:extLst>
              <a:ext uri="{FF2B5EF4-FFF2-40B4-BE49-F238E27FC236}">
                <a16:creationId xmlns:a16="http://schemas.microsoft.com/office/drawing/2014/main" id="{565ABF02-590D-46B7-94EE-96FF013056A5}"/>
              </a:ext>
            </a:extLst>
          </p:cNvPr>
          <p:cNvGrpSpPr/>
          <p:nvPr/>
        </p:nvGrpSpPr>
        <p:grpSpPr>
          <a:xfrm>
            <a:off x="9158413" y="1975690"/>
            <a:ext cx="2631981" cy="1375957"/>
            <a:chOff x="9144936" y="4747514"/>
            <a:chExt cx="2631981" cy="1375957"/>
          </a:xfrm>
        </p:grpSpPr>
        <p:grpSp>
          <p:nvGrpSpPr>
            <p:cNvPr id="12" name="Group 11">
              <a:extLst>
                <a:ext uri="{FF2B5EF4-FFF2-40B4-BE49-F238E27FC236}">
                  <a16:creationId xmlns:a16="http://schemas.microsoft.com/office/drawing/2014/main" id="{ECB23BDE-457E-4AE3-9E93-37935D9D2C58}"/>
                </a:ext>
              </a:extLst>
            </p:cNvPr>
            <p:cNvGrpSpPr/>
            <p:nvPr/>
          </p:nvGrpSpPr>
          <p:grpSpPr>
            <a:xfrm>
              <a:off x="9144936" y="4747514"/>
              <a:ext cx="2631981" cy="1375957"/>
              <a:chOff x="8043901" y="3744165"/>
              <a:chExt cx="3456965" cy="2084033"/>
            </a:xfrm>
          </p:grpSpPr>
          <p:sp>
            <p:nvSpPr>
              <p:cNvPr id="20" name="Rectangle 19">
                <a:extLst>
                  <a:ext uri="{FF2B5EF4-FFF2-40B4-BE49-F238E27FC236}">
                    <a16:creationId xmlns:a16="http://schemas.microsoft.com/office/drawing/2014/main" id="{62C1E30C-0E50-4086-8964-59D12A5A79FA}"/>
                  </a:ext>
                </a:extLst>
              </p:cNvPr>
              <p:cNvSpPr/>
              <p:nvPr/>
            </p:nvSpPr>
            <p:spPr>
              <a:xfrm>
                <a:off x="9426688"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3AC44AB-478F-4A92-8F93-5C81E0A43E7A}"/>
                  </a:ext>
                </a:extLst>
              </p:cNvPr>
              <p:cNvSpPr/>
              <p:nvPr/>
            </p:nvSpPr>
            <p:spPr>
              <a:xfrm>
                <a:off x="10118080"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F88B626-B2EA-4FC1-BE68-23619D961C21}"/>
                  </a:ext>
                </a:extLst>
              </p:cNvPr>
              <p:cNvSpPr/>
              <p:nvPr/>
            </p:nvSpPr>
            <p:spPr>
              <a:xfrm>
                <a:off x="8735295" y="443803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62B6D470-5656-4111-A45F-762B7D01C8CF}"/>
                  </a:ext>
                </a:extLst>
              </p:cNvPr>
              <p:cNvSpPr/>
              <p:nvPr/>
            </p:nvSpPr>
            <p:spPr>
              <a:xfrm>
                <a:off x="8735295"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9AD1106-B2AA-44E9-9D06-2923003B6B87}"/>
                  </a:ext>
                </a:extLst>
              </p:cNvPr>
              <p:cNvSpPr/>
              <p:nvPr/>
            </p:nvSpPr>
            <p:spPr>
              <a:xfrm>
                <a:off x="10118080" y="444099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B053DA-AC79-4DD2-904B-ED80F58FC287}"/>
                  </a:ext>
                </a:extLst>
              </p:cNvPr>
              <p:cNvSpPr/>
              <p:nvPr/>
            </p:nvSpPr>
            <p:spPr>
              <a:xfrm>
                <a:off x="9426688"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A93E7F0-69D4-4D27-8340-17DB0447C7A9}"/>
                  </a:ext>
                </a:extLst>
              </p:cNvPr>
              <p:cNvSpPr/>
              <p:nvPr/>
            </p:nvSpPr>
            <p:spPr>
              <a:xfrm>
                <a:off x="10118080" y="5129485"/>
                <a:ext cx="691394" cy="696829"/>
              </a:xfrm>
              <a:prstGeom prst="rect">
                <a:avLst/>
              </a:prstGeom>
              <a:pattFill prst="lgGrid">
                <a:fgClr>
                  <a:schemeClr val="tx1">
                    <a:lumMod val="95000"/>
                    <a:lumOff val="5000"/>
                  </a:schemeClr>
                </a:fgClr>
                <a:bgClr>
                  <a:schemeClr val="bg1">
                    <a:lumMod val="65000"/>
                  </a:schemeClr>
                </a:bgClr>
              </a:patt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E7B6CE0-A2B6-4AF4-B72B-5ED73BFEA884}"/>
                  </a:ext>
                </a:extLst>
              </p:cNvPr>
              <p:cNvSpPr/>
              <p:nvPr/>
            </p:nvSpPr>
            <p:spPr>
              <a:xfrm>
                <a:off x="8043901" y="512948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A2977784-C0CE-4CE1-824E-7F50056DBDB6}"/>
                  </a:ext>
                </a:extLst>
              </p:cNvPr>
              <p:cNvSpPr/>
              <p:nvPr/>
            </p:nvSpPr>
            <p:spPr>
              <a:xfrm>
                <a:off x="10809472"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A01A4E6-E96A-4F07-ACEC-4E679F926166}"/>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E53FECF8-F321-4B30-84E5-6B9B79F71EB1}"/>
                </a:ext>
              </a:extLst>
            </p:cNvPr>
            <p:cNvGrpSpPr/>
            <p:nvPr/>
          </p:nvGrpSpPr>
          <p:grpSpPr>
            <a:xfrm>
              <a:off x="9671333" y="4748136"/>
              <a:ext cx="526395" cy="456876"/>
              <a:chOff x="3625849" y="1377950"/>
              <a:chExt cx="5029202" cy="5029200"/>
            </a:xfrm>
          </p:grpSpPr>
          <p:sp>
            <p:nvSpPr>
              <p:cNvPr id="14" name="Rectangle 13">
                <a:extLst>
                  <a:ext uri="{FF2B5EF4-FFF2-40B4-BE49-F238E27FC236}">
                    <a16:creationId xmlns:a16="http://schemas.microsoft.com/office/drawing/2014/main" id="{9A07E9BB-76C5-429A-B2B6-F282D42E038D}"/>
                  </a:ext>
                </a:extLst>
              </p:cNvPr>
              <p:cNvSpPr/>
              <p:nvPr/>
            </p:nvSpPr>
            <p:spPr>
              <a:xfrm>
                <a:off x="3625850" y="1377950"/>
                <a:ext cx="5029200" cy="50292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59F3D21A-A93F-4B5A-A0E0-216155383F9E}"/>
                  </a:ext>
                </a:extLst>
              </p:cNvPr>
              <p:cNvPicPr>
                <a:picLocks noChangeAspect="1"/>
              </p:cNvPicPr>
              <p:nvPr/>
            </p:nvPicPr>
            <p:blipFill>
              <a:blip r:embed="rId5" cstate="print">
                <a:extLst>
                  <a:ext uri="{96DAC541-7B7A-43D3-8B79-37D633B846F1}">
                    <asvg:svgBlip xmlns:asvg="http://schemas.microsoft.com/office/drawing/2016/SVG/main" r:embed="rId6"/>
                  </a:ext>
                </a:extLst>
              </a:blip>
              <a:stretch>
                <a:fillRect/>
              </a:stretch>
            </p:blipFill>
            <p:spPr>
              <a:xfrm>
                <a:off x="4484687" y="2170112"/>
                <a:ext cx="3444876" cy="3444876"/>
              </a:xfrm>
              <a:prstGeom prst="rect">
                <a:avLst/>
              </a:prstGeom>
            </p:spPr>
          </p:pic>
          <p:cxnSp>
            <p:nvCxnSpPr>
              <p:cNvPr id="16" name="Straight Connector 15">
                <a:extLst>
                  <a:ext uri="{FF2B5EF4-FFF2-40B4-BE49-F238E27FC236}">
                    <a16:creationId xmlns:a16="http://schemas.microsoft.com/office/drawing/2014/main" id="{03439403-A192-42B9-9225-554E8A291089}"/>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8D48644-FFCE-4392-ABBF-2F5879121F33}"/>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5C762F5-C092-4F41-BC32-D060E6A0782D}"/>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2847A537-0872-4060-8C08-6EB5A811C9FC}"/>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pic>
        <p:nvPicPr>
          <p:cNvPr id="2" name="Picture 1">
            <a:extLst>
              <a:ext uri="{FF2B5EF4-FFF2-40B4-BE49-F238E27FC236}">
                <a16:creationId xmlns:a16="http://schemas.microsoft.com/office/drawing/2014/main" id="{B35D21E6-7A0D-4314-9F65-21B23DBE79E6}"/>
              </a:ext>
            </a:extLst>
          </p:cNvPr>
          <p:cNvPicPr>
            <a:picLocks noChangeAspect="1"/>
          </p:cNvPicPr>
          <p:nvPr/>
        </p:nvPicPr>
        <p:blipFill>
          <a:blip r:embed="rId7"/>
          <a:stretch>
            <a:fillRect/>
          </a:stretch>
        </p:blipFill>
        <p:spPr>
          <a:xfrm>
            <a:off x="327889" y="4507832"/>
            <a:ext cx="2340072" cy="1759023"/>
          </a:xfrm>
          <a:prstGeom prst="rect">
            <a:avLst/>
          </a:prstGeom>
        </p:spPr>
      </p:pic>
      <p:pic>
        <p:nvPicPr>
          <p:cNvPr id="30" name="Graphic 29">
            <a:extLst>
              <a:ext uri="{FF2B5EF4-FFF2-40B4-BE49-F238E27FC236}">
                <a16:creationId xmlns:a16="http://schemas.microsoft.com/office/drawing/2014/main" id="{820E1B69-7826-4C5F-8BD1-9D2ED0C0F0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90389" y="4871537"/>
            <a:ext cx="4896793" cy="1364813"/>
          </a:xfrm>
          <a:prstGeom prst="rect">
            <a:avLst/>
          </a:prstGeom>
        </p:spPr>
      </p:pic>
    </p:spTree>
    <p:extLst>
      <p:ext uri="{BB962C8B-B14F-4D97-AF65-F5344CB8AC3E}">
        <p14:creationId xmlns:p14="http://schemas.microsoft.com/office/powerpoint/2010/main" val="260587188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Future Work</a:t>
            </a:r>
          </a:p>
        </p:txBody>
      </p:sp>
      <p:sp>
        <p:nvSpPr>
          <p:cNvPr id="113" name="TextBox 112">
            <a:extLst>
              <a:ext uri="{FF2B5EF4-FFF2-40B4-BE49-F238E27FC236}">
                <a16:creationId xmlns:a16="http://schemas.microsoft.com/office/drawing/2014/main" id="{4ABD93AE-9B70-4D46-9D96-AD595F7E66DE}"/>
              </a:ext>
            </a:extLst>
          </p:cNvPr>
          <p:cNvSpPr txBox="1"/>
          <p:nvPr/>
        </p:nvSpPr>
        <p:spPr>
          <a:xfrm>
            <a:off x="846562" y="4031198"/>
            <a:ext cx="8805752" cy="1569660"/>
          </a:xfrm>
          <a:prstGeom prst="rect">
            <a:avLst/>
          </a:prstGeom>
          <a:noFill/>
        </p:spPr>
        <p:txBody>
          <a:bodyPr wrap="square" rtlCol="0">
            <a:spAutoFit/>
          </a:bodyPr>
          <a:lstStyle/>
          <a:p>
            <a:r>
              <a:rPr lang="en-US" sz="3200" dirty="0">
                <a:solidFill>
                  <a:schemeClr val="bg1"/>
                </a:solidFill>
                <a:latin typeface="Dubai Light" panose="020B0303030403030204" pitchFamily="34" charset="-78"/>
                <a:cs typeface="Dubai Light" panose="020B0303030403030204" pitchFamily="34" charset="-78"/>
              </a:rPr>
              <a:t>Guided-Assembly</a:t>
            </a:r>
          </a:p>
          <a:p>
            <a:pPr marL="457200" indent="-457200">
              <a:buFont typeface="Arial" panose="020B0604020202020204" pitchFamily="34" charset="0"/>
              <a:buChar char="•"/>
            </a:pPr>
            <a:r>
              <a:rPr lang="en-US" sz="3200" dirty="0">
                <a:solidFill>
                  <a:schemeClr val="bg1"/>
                </a:solidFill>
                <a:latin typeface="Dubai Light" panose="020B0303030403030204" pitchFamily="34" charset="-78"/>
                <a:cs typeface="Dubai Light" panose="020B0303030403030204" pitchFamily="34" charset="-78"/>
              </a:rPr>
              <a:t>Does there exist a shape which is not buildable?</a:t>
            </a:r>
          </a:p>
          <a:p>
            <a:pPr marL="457200" indent="-457200">
              <a:buFont typeface="Arial" panose="020B0604020202020204" pitchFamily="34" charset="0"/>
              <a:buChar char="•"/>
            </a:pPr>
            <a:r>
              <a:rPr lang="en-US" sz="3200" dirty="0">
                <a:solidFill>
                  <a:schemeClr val="bg1"/>
                </a:solidFill>
                <a:latin typeface="Dubai Light" panose="020B0303030403030204" pitchFamily="34" charset="-78"/>
                <a:cs typeface="Dubai Light" panose="020B0303030403030204" pitchFamily="34" charset="-78"/>
              </a:rPr>
              <a:t>Fast Membership Algorithms for General Shapes?</a:t>
            </a:r>
          </a:p>
        </p:txBody>
      </p:sp>
      <p:sp>
        <p:nvSpPr>
          <p:cNvPr id="4" name="TextBox 3">
            <a:extLst>
              <a:ext uri="{FF2B5EF4-FFF2-40B4-BE49-F238E27FC236}">
                <a16:creationId xmlns:a16="http://schemas.microsoft.com/office/drawing/2014/main" id="{8525F9E2-BE32-4B08-9476-E56EB5DC5FA6}"/>
              </a:ext>
            </a:extLst>
          </p:cNvPr>
          <p:cNvSpPr txBox="1"/>
          <p:nvPr/>
        </p:nvSpPr>
        <p:spPr>
          <a:xfrm>
            <a:off x="846562" y="1859340"/>
            <a:ext cx="10498876" cy="1569660"/>
          </a:xfrm>
          <a:prstGeom prst="rect">
            <a:avLst/>
          </a:prstGeom>
          <a:noFill/>
        </p:spPr>
        <p:txBody>
          <a:bodyPr wrap="square" rtlCol="0">
            <a:spAutoFit/>
          </a:bodyPr>
          <a:lstStyle/>
          <a:p>
            <a:r>
              <a:rPr lang="en-US" sz="3200" dirty="0">
                <a:solidFill>
                  <a:schemeClr val="bg1"/>
                </a:solidFill>
                <a:latin typeface="Dubai Light" panose="020B0303030403030204" pitchFamily="34" charset="-78"/>
                <a:cs typeface="Dubai Light" panose="020B0303030403030204" pitchFamily="34" charset="-78"/>
              </a:rPr>
              <a:t>Self-Assembly</a:t>
            </a:r>
          </a:p>
          <a:p>
            <a:pPr marL="457200" indent="-457200">
              <a:buFont typeface="Arial" panose="020B0604020202020204" pitchFamily="34" charset="0"/>
              <a:buChar char="•"/>
            </a:pPr>
            <a:r>
              <a:rPr lang="en-US" sz="3200" dirty="0">
                <a:solidFill>
                  <a:schemeClr val="bg1"/>
                </a:solidFill>
                <a:latin typeface="Dubai Light" panose="020B0303030403030204" pitchFamily="34" charset="-78"/>
                <a:cs typeface="Dubai Light" panose="020B0303030403030204" pitchFamily="34" charset="-78"/>
              </a:rPr>
              <a:t>Can we reduce the scale factor while using  O(1) tile types?</a:t>
            </a:r>
          </a:p>
          <a:p>
            <a:pPr marL="457200" indent="-457200">
              <a:buFont typeface="Arial" panose="020B0604020202020204" pitchFamily="34" charset="0"/>
              <a:buChar char="•"/>
            </a:pPr>
            <a:r>
              <a:rPr lang="en-US" sz="3200" dirty="0">
                <a:solidFill>
                  <a:schemeClr val="bg1"/>
                </a:solidFill>
                <a:latin typeface="Dubai Light" panose="020B0303030403030204" pitchFamily="34" charset="-78"/>
                <a:cs typeface="Dubai Light" panose="020B0303030403030204" pitchFamily="34" charset="-78"/>
              </a:rPr>
              <a:t>Could this potentially be done in a non-negative system?</a:t>
            </a:r>
          </a:p>
        </p:txBody>
      </p:sp>
    </p:spTree>
    <p:extLst>
      <p:ext uri="{BB962C8B-B14F-4D97-AF65-F5344CB8AC3E}">
        <p14:creationId xmlns:p14="http://schemas.microsoft.com/office/powerpoint/2010/main" val="11105386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Simulators</a:t>
            </a:r>
          </a:p>
        </p:txBody>
      </p:sp>
      <p:sp>
        <p:nvSpPr>
          <p:cNvPr id="3" name="TextBox 2">
            <a:extLst>
              <a:ext uri="{FF2B5EF4-FFF2-40B4-BE49-F238E27FC236}">
                <a16:creationId xmlns:a16="http://schemas.microsoft.com/office/drawing/2014/main" id="{2274FC3F-9B7B-4E77-8A80-A1DB58D31625}"/>
              </a:ext>
            </a:extLst>
          </p:cNvPr>
          <p:cNvSpPr txBox="1"/>
          <p:nvPr/>
        </p:nvSpPr>
        <p:spPr>
          <a:xfrm>
            <a:off x="2512615" y="1124285"/>
            <a:ext cx="7506286" cy="553998"/>
          </a:xfrm>
          <a:prstGeom prst="rect">
            <a:avLst/>
          </a:prstGeom>
          <a:noFill/>
        </p:spPr>
        <p:txBody>
          <a:bodyPr wrap="none" rtlCol="0">
            <a:spAutoFit/>
          </a:bodyPr>
          <a:lstStyle/>
          <a:p>
            <a:r>
              <a:rPr lang="en-US" sz="3000" dirty="0">
                <a:solidFill>
                  <a:schemeClr val="bg1"/>
                </a:solidFill>
                <a:latin typeface="Dubai Light" panose="020B0303030403030204" pitchFamily="34" charset="-78"/>
                <a:cs typeface="Dubai Light" panose="020B0303030403030204" pitchFamily="34" charset="-78"/>
              </a:rPr>
              <a:t>https://asarg.hackresearch.com/main/software/.</a:t>
            </a:r>
          </a:p>
        </p:txBody>
      </p:sp>
      <p:pic>
        <p:nvPicPr>
          <p:cNvPr id="2" name="Picture 1">
            <a:extLst>
              <a:ext uri="{FF2B5EF4-FFF2-40B4-BE49-F238E27FC236}">
                <a16:creationId xmlns:a16="http://schemas.microsoft.com/office/drawing/2014/main" id="{B4731E4E-F3F4-4D9C-8278-AB0F78F21516}"/>
              </a:ext>
            </a:extLst>
          </p:cNvPr>
          <p:cNvPicPr>
            <a:picLocks noChangeAspect="1"/>
          </p:cNvPicPr>
          <p:nvPr/>
        </p:nvPicPr>
        <p:blipFill>
          <a:blip r:embed="rId2"/>
          <a:stretch>
            <a:fillRect/>
          </a:stretch>
        </p:blipFill>
        <p:spPr>
          <a:xfrm>
            <a:off x="524510" y="1754483"/>
            <a:ext cx="5741248" cy="4394641"/>
          </a:xfrm>
          <a:prstGeom prst="rect">
            <a:avLst/>
          </a:prstGeom>
        </p:spPr>
      </p:pic>
      <p:pic>
        <p:nvPicPr>
          <p:cNvPr id="4" name="Picture 3">
            <a:extLst>
              <a:ext uri="{FF2B5EF4-FFF2-40B4-BE49-F238E27FC236}">
                <a16:creationId xmlns:a16="http://schemas.microsoft.com/office/drawing/2014/main" id="{03EAEF95-5373-4680-A17F-79C393B5C50F}"/>
              </a:ext>
            </a:extLst>
          </p:cNvPr>
          <p:cNvPicPr>
            <a:picLocks noChangeAspect="1"/>
          </p:cNvPicPr>
          <p:nvPr/>
        </p:nvPicPr>
        <p:blipFill>
          <a:blip r:embed="rId3"/>
          <a:stretch>
            <a:fillRect/>
          </a:stretch>
        </p:blipFill>
        <p:spPr>
          <a:xfrm>
            <a:off x="6935537" y="1754483"/>
            <a:ext cx="4599639" cy="4394641"/>
          </a:xfrm>
          <a:prstGeom prst="rect">
            <a:avLst/>
          </a:prstGeom>
        </p:spPr>
      </p:pic>
    </p:spTree>
    <p:extLst>
      <p:ext uri="{BB962C8B-B14F-4D97-AF65-F5344CB8AC3E}">
        <p14:creationId xmlns:p14="http://schemas.microsoft.com/office/powerpoint/2010/main" val="379429777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52;p2">
            <a:extLst>
              <a:ext uri="{FF2B5EF4-FFF2-40B4-BE49-F238E27FC236}">
                <a16:creationId xmlns:a16="http://schemas.microsoft.com/office/drawing/2014/main" id="{7F8E2E23-0853-4A3D-B4A8-80DE3C6D33C9}"/>
              </a:ext>
            </a:extLst>
          </p:cNvPr>
          <p:cNvSpPr txBox="1"/>
          <p:nvPr/>
        </p:nvSpPr>
        <p:spPr>
          <a:xfrm>
            <a:off x="0" y="373996"/>
            <a:ext cx="12192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latin typeface="Calibri" panose="020F0502020204030204" pitchFamily="34" charset="0"/>
                <a:cs typeface="Calibri" panose="020F0502020204030204" pitchFamily="34" charset="0"/>
                <a:sym typeface="Quicksand"/>
              </a:rPr>
              <a:t>Thank You!</a:t>
            </a:r>
            <a:endParaRPr sz="14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8" name="Google Shape;151;p2">
            <a:extLst>
              <a:ext uri="{FF2B5EF4-FFF2-40B4-BE49-F238E27FC236}">
                <a16:creationId xmlns:a16="http://schemas.microsoft.com/office/drawing/2014/main" id="{F261296D-5265-4F39-8628-BBBDE6004C21}"/>
              </a:ext>
            </a:extLst>
          </p:cNvPr>
          <p:cNvSpPr txBox="1"/>
          <p:nvPr/>
        </p:nvSpPr>
        <p:spPr>
          <a:xfrm>
            <a:off x="2917495" y="1020286"/>
            <a:ext cx="4023360" cy="526293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bg1"/>
                </a:solidFill>
                <a:latin typeface="Calibri" panose="020F0502020204030204" pitchFamily="34" charset="0"/>
                <a:ea typeface="Quicksand"/>
                <a:cs typeface="Calibri" panose="020F0502020204030204" pitchFamily="34" charset="0"/>
                <a:sym typeface="Quicksand"/>
              </a:rPr>
              <a:t>Self-Assembly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constant scale</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constant tile types</a:t>
            </a: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Guided Assembly</a:t>
            </a:r>
          </a:p>
          <a:p>
            <a:pPr marL="0" marR="0" lvl="0" indent="0" algn="l" rtl="0">
              <a:lnSpc>
                <a:spcPct val="200000"/>
              </a:lnSpc>
              <a:spcBef>
                <a:spcPts val="0"/>
              </a:spcBef>
              <a:spcAft>
                <a:spcPts val="0"/>
              </a:spcAft>
              <a:buClr>
                <a:srgbClr val="000000"/>
              </a:buClr>
              <a:buSzPts val="2800"/>
              <a:buFont typeface="Arial"/>
              <a:buNone/>
            </a:pPr>
            <a:r>
              <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rPr>
              <a:t>     - </a:t>
            </a:r>
            <a:r>
              <a:rPr lang="en-US" sz="2800" dirty="0">
                <a:solidFill>
                  <a:schemeClr val="dk1"/>
                </a:solidFill>
                <a:latin typeface="Calibri" panose="020F0502020204030204" pitchFamily="34" charset="0"/>
                <a:ea typeface="Quicksand"/>
                <a:cs typeface="Calibri" panose="020F0502020204030204" pitchFamily="34" charset="0"/>
                <a:sym typeface="Quicksand"/>
              </a:rPr>
              <a:t>universal constructors</a:t>
            </a:r>
            <a:endParaRPr lang="en-US" sz="2800" b="0" i="0" u="none" strike="noStrike" cap="none" dirty="0">
              <a:solidFill>
                <a:schemeClr val="dk1"/>
              </a:solidFill>
              <a:latin typeface="Calibri" panose="020F0502020204030204" pitchFamily="34" charset="0"/>
              <a:ea typeface="Quicksand"/>
              <a:cs typeface="Calibri" panose="020F0502020204030204" pitchFamily="34" charset="0"/>
              <a:sym typeface="Quicksand"/>
            </a:endParaRPr>
          </a:p>
          <a:p>
            <a:pPr marL="0" marR="0" lvl="0" indent="0" algn="l" rtl="0">
              <a:lnSpc>
                <a:spcPct val="200000"/>
              </a:lnSpc>
              <a:spcBef>
                <a:spcPts val="0"/>
              </a:spcBef>
              <a:spcAft>
                <a:spcPts val="0"/>
              </a:spcAft>
              <a:buClr>
                <a:srgbClr val="000000"/>
              </a:buClr>
              <a:buSzPts val="2800"/>
              <a:buFont typeface="Arial"/>
              <a:buNone/>
            </a:pPr>
            <a:r>
              <a:rPr lang="en-US" sz="2800" dirty="0">
                <a:solidFill>
                  <a:schemeClr val="dk1"/>
                </a:solidFill>
                <a:latin typeface="Calibri" panose="020F0502020204030204" pitchFamily="34" charset="0"/>
                <a:ea typeface="Quicksand"/>
                <a:cs typeface="Calibri" panose="020F0502020204030204" pitchFamily="34" charset="0"/>
                <a:sym typeface="Quicksand"/>
              </a:rPr>
              <a:t>     - shape hierarchy</a:t>
            </a:r>
            <a:endParaRPr sz="1400" b="0" i="0" u="none" strike="noStrike" cap="none" dirty="0">
              <a:solidFill>
                <a:srgbClr val="000000"/>
              </a:solidFill>
              <a:latin typeface="Calibri" panose="020F0502020204030204" pitchFamily="34" charset="0"/>
              <a:ea typeface="Quicksand"/>
              <a:cs typeface="Calibri" panose="020F0502020204030204" pitchFamily="34" charset="0"/>
              <a:sym typeface="Quicksand"/>
            </a:endParaRPr>
          </a:p>
        </p:txBody>
      </p:sp>
      <p:pic>
        <p:nvPicPr>
          <p:cNvPr id="9" name="Picture 8">
            <a:extLst>
              <a:ext uri="{FF2B5EF4-FFF2-40B4-BE49-F238E27FC236}">
                <a16:creationId xmlns:a16="http://schemas.microsoft.com/office/drawing/2014/main" id="{0F41244C-C405-4742-9224-7CB913E3B4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6504" y="1484103"/>
            <a:ext cx="2214881" cy="2214881"/>
          </a:xfrm>
          <a:prstGeom prst="rect">
            <a:avLst/>
          </a:prstGeom>
        </p:spPr>
      </p:pic>
      <p:pic>
        <p:nvPicPr>
          <p:cNvPr id="10" name="Picture 9">
            <a:extLst>
              <a:ext uri="{FF2B5EF4-FFF2-40B4-BE49-F238E27FC236}">
                <a16:creationId xmlns:a16="http://schemas.microsoft.com/office/drawing/2014/main" id="{BEEE5719-CBC2-4EF0-A268-43464255DE9B}"/>
              </a:ext>
            </a:extLst>
          </p:cNvPr>
          <p:cNvPicPr>
            <a:picLocks noChangeAspect="1"/>
          </p:cNvPicPr>
          <p:nvPr/>
        </p:nvPicPr>
        <p:blipFill>
          <a:blip r:embed="rId4"/>
          <a:stretch>
            <a:fillRect/>
          </a:stretch>
        </p:blipFill>
        <p:spPr>
          <a:xfrm>
            <a:off x="327889" y="2341930"/>
            <a:ext cx="2295871" cy="1096799"/>
          </a:xfrm>
          <a:prstGeom prst="rect">
            <a:avLst/>
          </a:prstGeom>
        </p:spPr>
      </p:pic>
      <p:grpSp>
        <p:nvGrpSpPr>
          <p:cNvPr id="11" name="Group 10">
            <a:extLst>
              <a:ext uri="{FF2B5EF4-FFF2-40B4-BE49-F238E27FC236}">
                <a16:creationId xmlns:a16="http://schemas.microsoft.com/office/drawing/2014/main" id="{565ABF02-590D-46B7-94EE-96FF013056A5}"/>
              </a:ext>
            </a:extLst>
          </p:cNvPr>
          <p:cNvGrpSpPr/>
          <p:nvPr/>
        </p:nvGrpSpPr>
        <p:grpSpPr>
          <a:xfrm>
            <a:off x="9158413" y="1975690"/>
            <a:ext cx="2631981" cy="1375957"/>
            <a:chOff x="9144936" y="4747514"/>
            <a:chExt cx="2631981" cy="1375957"/>
          </a:xfrm>
        </p:grpSpPr>
        <p:grpSp>
          <p:nvGrpSpPr>
            <p:cNvPr id="12" name="Group 11">
              <a:extLst>
                <a:ext uri="{FF2B5EF4-FFF2-40B4-BE49-F238E27FC236}">
                  <a16:creationId xmlns:a16="http://schemas.microsoft.com/office/drawing/2014/main" id="{ECB23BDE-457E-4AE3-9E93-37935D9D2C58}"/>
                </a:ext>
              </a:extLst>
            </p:cNvPr>
            <p:cNvGrpSpPr/>
            <p:nvPr/>
          </p:nvGrpSpPr>
          <p:grpSpPr>
            <a:xfrm>
              <a:off x="9144936" y="4747514"/>
              <a:ext cx="2631981" cy="1375957"/>
              <a:chOff x="8043901" y="3744165"/>
              <a:chExt cx="3456965" cy="2084033"/>
            </a:xfrm>
          </p:grpSpPr>
          <p:sp>
            <p:nvSpPr>
              <p:cNvPr id="20" name="Rectangle 19">
                <a:extLst>
                  <a:ext uri="{FF2B5EF4-FFF2-40B4-BE49-F238E27FC236}">
                    <a16:creationId xmlns:a16="http://schemas.microsoft.com/office/drawing/2014/main" id="{62C1E30C-0E50-4086-8964-59D12A5A79FA}"/>
                  </a:ext>
                </a:extLst>
              </p:cNvPr>
              <p:cNvSpPr/>
              <p:nvPr/>
            </p:nvSpPr>
            <p:spPr>
              <a:xfrm>
                <a:off x="9426688"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3AC44AB-478F-4A92-8F93-5C81E0A43E7A}"/>
                  </a:ext>
                </a:extLst>
              </p:cNvPr>
              <p:cNvSpPr/>
              <p:nvPr/>
            </p:nvSpPr>
            <p:spPr>
              <a:xfrm>
                <a:off x="10118080"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F88B626-B2EA-4FC1-BE68-23619D961C21}"/>
                  </a:ext>
                </a:extLst>
              </p:cNvPr>
              <p:cNvSpPr/>
              <p:nvPr/>
            </p:nvSpPr>
            <p:spPr>
              <a:xfrm>
                <a:off x="8735295" y="443803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62B6D470-5656-4111-A45F-762B7D01C8CF}"/>
                  </a:ext>
                </a:extLst>
              </p:cNvPr>
              <p:cNvSpPr/>
              <p:nvPr/>
            </p:nvSpPr>
            <p:spPr>
              <a:xfrm>
                <a:off x="8735295"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9AD1106-B2AA-44E9-9D06-2923003B6B87}"/>
                  </a:ext>
                </a:extLst>
              </p:cNvPr>
              <p:cNvSpPr/>
              <p:nvPr/>
            </p:nvSpPr>
            <p:spPr>
              <a:xfrm>
                <a:off x="10118080" y="444099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B053DA-AC79-4DD2-904B-ED80F58FC287}"/>
                  </a:ext>
                </a:extLst>
              </p:cNvPr>
              <p:cNvSpPr/>
              <p:nvPr/>
            </p:nvSpPr>
            <p:spPr>
              <a:xfrm>
                <a:off x="9426688" y="5131369"/>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A93E7F0-69D4-4D27-8340-17DB0447C7A9}"/>
                  </a:ext>
                </a:extLst>
              </p:cNvPr>
              <p:cNvSpPr/>
              <p:nvPr/>
            </p:nvSpPr>
            <p:spPr>
              <a:xfrm>
                <a:off x="10118080" y="5129485"/>
                <a:ext cx="691394" cy="696829"/>
              </a:xfrm>
              <a:prstGeom prst="rect">
                <a:avLst/>
              </a:prstGeom>
              <a:pattFill prst="lgGrid">
                <a:fgClr>
                  <a:schemeClr val="tx1">
                    <a:lumMod val="95000"/>
                    <a:lumOff val="5000"/>
                  </a:schemeClr>
                </a:fgClr>
                <a:bgClr>
                  <a:schemeClr val="bg1">
                    <a:lumMod val="65000"/>
                  </a:schemeClr>
                </a:bgClr>
              </a:patt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E7B6CE0-A2B6-4AF4-B72B-5ED73BFEA884}"/>
                  </a:ext>
                </a:extLst>
              </p:cNvPr>
              <p:cNvSpPr/>
              <p:nvPr/>
            </p:nvSpPr>
            <p:spPr>
              <a:xfrm>
                <a:off x="8043901" y="5129485"/>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A2977784-C0CE-4CE1-824E-7F50056DBDB6}"/>
                  </a:ext>
                </a:extLst>
              </p:cNvPr>
              <p:cNvSpPr/>
              <p:nvPr/>
            </p:nvSpPr>
            <p:spPr>
              <a:xfrm>
                <a:off x="10809472" y="3744166"/>
                <a:ext cx="691394" cy="696829"/>
              </a:xfrm>
              <a:prstGeom prst="rect">
                <a:avLst/>
              </a:prstGeom>
              <a:pattFill prst="lgGrid">
                <a:fgClr>
                  <a:schemeClr val="tx1">
                    <a:lumMod val="95000"/>
                    <a:lumOff val="5000"/>
                  </a:schemeClr>
                </a:fgClr>
                <a:bgClr>
                  <a:schemeClr val="bg1">
                    <a:lumMod val="65000"/>
                  </a:schemeClr>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A01A4E6-E96A-4F07-ACEC-4E679F926166}"/>
                  </a:ext>
                </a:extLst>
              </p:cNvPr>
              <p:cNvSpPr/>
              <p:nvPr/>
            </p:nvSpPr>
            <p:spPr>
              <a:xfrm>
                <a:off x="8735295" y="3744165"/>
                <a:ext cx="691394" cy="696829"/>
              </a:xfrm>
              <a:prstGeom prst="rect">
                <a:avLst/>
              </a:prstGeom>
              <a:pattFill prst="lgGrid">
                <a:fgClr>
                  <a:schemeClr val="bg1"/>
                </a:fgClr>
                <a:bgClr>
                  <a:schemeClr val="tx1">
                    <a:lumMod val="85000"/>
                  </a:schemeClr>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E53FECF8-F321-4B30-84E5-6B9B79F71EB1}"/>
                </a:ext>
              </a:extLst>
            </p:cNvPr>
            <p:cNvGrpSpPr/>
            <p:nvPr/>
          </p:nvGrpSpPr>
          <p:grpSpPr>
            <a:xfrm>
              <a:off x="9671333" y="4748136"/>
              <a:ext cx="526395" cy="456876"/>
              <a:chOff x="3625849" y="1377950"/>
              <a:chExt cx="5029202" cy="5029200"/>
            </a:xfrm>
          </p:grpSpPr>
          <p:sp>
            <p:nvSpPr>
              <p:cNvPr id="14" name="Rectangle 13">
                <a:extLst>
                  <a:ext uri="{FF2B5EF4-FFF2-40B4-BE49-F238E27FC236}">
                    <a16:creationId xmlns:a16="http://schemas.microsoft.com/office/drawing/2014/main" id="{9A07E9BB-76C5-429A-B2B6-F282D42E038D}"/>
                  </a:ext>
                </a:extLst>
              </p:cNvPr>
              <p:cNvSpPr/>
              <p:nvPr/>
            </p:nvSpPr>
            <p:spPr>
              <a:xfrm>
                <a:off x="3625850" y="1377950"/>
                <a:ext cx="5029200" cy="5029200"/>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59F3D21A-A93F-4B5A-A0E0-216155383F9E}"/>
                  </a:ext>
                </a:extLst>
              </p:cNvPr>
              <p:cNvPicPr>
                <a:picLocks noChangeAspect="1"/>
              </p:cNvPicPr>
              <p:nvPr/>
            </p:nvPicPr>
            <p:blipFill>
              <a:blip r:embed="rId5" cstate="print">
                <a:extLst>
                  <a:ext uri="{96DAC541-7B7A-43D3-8B79-37D633B846F1}">
                    <asvg:svgBlip xmlns:asvg="http://schemas.microsoft.com/office/drawing/2016/SVG/main" r:embed="rId6"/>
                  </a:ext>
                </a:extLst>
              </a:blip>
              <a:stretch>
                <a:fillRect/>
              </a:stretch>
            </p:blipFill>
            <p:spPr>
              <a:xfrm>
                <a:off x="4484687" y="2170112"/>
                <a:ext cx="3444876" cy="3444876"/>
              </a:xfrm>
              <a:prstGeom prst="rect">
                <a:avLst/>
              </a:prstGeom>
            </p:spPr>
          </p:pic>
          <p:cxnSp>
            <p:nvCxnSpPr>
              <p:cNvPr id="16" name="Straight Connector 15">
                <a:extLst>
                  <a:ext uri="{FF2B5EF4-FFF2-40B4-BE49-F238E27FC236}">
                    <a16:creationId xmlns:a16="http://schemas.microsoft.com/office/drawing/2014/main" id="{03439403-A192-42B9-9225-554E8A291089}"/>
                  </a:ext>
                </a:extLst>
              </p:cNvPr>
              <p:cNvCxnSpPr>
                <a:cxnSpLocks/>
              </p:cNvCxnSpPr>
              <p:nvPr/>
            </p:nvCxnSpPr>
            <p:spPr>
              <a:xfrm flipH="1" flipV="1">
                <a:off x="3625850" y="1377950"/>
                <a:ext cx="858837" cy="79216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8D48644-FFCE-4392-ABBF-2F5879121F33}"/>
                  </a:ext>
                </a:extLst>
              </p:cNvPr>
              <p:cNvCxnSpPr>
                <a:cxnSpLocks/>
              </p:cNvCxnSpPr>
              <p:nvPr/>
            </p:nvCxnSpPr>
            <p:spPr>
              <a:xfrm flipH="1" flipV="1">
                <a:off x="7929563" y="5614988"/>
                <a:ext cx="725488" cy="792162"/>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5C762F5-C092-4F41-BC32-D060E6A0782D}"/>
                  </a:ext>
                </a:extLst>
              </p:cNvPr>
              <p:cNvCxnSpPr>
                <a:cxnSpLocks/>
              </p:cNvCxnSpPr>
              <p:nvPr/>
            </p:nvCxnSpPr>
            <p:spPr>
              <a:xfrm flipV="1">
                <a:off x="7929563" y="1377950"/>
                <a:ext cx="725487" cy="792162"/>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2847A537-0872-4060-8C08-6EB5A811C9FC}"/>
                  </a:ext>
                </a:extLst>
              </p:cNvPr>
              <p:cNvCxnSpPr>
                <a:cxnSpLocks/>
              </p:cNvCxnSpPr>
              <p:nvPr/>
            </p:nvCxnSpPr>
            <p:spPr>
              <a:xfrm flipV="1">
                <a:off x="3625849" y="5614988"/>
                <a:ext cx="858838" cy="792162"/>
              </a:xfrm>
              <a:prstGeom prst="line">
                <a:avLst/>
              </a:prstGeom>
            </p:spPr>
            <p:style>
              <a:lnRef idx="1">
                <a:schemeClr val="dk1"/>
              </a:lnRef>
              <a:fillRef idx="0">
                <a:schemeClr val="dk1"/>
              </a:fillRef>
              <a:effectRef idx="0">
                <a:schemeClr val="dk1"/>
              </a:effectRef>
              <a:fontRef idx="minor">
                <a:schemeClr val="tx1"/>
              </a:fontRef>
            </p:style>
          </p:cxnSp>
        </p:grpSp>
      </p:grpSp>
      <p:pic>
        <p:nvPicPr>
          <p:cNvPr id="2" name="Picture 1">
            <a:extLst>
              <a:ext uri="{FF2B5EF4-FFF2-40B4-BE49-F238E27FC236}">
                <a16:creationId xmlns:a16="http://schemas.microsoft.com/office/drawing/2014/main" id="{B35D21E6-7A0D-4314-9F65-21B23DBE79E6}"/>
              </a:ext>
            </a:extLst>
          </p:cNvPr>
          <p:cNvPicPr>
            <a:picLocks noChangeAspect="1"/>
          </p:cNvPicPr>
          <p:nvPr/>
        </p:nvPicPr>
        <p:blipFill>
          <a:blip r:embed="rId7"/>
          <a:stretch>
            <a:fillRect/>
          </a:stretch>
        </p:blipFill>
        <p:spPr>
          <a:xfrm>
            <a:off x="327889" y="4507832"/>
            <a:ext cx="2340072" cy="1759023"/>
          </a:xfrm>
          <a:prstGeom prst="rect">
            <a:avLst/>
          </a:prstGeom>
        </p:spPr>
      </p:pic>
      <p:pic>
        <p:nvPicPr>
          <p:cNvPr id="30" name="Graphic 29">
            <a:extLst>
              <a:ext uri="{FF2B5EF4-FFF2-40B4-BE49-F238E27FC236}">
                <a16:creationId xmlns:a16="http://schemas.microsoft.com/office/drawing/2014/main" id="{820E1B69-7826-4C5F-8BD1-9D2ED0C0F0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90389" y="4871537"/>
            <a:ext cx="4896793" cy="1364813"/>
          </a:xfrm>
          <a:prstGeom prst="rect">
            <a:avLst/>
          </a:prstGeom>
        </p:spPr>
      </p:pic>
    </p:spTree>
    <p:extLst>
      <p:ext uri="{BB962C8B-B14F-4D97-AF65-F5344CB8AC3E}">
        <p14:creationId xmlns:p14="http://schemas.microsoft.com/office/powerpoint/2010/main" val="93345954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0" y="0"/>
            <a:ext cx="12192000" cy="707886"/>
          </a:xfrm>
          <a:prstGeom prst="rect">
            <a:avLst/>
          </a:prstGeom>
          <a:noFill/>
        </p:spPr>
        <p:txBody>
          <a:bodyPr wrap="square" rtlCol="0">
            <a:spAutoFit/>
          </a:bodyPr>
          <a:lstStyle/>
          <a:p>
            <a:pPr algn="ctr"/>
            <a:r>
              <a:rPr lang="en-US" sz="4000" dirty="0">
                <a:solidFill>
                  <a:schemeClr val="bg1"/>
                </a:solidFill>
                <a:latin typeface="Dubai" panose="020B0503030403030204" pitchFamily="34" charset="-78"/>
                <a:cs typeface="Dubai" panose="020B0503030403030204" pitchFamily="34" charset="-78"/>
              </a:rPr>
              <a:t>Thank You!</a:t>
            </a:r>
          </a:p>
        </p:txBody>
      </p:sp>
      <p:sp>
        <p:nvSpPr>
          <p:cNvPr id="2" name="TextBox 1"/>
          <p:cNvSpPr txBox="1"/>
          <p:nvPr/>
        </p:nvSpPr>
        <p:spPr>
          <a:xfrm>
            <a:off x="1391478" y="2258170"/>
            <a:ext cx="184731" cy="369332"/>
          </a:xfrm>
          <a:prstGeom prst="rect">
            <a:avLst/>
          </a:prstGeom>
          <a:noFill/>
        </p:spPr>
        <p:txBody>
          <a:bodyPr wrap="none" rtlCol="0">
            <a:spAutoFit/>
          </a:bodyPr>
          <a:lstStyle/>
          <a:p>
            <a:endParaRPr lang="en-US" dirty="0">
              <a:solidFill>
                <a:schemeClr val="bg1"/>
              </a:solidFill>
            </a:endParaRPr>
          </a:p>
        </p:txBody>
      </p:sp>
      <p:graphicFrame>
        <p:nvGraphicFramePr>
          <p:cNvPr id="5" name="Table 4">
            <a:extLst>
              <a:ext uri="{FF2B5EF4-FFF2-40B4-BE49-F238E27FC236}">
                <a16:creationId xmlns:a16="http://schemas.microsoft.com/office/drawing/2014/main" id="{702BB8A8-019E-4CE7-AE0F-FB54AD111CA7}"/>
              </a:ext>
            </a:extLst>
          </p:cNvPr>
          <p:cNvGraphicFramePr>
            <a:graphicFrameLocks noGrp="1"/>
          </p:cNvGraphicFramePr>
          <p:nvPr/>
        </p:nvGraphicFramePr>
        <p:xfrm>
          <a:off x="1608551" y="3340074"/>
          <a:ext cx="9120996" cy="3376176"/>
        </p:xfrm>
        <a:graphic>
          <a:graphicData uri="http://schemas.openxmlformats.org/drawingml/2006/table">
            <a:tbl>
              <a:tblPr firstRow="1" bandRow="1">
                <a:tableStyleId>{C4B1156A-380E-4F78-BDF5-A606A8083BF9}</a:tableStyleId>
              </a:tblPr>
              <a:tblGrid>
                <a:gridCol w="2690270">
                  <a:extLst>
                    <a:ext uri="{9D8B030D-6E8A-4147-A177-3AD203B41FA5}">
                      <a16:colId xmlns:a16="http://schemas.microsoft.com/office/drawing/2014/main" val="3140209983"/>
                    </a:ext>
                  </a:extLst>
                </a:gridCol>
                <a:gridCol w="1064962">
                  <a:extLst>
                    <a:ext uri="{9D8B030D-6E8A-4147-A177-3AD203B41FA5}">
                      <a16:colId xmlns:a16="http://schemas.microsoft.com/office/drawing/2014/main" val="3922501285"/>
                    </a:ext>
                  </a:extLst>
                </a:gridCol>
                <a:gridCol w="2252802">
                  <a:extLst>
                    <a:ext uri="{9D8B030D-6E8A-4147-A177-3AD203B41FA5}">
                      <a16:colId xmlns:a16="http://schemas.microsoft.com/office/drawing/2014/main" val="3467975921"/>
                    </a:ext>
                  </a:extLst>
                </a:gridCol>
                <a:gridCol w="3112962">
                  <a:extLst>
                    <a:ext uri="{9D8B030D-6E8A-4147-A177-3AD203B41FA5}">
                      <a16:colId xmlns:a16="http://schemas.microsoft.com/office/drawing/2014/main" val="1865572204"/>
                    </a:ext>
                  </a:extLst>
                </a:gridCol>
              </a:tblGrid>
              <a:tr h="382811">
                <a:tc gridSpan="4">
                  <a:txBody>
                    <a:bodyPr/>
                    <a:lstStyle/>
                    <a:p>
                      <a:pPr algn="ctr"/>
                      <a:r>
                        <a:rPr lang="en-US" dirty="0">
                          <a:latin typeface="Dubai" panose="020B0503030403030204" pitchFamily="34" charset="-78"/>
                          <a:cs typeface="Dubai" panose="020B0503030403030204" pitchFamily="34" charset="-78"/>
                        </a:rPr>
                        <a:t>Complexity</a:t>
                      </a: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730858755"/>
                  </a:ext>
                </a:extLst>
              </a:tr>
              <a:tr h="382811">
                <a:tc>
                  <a:txBody>
                    <a:bodyPr/>
                    <a:lstStyle/>
                    <a:p>
                      <a:pPr algn="ctr"/>
                      <a:r>
                        <a:rPr lang="en-US" b="1" dirty="0">
                          <a:latin typeface="Dubai" panose="020B0503030403030204" pitchFamily="34" charset="-78"/>
                          <a:cs typeface="Dubai" panose="020B0503030403030204" pitchFamily="34" charset="-78"/>
                        </a:rPr>
                        <a:t>Problem</a:t>
                      </a:r>
                    </a:p>
                  </a:txBody>
                  <a:tcPr/>
                </a:tc>
                <a:tc>
                  <a:txBody>
                    <a:bodyPr/>
                    <a:lstStyle/>
                    <a:p>
                      <a:pPr algn="ctr"/>
                      <a:r>
                        <a:rPr lang="en-US" b="1" dirty="0">
                          <a:latin typeface="Dubai" panose="020B0503030403030204" pitchFamily="34" charset="-78"/>
                          <a:cs typeface="Dubai" panose="020B0503030403030204" pitchFamily="34" charset="-78"/>
                        </a:rPr>
                        <a:t>Shapes</a:t>
                      </a:r>
                    </a:p>
                  </a:txBody>
                  <a:tcPr/>
                </a:tc>
                <a:tc>
                  <a:txBody>
                    <a:bodyPr/>
                    <a:lstStyle/>
                    <a:p>
                      <a:pPr algn="ctr"/>
                      <a:r>
                        <a:rPr lang="en-US" b="1" dirty="0">
                          <a:latin typeface="Dubai" panose="020B0503030403030204" pitchFamily="34" charset="-78"/>
                          <a:cs typeface="Dubai" panose="020B0503030403030204" pitchFamily="34" charset="-78"/>
                        </a:rPr>
                        <a:t>Complexity</a:t>
                      </a:r>
                    </a:p>
                  </a:txBody>
                  <a:tcPr/>
                </a:tc>
                <a:tc>
                  <a:txBody>
                    <a:bodyPr/>
                    <a:lstStyle/>
                    <a:p>
                      <a:pPr algn="ctr"/>
                      <a:r>
                        <a:rPr lang="en-US" b="1"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88127">
                <a:tc>
                  <a:txBody>
                    <a:bodyPr/>
                    <a:lstStyle/>
                    <a:p>
                      <a:pPr algn="ctr"/>
                      <a:r>
                        <a:rPr lang="en-US" dirty="0">
                          <a:latin typeface="Dubai" panose="020B0503030403030204" pitchFamily="34" charset="-78"/>
                          <a:cs typeface="Dubai" panose="020B0503030403030204" pitchFamily="34" charset="-78"/>
                        </a:rPr>
                        <a:t>Occupancy/Relocation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NP-hard</a:t>
                      </a:r>
                    </a:p>
                  </a:txBody>
                  <a:tcPr/>
                </a:tc>
                <a:tc>
                  <a:txBody>
                    <a:bodyPr/>
                    <a:lstStyle/>
                    <a:p>
                      <a:pPr algn="ctr"/>
                      <a:r>
                        <a:rPr lang="en-US" i="0" dirty="0">
                          <a:latin typeface="Dubai" panose="020B0503030403030204" pitchFamily="34" charset="-78"/>
                          <a:cs typeface="Dubai" panose="020B0503030403030204" pitchFamily="34" charset="-78"/>
                        </a:rPr>
                        <a:t>Natural Computing 2019</a:t>
                      </a:r>
                    </a:p>
                  </a:txBody>
                  <a:tcPr/>
                </a:tc>
                <a:extLst>
                  <a:ext uri="{0D108BD9-81ED-4DB2-BD59-A6C34878D82A}">
                    <a16:rowId xmlns:a16="http://schemas.microsoft.com/office/drawing/2014/main" val="1705407000"/>
                  </a:ext>
                </a:extLst>
              </a:tr>
              <a:tr h="669919">
                <a:tc>
                  <a:txBody>
                    <a:bodyPr/>
                    <a:lstStyle/>
                    <a:p>
                      <a:pPr algn="ctr"/>
                      <a:r>
                        <a:rPr lang="en-US" dirty="0">
                          <a:latin typeface="Dubai" panose="020B0503030403030204" pitchFamily="34" charset="-78"/>
                          <a:cs typeface="Dubai" panose="020B0503030403030204" pitchFamily="34" charset="-78"/>
                        </a:rPr>
                        <a:t>Minimum Reconfiguration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algn="ctr"/>
                      <a:r>
                        <a:rPr lang="en-US" i="0" dirty="0">
                          <a:latin typeface="Dubai" panose="020B0503030403030204" pitchFamily="34" charset="-78"/>
                          <a:cs typeface="Dubai" panose="020B0503030403030204" pitchFamily="34" charset="-78"/>
                        </a:rPr>
                        <a:t>Natural Computing 2019</a:t>
                      </a:r>
                    </a:p>
                  </a:txBody>
                  <a:tcPr/>
                </a:tc>
                <a:extLst>
                  <a:ext uri="{0D108BD9-81ED-4DB2-BD59-A6C34878D82A}">
                    <a16:rowId xmlns:a16="http://schemas.microsoft.com/office/drawing/2014/main" val="2459792027"/>
                  </a:ext>
                </a:extLst>
              </a:tr>
              <a:tr h="388127">
                <a:tc>
                  <a:txBody>
                    <a:bodyPr/>
                    <a:lstStyle/>
                    <a:p>
                      <a:pPr algn="ctr"/>
                      <a:r>
                        <a:rPr lang="en-US" b="0" dirty="0">
                          <a:latin typeface="Dubai" panose="020B0503030403030204" pitchFamily="34" charset="-78"/>
                          <a:cs typeface="Dubai" panose="020B0503030403030204" pitchFamily="34" charset="-78"/>
                        </a:rPr>
                        <a:t>Occupancy/Relocation</a:t>
                      </a:r>
                    </a:p>
                  </a:txBody>
                  <a:tcPr/>
                </a:tc>
                <a:tc>
                  <a:txBody>
                    <a:bodyPr/>
                    <a:lstStyle/>
                    <a:p>
                      <a:pPr algn="ctr"/>
                      <a:r>
                        <a:rPr lang="en-US" dirty="0">
                          <a:latin typeface="Dubai" panose="020B0503030403030204" pitchFamily="34" charset="-78"/>
                          <a:cs typeface="Dubai" panose="020B0503030403030204" pitchFamily="34" charset="-78"/>
                        </a:rPr>
                        <a:t>1x1, 2x2</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88127">
                <a:tc>
                  <a:txBody>
                    <a:bodyPr/>
                    <a:lstStyle/>
                    <a:p>
                      <a:pPr algn="ctr"/>
                      <a:r>
                        <a:rPr lang="en-US" b="0" dirty="0">
                          <a:latin typeface="Dubai" panose="020B0503030403030204" pitchFamily="34" charset="-78"/>
                          <a:cs typeface="Dubai" panose="020B0503030403030204" pitchFamily="34" charset="-78"/>
                        </a:rPr>
                        <a:t>Reconfiguration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Dubai" panose="020B0503030403030204" pitchFamily="34" charset="-78"/>
                          <a:cs typeface="Dubai" panose="020B0503030403030204" pitchFamily="34" charset="-78"/>
                        </a:rPr>
                        <a:t>1x1, 2x2</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r h="3881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Occupancy/Relocation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1x1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544847373"/>
                  </a:ext>
                </a:extLst>
              </a:tr>
              <a:tr h="3881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Reconfiguration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1x1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3432695807"/>
                  </a:ext>
                </a:extLst>
              </a:tr>
            </a:tbl>
          </a:graphicData>
        </a:graphic>
      </p:graphicFrame>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CB9D21FF-6768-4F05-AC69-AF042544123F}"/>
                  </a:ext>
                </a:extLst>
              </p:cNvPr>
              <p:cNvGraphicFramePr>
                <a:graphicFrameLocks noGrp="1"/>
              </p:cNvGraphicFramePr>
              <p:nvPr/>
            </p:nvGraphicFramePr>
            <p:xfrm>
              <a:off x="196022" y="644554"/>
              <a:ext cx="6016962" cy="2570074"/>
            </p:xfrm>
            <a:graphic>
              <a:graphicData uri="http://schemas.openxmlformats.org/drawingml/2006/table">
                <a:tbl>
                  <a:tblPr firstRow="1" bandRow="1">
                    <a:tableStyleId>{C4B1156A-380E-4F78-BDF5-A606A8083BF9}</a:tableStyleId>
                  </a:tblPr>
                  <a:tblGrid>
                    <a:gridCol w="2652158">
                      <a:extLst>
                        <a:ext uri="{9D8B030D-6E8A-4147-A177-3AD203B41FA5}">
                          <a16:colId xmlns:a16="http://schemas.microsoft.com/office/drawing/2014/main" val="3922501285"/>
                        </a:ext>
                      </a:extLst>
                    </a:gridCol>
                    <a:gridCol w="1469641">
                      <a:extLst>
                        <a:ext uri="{9D8B030D-6E8A-4147-A177-3AD203B41FA5}">
                          <a16:colId xmlns:a16="http://schemas.microsoft.com/office/drawing/2014/main" val="1865572204"/>
                        </a:ext>
                      </a:extLst>
                    </a:gridCol>
                    <a:gridCol w="1895163">
                      <a:extLst>
                        <a:ext uri="{9D8B030D-6E8A-4147-A177-3AD203B41FA5}">
                          <a16:colId xmlns:a16="http://schemas.microsoft.com/office/drawing/2014/main" val="761501911"/>
                        </a:ext>
                      </a:extLst>
                    </a:gridCol>
                  </a:tblGrid>
                  <a:tr h="347667">
                    <a:tc gridSpan="3">
                      <a:txBody>
                        <a:bodyPr/>
                        <a:lstStyle/>
                        <a:p>
                          <a:pPr algn="ctr"/>
                          <a:r>
                            <a:rPr lang="en-US" dirty="0">
                              <a:latin typeface="Dubai" panose="020B0503030403030204" pitchFamily="34" charset="-78"/>
                              <a:cs typeface="Dubai" panose="020B0503030403030204" pitchFamily="34" charset="-78"/>
                            </a:rPr>
                            <a:t>Membership Algorithms</a:t>
                          </a: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62877523"/>
                      </a:ext>
                    </a:extLst>
                  </a:tr>
                  <a:tr h="371014">
                    <a:tc>
                      <a:txBody>
                        <a:bodyPr/>
                        <a:lstStyle/>
                        <a:p>
                          <a:pPr algn="ctr"/>
                          <a:r>
                            <a:rPr lang="en-US" b="1" dirty="0">
                              <a:latin typeface="Dubai" panose="020B0503030403030204" pitchFamily="34" charset="-78"/>
                              <a:cs typeface="Dubai" panose="020B0503030403030204" pitchFamily="34" charset="-78"/>
                            </a:rPr>
                            <a:t>Shape Class</a:t>
                          </a:r>
                        </a:p>
                      </a:txBody>
                      <a:tcPr/>
                    </a:tc>
                    <a:tc>
                      <a:txBody>
                        <a:bodyPr/>
                        <a:lstStyle/>
                        <a:p>
                          <a:pPr algn="ctr"/>
                          <a:r>
                            <a:rPr lang="en-US" b="1" dirty="0">
                              <a:latin typeface="Dubai" panose="020B0503030403030204" pitchFamily="34" charset="-78"/>
                              <a:cs typeface="Dubai" panose="020B0503030403030204" pitchFamily="34" charset="-78"/>
                            </a:rPr>
                            <a:t>Runtime</a:t>
                          </a:r>
                        </a:p>
                      </a:txBody>
                      <a:tcPr/>
                    </a:tc>
                    <a:tc>
                      <a:txBody>
                        <a:bodyPr/>
                        <a:lstStyle/>
                        <a:p>
                          <a:pPr algn="ctr"/>
                          <a:r>
                            <a:rPr lang="en-US" b="1"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459900">
                    <a:tc>
                      <a:txBody>
                        <a:bodyPr/>
                        <a:lstStyle/>
                        <a:p>
                          <a:pPr algn="ctr"/>
                          <a:r>
                            <a:rPr lang="en-US" dirty="0">
                              <a:latin typeface="Dubai" panose="020B0503030403030204" pitchFamily="34" charset="-78"/>
                              <a:cs typeface="Dubai" panose="020B0503030403030204" pitchFamily="34" charset="-78"/>
                            </a:rPr>
                            <a:t>Simple Drop Shapes</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Dubai" panose="020B0503030403030204" pitchFamily="34" charset="-78"/>
                                  </a:rPr>
                                  <m:t>𝑂</m:t>
                                </m:r>
                                <m:r>
                                  <a:rPr lang="en-US" b="0" i="1" smtClean="0">
                                    <a:latin typeface="Cambria Math" panose="02040503050406030204" pitchFamily="18" charset="0"/>
                                    <a:cs typeface="Dubai" panose="020B0503030403030204" pitchFamily="34" charset="-78"/>
                                  </a:rPr>
                                  <m:t>(</m:t>
                                </m:r>
                                <m:r>
                                  <a:rPr lang="en-US" b="0" i="1" smtClean="0">
                                    <a:latin typeface="Cambria Math" panose="02040503050406030204" pitchFamily="18" charset="0"/>
                                    <a:cs typeface="Dubai" panose="020B0503030403030204" pitchFamily="34" charset="-78"/>
                                  </a:rPr>
                                  <m:t>𝑛</m:t>
                                </m:r>
                                <m:func>
                                  <m:funcPr>
                                    <m:ctrlPr>
                                      <a:rPr lang="en-US" b="0" i="1" smtClean="0">
                                        <a:latin typeface="Cambria Math" panose="02040503050406030204" pitchFamily="18" charset="0"/>
                                        <a:cs typeface="Dubai" panose="020B0503030403030204" pitchFamily="34" charset="-78"/>
                                      </a:rPr>
                                    </m:ctrlPr>
                                  </m:funcPr>
                                  <m:fName>
                                    <m:r>
                                      <m:rPr>
                                        <m:sty m:val="p"/>
                                      </m:rPr>
                                      <a:rPr lang="en-US" b="0" i="0" smtClean="0">
                                        <a:latin typeface="Cambria Math" panose="02040503050406030204" pitchFamily="18" charset="0"/>
                                        <a:cs typeface="Dubai" panose="020B0503030403030204" pitchFamily="34" charset="-78"/>
                                      </a:rPr>
                                      <m:t>log</m:t>
                                    </m:r>
                                  </m:fName>
                                  <m:e>
                                    <m:r>
                                      <a:rPr lang="en-US" b="0" i="1" smtClean="0">
                                        <a:latin typeface="Cambria Math" panose="02040503050406030204" pitchFamily="18" charset="0"/>
                                        <a:cs typeface="Dubai" panose="020B0503030403030204" pitchFamily="34" charset="-78"/>
                                      </a:rPr>
                                      <m:t>𝑛</m:t>
                                    </m:r>
                                  </m:e>
                                </m:func>
                                <m:r>
                                  <a:rPr lang="en-US" b="0" i="1" smtClean="0">
                                    <a:latin typeface="Cambria Math" panose="02040503050406030204" pitchFamily="18" charset="0"/>
                                    <a:cs typeface="Dubai" panose="020B0503030403030204" pitchFamily="34" charset="-78"/>
                                  </a:rPr>
                                  <m:t>)</m:t>
                                </m:r>
                              </m:oMath>
                            </m:oMathPara>
                          </a14:m>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459900">
                    <a:tc>
                      <a:txBody>
                        <a:bodyPr/>
                        <a:lstStyle/>
                        <a:p>
                          <a:pPr algn="ctr"/>
                          <a:r>
                            <a:rPr lang="en-US" dirty="0">
                              <a:latin typeface="Dubai" panose="020B0503030403030204" pitchFamily="34" charset="-78"/>
                              <a:cs typeface="Dubai" panose="020B0503030403030204" pitchFamily="34" charset="-78"/>
                            </a:rPr>
                            <a:t>Drop Shapes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Dubai" panose="020B0503030403030204" pitchFamily="34" charset="-78"/>
                                  </a:rPr>
                                  <m:t>𝑂</m:t>
                                </m:r>
                                <m:r>
                                  <a:rPr lang="en-US" b="0" i="1" smtClean="0">
                                    <a:latin typeface="Cambria Math" panose="02040503050406030204" pitchFamily="18" charset="0"/>
                                    <a:cs typeface="Dubai" panose="020B0503030403030204" pitchFamily="34" charset="-78"/>
                                  </a:rPr>
                                  <m:t>(</m:t>
                                </m:r>
                                <m:sSup>
                                  <m:sSupPr>
                                    <m:ctrlPr>
                                      <a:rPr lang="en-US" b="0" i="1" smtClean="0">
                                        <a:latin typeface="Cambria Math" panose="02040503050406030204" pitchFamily="18" charset="0"/>
                                        <a:cs typeface="Dubai" panose="020B0503030403030204" pitchFamily="34" charset="-78"/>
                                      </a:rPr>
                                    </m:ctrlPr>
                                  </m:sSupPr>
                                  <m:e>
                                    <m:r>
                                      <a:rPr lang="en-US" b="0" i="1" smtClean="0">
                                        <a:latin typeface="Cambria Math" panose="02040503050406030204" pitchFamily="18" charset="0"/>
                                        <a:cs typeface="Dubai" panose="020B0503030403030204" pitchFamily="34" charset="-78"/>
                                      </a:rPr>
                                      <m:t>𝑛</m:t>
                                    </m:r>
                                  </m:e>
                                  <m:sup>
                                    <m:r>
                                      <a:rPr lang="en-US" b="0" i="1" smtClean="0">
                                        <a:latin typeface="Cambria Math" panose="02040503050406030204" pitchFamily="18" charset="0"/>
                                        <a:cs typeface="Dubai" panose="020B0503030403030204" pitchFamily="34" charset="-78"/>
                                      </a:rPr>
                                      <m:t>2</m:t>
                                    </m:r>
                                  </m:sup>
                                </m:sSup>
                                <m:r>
                                  <a:rPr lang="en-US" b="0" i="1" smtClean="0">
                                    <a:latin typeface="Cambria Math" panose="02040503050406030204" pitchFamily="18" charset="0"/>
                                    <a:cs typeface="Dubai" panose="020B0503030403030204" pitchFamily="34" charset="-78"/>
                                  </a:rPr>
                                  <m:t>h</m:t>
                                </m:r>
                                <m:r>
                                  <a:rPr lang="en-US" b="0" i="1" smtClean="0">
                                    <a:latin typeface="Cambria Math" panose="02040503050406030204" pitchFamily="18" charset="0"/>
                                    <a:cs typeface="Dubai" panose="020B0503030403030204" pitchFamily="34" charset="-78"/>
                                  </a:rPr>
                                  <m:t>!)</m:t>
                                </m:r>
                              </m:oMath>
                            </m:oMathPara>
                          </a14:m>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2017</a:t>
                          </a:r>
                        </a:p>
                      </a:txBody>
                      <a:tcPr/>
                    </a:tc>
                    <a:extLst>
                      <a:ext uri="{0D108BD9-81ED-4DB2-BD59-A6C34878D82A}">
                        <a16:rowId xmlns:a16="http://schemas.microsoft.com/office/drawing/2014/main" val="2459792027"/>
                      </a:ext>
                    </a:extLst>
                  </a:tr>
                  <a:tr h="459900">
                    <a:tc>
                      <a:txBody>
                        <a:bodyPr/>
                        <a:lstStyle/>
                        <a:p>
                          <a:pPr algn="ctr"/>
                          <a:r>
                            <a:rPr lang="en-US" dirty="0">
                              <a:latin typeface="Dubai" panose="020B0503030403030204" pitchFamily="34" charset="-78"/>
                              <a:cs typeface="Dubai" panose="020B0503030403030204" pitchFamily="34" charset="-78"/>
                            </a:rPr>
                            <a:t>Simple Straight 2-cuttable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Dubai" panose="020B0503030403030204" pitchFamily="34" charset="-78"/>
                                  </a:rPr>
                                  <m:t>𝑂</m:t>
                                </m:r>
                                <m:r>
                                  <a:rPr lang="en-US" b="0" i="1" smtClean="0">
                                    <a:latin typeface="Cambria Math" panose="02040503050406030204" pitchFamily="18" charset="0"/>
                                    <a:cs typeface="Dubai" panose="020B0503030403030204" pitchFamily="34" charset="-78"/>
                                  </a:rPr>
                                  <m:t>(</m:t>
                                </m:r>
                                <m:sSup>
                                  <m:sSupPr>
                                    <m:ctrlPr>
                                      <a:rPr lang="en-US" b="0" i="1" smtClean="0">
                                        <a:latin typeface="Cambria Math" panose="02040503050406030204" pitchFamily="18" charset="0"/>
                                        <a:cs typeface="Dubai" panose="020B0503030403030204" pitchFamily="34" charset="-78"/>
                                      </a:rPr>
                                    </m:ctrlPr>
                                  </m:sSupPr>
                                  <m:e>
                                    <m:r>
                                      <a:rPr lang="en-US" b="0" i="1" smtClean="0">
                                        <a:latin typeface="Cambria Math" panose="02040503050406030204" pitchFamily="18" charset="0"/>
                                        <a:cs typeface="Dubai" panose="020B0503030403030204" pitchFamily="34" charset="-78"/>
                                      </a:rPr>
                                      <m:t>𝑛</m:t>
                                    </m:r>
                                  </m:e>
                                  <m:sup>
                                    <m:r>
                                      <a:rPr lang="en-US" b="0" i="1" smtClean="0">
                                        <a:latin typeface="Cambria Math" panose="02040503050406030204" pitchFamily="18" charset="0"/>
                                        <a:cs typeface="Dubai" panose="020B0503030403030204" pitchFamily="34" charset="-78"/>
                                      </a:rPr>
                                      <m:t>3</m:t>
                                    </m:r>
                                  </m:sup>
                                </m:sSup>
                                <m:func>
                                  <m:funcPr>
                                    <m:ctrlPr>
                                      <a:rPr lang="en-US" b="0" i="1" smtClean="0">
                                        <a:latin typeface="Cambria Math" panose="02040503050406030204" pitchFamily="18" charset="0"/>
                                        <a:cs typeface="Dubai" panose="020B0503030403030204" pitchFamily="34" charset="-78"/>
                                      </a:rPr>
                                    </m:ctrlPr>
                                  </m:funcPr>
                                  <m:fName>
                                    <m:r>
                                      <m:rPr>
                                        <m:sty m:val="p"/>
                                      </m:rPr>
                                      <a:rPr lang="en-US" b="0" i="0" smtClean="0">
                                        <a:latin typeface="Cambria Math" panose="02040503050406030204" pitchFamily="18" charset="0"/>
                                        <a:cs typeface="Dubai" panose="020B0503030403030204" pitchFamily="34" charset="-78"/>
                                      </a:rPr>
                                      <m:t>log</m:t>
                                    </m:r>
                                  </m:fName>
                                  <m:e>
                                    <m:r>
                                      <a:rPr lang="en-US" b="0" i="1" smtClean="0">
                                        <a:latin typeface="Cambria Math" panose="02040503050406030204" pitchFamily="18" charset="0"/>
                                        <a:cs typeface="Dubai" panose="020B0503030403030204" pitchFamily="34" charset="-78"/>
                                      </a:rPr>
                                      <m:t>𝑛</m:t>
                                    </m:r>
                                  </m:e>
                                </m:func>
                                <m:r>
                                  <a:rPr lang="en-US" b="0" i="1" smtClean="0">
                                    <a:latin typeface="Cambria Math" panose="02040503050406030204" pitchFamily="18" charset="0"/>
                                    <a:cs typeface="Dubai" panose="020B0503030403030204" pitchFamily="34" charset="-78"/>
                                  </a:rPr>
                                  <m:t>)</m:t>
                                </m:r>
                              </m:oMath>
                            </m:oMathPara>
                          </a14:m>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2018</a:t>
                          </a:r>
                        </a:p>
                      </a:txBody>
                      <a:tcPr/>
                    </a:tc>
                    <a:extLst>
                      <a:ext uri="{0D108BD9-81ED-4DB2-BD59-A6C34878D82A}">
                        <a16:rowId xmlns:a16="http://schemas.microsoft.com/office/drawing/2014/main" val="3185818201"/>
                      </a:ext>
                    </a:extLst>
                  </a:tr>
                  <a:tr h="453600">
                    <a:tc>
                      <a:txBody>
                        <a:bodyPr/>
                        <a:lstStyle/>
                        <a:p>
                          <a:pPr algn="ctr"/>
                          <a:r>
                            <a:rPr lang="en-US" b="1" dirty="0">
                              <a:latin typeface="Dubai" panose="020B0503030403030204" pitchFamily="34" charset="-78"/>
                              <a:cs typeface="Dubai" panose="020B0503030403030204" pitchFamily="34" charset="-78"/>
                            </a:rPr>
                            <a:t>Simple shapes in </a:t>
                          </a:r>
                          <a14:m>
                            <m:oMath xmlns:m="http://schemas.openxmlformats.org/officeDocument/2006/math">
                              <m:r>
                                <a:rPr lang="en-US" sz="1800" b="1"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𝕯</m:t>
                              </m:r>
                            </m:oMath>
                          </a14:m>
                          <a:endParaRPr lang="en-US" b="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800" b="0" i="1" smtClean="0">
                                  <a:solidFill>
                                    <a:schemeClr val="bg1"/>
                                  </a:solidFill>
                                  <a:latin typeface="Cambria Math" panose="02040503050406030204" pitchFamily="18" charset="0"/>
                                  <a:cs typeface="Dubai Light" panose="020B0303030403030204" pitchFamily="34" charset="-78"/>
                                </a:rPr>
                                <m:t>𝑂</m:t>
                              </m:r>
                              <m:r>
                                <a:rPr lang="en-US" sz="1800" b="0" i="1" smtClean="0">
                                  <a:solidFill>
                                    <a:schemeClr val="bg1"/>
                                  </a:solidFill>
                                  <a:latin typeface="Cambria Math" panose="02040503050406030204" pitchFamily="18" charset="0"/>
                                  <a:cs typeface="Dubai Light" panose="020B0303030403030204" pitchFamily="34" charset="-78"/>
                                </a:rPr>
                                <m:t>(</m:t>
                              </m:r>
                              <m:sSup>
                                <m:sSupPr>
                                  <m:ctrlPr>
                                    <a:rPr lang="en-US" sz="1800" b="0" i="1" smtClean="0">
                                      <a:solidFill>
                                        <a:schemeClr val="bg1"/>
                                      </a:solidFill>
                                      <a:latin typeface="Cambria Math" panose="02040503050406030204" pitchFamily="18" charset="0"/>
                                      <a:cs typeface="Dubai Light" panose="020B0303030403030204" pitchFamily="34" charset="-78"/>
                                    </a:rPr>
                                  </m:ctrlPr>
                                </m:sSupPr>
                                <m:e>
                                  <m:r>
                                    <a:rPr lang="en-US" sz="1800" b="0" i="1" smtClean="0">
                                      <a:solidFill>
                                        <a:schemeClr val="bg1"/>
                                      </a:solidFill>
                                      <a:latin typeface="Cambria Math" panose="02040503050406030204" pitchFamily="18" charset="0"/>
                                      <a:cs typeface="Dubai Light" panose="020B0303030403030204" pitchFamily="34" charset="-78"/>
                                    </a:rPr>
                                    <m:t>𝑛</m:t>
                                  </m:r>
                                </m:e>
                                <m:sup>
                                  <m:r>
                                    <a:rPr lang="en-US" sz="1800" b="0" i="1" smtClean="0">
                                      <a:solidFill>
                                        <a:schemeClr val="bg1"/>
                                      </a:solidFill>
                                      <a:latin typeface="Cambria Math" panose="02040503050406030204" pitchFamily="18" charset="0"/>
                                      <a:cs typeface="Dubai Light" panose="020B0303030403030204" pitchFamily="34" charset="-78"/>
                                    </a:rPr>
                                    <m:t>4</m:t>
                                  </m:r>
                                </m:sup>
                              </m:sSup>
                              <m:func>
                                <m:funcPr>
                                  <m:ctrlPr>
                                    <a:rPr lang="en-US" sz="1800" b="0" i="1" smtClean="0">
                                      <a:solidFill>
                                        <a:schemeClr val="bg1"/>
                                      </a:solidFill>
                                      <a:latin typeface="Cambria Math" panose="02040503050406030204" pitchFamily="18" charset="0"/>
                                      <a:cs typeface="Dubai Light" panose="020B0303030403030204" pitchFamily="34" charset="-78"/>
                                    </a:rPr>
                                  </m:ctrlPr>
                                </m:funcPr>
                                <m:fName>
                                  <m:r>
                                    <m:rPr>
                                      <m:sty m:val="p"/>
                                    </m:rPr>
                                    <a:rPr lang="en-US" sz="1800" b="0" i="0" smtClean="0">
                                      <a:solidFill>
                                        <a:schemeClr val="bg1"/>
                                      </a:solidFill>
                                      <a:latin typeface="Cambria Math" panose="02040503050406030204" pitchFamily="18" charset="0"/>
                                      <a:cs typeface="Dubai Light" panose="020B0303030403030204" pitchFamily="34" charset="-78"/>
                                    </a:rPr>
                                    <m:t>log</m:t>
                                  </m:r>
                                </m:fName>
                                <m:e>
                                  <m:r>
                                    <a:rPr lang="en-US" sz="1800" b="0" i="1" smtClean="0">
                                      <a:solidFill>
                                        <a:schemeClr val="bg1"/>
                                      </a:solidFill>
                                      <a:latin typeface="Cambria Math" panose="02040503050406030204" pitchFamily="18" charset="0"/>
                                      <a:cs typeface="Dubai Light" panose="020B0303030403030204" pitchFamily="34" charset="-78"/>
                                    </a:rPr>
                                    <m:t>𝑛</m:t>
                                  </m:r>
                                </m:e>
                              </m:func>
                              <m:r>
                                <a:rPr lang="en-US" sz="1800" b="0" i="1" smtClean="0">
                                  <a:solidFill>
                                    <a:schemeClr val="bg1"/>
                                  </a:solidFill>
                                  <a:latin typeface="Cambria Math" panose="02040503050406030204" pitchFamily="18" charset="0"/>
                                  <a:cs typeface="Dubai Light" panose="020B0303030403030204" pitchFamily="34" charset="-78"/>
                                </a:rPr>
                                <m:t>)</m:t>
                              </m:r>
                            </m:oMath>
                          </a14:m>
                          <a:r>
                            <a:rPr lang="en-US" sz="1800" dirty="0">
                              <a:solidFill>
                                <a:schemeClr val="bg1"/>
                              </a:solidFill>
                              <a:latin typeface="Dubai Light" panose="020B0303030403030204" pitchFamily="34" charset="-78"/>
                              <a:cs typeface="Dubai Light" panose="020B0303030403030204" pitchFamily="34" charset="-78"/>
                            </a:rPr>
                            <a:t> </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3322282911"/>
                      </a:ext>
                    </a:extLst>
                  </a:tr>
                </a:tbl>
              </a:graphicData>
            </a:graphic>
          </p:graphicFrame>
        </mc:Choice>
        <mc:Fallback xmlns="">
          <p:graphicFrame>
            <p:nvGraphicFramePr>
              <p:cNvPr id="7" name="Table 6">
                <a:extLst>
                  <a:ext uri="{FF2B5EF4-FFF2-40B4-BE49-F238E27FC236}">
                    <a16:creationId xmlns:a16="http://schemas.microsoft.com/office/drawing/2014/main" id="{CB9D21FF-6768-4F05-AC69-AF042544123F}"/>
                  </a:ext>
                </a:extLst>
              </p:cNvPr>
              <p:cNvGraphicFramePr>
                <a:graphicFrameLocks noGrp="1"/>
              </p:cNvGraphicFramePr>
              <p:nvPr>
                <p:extLst>
                  <p:ext uri="{D42A27DB-BD31-4B8C-83A1-F6EECF244321}">
                    <p14:modId xmlns:p14="http://schemas.microsoft.com/office/powerpoint/2010/main" val="2237087678"/>
                  </p:ext>
                </p:extLst>
              </p:nvPr>
            </p:nvGraphicFramePr>
            <p:xfrm>
              <a:off x="196022" y="644554"/>
              <a:ext cx="6016962" cy="2570074"/>
            </p:xfrm>
            <a:graphic>
              <a:graphicData uri="http://schemas.openxmlformats.org/drawingml/2006/table">
                <a:tbl>
                  <a:tblPr firstRow="1" bandRow="1">
                    <a:tableStyleId>{C4B1156A-380E-4F78-BDF5-A606A8083BF9}</a:tableStyleId>
                  </a:tblPr>
                  <a:tblGrid>
                    <a:gridCol w="2652158">
                      <a:extLst>
                        <a:ext uri="{9D8B030D-6E8A-4147-A177-3AD203B41FA5}">
                          <a16:colId xmlns:a16="http://schemas.microsoft.com/office/drawing/2014/main" val="3922501285"/>
                        </a:ext>
                      </a:extLst>
                    </a:gridCol>
                    <a:gridCol w="1469641">
                      <a:extLst>
                        <a:ext uri="{9D8B030D-6E8A-4147-A177-3AD203B41FA5}">
                          <a16:colId xmlns:a16="http://schemas.microsoft.com/office/drawing/2014/main" val="1865572204"/>
                        </a:ext>
                      </a:extLst>
                    </a:gridCol>
                    <a:gridCol w="1895163">
                      <a:extLst>
                        <a:ext uri="{9D8B030D-6E8A-4147-A177-3AD203B41FA5}">
                          <a16:colId xmlns:a16="http://schemas.microsoft.com/office/drawing/2014/main" val="761501911"/>
                        </a:ext>
                      </a:extLst>
                    </a:gridCol>
                  </a:tblGrid>
                  <a:tr h="365760">
                    <a:tc gridSpan="3">
                      <a:txBody>
                        <a:bodyPr/>
                        <a:lstStyle/>
                        <a:p>
                          <a:pPr algn="ctr"/>
                          <a:r>
                            <a:rPr lang="en-US" dirty="0">
                              <a:latin typeface="Dubai" panose="020B0503030403030204" pitchFamily="34" charset="-78"/>
                              <a:cs typeface="Dubai" panose="020B0503030403030204" pitchFamily="34" charset="-78"/>
                            </a:rPr>
                            <a:t>Membership Algorithms</a:t>
                          </a: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62877523"/>
                      </a:ext>
                    </a:extLst>
                  </a:tr>
                  <a:tr h="371014">
                    <a:tc>
                      <a:txBody>
                        <a:bodyPr/>
                        <a:lstStyle/>
                        <a:p>
                          <a:pPr algn="ctr"/>
                          <a:r>
                            <a:rPr lang="en-US" b="1" dirty="0">
                              <a:latin typeface="Dubai" panose="020B0503030403030204" pitchFamily="34" charset="-78"/>
                              <a:cs typeface="Dubai" panose="020B0503030403030204" pitchFamily="34" charset="-78"/>
                            </a:rPr>
                            <a:t>Shape Class</a:t>
                          </a:r>
                        </a:p>
                      </a:txBody>
                      <a:tcPr/>
                    </a:tc>
                    <a:tc>
                      <a:txBody>
                        <a:bodyPr/>
                        <a:lstStyle/>
                        <a:p>
                          <a:pPr algn="ctr"/>
                          <a:r>
                            <a:rPr lang="en-US" b="1" dirty="0">
                              <a:latin typeface="Dubai" panose="020B0503030403030204" pitchFamily="34" charset="-78"/>
                              <a:cs typeface="Dubai" panose="020B0503030403030204" pitchFamily="34" charset="-78"/>
                            </a:rPr>
                            <a:t>Runtime</a:t>
                          </a:r>
                        </a:p>
                      </a:txBody>
                      <a:tcPr/>
                    </a:tc>
                    <a:tc>
                      <a:txBody>
                        <a:bodyPr/>
                        <a:lstStyle/>
                        <a:p>
                          <a:pPr algn="ctr"/>
                          <a:r>
                            <a:rPr lang="en-US" b="1"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459900">
                    <a:tc>
                      <a:txBody>
                        <a:bodyPr/>
                        <a:lstStyle/>
                        <a:p>
                          <a:pPr algn="ctr"/>
                          <a:r>
                            <a:rPr lang="en-US" dirty="0">
                              <a:latin typeface="Dubai" panose="020B0503030403030204" pitchFamily="34" charset="-78"/>
                              <a:cs typeface="Dubai" panose="020B0503030403030204" pitchFamily="34" charset="-78"/>
                            </a:rPr>
                            <a:t>Simple Drop Shapes</a:t>
                          </a:r>
                        </a:p>
                      </a:txBody>
                      <a:tcPr/>
                    </a:tc>
                    <a:tc>
                      <a:txBody>
                        <a:bodyPr/>
                        <a:lstStyle/>
                        <a:p>
                          <a:endParaRPr lang="en-US"/>
                        </a:p>
                      </a:txBody>
                      <a:tcPr>
                        <a:blipFill>
                          <a:blip r:embed="rId3"/>
                          <a:stretch>
                            <a:fillRect l="-180165" t="-165789" r="-129339" b="-30131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459900">
                    <a:tc>
                      <a:txBody>
                        <a:bodyPr/>
                        <a:lstStyle/>
                        <a:p>
                          <a:pPr algn="ctr"/>
                          <a:r>
                            <a:rPr lang="en-US" dirty="0">
                              <a:latin typeface="Dubai" panose="020B0503030403030204" pitchFamily="34" charset="-78"/>
                              <a:cs typeface="Dubai" panose="020B0503030403030204" pitchFamily="34" charset="-78"/>
                            </a:rPr>
                            <a:t>Drop Shapes</a:t>
                          </a:r>
                        </a:p>
                      </a:txBody>
                      <a:tcPr/>
                    </a:tc>
                    <a:tc>
                      <a:txBody>
                        <a:bodyPr/>
                        <a:lstStyle/>
                        <a:p>
                          <a:endParaRPr lang="en-US"/>
                        </a:p>
                      </a:txBody>
                      <a:tcPr>
                        <a:blipFill>
                          <a:blip r:embed="rId3"/>
                          <a:stretch>
                            <a:fillRect l="-180165" t="-265789" r="-129339" b="-20131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2017</a:t>
                          </a:r>
                        </a:p>
                      </a:txBody>
                      <a:tcPr/>
                    </a:tc>
                    <a:extLst>
                      <a:ext uri="{0D108BD9-81ED-4DB2-BD59-A6C34878D82A}">
                        <a16:rowId xmlns:a16="http://schemas.microsoft.com/office/drawing/2014/main" val="2459792027"/>
                      </a:ext>
                    </a:extLst>
                  </a:tr>
                  <a:tr h="459900">
                    <a:tc>
                      <a:txBody>
                        <a:bodyPr/>
                        <a:lstStyle/>
                        <a:p>
                          <a:pPr algn="ctr"/>
                          <a:r>
                            <a:rPr lang="en-US" dirty="0">
                              <a:latin typeface="Dubai" panose="020B0503030403030204" pitchFamily="34" charset="-78"/>
                              <a:cs typeface="Dubai" panose="020B0503030403030204" pitchFamily="34" charset="-78"/>
                            </a:rPr>
                            <a:t>Simple Straight 2-cuttable</a:t>
                          </a:r>
                        </a:p>
                      </a:txBody>
                      <a:tcPr/>
                    </a:tc>
                    <a:tc>
                      <a:txBody>
                        <a:bodyPr/>
                        <a:lstStyle/>
                        <a:p>
                          <a:endParaRPr lang="en-US"/>
                        </a:p>
                      </a:txBody>
                      <a:tcPr>
                        <a:blipFill>
                          <a:blip r:embed="rId3"/>
                          <a:stretch>
                            <a:fillRect l="-180165" t="-370667" r="-129339" b="-10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2018</a:t>
                          </a:r>
                        </a:p>
                      </a:txBody>
                      <a:tcPr/>
                    </a:tc>
                    <a:extLst>
                      <a:ext uri="{0D108BD9-81ED-4DB2-BD59-A6C34878D82A}">
                        <a16:rowId xmlns:a16="http://schemas.microsoft.com/office/drawing/2014/main" val="3185818201"/>
                      </a:ext>
                    </a:extLst>
                  </a:tr>
                  <a:tr h="453600">
                    <a:tc>
                      <a:txBody>
                        <a:bodyPr/>
                        <a:lstStyle/>
                        <a:p>
                          <a:endParaRPr lang="en-US"/>
                        </a:p>
                      </a:txBody>
                      <a:tcPr>
                        <a:blipFill>
                          <a:blip r:embed="rId3"/>
                          <a:stretch>
                            <a:fillRect l="-230" t="-470667" r="-127586" b="-4000"/>
                          </a:stretch>
                        </a:blipFill>
                      </a:tcPr>
                    </a:tc>
                    <a:tc>
                      <a:txBody>
                        <a:bodyPr/>
                        <a:lstStyle/>
                        <a:p>
                          <a:endParaRPr lang="en-US"/>
                        </a:p>
                      </a:txBody>
                      <a:tcPr>
                        <a:blipFill>
                          <a:blip r:embed="rId3"/>
                          <a:stretch>
                            <a:fillRect l="-180165" t="-470667" r="-129339" b="-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332228291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2BFBC49-7C23-4B71-A121-D7CBCA8E9F00}"/>
                  </a:ext>
                </a:extLst>
              </p:cNvPr>
              <p:cNvGraphicFramePr>
                <a:graphicFrameLocks noGrp="1"/>
              </p:cNvGraphicFramePr>
              <p:nvPr/>
            </p:nvGraphicFramePr>
            <p:xfrm>
              <a:off x="6377063" y="642968"/>
              <a:ext cx="5639839" cy="2372606"/>
            </p:xfrm>
            <a:graphic>
              <a:graphicData uri="http://schemas.openxmlformats.org/drawingml/2006/table">
                <a:tbl>
                  <a:tblPr firstRow="1" bandRow="1">
                    <a:tableStyleId>{C4B1156A-380E-4F78-BDF5-A606A8083BF9}</a:tableStyleId>
                  </a:tblPr>
                  <a:tblGrid>
                    <a:gridCol w="1639078">
                      <a:extLst>
                        <a:ext uri="{9D8B030D-6E8A-4147-A177-3AD203B41FA5}">
                          <a16:colId xmlns:a16="http://schemas.microsoft.com/office/drawing/2014/main" val="3140209983"/>
                        </a:ext>
                      </a:extLst>
                    </a:gridCol>
                    <a:gridCol w="1480458">
                      <a:extLst>
                        <a:ext uri="{9D8B030D-6E8A-4147-A177-3AD203B41FA5}">
                          <a16:colId xmlns:a16="http://schemas.microsoft.com/office/drawing/2014/main" val="3922501285"/>
                        </a:ext>
                      </a:extLst>
                    </a:gridCol>
                    <a:gridCol w="1039845">
                      <a:extLst>
                        <a:ext uri="{9D8B030D-6E8A-4147-A177-3AD203B41FA5}">
                          <a16:colId xmlns:a16="http://schemas.microsoft.com/office/drawing/2014/main" val="1865572204"/>
                        </a:ext>
                      </a:extLst>
                    </a:gridCol>
                    <a:gridCol w="1480458">
                      <a:extLst>
                        <a:ext uri="{9D8B030D-6E8A-4147-A177-3AD203B41FA5}">
                          <a16:colId xmlns:a16="http://schemas.microsoft.com/office/drawing/2014/main" val="761501911"/>
                        </a:ext>
                      </a:extLst>
                    </a:gridCol>
                  </a:tblGrid>
                  <a:tr h="368348">
                    <a:tc gridSpan="4">
                      <a:txBody>
                        <a:bodyPr/>
                        <a:lstStyle/>
                        <a:p>
                          <a:pPr algn="ctr"/>
                          <a:r>
                            <a:rPr lang="en-US" dirty="0">
                              <a:latin typeface="Dubai" panose="020B0503030403030204" pitchFamily="34" charset="-78"/>
                              <a:cs typeface="Dubai" panose="020B0503030403030204" pitchFamily="34" charset="-78"/>
                            </a:rPr>
                            <a:t>Construction</a:t>
                          </a: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265317780"/>
                      </a:ext>
                    </a:extLst>
                  </a:tr>
                  <a:tr h="368348">
                    <a:tc>
                      <a:txBody>
                        <a:bodyPr/>
                        <a:lstStyle/>
                        <a:p>
                          <a:pPr algn="ctr"/>
                          <a:r>
                            <a:rPr lang="en-US" b="1" dirty="0">
                              <a:latin typeface="Dubai" panose="020B0503030403030204" pitchFamily="34" charset="-78"/>
                              <a:cs typeface="Dubai" panose="020B0503030403030204" pitchFamily="34" charset="-78"/>
                            </a:rPr>
                            <a:t>Result</a:t>
                          </a:r>
                        </a:p>
                      </a:txBody>
                      <a:tcPr/>
                    </a:tc>
                    <a:tc>
                      <a:txBody>
                        <a:bodyPr/>
                        <a:lstStyle/>
                        <a:p>
                          <a:pPr algn="ctr"/>
                          <a:r>
                            <a:rPr lang="en-US" b="1" dirty="0">
                              <a:latin typeface="Dubai" panose="020B0503030403030204" pitchFamily="34" charset="-78"/>
                              <a:cs typeface="Dubai" panose="020B0503030403030204" pitchFamily="34" charset="-78"/>
                            </a:rPr>
                            <a:t>Shape Class</a:t>
                          </a:r>
                        </a:p>
                      </a:txBody>
                      <a:tcPr/>
                    </a:tc>
                    <a:tc>
                      <a:txBody>
                        <a:bodyPr/>
                        <a:lstStyle/>
                        <a:p>
                          <a:pPr algn="ctr"/>
                          <a:r>
                            <a:rPr lang="en-US" b="1" dirty="0">
                              <a:latin typeface="Dubai" panose="020B0503030403030204" pitchFamily="34" charset="-78"/>
                              <a:cs typeface="Dubai" panose="020B0503030403030204" pitchFamily="34" charset="-78"/>
                            </a:rPr>
                            <a:t>Tilts</a:t>
                          </a:r>
                        </a:p>
                      </a:txBody>
                      <a:tcPr/>
                    </a:tc>
                    <a:tc>
                      <a:txBody>
                        <a:bodyPr/>
                        <a:lstStyle/>
                        <a:p>
                          <a:pPr algn="ctr"/>
                          <a:r>
                            <a:rPr lang="en-US" b="1"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68348">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68348">
                    <a:tc>
                      <a:txBody>
                        <a:bodyPr/>
                        <a:lstStyle/>
                        <a:p>
                          <a:pPr algn="ctr"/>
                          <a:r>
                            <a:rPr lang="en-US" b="0" dirty="0">
                              <a:latin typeface="Dubai" panose="020B0503030403030204" pitchFamily="34" charset="-78"/>
                              <a:cs typeface="Dubai" panose="020B0503030403030204" pitchFamily="34" charset="-78"/>
                            </a:rPr>
                            <a:t>Fixed Shape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Dubai" panose="020B0503030403030204" pitchFamily="34" charset="-78"/>
                              <a:cs typeface="Dubai" panose="020B0503030403030204" pitchFamily="34" charset="-78"/>
                            </a:rPr>
                            <a:t>2-CUT/</a:t>
                          </a:r>
                          <a14:m>
                            <m:oMath xmlns:m="http://schemas.openxmlformats.org/officeDocument/2006/math">
                              <m:r>
                                <a:rPr lang="en-US" sz="1800" b="1"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𝕯</m:t>
                              </m:r>
                            </m:oMath>
                          </a14:m>
                          <a:endParaRPr lang="en-US" b="1" i="0"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2018</a:t>
                          </a:r>
                        </a:p>
                      </a:txBody>
                      <a:tcPr/>
                    </a:tc>
                    <a:extLst>
                      <a:ext uri="{0D108BD9-81ED-4DB2-BD59-A6C34878D82A}">
                        <a16:rowId xmlns:a16="http://schemas.microsoft.com/office/drawing/2014/main" val="3185818201"/>
                      </a:ext>
                    </a:extLst>
                  </a:tr>
                  <a:tr h="495426">
                    <a:tc>
                      <a:txBody>
                        <a:bodyPr/>
                        <a:lstStyle/>
                        <a:p>
                          <a:pPr algn="ctr"/>
                          <a:r>
                            <a:rPr lang="en-US" b="0" dirty="0">
                              <a:latin typeface="Dubai" panose="020B0503030403030204" pitchFamily="34" charset="-78"/>
                              <a:cs typeface="Dubai" panose="020B0503030403030204" pitchFamily="34" charset="-78"/>
                            </a:rPr>
                            <a:t>Universal </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018220157"/>
                      </a:ext>
                    </a:extLst>
                  </a:tr>
                  <a:tr h="403788">
                    <a:tc>
                      <a:txBody>
                        <a:bodyPr/>
                        <a:lstStyle/>
                        <a:p>
                          <a:pPr algn="ctr"/>
                          <a:r>
                            <a:rPr lang="en-US" b="1" dirty="0">
                              <a:latin typeface="Dubai" panose="020B0503030403030204" pitchFamily="34" charset="-78"/>
                              <a:cs typeface="Dubai" panose="020B0503030403030204" pitchFamily="34" charset="-78"/>
                            </a:rPr>
                            <a:t>Universal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b="1" dirty="0" smtClean="0">
                                    <a:latin typeface="Dubai" panose="020B0503030403030204" pitchFamily="34" charset="-78"/>
                                    <a:cs typeface="Dubai" panose="020B0503030403030204" pitchFamily="34" charset="-78"/>
                                  </a:rPr>
                                  <m:t>2−</m:t>
                                </m:r>
                                <m:r>
                                  <m:rPr>
                                    <m:nor/>
                                  </m:rPr>
                                  <a:rPr lang="en-US" b="1" dirty="0" smtClean="0">
                                    <a:latin typeface="Dubai" panose="020B0503030403030204" pitchFamily="34" charset="-78"/>
                                    <a:cs typeface="Dubai" panose="020B0503030403030204" pitchFamily="34" charset="-78"/>
                                  </a:rPr>
                                  <m:t>CUT</m:t>
                                </m:r>
                                <m:r>
                                  <m:rPr>
                                    <m:nor/>
                                  </m:rPr>
                                  <a:rPr lang="en-US" b="1" dirty="0" smtClean="0">
                                    <a:latin typeface="Dubai" panose="020B0503030403030204" pitchFamily="34" charset="-78"/>
                                    <a:cs typeface="Dubai" panose="020B0503030403030204" pitchFamily="34" charset="-78"/>
                                  </a:rPr>
                                  <m:t>/</m:t>
                                </m:r>
                                <m:r>
                                  <a:rPr lang="en-US" sz="1800" b="1"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𝕯</m:t>
                                </m:r>
                              </m:oMath>
                            </m:oMathPara>
                          </a14:m>
                          <a:endParaRPr lang="en-US" b="1" i="0"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latin typeface="Dubai" panose="020B0503030403030204" pitchFamily="34" charset="-78"/>
                              <a:cs typeface="Dubai" panose="020B0503030403030204" pitchFamily="34" charset="-78"/>
                            </a:rPr>
                            <a:t>O</a:t>
                          </a:r>
                          <a:r>
                            <a:rPr lang="en-US" b="1" i="0" dirty="0">
                              <a:latin typeface="Dubai" panose="020B0503030403030204" pitchFamily="34" charset="-78"/>
                              <a:cs typeface="Dubai" panose="020B0503030403030204" pitchFamily="34" charset="-78"/>
                            </a:rPr>
                            <a:t>(w</a:t>
                          </a:r>
                          <a:r>
                            <a:rPr lang="en-US" b="1" i="0" baseline="30000" dirty="0">
                              <a:latin typeface="Dubai" panose="020B0503030403030204" pitchFamily="34" charset="-78"/>
                              <a:cs typeface="Dubai" panose="020B0503030403030204" pitchFamily="34" charset="-78"/>
                            </a:rPr>
                            <a:t>2</a:t>
                          </a:r>
                          <a:r>
                            <a:rPr lang="en-US" b="1" i="0" dirty="0">
                              <a:latin typeface="Dubai" panose="020B0503030403030204" pitchFamily="34" charset="-78"/>
                              <a:cs typeface="Dubai" panose="020B0503030403030204" pitchFamily="34" charset="-78"/>
                            </a:rPr>
                            <a:t>h</a:t>
                          </a:r>
                          <a:r>
                            <a:rPr lang="en-US" b="1" i="0" baseline="30000" dirty="0">
                              <a:latin typeface="Dubai" panose="020B0503030403030204" pitchFamily="34" charset="-78"/>
                              <a:cs typeface="Dubai" panose="020B0503030403030204" pitchFamily="34" charset="-78"/>
                            </a:rPr>
                            <a:t>3</a:t>
                          </a:r>
                          <a:r>
                            <a:rPr lang="en-US" b="1" i="0" dirty="0">
                              <a:latin typeface="Dubai" panose="020B0503030403030204" pitchFamily="34" charset="-78"/>
                              <a:cs typeface="Dubai" panose="020B0503030403030204" pitchFamily="34" charset="-78"/>
                            </a:rPr>
                            <a:t>)</a:t>
                          </a:r>
                          <a:endParaRPr lang="en-US" b="1"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4132430075"/>
                      </a:ext>
                    </a:extLst>
                  </a:tr>
                </a:tbl>
              </a:graphicData>
            </a:graphic>
          </p:graphicFrame>
        </mc:Choice>
        <mc:Fallback xmlns="">
          <p:graphicFrame>
            <p:nvGraphicFramePr>
              <p:cNvPr id="8" name="Table 7">
                <a:extLst>
                  <a:ext uri="{FF2B5EF4-FFF2-40B4-BE49-F238E27FC236}">
                    <a16:creationId xmlns:a16="http://schemas.microsoft.com/office/drawing/2014/main" id="{C2BFBC49-7C23-4B71-A121-D7CBCA8E9F00}"/>
                  </a:ext>
                </a:extLst>
              </p:cNvPr>
              <p:cNvGraphicFramePr>
                <a:graphicFrameLocks noGrp="1"/>
              </p:cNvGraphicFramePr>
              <p:nvPr>
                <p:extLst>
                  <p:ext uri="{D42A27DB-BD31-4B8C-83A1-F6EECF244321}">
                    <p14:modId xmlns:p14="http://schemas.microsoft.com/office/powerpoint/2010/main" val="1488710595"/>
                  </p:ext>
                </p:extLst>
              </p:nvPr>
            </p:nvGraphicFramePr>
            <p:xfrm>
              <a:off x="6377063" y="642968"/>
              <a:ext cx="5639839" cy="2372606"/>
            </p:xfrm>
            <a:graphic>
              <a:graphicData uri="http://schemas.openxmlformats.org/drawingml/2006/table">
                <a:tbl>
                  <a:tblPr firstRow="1" bandRow="1">
                    <a:tableStyleId>{C4B1156A-380E-4F78-BDF5-A606A8083BF9}</a:tableStyleId>
                  </a:tblPr>
                  <a:tblGrid>
                    <a:gridCol w="1639078">
                      <a:extLst>
                        <a:ext uri="{9D8B030D-6E8A-4147-A177-3AD203B41FA5}">
                          <a16:colId xmlns:a16="http://schemas.microsoft.com/office/drawing/2014/main" val="3140209983"/>
                        </a:ext>
                      </a:extLst>
                    </a:gridCol>
                    <a:gridCol w="1480458">
                      <a:extLst>
                        <a:ext uri="{9D8B030D-6E8A-4147-A177-3AD203B41FA5}">
                          <a16:colId xmlns:a16="http://schemas.microsoft.com/office/drawing/2014/main" val="3922501285"/>
                        </a:ext>
                      </a:extLst>
                    </a:gridCol>
                    <a:gridCol w="1039845">
                      <a:extLst>
                        <a:ext uri="{9D8B030D-6E8A-4147-A177-3AD203B41FA5}">
                          <a16:colId xmlns:a16="http://schemas.microsoft.com/office/drawing/2014/main" val="1865572204"/>
                        </a:ext>
                      </a:extLst>
                    </a:gridCol>
                    <a:gridCol w="1480458">
                      <a:extLst>
                        <a:ext uri="{9D8B030D-6E8A-4147-A177-3AD203B41FA5}">
                          <a16:colId xmlns:a16="http://schemas.microsoft.com/office/drawing/2014/main" val="761501911"/>
                        </a:ext>
                      </a:extLst>
                    </a:gridCol>
                  </a:tblGrid>
                  <a:tr h="368348">
                    <a:tc gridSpan="4">
                      <a:txBody>
                        <a:bodyPr/>
                        <a:lstStyle/>
                        <a:p>
                          <a:pPr algn="ctr"/>
                          <a:r>
                            <a:rPr lang="en-US" dirty="0">
                              <a:latin typeface="Dubai" panose="020B0503030403030204" pitchFamily="34" charset="-78"/>
                              <a:cs typeface="Dubai" panose="020B0503030403030204" pitchFamily="34" charset="-78"/>
                            </a:rPr>
                            <a:t>Construction</a:t>
                          </a: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tc hMerge="1">
                      <a:txBody>
                        <a:bodyPr/>
                        <a:lstStyle/>
                        <a:p>
                          <a:pPr algn="ct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265317780"/>
                      </a:ext>
                    </a:extLst>
                  </a:tr>
                  <a:tr h="368348">
                    <a:tc>
                      <a:txBody>
                        <a:bodyPr/>
                        <a:lstStyle/>
                        <a:p>
                          <a:pPr algn="ctr"/>
                          <a:r>
                            <a:rPr lang="en-US" b="1" dirty="0">
                              <a:latin typeface="Dubai" panose="020B0503030403030204" pitchFamily="34" charset="-78"/>
                              <a:cs typeface="Dubai" panose="020B0503030403030204" pitchFamily="34" charset="-78"/>
                            </a:rPr>
                            <a:t>Result</a:t>
                          </a:r>
                        </a:p>
                      </a:txBody>
                      <a:tcPr/>
                    </a:tc>
                    <a:tc>
                      <a:txBody>
                        <a:bodyPr/>
                        <a:lstStyle/>
                        <a:p>
                          <a:pPr algn="ctr"/>
                          <a:r>
                            <a:rPr lang="en-US" b="1" dirty="0">
                              <a:latin typeface="Dubai" panose="020B0503030403030204" pitchFamily="34" charset="-78"/>
                              <a:cs typeface="Dubai" panose="020B0503030403030204" pitchFamily="34" charset="-78"/>
                            </a:rPr>
                            <a:t>Shape Class</a:t>
                          </a:r>
                        </a:p>
                      </a:txBody>
                      <a:tcPr/>
                    </a:tc>
                    <a:tc>
                      <a:txBody>
                        <a:bodyPr/>
                        <a:lstStyle/>
                        <a:p>
                          <a:pPr algn="ctr"/>
                          <a:r>
                            <a:rPr lang="en-US" b="1" dirty="0">
                              <a:latin typeface="Dubai" panose="020B0503030403030204" pitchFamily="34" charset="-78"/>
                              <a:cs typeface="Dubai" panose="020B0503030403030204" pitchFamily="34" charset="-78"/>
                            </a:rPr>
                            <a:t>Tilts</a:t>
                          </a:r>
                        </a:p>
                      </a:txBody>
                      <a:tcPr/>
                    </a:tc>
                    <a:tc>
                      <a:txBody>
                        <a:bodyPr/>
                        <a:lstStyle/>
                        <a:p>
                          <a:pPr algn="ctr"/>
                          <a:r>
                            <a:rPr lang="en-US" b="1"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68348">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68348">
                    <a:tc>
                      <a:txBody>
                        <a:bodyPr/>
                        <a:lstStyle/>
                        <a:p>
                          <a:pPr algn="ctr"/>
                          <a:r>
                            <a:rPr lang="en-US" b="0" dirty="0">
                              <a:latin typeface="Dubai" panose="020B0503030403030204" pitchFamily="34" charset="-78"/>
                              <a:cs typeface="Dubai" panose="020B0503030403030204" pitchFamily="34" charset="-78"/>
                            </a:rPr>
                            <a:t>Fixed Shape</a:t>
                          </a:r>
                        </a:p>
                      </a:txBody>
                      <a:tcPr/>
                    </a:tc>
                    <a:tc>
                      <a:txBody>
                        <a:bodyPr/>
                        <a:lstStyle/>
                        <a:p>
                          <a:endParaRPr lang="en-US"/>
                        </a:p>
                      </a:txBody>
                      <a:tcPr>
                        <a:blipFill>
                          <a:blip r:embed="rId4"/>
                          <a:stretch>
                            <a:fillRect l="-111111" t="-311667" r="-171193" b="-26166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IEEE 2018</a:t>
                          </a:r>
                        </a:p>
                      </a:txBody>
                      <a:tcPr/>
                    </a:tc>
                    <a:extLst>
                      <a:ext uri="{0D108BD9-81ED-4DB2-BD59-A6C34878D82A}">
                        <a16:rowId xmlns:a16="http://schemas.microsoft.com/office/drawing/2014/main" val="3185818201"/>
                      </a:ext>
                    </a:extLst>
                  </a:tr>
                  <a:tr h="495426">
                    <a:tc>
                      <a:txBody>
                        <a:bodyPr/>
                        <a:lstStyle/>
                        <a:p>
                          <a:pPr algn="ctr"/>
                          <a:r>
                            <a:rPr lang="en-US" b="0" dirty="0">
                              <a:latin typeface="Dubai" panose="020B0503030403030204" pitchFamily="34" charset="-78"/>
                              <a:cs typeface="Dubai" panose="020B0503030403030204" pitchFamily="34" charset="-78"/>
                            </a:rPr>
                            <a:t>Universal </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018220157"/>
                      </a:ext>
                    </a:extLst>
                  </a:tr>
                  <a:tr h="403788">
                    <a:tc>
                      <a:txBody>
                        <a:bodyPr/>
                        <a:lstStyle/>
                        <a:p>
                          <a:pPr algn="ctr"/>
                          <a:r>
                            <a:rPr lang="en-US" b="1" dirty="0">
                              <a:latin typeface="Dubai" panose="020B0503030403030204" pitchFamily="34" charset="-78"/>
                              <a:cs typeface="Dubai" panose="020B0503030403030204" pitchFamily="34" charset="-78"/>
                            </a:rPr>
                            <a:t>Universal</a:t>
                          </a:r>
                        </a:p>
                      </a:txBody>
                      <a:tcPr/>
                    </a:tc>
                    <a:tc>
                      <a:txBody>
                        <a:bodyPr/>
                        <a:lstStyle/>
                        <a:p>
                          <a:endParaRPr lang="en-US"/>
                        </a:p>
                      </a:txBody>
                      <a:tcPr>
                        <a:blipFill>
                          <a:blip r:embed="rId4"/>
                          <a:stretch>
                            <a:fillRect l="-111111" t="-498485" r="-171193" b="-1363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1" dirty="0">
                              <a:latin typeface="Dubai" panose="020B0503030403030204" pitchFamily="34" charset="-78"/>
                              <a:cs typeface="Dubai" panose="020B0503030403030204" pitchFamily="34" charset="-78"/>
                            </a:rPr>
                            <a:t>O</a:t>
                          </a:r>
                          <a:r>
                            <a:rPr lang="en-US" b="1" i="0" dirty="0">
                              <a:latin typeface="Dubai" panose="020B0503030403030204" pitchFamily="34" charset="-78"/>
                              <a:cs typeface="Dubai" panose="020B0503030403030204" pitchFamily="34" charset="-78"/>
                            </a:rPr>
                            <a:t>(w</a:t>
                          </a:r>
                          <a:r>
                            <a:rPr lang="en-US" b="1" i="0" baseline="30000" dirty="0">
                              <a:latin typeface="Dubai" panose="020B0503030403030204" pitchFamily="34" charset="-78"/>
                              <a:cs typeface="Dubai" panose="020B0503030403030204" pitchFamily="34" charset="-78"/>
                            </a:rPr>
                            <a:t>2</a:t>
                          </a:r>
                          <a:r>
                            <a:rPr lang="en-US" b="1" i="0" dirty="0">
                              <a:latin typeface="Dubai" panose="020B0503030403030204" pitchFamily="34" charset="-78"/>
                              <a:cs typeface="Dubai" panose="020B0503030403030204" pitchFamily="34" charset="-78"/>
                            </a:rPr>
                            <a:t>h</a:t>
                          </a:r>
                          <a:r>
                            <a:rPr lang="en-US" b="1" i="0" baseline="30000" dirty="0">
                              <a:latin typeface="Dubai" panose="020B0503030403030204" pitchFamily="34" charset="-78"/>
                              <a:cs typeface="Dubai" panose="020B0503030403030204" pitchFamily="34" charset="-78"/>
                            </a:rPr>
                            <a:t>3</a:t>
                          </a:r>
                          <a:r>
                            <a:rPr lang="en-US" b="1" i="0" dirty="0">
                              <a:latin typeface="Dubai" panose="020B0503030403030204" pitchFamily="34" charset="-78"/>
                              <a:cs typeface="Dubai" panose="020B0503030403030204" pitchFamily="34" charset="-78"/>
                            </a:rPr>
                            <a:t>)</a:t>
                          </a:r>
                          <a:endParaRPr lang="en-US" b="1"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4132430075"/>
                      </a:ext>
                    </a:extLst>
                  </a:tr>
                </a:tbl>
              </a:graphicData>
            </a:graphic>
          </p:graphicFrame>
        </mc:Fallback>
      </mc:AlternateContent>
    </p:spTree>
    <p:extLst>
      <p:ext uri="{BB962C8B-B14F-4D97-AF65-F5344CB8AC3E}">
        <p14:creationId xmlns:p14="http://schemas.microsoft.com/office/powerpoint/2010/main" val="226679063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Straight 2-Cut</a:t>
            </a:r>
          </a:p>
        </p:txBody>
      </p:sp>
      <p:grpSp>
        <p:nvGrpSpPr>
          <p:cNvPr id="112" name="Group 111">
            <a:extLst>
              <a:ext uri="{FF2B5EF4-FFF2-40B4-BE49-F238E27FC236}">
                <a16:creationId xmlns:a16="http://schemas.microsoft.com/office/drawing/2014/main" id="{7DF116D6-B9B4-4253-90E8-AF553EB35F94}"/>
              </a:ext>
            </a:extLst>
          </p:cNvPr>
          <p:cNvGrpSpPr/>
          <p:nvPr/>
        </p:nvGrpSpPr>
        <p:grpSpPr>
          <a:xfrm>
            <a:off x="2151636" y="3823159"/>
            <a:ext cx="5144812" cy="2217348"/>
            <a:chOff x="719232" y="1343896"/>
            <a:chExt cx="9186674" cy="2217348"/>
          </a:xfrm>
        </p:grpSpPr>
        <p:sp>
          <p:nvSpPr>
            <p:cNvPr id="113" name="TextBox 112">
              <a:extLst>
                <a:ext uri="{FF2B5EF4-FFF2-40B4-BE49-F238E27FC236}">
                  <a16:creationId xmlns:a16="http://schemas.microsoft.com/office/drawing/2014/main" id="{4ABD93AE-9B70-4D46-9D96-AD595F7E66DE}"/>
                </a:ext>
              </a:extLst>
            </p:cNvPr>
            <p:cNvSpPr txBox="1"/>
            <p:nvPr/>
          </p:nvSpPr>
          <p:spPr>
            <a:xfrm>
              <a:off x="727217" y="1343896"/>
              <a:ext cx="6279082"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Straight 2-cut:</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4" name="TextBox 113">
              <a:extLst>
                <a:ext uri="{FF2B5EF4-FFF2-40B4-BE49-F238E27FC236}">
                  <a16:creationId xmlns:a16="http://schemas.microsoft.com/office/drawing/2014/main" id="{D4DF08F1-3E44-4DE2-BE71-43265B9696EA}"/>
                </a:ext>
              </a:extLst>
            </p:cNvPr>
            <p:cNvSpPr txBox="1"/>
            <p:nvPr/>
          </p:nvSpPr>
          <p:spPr>
            <a:xfrm>
              <a:off x="719232" y="2083916"/>
              <a:ext cx="9186674"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 2-Cut that does not take any turns inside the polyomino.</a:t>
              </a:r>
            </a:p>
            <a:p>
              <a:r>
                <a:rPr lang="en-US" sz="3000" dirty="0">
                  <a:solidFill>
                    <a:schemeClr val="bg1"/>
                  </a:solidFill>
                  <a:latin typeface="Dubai Light" panose="020B0303030403030204" pitchFamily="34" charset="-78"/>
                  <a:cs typeface="Dubai Light" panose="020B0303030403030204" pitchFamily="34" charset="-78"/>
                </a:rPr>
                <a:t>Seen on left</a:t>
              </a:r>
            </a:p>
          </p:txBody>
        </p:sp>
      </p:grpSp>
      <p:pic>
        <p:nvPicPr>
          <p:cNvPr id="3" name="Graphic 2">
            <a:extLst>
              <a:ext uri="{FF2B5EF4-FFF2-40B4-BE49-F238E27FC236}">
                <a16:creationId xmlns:a16="http://schemas.microsoft.com/office/drawing/2014/main" id="{9CBD2E1C-CA12-49A8-A1CB-5A02832AF6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51636" y="1446123"/>
            <a:ext cx="7888727" cy="1782268"/>
          </a:xfrm>
          <a:prstGeom prst="rect">
            <a:avLst/>
          </a:prstGeom>
        </p:spPr>
      </p:pic>
      <p:sp>
        <p:nvSpPr>
          <p:cNvPr id="7" name="&quot;Not Allowed&quot; Symbol 6">
            <a:extLst>
              <a:ext uri="{FF2B5EF4-FFF2-40B4-BE49-F238E27FC236}">
                <a16:creationId xmlns:a16="http://schemas.microsoft.com/office/drawing/2014/main" id="{AAED31B6-9C5E-481A-9A7E-B9A9BF8FE4EE}"/>
              </a:ext>
            </a:extLst>
          </p:cNvPr>
          <p:cNvSpPr/>
          <p:nvPr/>
        </p:nvSpPr>
        <p:spPr>
          <a:xfrm>
            <a:off x="7046222" y="1127798"/>
            <a:ext cx="2994141" cy="2465572"/>
          </a:xfrm>
          <a:prstGeom prst="noSmoking">
            <a:avLst>
              <a:gd name="adj" fmla="val 65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30177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E75F77-935F-4E38-AB50-2D475210C707}"/>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Straight 2-Cuttable Shapes</a:t>
            </a:r>
          </a:p>
        </p:txBody>
      </p:sp>
      <p:grpSp>
        <p:nvGrpSpPr>
          <p:cNvPr id="112" name="Group 111">
            <a:extLst>
              <a:ext uri="{FF2B5EF4-FFF2-40B4-BE49-F238E27FC236}">
                <a16:creationId xmlns:a16="http://schemas.microsoft.com/office/drawing/2014/main" id="{7DF116D6-B9B4-4253-90E8-AF553EB35F94}"/>
              </a:ext>
            </a:extLst>
          </p:cNvPr>
          <p:cNvGrpSpPr/>
          <p:nvPr/>
        </p:nvGrpSpPr>
        <p:grpSpPr>
          <a:xfrm>
            <a:off x="488561" y="1248821"/>
            <a:ext cx="5205961" cy="2217348"/>
            <a:chOff x="719230" y="1343896"/>
            <a:chExt cx="9388190" cy="2217348"/>
          </a:xfrm>
        </p:grpSpPr>
        <p:sp>
          <p:nvSpPr>
            <p:cNvPr id="113" name="TextBox 112">
              <a:extLst>
                <a:ext uri="{FF2B5EF4-FFF2-40B4-BE49-F238E27FC236}">
                  <a16:creationId xmlns:a16="http://schemas.microsoft.com/office/drawing/2014/main" id="{4ABD93AE-9B70-4D46-9D96-AD595F7E66DE}"/>
                </a:ext>
              </a:extLst>
            </p:cNvPr>
            <p:cNvSpPr txBox="1"/>
            <p:nvPr/>
          </p:nvSpPr>
          <p:spPr>
            <a:xfrm>
              <a:off x="727217" y="1343896"/>
              <a:ext cx="7520426"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Straight 2-cuttable:</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14" name="TextBox 113">
              <a:extLst>
                <a:ext uri="{FF2B5EF4-FFF2-40B4-BE49-F238E27FC236}">
                  <a16:creationId xmlns:a16="http://schemas.microsoft.com/office/drawing/2014/main" id="{D4DF08F1-3E44-4DE2-BE71-43265B9696EA}"/>
                </a:ext>
              </a:extLst>
            </p:cNvPr>
            <p:cNvSpPr txBox="1"/>
            <p:nvPr/>
          </p:nvSpPr>
          <p:spPr>
            <a:xfrm>
              <a:off x="719230" y="2083916"/>
              <a:ext cx="9388190" cy="147732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 shape that can be decomposed into single tiles using valid Straight 2-cuts</a:t>
              </a:r>
            </a:p>
          </p:txBody>
        </p:sp>
      </p:grpSp>
      <p:sp>
        <p:nvSpPr>
          <p:cNvPr id="3" name="Rectangle 2">
            <a:extLst>
              <a:ext uri="{FF2B5EF4-FFF2-40B4-BE49-F238E27FC236}">
                <a16:creationId xmlns:a16="http://schemas.microsoft.com/office/drawing/2014/main" id="{6967CE51-BC77-4473-9755-DA85ED14066B}"/>
              </a:ext>
            </a:extLst>
          </p:cNvPr>
          <p:cNvSpPr/>
          <p:nvPr/>
        </p:nvSpPr>
        <p:spPr>
          <a:xfrm>
            <a:off x="304800" y="5977389"/>
            <a:ext cx="6096000" cy="738664"/>
          </a:xfrm>
          <a:prstGeom prst="rect">
            <a:avLst/>
          </a:prstGeom>
        </p:spPr>
        <p:txBody>
          <a:bodyPr>
            <a:spAutoFit/>
          </a:bodyPr>
          <a:lstStyle/>
          <a:p>
            <a:r>
              <a:rPr lang="en-US" sz="1400" dirty="0">
                <a:solidFill>
                  <a:schemeClr val="bg1"/>
                </a:solidFill>
                <a:latin typeface="Dubai Light" panose="020B0303030403030204" pitchFamily="34" charset="-78"/>
                <a:cs typeface="Dubai Light" panose="020B0303030403030204" pitchFamily="34" charset="-78"/>
              </a:rPr>
              <a:t>Arne Schmidt, Sheryl Manzoor, Li Huang, Aaron T. Becker, and </a:t>
            </a:r>
            <a:r>
              <a:rPr lang="en-US" sz="1400" dirty="0" err="1">
                <a:solidFill>
                  <a:schemeClr val="bg1"/>
                </a:solidFill>
                <a:latin typeface="Dubai Light" panose="020B0303030403030204" pitchFamily="34" charset="-78"/>
                <a:cs typeface="Dubai Light" panose="020B0303030403030204" pitchFamily="34" charset="-78"/>
              </a:rPr>
              <a:t>Sándor</a:t>
            </a:r>
            <a:r>
              <a:rPr lang="en-US" sz="1400" dirty="0">
                <a:solidFill>
                  <a:schemeClr val="bg1"/>
                </a:solidFill>
                <a:latin typeface="Dubai Light" panose="020B0303030403030204" pitchFamily="34" charset="-78"/>
                <a:cs typeface="Dubai Light" panose="020B0303030403030204" pitchFamily="34" charset="-78"/>
              </a:rPr>
              <a:t> Fekete, Efficient parallel </a:t>
            </a:r>
            <a:r>
              <a:rPr lang="en-US" sz="1400" dirty="0" err="1">
                <a:solidFill>
                  <a:schemeClr val="bg1"/>
                </a:solidFill>
                <a:latin typeface="Dubai Light" panose="020B0303030403030204" pitchFamily="34" charset="-78"/>
                <a:cs typeface="Dubai Light" panose="020B0303030403030204" pitchFamily="34" charset="-78"/>
              </a:rPr>
              <a:t>selfassembly</a:t>
            </a:r>
            <a:r>
              <a:rPr lang="en-US" sz="1400" dirty="0">
                <a:solidFill>
                  <a:schemeClr val="bg1"/>
                </a:solidFill>
                <a:latin typeface="Dubai Light" panose="020B0303030403030204" pitchFamily="34" charset="-78"/>
                <a:cs typeface="Dubai Light" panose="020B0303030403030204" pitchFamily="34" charset="-78"/>
              </a:rPr>
              <a:t> under uniform control inputs, IEEE Robotics and Automation Letters (2018), 1–1.</a:t>
            </a:r>
          </a:p>
        </p:txBody>
      </p:sp>
      <p:grpSp>
        <p:nvGrpSpPr>
          <p:cNvPr id="12" name="Group 11">
            <a:extLst>
              <a:ext uri="{FF2B5EF4-FFF2-40B4-BE49-F238E27FC236}">
                <a16:creationId xmlns:a16="http://schemas.microsoft.com/office/drawing/2014/main" id="{FD516C1B-5CD8-40EF-AD32-192B9F20871C}"/>
              </a:ext>
            </a:extLst>
          </p:cNvPr>
          <p:cNvGrpSpPr/>
          <p:nvPr/>
        </p:nvGrpSpPr>
        <p:grpSpPr>
          <a:xfrm>
            <a:off x="6096000" y="3429000"/>
            <a:ext cx="5205961" cy="1755683"/>
            <a:chOff x="719230" y="1343896"/>
            <a:chExt cx="9388190" cy="1755683"/>
          </a:xfrm>
        </p:grpSpPr>
        <p:sp>
          <p:nvSpPr>
            <p:cNvPr id="13" name="TextBox 12">
              <a:extLst>
                <a:ext uri="{FF2B5EF4-FFF2-40B4-BE49-F238E27FC236}">
                  <a16:creationId xmlns:a16="http://schemas.microsoft.com/office/drawing/2014/main" id="{9146CE61-23E5-4E51-BF07-F5DA1EFEC714}"/>
                </a:ext>
              </a:extLst>
            </p:cNvPr>
            <p:cNvSpPr txBox="1"/>
            <p:nvPr/>
          </p:nvSpPr>
          <p:spPr>
            <a:xfrm>
              <a:off x="727217" y="1343896"/>
              <a:ext cx="5942870"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Open Problem!</a:t>
              </a:r>
              <a:endParaRPr lang="en-US" sz="4000" dirty="0">
                <a:solidFill>
                  <a:schemeClr val="bg1"/>
                </a:solidFill>
                <a:latin typeface="Dubai Light" panose="020B0303030403030204" pitchFamily="34" charset="-78"/>
                <a:cs typeface="Dubai Light" panose="020B0303030403030204" pitchFamily="34" charset="-78"/>
              </a:endParaRPr>
            </a:p>
          </p:txBody>
        </p:sp>
        <p:sp>
          <p:nvSpPr>
            <p:cNvPr id="14" name="TextBox 13">
              <a:extLst>
                <a:ext uri="{FF2B5EF4-FFF2-40B4-BE49-F238E27FC236}">
                  <a16:creationId xmlns:a16="http://schemas.microsoft.com/office/drawing/2014/main" id="{2D3562C4-D4AB-4194-B9FB-FE364338443E}"/>
                </a:ext>
              </a:extLst>
            </p:cNvPr>
            <p:cNvSpPr txBox="1"/>
            <p:nvPr/>
          </p:nvSpPr>
          <p:spPr>
            <a:xfrm>
              <a:off x="719230" y="2083916"/>
              <a:ext cx="9388190" cy="1015663"/>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Are the classes 2-Cuttable and Straight 2-Cuttable equivalent </a:t>
              </a:r>
            </a:p>
          </p:txBody>
        </p:sp>
      </p:grpSp>
    </p:spTree>
    <p:extLst>
      <p:ext uri="{BB962C8B-B14F-4D97-AF65-F5344CB8AC3E}">
        <p14:creationId xmlns:p14="http://schemas.microsoft.com/office/powerpoint/2010/main" val="3692045085"/>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1C3AADF-4B3E-4DEF-AE4C-2CA23A8D675B}"/>
              </a:ext>
            </a:extLst>
          </p:cNvPr>
          <p:cNvGrpSpPr/>
          <p:nvPr/>
        </p:nvGrpSpPr>
        <p:grpSpPr>
          <a:xfrm>
            <a:off x="848360" y="512183"/>
            <a:ext cx="10495279" cy="1310625"/>
            <a:chOff x="719232" y="1343896"/>
            <a:chExt cx="9186675" cy="1310625"/>
          </a:xfrm>
        </p:grpSpPr>
        <p:sp>
          <p:nvSpPr>
            <p:cNvPr id="11" name="TextBox 10">
              <a:extLst>
                <a:ext uri="{FF2B5EF4-FFF2-40B4-BE49-F238E27FC236}">
                  <a16:creationId xmlns:a16="http://schemas.microsoft.com/office/drawing/2014/main" id="{879142FF-1D8B-4A2E-B692-04BCF0D46248}"/>
                </a:ext>
              </a:extLst>
            </p:cNvPr>
            <p:cNvSpPr txBox="1"/>
            <p:nvPr/>
          </p:nvSpPr>
          <p:spPr>
            <a:xfrm>
              <a:off x="727217" y="1343896"/>
              <a:ext cx="1833613"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Theorem:</a:t>
              </a:r>
              <a:endParaRPr lang="en-US" sz="4000" dirty="0">
                <a:solidFill>
                  <a:schemeClr val="bg1"/>
                </a:solidFill>
                <a:latin typeface="Dubai Light" panose="020B0303030403030204" pitchFamily="34" charset="-78"/>
                <a:cs typeface="Dubai Light" panose="020B0303030403030204" pitchFamily="34" charset="-78"/>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6107BDE-E508-4FFD-AEB6-1DBA92AADF27}"/>
                    </a:ext>
                  </a:extLst>
                </p:cNvPr>
                <p:cNvSpPr txBox="1"/>
                <p:nvPr/>
              </p:nvSpPr>
              <p:spPr>
                <a:xfrm>
                  <a:off x="719232" y="2083916"/>
                  <a:ext cx="9186675" cy="570605"/>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For all positives integers </a:t>
                  </a:r>
                  <a14:m>
                    <m:oMath xmlns:m="http://schemas.openxmlformats.org/officeDocument/2006/math">
                      <m:r>
                        <a:rPr lang="en-US" sz="3000" b="0" i="1" smtClean="0">
                          <a:solidFill>
                            <a:schemeClr val="bg1"/>
                          </a:solidFill>
                          <a:latin typeface="Cambria Math" panose="02040503050406030204" pitchFamily="18" charset="0"/>
                          <a:cs typeface="Dubai Light" panose="020B0303030403030204" pitchFamily="34" charset="-78"/>
                        </a:rPr>
                        <m:t>h</m:t>
                      </m:r>
                    </m:oMath>
                  </a14:m>
                  <a:r>
                    <a:rPr lang="en-US" sz="3000" dirty="0">
                      <a:solidFill>
                        <a:schemeClr val="bg1"/>
                      </a:solidFill>
                      <a:latin typeface="Dubai Light" panose="020B0303030403030204" pitchFamily="34" charset="-78"/>
                      <a:cs typeface="Dubai Light" panose="020B0303030403030204" pitchFamily="34" charset="-78"/>
                    </a:rPr>
                    <a:t>, there exists a polyomino in </a:t>
                  </a:r>
                  <a14:m>
                    <m:oMath xmlns:m="http://schemas.openxmlformats.org/officeDocument/2006/math">
                      <m:acc>
                        <m:accPr>
                          <m:chr m:val="̂"/>
                          <m:ctrlPr>
                            <a:rPr lang="en-US" sz="3000" i="1" smtClean="0">
                              <a:solidFill>
                                <a:schemeClr val="bg1"/>
                              </a:solidFill>
                              <a:latin typeface="Cambria Math" panose="02040503050406030204" pitchFamily="18" charset="0"/>
                              <a:cs typeface="Dubai Light" panose="020B0303030403030204" pitchFamily="34" charset="-78"/>
                            </a:rPr>
                          </m:ctrlPr>
                        </m:accPr>
                        <m:e>
                          <m:sSub>
                            <m:sSubPr>
                              <m:ctrlPr>
                                <a:rPr lang="en-US" sz="3000" i="1" smtClean="0">
                                  <a:solidFill>
                                    <a:schemeClr val="bg1"/>
                                  </a:solidFill>
                                  <a:latin typeface="Cambria Math" panose="02040503050406030204" pitchFamily="18" charset="0"/>
                                  <a:cs typeface="Dubai Light" panose="020B0303030403030204" pitchFamily="34" charset="-78"/>
                                </a:rPr>
                              </m:ctrlPr>
                            </m:sSubPr>
                            <m:e>
                              <m:r>
                                <a:rPr lang="en-US" sz="300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r>
                                <a:rPr lang="en-US" sz="3000" b="0" i="1" smtClean="0">
                                  <a:solidFill>
                                    <a:schemeClr val="bg1"/>
                                  </a:solidFill>
                                  <a:latin typeface="Cambria Math" panose="02040503050406030204" pitchFamily="18" charset="0"/>
                                  <a:cs typeface="Dubai Light" panose="020B0303030403030204" pitchFamily="34" charset="-78"/>
                                </a:rPr>
                                <m:t>h</m:t>
                              </m:r>
                            </m:sub>
                          </m:sSub>
                        </m:e>
                      </m:acc>
                    </m:oMath>
                  </a14:m>
                  <a:endParaRPr lang="en-US" sz="3000" dirty="0">
                    <a:solidFill>
                      <a:schemeClr val="bg1"/>
                    </a:solidFill>
                    <a:latin typeface="Dubai Light" panose="020B0303030403030204" pitchFamily="34" charset="-78"/>
                    <a:cs typeface="Dubai Light" panose="020B0303030403030204" pitchFamily="34" charset="-78"/>
                  </a:endParaRPr>
                </a:p>
              </p:txBody>
            </p:sp>
          </mc:Choice>
          <mc:Fallback xmlns="">
            <p:sp>
              <p:nvSpPr>
                <p:cNvPr id="12" name="TextBox 11">
                  <a:extLst>
                    <a:ext uri="{FF2B5EF4-FFF2-40B4-BE49-F238E27FC236}">
                      <a16:creationId xmlns:a16="http://schemas.microsoft.com/office/drawing/2014/main" id="{16107BDE-E508-4FFD-AEB6-1DBA92AADF27}"/>
                    </a:ext>
                  </a:extLst>
                </p:cNvPr>
                <p:cNvSpPr txBox="1">
                  <a:spLocks noRot="1" noChangeAspect="1" noMove="1" noResize="1" noEditPoints="1" noAdjustHandles="1" noChangeArrowheads="1" noChangeShapeType="1" noTextEdit="1"/>
                </p:cNvSpPr>
                <p:nvPr/>
              </p:nvSpPr>
              <p:spPr>
                <a:xfrm>
                  <a:off x="719232" y="2083916"/>
                  <a:ext cx="9186675" cy="570605"/>
                </a:xfrm>
                <a:prstGeom prst="rect">
                  <a:avLst/>
                </a:prstGeom>
                <a:blipFill>
                  <a:blip r:embed="rId2"/>
                  <a:stretch>
                    <a:fillRect l="-1336" t="-7447" b="-35106"/>
                  </a:stretch>
                </a:blipFill>
              </p:spPr>
              <p:txBody>
                <a:bodyPr/>
                <a:lstStyle/>
                <a:p>
                  <a:r>
                    <a:rPr lang="en-US">
                      <a:noFill/>
                    </a:rPr>
                    <a:t> </a:t>
                  </a:r>
                </a:p>
              </p:txBody>
            </p:sp>
          </mc:Fallback>
        </mc:AlternateContent>
      </p:grpSp>
      <p:pic>
        <p:nvPicPr>
          <p:cNvPr id="2" name="Graphic 1">
            <a:extLst>
              <a:ext uri="{FF2B5EF4-FFF2-40B4-BE49-F238E27FC236}">
                <a16:creationId xmlns:a16="http://schemas.microsoft.com/office/drawing/2014/main" id="{85A5D729-0D1C-4ADE-91F7-80A3DB263E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04130" y="2601381"/>
            <a:ext cx="4583736" cy="1655238"/>
          </a:xfrm>
          <a:prstGeom prst="rect">
            <a:avLst/>
          </a:prstGeom>
        </p:spPr>
      </p:pic>
      <p:pic>
        <p:nvPicPr>
          <p:cNvPr id="3" name="Graphic 2">
            <a:extLst>
              <a:ext uri="{FF2B5EF4-FFF2-40B4-BE49-F238E27FC236}">
                <a16:creationId xmlns:a16="http://schemas.microsoft.com/office/drawing/2014/main" id="{19AC6096-663F-46F3-A0E4-923BE47F66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65603" y="2936842"/>
            <a:ext cx="2460790" cy="984316"/>
          </a:xfrm>
          <a:prstGeom prst="rect">
            <a:avLst/>
          </a:prstGeom>
        </p:spPr>
      </p:pic>
      <p:pic>
        <p:nvPicPr>
          <p:cNvPr id="5" name="Graphic 4">
            <a:extLst>
              <a:ext uri="{FF2B5EF4-FFF2-40B4-BE49-F238E27FC236}">
                <a16:creationId xmlns:a16="http://schemas.microsoft.com/office/drawing/2014/main" id="{329B7B32-F78E-4D3C-BDB0-DD4CBE301CA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34722" y="2936842"/>
            <a:ext cx="1722553" cy="984316"/>
          </a:xfrm>
          <a:prstGeom prst="rect">
            <a:avLst/>
          </a:prstGeom>
        </p:spPr>
      </p:pic>
    </p:spTree>
    <p:extLst>
      <p:ext uri="{BB962C8B-B14F-4D97-AF65-F5344CB8AC3E}">
        <p14:creationId xmlns:p14="http://schemas.microsoft.com/office/powerpoint/2010/main" val="363484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1C3AADF-4B3E-4DEF-AE4C-2CA23A8D675B}"/>
              </a:ext>
            </a:extLst>
          </p:cNvPr>
          <p:cNvGrpSpPr/>
          <p:nvPr/>
        </p:nvGrpSpPr>
        <p:grpSpPr>
          <a:xfrm>
            <a:off x="2541462" y="2761280"/>
            <a:ext cx="7109076" cy="1335439"/>
            <a:chOff x="719232" y="1343896"/>
            <a:chExt cx="9186675" cy="1335439"/>
          </a:xfrm>
        </p:grpSpPr>
        <p:sp>
          <p:nvSpPr>
            <p:cNvPr id="11" name="TextBox 10">
              <a:extLst>
                <a:ext uri="{FF2B5EF4-FFF2-40B4-BE49-F238E27FC236}">
                  <a16:creationId xmlns:a16="http://schemas.microsoft.com/office/drawing/2014/main" id="{879142FF-1D8B-4A2E-B692-04BCF0D46248}"/>
                </a:ext>
              </a:extLst>
            </p:cNvPr>
            <p:cNvSpPr txBox="1"/>
            <p:nvPr/>
          </p:nvSpPr>
          <p:spPr>
            <a:xfrm>
              <a:off x="727217" y="1343896"/>
              <a:ext cx="1833613" cy="707886"/>
            </a:xfrm>
            <a:prstGeom prst="rect">
              <a:avLst/>
            </a:prstGeom>
            <a:noFill/>
          </p:spPr>
          <p:txBody>
            <a:bodyPr wrap="none" rtlCol="0">
              <a:spAutoFit/>
            </a:bodyPr>
            <a:lstStyle/>
            <a:p>
              <a:r>
                <a:rPr lang="en-US" sz="4000" u="sng" dirty="0">
                  <a:solidFill>
                    <a:schemeClr val="bg1"/>
                  </a:solidFill>
                  <a:latin typeface="Dubai Light" panose="020B0303030403030204" pitchFamily="34" charset="-78"/>
                  <a:cs typeface="Dubai Light" panose="020B0303030403030204" pitchFamily="34" charset="-78"/>
                </a:rPr>
                <a:t>Theorem:</a:t>
              </a:r>
              <a:endParaRPr lang="en-US" sz="4000" dirty="0">
                <a:solidFill>
                  <a:schemeClr val="bg1"/>
                </a:solidFill>
                <a:latin typeface="Dubai Light" panose="020B0303030403030204" pitchFamily="34" charset="-78"/>
                <a:cs typeface="Dubai Light" panose="020B0303030403030204" pitchFamily="34" charset="-78"/>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6107BDE-E508-4FFD-AEB6-1DBA92AADF27}"/>
                    </a:ext>
                  </a:extLst>
                </p:cNvPr>
                <p:cNvSpPr txBox="1"/>
                <p:nvPr/>
              </p:nvSpPr>
              <p:spPr>
                <a:xfrm>
                  <a:off x="719232" y="2083916"/>
                  <a:ext cx="9186675" cy="595419"/>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For any polyomino </a:t>
                  </a:r>
                  <a14:m>
                    <m:oMath xmlns:m="http://schemas.openxmlformats.org/officeDocument/2006/math">
                      <m:r>
                        <a:rPr lang="en-US" sz="3000" b="0" i="1" smtClean="0">
                          <a:solidFill>
                            <a:schemeClr val="bg1"/>
                          </a:solidFill>
                          <a:latin typeface="Cambria Math" panose="02040503050406030204" pitchFamily="18" charset="0"/>
                          <a:cs typeface="Dubai Light" panose="020B0303030403030204" pitchFamily="34" charset="-78"/>
                        </a:rPr>
                        <m:t>𝑃</m:t>
                      </m:r>
                      <m:r>
                        <a:rPr lang="en-US" sz="3000" b="0" i="1" smtClean="0">
                          <a:solidFill>
                            <a:schemeClr val="bg1"/>
                          </a:solidFill>
                          <a:latin typeface="Cambria Math" panose="02040503050406030204" pitchFamily="18" charset="0"/>
                          <a:cs typeface="Dubai Light" panose="020B0303030403030204" pitchFamily="34" charset="-78"/>
                        </a:rPr>
                        <m:t> ∈ </m:t>
                      </m:r>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𝒟</m:t>
                      </m:r>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 </m:t>
                      </m:r>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𝑃</m:t>
                      </m:r>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 ∈ </m:t>
                      </m:r>
                      <m:sSub>
                        <m:sSubPr>
                          <m:ctrlP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ctrlPr>
                        </m:sSubPr>
                        <m:e>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𝔇</m:t>
                          </m:r>
                        </m:e>
                        <m:sub>
                          <m:d>
                            <m:dPr>
                              <m:begChr m:val="⌈"/>
                              <m:endChr m:val="⌉"/>
                              <m:ctrlP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ctrlPr>
                            </m:dPr>
                            <m:e>
                              <m:func>
                                <m:funcPr>
                                  <m:ctrlP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ctrlPr>
                                </m:funcPr>
                                <m:fName>
                                  <m:r>
                                    <m:rPr>
                                      <m:sty m:val="p"/>
                                    </m:rPr>
                                    <a:rPr lang="en-US" sz="3000" b="0" i="0"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log</m:t>
                                  </m:r>
                                </m:fName>
                                <m:e>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m:t>
                                  </m:r>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𝑃</m:t>
                                  </m:r>
                                  <m:r>
                                    <a:rPr lang="en-US" sz="3000" b="0" i="1" smtClean="0">
                                      <a:solidFill>
                                        <a:schemeClr val="bg1"/>
                                      </a:solidFill>
                                      <a:latin typeface="Cambria Math" panose="02040503050406030204" pitchFamily="18" charset="0"/>
                                      <a:ea typeface="Cambria Math" panose="02040503050406030204" pitchFamily="18" charset="0"/>
                                      <a:cs typeface="Dubai Light" panose="020B0303030403030204" pitchFamily="34" charset="-78"/>
                                    </a:rPr>
                                    <m:t>|</m:t>
                                  </m:r>
                                </m:e>
                              </m:func>
                            </m:e>
                          </m:d>
                        </m:sub>
                      </m:sSub>
                    </m:oMath>
                  </a14:m>
                  <a:endParaRPr lang="en-US" sz="3000" dirty="0">
                    <a:solidFill>
                      <a:schemeClr val="bg1"/>
                    </a:solidFill>
                    <a:latin typeface="Dubai Light" panose="020B0303030403030204" pitchFamily="34" charset="-78"/>
                    <a:cs typeface="Dubai Light" panose="020B0303030403030204" pitchFamily="34" charset="-78"/>
                  </a:endParaRPr>
                </a:p>
              </p:txBody>
            </p:sp>
          </mc:Choice>
          <mc:Fallback xmlns="">
            <p:sp>
              <p:nvSpPr>
                <p:cNvPr id="12" name="TextBox 11">
                  <a:extLst>
                    <a:ext uri="{FF2B5EF4-FFF2-40B4-BE49-F238E27FC236}">
                      <a16:creationId xmlns:a16="http://schemas.microsoft.com/office/drawing/2014/main" id="{16107BDE-E508-4FFD-AEB6-1DBA92AADF27}"/>
                    </a:ext>
                  </a:extLst>
                </p:cNvPr>
                <p:cNvSpPr txBox="1">
                  <a:spLocks noRot="1" noChangeAspect="1" noMove="1" noResize="1" noEditPoints="1" noAdjustHandles="1" noChangeArrowheads="1" noChangeShapeType="1" noTextEdit="1"/>
                </p:cNvSpPr>
                <p:nvPr/>
              </p:nvSpPr>
              <p:spPr>
                <a:xfrm>
                  <a:off x="719232" y="2083916"/>
                  <a:ext cx="9186675" cy="595419"/>
                </a:xfrm>
                <a:prstGeom prst="rect">
                  <a:avLst/>
                </a:prstGeom>
                <a:blipFill>
                  <a:blip r:embed="rId2"/>
                  <a:stretch>
                    <a:fillRect l="-1336" t="-5102" b="-31633"/>
                  </a:stretch>
                </a:blipFill>
              </p:spPr>
              <p:txBody>
                <a:bodyPr/>
                <a:lstStyle/>
                <a:p>
                  <a:r>
                    <a:rPr lang="en-US">
                      <a:noFill/>
                    </a:rPr>
                    <a:t> </a:t>
                  </a:r>
                </a:p>
              </p:txBody>
            </p:sp>
          </mc:Fallback>
        </mc:AlternateContent>
      </p:grpSp>
      <p:sp>
        <p:nvSpPr>
          <p:cNvPr id="8" name="TextBox 7">
            <a:extLst>
              <a:ext uri="{FF2B5EF4-FFF2-40B4-BE49-F238E27FC236}">
                <a16:creationId xmlns:a16="http://schemas.microsoft.com/office/drawing/2014/main" id="{9365C28E-D1E4-4B21-A58F-C360B837C8C3}"/>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Upper Bound on Level</a:t>
            </a:r>
          </a:p>
        </p:txBody>
      </p:sp>
    </p:spTree>
    <p:extLst>
      <p:ext uri="{BB962C8B-B14F-4D97-AF65-F5344CB8AC3E}">
        <p14:creationId xmlns:p14="http://schemas.microsoft.com/office/powerpoint/2010/main" val="225152846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A97A4F-153A-49AF-8528-941D886231CC}"/>
              </a:ext>
            </a:extLst>
          </p:cNvPr>
          <p:cNvSpPr txBox="1"/>
          <p:nvPr/>
        </p:nvSpPr>
        <p:spPr>
          <a:xfrm>
            <a:off x="2712196" y="960294"/>
            <a:ext cx="7110508" cy="193899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000" b="1" dirty="0">
                <a:solidFill>
                  <a:prstClr val="black"/>
                </a:solidFill>
                <a:latin typeface="Dubai Light" panose="020B0303030403030204" pitchFamily="34" charset="-78"/>
                <a:cs typeface="Dubai Light" panose="020B0303030403030204" pitchFamily="34" charset="-78"/>
              </a:rPr>
              <a:t>Occupancy</a:t>
            </a:r>
            <a:r>
              <a:rPr kumimoji="0" lang="en-US" sz="3000" b="1"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rPr>
              <a:t> Problem. </a:t>
            </a:r>
            <a:r>
              <a:rPr kumimoji="0" lang="en-US" sz="3000" b="0"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rPr>
              <a:t>Given an initial configuration C and a specified goal location g, decide if a tilt sequence exists ends with </a:t>
            </a:r>
            <a:r>
              <a:rPr lang="en-US" sz="3000" dirty="0">
                <a:solidFill>
                  <a:prstClr val="black"/>
                </a:solidFill>
                <a:latin typeface="Dubai Light" panose="020B0303030403030204" pitchFamily="34" charset="-78"/>
                <a:cs typeface="Dubai Light" panose="020B0303030403030204" pitchFamily="34" charset="-78"/>
              </a:rPr>
              <a:t>a</a:t>
            </a:r>
            <a:r>
              <a:rPr kumimoji="0" lang="en-US" sz="3000" b="0"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rPr>
              <a:t> tile in g.</a:t>
            </a:r>
            <a:endParaRPr kumimoji="0" lang="en-US" sz="3000" b="1"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endParaRPr>
          </a:p>
        </p:txBody>
      </p:sp>
      <p:sp>
        <p:nvSpPr>
          <p:cNvPr id="4" name="TextBox 3">
            <a:extLst>
              <a:ext uri="{FF2B5EF4-FFF2-40B4-BE49-F238E27FC236}">
                <a16:creationId xmlns:a16="http://schemas.microsoft.com/office/drawing/2014/main" id="{A0E5C854-6260-4CB8-AA76-9E483FB8ED54}"/>
              </a:ext>
            </a:extLst>
          </p:cNvPr>
          <p:cNvSpPr txBox="1"/>
          <p:nvPr/>
        </p:nvSpPr>
        <p:spPr>
          <a:xfrm>
            <a:off x="0" y="190124"/>
            <a:ext cx="12192000"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4000" dirty="0">
                <a:solidFill>
                  <a:prstClr val="black"/>
                </a:solidFill>
                <a:latin typeface="Dubai Light" panose="020B0303030403030204" pitchFamily="34" charset="-78"/>
                <a:cs typeface="Dubai Light" panose="020B0303030403030204" pitchFamily="34" charset="-78"/>
              </a:rPr>
              <a:t>Occupancy</a:t>
            </a:r>
            <a:r>
              <a:rPr kumimoji="0" lang="en-US" sz="4000" b="0"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rPr>
              <a:t> Decision Problem</a:t>
            </a:r>
          </a:p>
        </p:txBody>
      </p:sp>
      <p:sp>
        <p:nvSpPr>
          <p:cNvPr id="124" name="Arrow: Right 123">
            <a:extLst>
              <a:ext uri="{FF2B5EF4-FFF2-40B4-BE49-F238E27FC236}">
                <a16:creationId xmlns:a16="http://schemas.microsoft.com/office/drawing/2014/main" id="{0D64F508-0127-4517-A30A-3272845AA290}"/>
              </a:ext>
            </a:extLst>
          </p:cNvPr>
          <p:cNvSpPr/>
          <p:nvPr/>
        </p:nvSpPr>
        <p:spPr>
          <a:xfrm>
            <a:off x="5543057" y="3894961"/>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125" name="TextBox 124">
            <a:extLst>
              <a:ext uri="{FF2B5EF4-FFF2-40B4-BE49-F238E27FC236}">
                <a16:creationId xmlns:a16="http://schemas.microsoft.com/office/drawing/2014/main" id="{DB29E1E5-0D21-4D93-BC3C-85599B2928ED}"/>
              </a:ext>
            </a:extLst>
          </p:cNvPr>
          <p:cNvSpPr txBox="1"/>
          <p:nvPr/>
        </p:nvSpPr>
        <p:spPr>
          <a:xfrm>
            <a:off x="4967223" y="4936145"/>
            <a:ext cx="2634054"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a:ea typeface="+mn-ea"/>
                <a:cs typeface="+mn-cs"/>
              </a:rPr>
              <a:t>⟨</a:t>
            </a:r>
            <a:r>
              <a:rPr kumimoji="0" lang="en-US" sz="1800" b="0" i="0" u="none" strike="noStrike" kern="1200" cap="none" spc="0" normalizeH="0" baseline="0" noProof="0" dirty="0">
                <a:ln>
                  <a:noFill/>
                </a:ln>
                <a:solidFill>
                  <a:prstClr val="white"/>
                </a:solidFill>
                <a:effectLst/>
                <a:uLnTx/>
                <a:uFillTx/>
                <a:latin typeface="Times New Roman"/>
                <a:ea typeface="+mn-ea"/>
                <a:cs typeface="+mn-cs"/>
              </a:rPr>
              <a:t> </a:t>
            </a:r>
            <a:r>
              <a:rPr kumimoji="0" lang="en-US" sz="3200" b="0" i="0" u="none" strike="noStrike" kern="1200" cap="none" spc="0" normalizeH="0" baseline="0" noProof="0" dirty="0">
                <a:ln>
                  <a:noFill/>
                </a:ln>
                <a:solidFill>
                  <a:prstClr val="black"/>
                </a:solidFill>
                <a:effectLst/>
                <a:uLnTx/>
                <a:uFillTx/>
                <a:latin typeface="Times New Roman"/>
                <a:ea typeface="+mn-ea"/>
                <a:cs typeface="+mn-cs"/>
              </a:rPr>
              <a:t>←</a:t>
            </a:r>
            <a:r>
              <a:rPr kumimoji="0" lang="en-US" sz="1800" b="0" i="0" u="none" strike="noStrike" kern="1200" cap="none" spc="0" normalizeH="0" baseline="0" noProof="0" dirty="0">
                <a:ln>
                  <a:noFill/>
                </a:ln>
                <a:solidFill>
                  <a:prstClr val="black"/>
                </a:solidFill>
                <a:effectLst/>
                <a:uLnTx/>
                <a:uFillTx/>
                <a:latin typeface="Times New Roman"/>
                <a:ea typeface="+mn-ea"/>
                <a:cs typeface="+mn-cs"/>
              </a:rPr>
              <a:t>,</a:t>
            </a:r>
            <a:r>
              <a:rPr kumimoji="0" lang="en-US" sz="3200" b="0" i="0" u="none" strike="noStrike" kern="1200" cap="none" spc="0" normalizeH="0" baseline="0" noProof="0" dirty="0">
                <a:ln>
                  <a:noFill/>
                </a:ln>
                <a:solidFill>
                  <a:prstClr val="white"/>
                </a:solidFill>
                <a:effectLst/>
                <a:uLnTx/>
                <a:uFillTx/>
                <a:latin typeface="Times New Roman"/>
                <a:ea typeface="+mn-ea"/>
                <a:cs typeface="+mn-cs"/>
              </a:rPr>
              <a:t> </a:t>
            </a:r>
            <a:r>
              <a:rPr kumimoji="0" lang="en-US" sz="3200" b="0" i="0" u="none" strike="noStrike" kern="1200" cap="none" spc="0" normalizeH="0" baseline="0" noProof="0" dirty="0">
                <a:ln>
                  <a:noFill/>
                </a:ln>
                <a:solidFill>
                  <a:prstClr val="black"/>
                </a:solidFill>
                <a:effectLst/>
                <a:uLnTx/>
                <a:uFillTx/>
                <a:latin typeface="Times New Roman"/>
                <a:ea typeface="+mn-ea"/>
                <a:cs typeface="+mn-cs"/>
              </a:rPr>
              <a:t>↑</a:t>
            </a:r>
            <a:r>
              <a:rPr kumimoji="0" lang="en-US" sz="1800" b="0" i="0" u="none" strike="noStrike" kern="1200" cap="none" spc="0" normalizeH="0" baseline="0" noProof="0" dirty="0">
                <a:ln>
                  <a:noFill/>
                </a:ln>
                <a:solidFill>
                  <a:prstClr val="white"/>
                </a:solidFill>
                <a:effectLst/>
                <a:uLnTx/>
                <a:uFillTx/>
                <a:latin typeface="Times New Roman"/>
                <a:ea typeface="+mn-ea"/>
                <a:cs typeface="+mn-cs"/>
              </a:rPr>
              <a:t> </a:t>
            </a:r>
            <a:r>
              <a:rPr kumimoji="0" lang="en-US" sz="1800" b="0" i="0" u="none" strike="noStrike" kern="1200" cap="none" spc="0" normalizeH="0" baseline="0" noProof="0" dirty="0">
                <a:ln>
                  <a:noFill/>
                </a:ln>
                <a:solidFill>
                  <a:prstClr val="black"/>
                </a:solidFill>
                <a:effectLst/>
                <a:uLnTx/>
                <a:uFillTx/>
                <a:latin typeface="Times New Roman"/>
                <a:ea typeface="+mn-ea"/>
                <a:cs typeface="+mn-cs"/>
              </a:rPr>
              <a:t>, … ,</a:t>
            </a:r>
            <a:r>
              <a:rPr kumimoji="0" lang="en-US" sz="3200" b="0" i="0" u="none" strike="noStrike" kern="1200" cap="none" spc="0" normalizeH="0" baseline="0" noProof="0" dirty="0">
                <a:ln>
                  <a:noFill/>
                </a:ln>
                <a:solidFill>
                  <a:prstClr val="black"/>
                </a:solidFill>
                <a:effectLst/>
                <a:uLnTx/>
                <a:uFillTx/>
                <a:latin typeface="Times New Roman"/>
                <a:ea typeface="+mn-ea"/>
                <a:cs typeface="+mn-cs"/>
              </a:rPr>
              <a:t>↓</a:t>
            </a:r>
            <a:r>
              <a:rPr kumimoji="0" lang="en-US" sz="1800" b="0" i="0" u="none" strike="noStrike" kern="1200" cap="none" spc="0" normalizeH="0" baseline="0" noProof="0" dirty="0">
                <a:ln>
                  <a:noFill/>
                </a:ln>
                <a:solidFill>
                  <a:prstClr val="black"/>
                </a:solidFill>
                <a:effectLst/>
                <a:uLnTx/>
                <a:uFillTx/>
                <a:latin typeface="Times New Roman"/>
                <a:ea typeface="+mn-ea"/>
                <a:cs typeface="+mn-cs"/>
              </a:rPr>
              <a:t>,</a:t>
            </a:r>
            <a:r>
              <a:rPr kumimoji="0" lang="en-US" sz="2800" b="0" i="0" u="none" strike="noStrike" kern="1200" cap="none" spc="0" normalizeH="0" baseline="0" noProof="0" dirty="0">
                <a:ln>
                  <a:noFill/>
                </a:ln>
                <a:solidFill>
                  <a:prstClr val="black"/>
                </a:solidFill>
                <a:effectLst/>
                <a:uLnTx/>
                <a:uFillTx/>
                <a:latin typeface="Times New Roman"/>
                <a:ea typeface="+mn-ea"/>
                <a:cs typeface="+mn-cs"/>
              </a:rPr>
              <a:t> → </a:t>
            </a:r>
            <a:r>
              <a:rPr kumimoji="0" lang="en-US" sz="3200" b="0" i="0" u="none" strike="noStrike" kern="1200" cap="none" spc="0" normalizeH="0" baseline="0" noProof="0" dirty="0">
                <a:ln>
                  <a:noFill/>
                </a:ln>
                <a:solidFill>
                  <a:prstClr val="black"/>
                </a:solidFill>
                <a:effectLst/>
                <a:uLnTx/>
                <a:uFillTx/>
                <a:latin typeface="Times New Roman"/>
                <a:ea typeface="+mn-ea"/>
                <a:cs typeface="+mn-cs"/>
              </a:rPr>
              <a:t>⟩</a:t>
            </a:r>
            <a:endParaRPr kumimoji="0" lang="en-US" sz="3200" b="0"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endParaRPr>
          </a:p>
        </p:txBody>
      </p:sp>
      <p:sp>
        <p:nvSpPr>
          <p:cNvPr id="128" name="TextBox 127">
            <a:extLst>
              <a:ext uri="{FF2B5EF4-FFF2-40B4-BE49-F238E27FC236}">
                <a16:creationId xmlns:a16="http://schemas.microsoft.com/office/drawing/2014/main" id="{1F4205E7-5821-4EA7-A649-17D2AF076472}"/>
              </a:ext>
            </a:extLst>
          </p:cNvPr>
          <p:cNvSpPr txBox="1"/>
          <p:nvPr/>
        </p:nvSpPr>
        <p:spPr>
          <a:xfrm>
            <a:off x="5958680" y="3830317"/>
            <a:ext cx="651140" cy="132343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a:noFill/>
                </a:ln>
                <a:solidFill>
                  <a:prstClr val="black"/>
                </a:solidFill>
                <a:effectLst/>
                <a:uLnTx/>
                <a:uFillTx/>
                <a:latin typeface="Dubai" panose="020B0503030403030204" pitchFamily="34" charset="-78"/>
                <a:ea typeface="+mn-ea"/>
                <a:cs typeface="Dubai" panose="020B0503030403030204" pitchFamily="34" charset="-78"/>
              </a:rPr>
              <a:t>?</a:t>
            </a:r>
          </a:p>
        </p:txBody>
      </p:sp>
      <p:sp>
        <p:nvSpPr>
          <p:cNvPr id="132" name="TextBox 131">
            <a:extLst>
              <a:ext uri="{FF2B5EF4-FFF2-40B4-BE49-F238E27FC236}">
                <a16:creationId xmlns:a16="http://schemas.microsoft.com/office/drawing/2014/main" id="{E616D43F-E033-47AD-AA24-B2E858F5AAA9}"/>
              </a:ext>
            </a:extLst>
          </p:cNvPr>
          <p:cNvSpPr txBox="1"/>
          <p:nvPr/>
        </p:nvSpPr>
        <p:spPr>
          <a:xfrm>
            <a:off x="1857300" y="3900785"/>
            <a:ext cx="499965"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rPr>
              <a:t>g</a:t>
            </a:r>
            <a:endParaRPr kumimoji="0" lang="en-US" sz="2800" b="0" i="0" u="none" strike="noStrike" kern="1200" cap="none" spc="0" normalizeH="0" baseline="-25000" noProof="0" dirty="0">
              <a:ln>
                <a:noFill/>
              </a:ln>
              <a:solidFill>
                <a:prstClr val="black"/>
              </a:solidFill>
              <a:effectLst/>
              <a:uLnTx/>
              <a:uFillTx/>
              <a:latin typeface="Dubai Light" panose="020B0303030403030204" pitchFamily="34" charset="-78"/>
              <a:ea typeface="+mn-ea"/>
              <a:cs typeface="Dubai Light" panose="020B0303030403030204" pitchFamily="34" charset="-78"/>
            </a:endParaRPr>
          </a:p>
        </p:txBody>
      </p:sp>
      <p:pic>
        <p:nvPicPr>
          <p:cNvPr id="51" name="Graphic 50">
            <a:extLst>
              <a:ext uri="{FF2B5EF4-FFF2-40B4-BE49-F238E27FC236}">
                <a16:creationId xmlns:a16="http://schemas.microsoft.com/office/drawing/2014/main" id="{D531399E-3CE2-4353-9187-A9B311C26E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65512" y="2938919"/>
            <a:ext cx="2640726" cy="2640726"/>
          </a:xfrm>
          <a:prstGeom prst="rect">
            <a:avLst/>
          </a:prstGeom>
        </p:spPr>
      </p:pic>
      <p:sp>
        <p:nvSpPr>
          <p:cNvPr id="133" name="TextBox 132">
            <a:extLst>
              <a:ext uri="{FF2B5EF4-FFF2-40B4-BE49-F238E27FC236}">
                <a16:creationId xmlns:a16="http://schemas.microsoft.com/office/drawing/2014/main" id="{3A9387DF-92EE-4D1F-AC10-5B16DD75A085}"/>
              </a:ext>
            </a:extLst>
          </p:cNvPr>
          <p:cNvSpPr txBox="1"/>
          <p:nvPr/>
        </p:nvSpPr>
        <p:spPr>
          <a:xfrm>
            <a:off x="8765905" y="3844916"/>
            <a:ext cx="499965"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rPr>
              <a:t>g</a:t>
            </a:r>
            <a:endParaRPr kumimoji="0" lang="en-US" sz="2800" b="0" i="0" u="none" strike="noStrike" kern="1200" cap="none" spc="0" normalizeH="0" baseline="-25000" noProof="0" dirty="0">
              <a:ln>
                <a:noFill/>
              </a:ln>
              <a:solidFill>
                <a:prstClr val="black"/>
              </a:solidFill>
              <a:effectLst/>
              <a:uLnTx/>
              <a:uFillTx/>
              <a:latin typeface="Dubai Light" panose="020B0303030403030204" pitchFamily="34" charset="-78"/>
              <a:ea typeface="+mn-ea"/>
              <a:cs typeface="Dubai Light" panose="020B0303030403030204" pitchFamily="34" charset="-78"/>
            </a:endParaRPr>
          </a:p>
        </p:txBody>
      </p:sp>
      <p:pic>
        <p:nvPicPr>
          <p:cNvPr id="2" name="Graphic 1">
            <a:extLst>
              <a:ext uri="{FF2B5EF4-FFF2-40B4-BE49-F238E27FC236}">
                <a16:creationId xmlns:a16="http://schemas.microsoft.com/office/drawing/2014/main" id="{EDC51AC5-7D9C-467B-B1FC-F88D275F258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55605" y="2984559"/>
            <a:ext cx="2647052" cy="2647052"/>
          </a:xfrm>
          <a:prstGeom prst="rect">
            <a:avLst/>
          </a:prstGeom>
        </p:spPr>
      </p:pic>
    </p:spTree>
    <p:extLst>
      <p:ext uri="{BB962C8B-B14F-4D97-AF65-F5344CB8AC3E}">
        <p14:creationId xmlns:p14="http://schemas.microsoft.com/office/powerpoint/2010/main" val="50870042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A97A4F-153A-49AF-8528-941D886231CC}"/>
              </a:ext>
            </a:extLst>
          </p:cNvPr>
          <p:cNvSpPr txBox="1"/>
          <p:nvPr/>
        </p:nvSpPr>
        <p:spPr>
          <a:xfrm>
            <a:off x="2540746" y="1360344"/>
            <a:ext cx="7110508" cy="1938992"/>
          </a:xfrm>
          <a:prstGeom prst="rect">
            <a:avLst/>
          </a:prstGeom>
          <a:noFill/>
        </p:spPr>
        <p:txBody>
          <a:bodyPr wrap="square" rtlCol="0">
            <a:spAutoFit/>
          </a:bodyPr>
          <a:lstStyle/>
          <a:p>
            <a:r>
              <a:rPr lang="en-US" sz="3000" b="1" dirty="0">
                <a:solidFill>
                  <a:schemeClr val="bg1"/>
                </a:solidFill>
                <a:latin typeface="Dubai Light" panose="020B0303030403030204" pitchFamily="34" charset="-78"/>
                <a:cs typeface="Dubai Light" panose="020B0303030403030204" pitchFamily="34" charset="-78"/>
              </a:rPr>
              <a:t>Relocation Problem. </a:t>
            </a:r>
            <a:r>
              <a:rPr lang="en-US" sz="3000" dirty="0">
                <a:solidFill>
                  <a:schemeClr val="bg1"/>
                </a:solidFill>
                <a:latin typeface="Dubai Light" panose="020B0303030403030204" pitchFamily="34" charset="-78"/>
                <a:cs typeface="Dubai Light" panose="020B0303030403030204" pitchFamily="34" charset="-78"/>
              </a:rPr>
              <a:t>Given an initial configuration C, a tile t, and a specified goal location g, decide if a tilt sequence exists ends with tile t in g.</a:t>
            </a:r>
            <a:endParaRPr lang="en-US" sz="3000" b="1" dirty="0">
              <a:solidFill>
                <a:schemeClr val="bg1"/>
              </a:solidFill>
              <a:latin typeface="Dubai Light" panose="020B0303030403030204" pitchFamily="34" charset="-78"/>
              <a:cs typeface="Dubai Light" panose="020B0303030403030204" pitchFamily="34" charset="-78"/>
            </a:endParaRPr>
          </a:p>
        </p:txBody>
      </p:sp>
      <p:sp>
        <p:nvSpPr>
          <p:cNvPr id="4" name="TextBox 3">
            <a:extLst>
              <a:ext uri="{FF2B5EF4-FFF2-40B4-BE49-F238E27FC236}">
                <a16:creationId xmlns:a16="http://schemas.microsoft.com/office/drawing/2014/main" id="{A0E5C854-6260-4CB8-AA76-9E483FB8ED54}"/>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Decision Problem</a:t>
            </a:r>
          </a:p>
        </p:txBody>
      </p:sp>
      <p:sp>
        <p:nvSpPr>
          <p:cNvPr id="124" name="Arrow: Right 123">
            <a:extLst>
              <a:ext uri="{FF2B5EF4-FFF2-40B4-BE49-F238E27FC236}">
                <a16:creationId xmlns:a16="http://schemas.microsoft.com/office/drawing/2014/main" id="{0D64F508-0127-4517-A30A-3272845AA290}"/>
              </a:ext>
            </a:extLst>
          </p:cNvPr>
          <p:cNvSpPr/>
          <p:nvPr/>
        </p:nvSpPr>
        <p:spPr>
          <a:xfrm>
            <a:off x="5562107" y="4218811"/>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DB29E1E5-0D21-4D93-BC3C-85599B2928ED}"/>
              </a:ext>
            </a:extLst>
          </p:cNvPr>
          <p:cNvSpPr txBox="1"/>
          <p:nvPr/>
        </p:nvSpPr>
        <p:spPr>
          <a:xfrm>
            <a:off x="4986273" y="5259995"/>
            <a:ext cx="2634054" cy="584775"/>
          </a:xfrm>
          <a:prstGeom prst="rect">
            <a:avLst/>
          </a:prstGeom>
          <a:noFill/>
        </p:spPr>
        <p:txBody>
          <a:bodyPr wrap="none" rtlCol="0">
            <a:spAutoFit/>
          </a:bodyPr>
          <a:lstStyle/>
          <a:p>
            <a:r>
              <a:rPr lang="en-US" sz="3200" dirty="0">
                <a:solidFill>
                  <a:schemeClr val="bg1"/>
                </a:solidFill>
              </a:rPr>
              <a:t>⟨</a:t>
            </a:r>
            <a:r>
              <a:rPr lang="en-US" dirty="0"/>
              <a:t> </a:t>
            </a:r>
            <a:r>
              <a:rPr lang="en-US" sz="3200" dirty="0">
                <a:solidFill>
                  <a:schemeClr val="bg1"/>
                </a:solidFill>
              </a:rPr>
              <a:t>←</a:t>
            </a:r>
            <a:r>
              <a:rPr lang="en-US" dirty="0">
                <a:solidFill>
                  <a:schemeClr val="bg1"/>
                </a:solidFill>
              </a:rPr>
              <a:t>,</a:t>
            </a:r>
            <a:r>
              <a:rPr lang="en-US" sz="3200" dirty="0"/>
              <a:t> </a:t>
            </a:r>
            <a:r>
              <a:rPr lang="en-US" sz="3200" dirty="0">
                <a:solidFill>
                  <a:schemeClr val="bg1"/>
                </a:solidFill>
              </a:rPr>
              <a:t>↑</a:t>
            </a:r>
            <a:r>
              <a:rPr lang="en-US" dirty="0"/>
              <a:t> </a:t>
            </a:r>
            <a:r>
              <a:rPr lang="en-US" dirty="0">
                <a:solidFill>
                  <a:schemeClr val="bg1"/>
                </a:solidFill>
              </a:rPr>
              <a:t>, … ,</a:t>
            </a:r>
            <a:r>
              <a:rPr lang="en-US" sz="3200" dirty="0">
                <a:solidFill>
                  <a:schemeClr val="bg1"/>
                </a:solidFill>
              </a:rPr>
              <a:t>↓</a:t>
            </a:r>
            <a:r>
              <a:rPr lang="en-US" dirty="0">
                <a:solidFill>
                  <a:schemeClr val="bg1"/>
                </a:solidFill>
              </a:rPr>
              <a:t>,</a:t>
            </a:r>
            <a:r>
              <a:rPr lang="en-US" sz="2800" dirty="0">
                <a:solidFill>
                  <a:schemeClr val="bg1"/>
                </a:solidFill>
              </a:rPr>
              <a:t> → </a:t>
            </a:r>
            <a:r>
              <a:rPr lang="en-US" sz="3200" dirty="0">
                <a:solidFill>
                  <a:schemeClr val="bg1"/>
                </a:solidFill>
              </a:rPr>
              <a:t>⟩</a:t>
            </a:r>
            <a:endParaRPr lang="en-US" sz="3200" dirty="0">
              <a:solidFill>
                <a:schemeClr val="bg1"/>
              </a:solidFill>
              <a:latin typeface="Dubai Light" panose="020B0303030403030204" pitchFamily="34" charset="-78"/>
              <a:cs typeface="Dubai Light" panose="020B0303030403030204" pitchFamily="34" charset="-78"/>
            </a:endParaRPr>
          </a:p>
        </p:txBody>
      </p:sp>
      <p:sp>
        <p:nvSpPr>
          <p:cNvPr id="128" name="TextBox 127">
            <a:extLst>
              <a:ext uri="{FF2B5EF4-FFF2-40B4-BE49-F238E27FC236}">
                <a16:creationId xmlns:a16="http://schemas.microsoft.com/office/drawing/2014/main" id="{1F4205E7-5821-4EA7-A649-17D2AF076472}"/>
              </a:ext>
            </a:extLst>
          </p:cNvPr>
          <p:cNvSpPr txBox="1"/>
          <p:nvPr/>
        </p:nvSpPr>
        <p:spPr>
          <a:xfrm>
            <a:off x="5977730" y="4154167"/>
            <a:ext cx="651140" cy="1323439"/>
          </a:xfrm>
          <a:prstGeom prst="rect">
            <a:avLst/>
          </a:prstGeom>
          <a:noFill/>
        </p:spPr>
        <p:txBody>
          <a:bodyPr wrap="none" rtlCol="0">
            <a:spAutoFit/>
          </a:bodyPr>
          <a:lstStyle/>
          <a:p>
            <a:r>
              <a:rPr lang="en-US" sz="8000" dirty="0">
                <a:solidFill>
                  <a:schemeClr val="bg1"/>
                </a:solidFill>
                <a:latin typeface="Dubai" panose="020B0503030403030204" pitchFamily="34" charset="-78"/>
                <a:cs typeface="Dubai" panose="020B0503030403030204" pitchFamily="34" charset="-78"/>
              </a:rPr>
              <a:t>?</a:t>
            </a:r>
          </a:p>
        </p:txBody>
      </p:sp>
      <p:sp>
        <p:nvSpPr>
          <p:cNvPr id="135" name="TextBox 134">
            <a:extLst>
              <a:ext uri="{FF2B5EF4-FFF2-40B4-BE49-F238E27FC236}">
                <a16:creationId xmlns:a16="http://schemas.microsoft.com/office/drawing/2014/main" id="{1B93634C-925E-46B6-B54C-1D5175AD60E9}"/>
              </a:ext>
            </a:extLst>
          </p:cNvPr>
          <p:cNvSpPr txBox="1"/>
          <p:nvPr/>
        </p:nvSpPr>
        <p:spPr>
          <a:xfrm>
            <a:off x="2086386" y="4211318"/>
            <a:ext cx="499965"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rPr>
              <a:t>g</a:t>
            </a:r>
            <a:endParaRPr kumimoji="0" lang="en-US" sz="2800" b="0" i="0" u="none" strike="noStrike" kern="1200" cap="none" spc="0" normalizeH="0" baseline="-25000" noProof="0" dirty="0">
              <a:ln>
                <a:noFill/>
              </a:ln>
              <a:solidFill>
                <a:prstClr val="black"/>
              </a:solidFill>
              <a:effectLst/>
              <a:uLnTx/>
              <a:uFillTx/>
              <a:latin typeface="Dubai Light" panose="020B0303030403030204" pitchFamily="34" charset="-78"/>
              <a:ea typeface="+mn-ea"/>
              <a:cs typeface="Dubai Light" panose="020B0303030403030204" pitchFamily="34" charset="-78"/>
            </a:endParaRPr>
          </a:p>
        </p:txBody>
      </p:sp>
      <p:pic>
        <p:nvPicPr>
          <p:cNvPr id="3" name="Graphic 2">
            <a:extLst>
              <a:ext uri="{FF2B5EF4-FFF2-40B4-BE49-F238E27FC236}">
                <a16:creationId xmlns:a16="http://schemas.microsoft.com/office/drawing/2014/main" id="{6570B26A-906E-4EB6-BD12-3FAD6647A0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59374" y="3251282"/>
            <a:ext cx="2701143" cy="2701143"/>
          </a:xfrm>
          <a:prstGeom prst="rect">
            <a:avLst/>
          </a:prstGeom>
        </p:spPr>
      </p:pic>
      <p:sp>
        <p:nvSpPr>
          <p:cNvPr id="136" name="TextBox 135">
            <a:extLst>
              <a:ext uri="{FF2B5EF4-FFF2-40B4-BE49-F238E27FC236}">
                <a16:creationId xmlns:a16="http://schemas.microsoft.com/office/drawing/2014/main" id="{04BEBACD-B4EF-4675-BD98-C6CE159AD00D}"/>
              </a:ext>
            </a:extLst>
          </p:cNvPr>
          <p:cNvSpPr txBox="1"/>
          <p:nvPr/>
        </p:nvSpPr>
        <p:spPr>
          <a:xfrm>
            <a:off x="8737831" y="4189642"/>
            <a:ext cx="499965"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Dubai Light" panose="020B0303030403030204" pitchFamily="34" charset="-78"/>
                <a:ea typeface="+mn-ea"/>
                <a:cs typeface="Dubai Light" panose="020B0303030403030204" pitchFamily="34" charset="-78"/>
              </a:rPr>
              <a:t>g</a:t>
            </a:r>
            <a:endParaRPr kumimoji="0" lang="en-US" sz="2800" b="0" i="0" u="none" strike="noStrike" kern="1200" cap="none" spc="0" normalizeH="0" baseline="-25000" noProof="0" dirty="0">
              <a:ln>
                <a:noFill/>
              </a:ln>
              <a:solidFill>
                <a:prstClr val="black"/>
              </a:solidFill>
              <a:effectLst/>
              <a:uLnTx/>
              <a:uFillTx/>
              <a:latin typeface="Dubai Light" panose="020B0303030403030204" pitchFamily="34" charset="-78"/>
              <a:ea typeface="+mn-ea"/>
              <a:cs typeface="Dubai Light" panose="020B0303030403030204" pitchFamily="34" charset="-78"/>
            </a:endParaRPr>
          </a:p>
        </p:txBody>
      </p:sp>
      <p:pic>
        <p:nvPicPr>
          <p:cNvPr id="2" name="Graphic 1">
            <a:extLst>
              <a:ext uri="{FF2B5EF4-FFF2-40B4-BE49-F238E27FC236}">
                <a16:creationId xmlns:a16="http://schemas.microsoft.com/office/drawing/2014/main" id="{13A2613E-B52D-431F-A4ED-7A0473A578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62639" y="3277859"/>
            <a:ext cx="2681556" cy="2681556"/>
          </a:xfrm>
          <a:prstGeom prst="rect">
            <a:avLst/>
          </a:prstGeom>
        </p:spPr>
      </p:pic>
    </p:spTree>
    <p:extLst>
      <p:ext uri="{BB962C8B-B14F-4D97-AF65-F5344CB8AC3E}">
        <p14:creationId xmlns:p14="http://schemas.microsoft.com/office/powerpoint/2010/main" val="23076489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A97A4F-153A-49AF-8528-941D886231CC}"/>
              </a:ext>
            </a:extLst>
          </p:cNvPr>
          <p:cNvSpPr txBox="1"/>
          <p:nvPr/>
        </p:nvSpPr>
        <p:spPr>
          <a:xfrm>
            <a:off x="2698005" y="1233118"/>
            <a:ext cx="6795989" cy="1938992"/>
          </a:xfrm>
          <a:prstGeom prst="rect">
            <a:avLst/>
          </a:prstGeom>
          <a:noFill/>
        </p:spPr>
        <p:txBody>
          <a:bodyPr wrap="square" rtlCol="0">
            <a:spAutoFit/>
          </a:bodyPr>
          <a:lstStyle/>
          <a:p>
            <a:r>
              <a:rPr lang="en-US" sz="3000" b="1" dirty="0">
                <a:solidFill>
                  <a:schemeClr val="bg1"/>
                </a:solidFill>
                <a:latin typeface="Dubai Light" panose="020B0303030403030204" pitchFamily="34" charset="-78"/>
                <a:cs typeface="Dubai Light" panose="020B0303030403030204" pitchFamily="34" charset="-78"/>
              </a:rPr>
              <a:t>Reconfiguration Problem. </a:t>
            </a:r>
            <a:r>
              <a:rPr lang="en-US" sz="3000" dirty="0">
                <a:solidFill>
                  <a:schemeClr val="bg1"/>
                </a:solidFill>
                <a:latin typeface="Dubai Light" panose="020B0303030403030204" pitchFamily="34" charset="-78"/>
                <a:cs typeface="Dubai Light" panose="020B0303030403030204" pitchFamily="34" charset="-78"/>
              </a:rPr>
              <a:t>Given an initial configuration C and a goal configuration D, decide if a tilt sequence exists that will reconfigure C into D.</a:t>
            </a:r>
            <a:endParaRPr lang="en-US" sz="3000" b="1" dirty="0">
              <a:solidFill>
                <a:schemeClr val="bg1"/>
              </a:solidFill>
              <a:latin typeface="Dubai Light" panose="020B0303030403030204" pitchFamily="34" charset="-78"/>
              <a:cs typeface="Dubai Light" panose="020B0303030403030204" pitchFamily="34" charset="-78"/>
            </a:endParaRPr>
          </a:p>
        </p:txBody>
      </p:sp>
      <p:sp>
        <p:nvSpPr>
          <p:cNvPr id="4" name="TextBox 3">
            <a:extLst>
              <a:ext uri="{FF2B5EF4-FFF2-40B4-BE49-F238E27FC236}">
                <a16:creationId xmlns:a16="http://schemas.microsoft.com/office/drawing/2014/main" id="{A0E5C854-6260-4CB8-AA76-9E483FB8ED54}"/>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Reconfiguration Decision Problem</a:t>
            </a:r>
          </a:p>
        </p:txBody>
      </p:sp>
      <p:sp>
        <p:nvSpPr>
          <p:cNvPr id="124" name="Arrow: Right 123">
            <a:extLst>
              <a:ext uri="{FF2B5EF4-FFF2-40B4-BE49-F238E27FC236}">
                <a16:creationId xmlns:a16="http://schemas.microsoft.com/office/drawing/2014/main" id="{2043354C-7A2A-445D-A387-9787DA49462A}"/>
              </a:ext>
            </a:extLst>
          </p:cNvPr>
          <p:cNvSpPr/>
          <p:nvPr/>
        </p:nvSpPr>
        <p:spPr>
          <a:xfrm>
            <a:off x="5562107" y="4218811"/>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E45EA839-8703-453D-A2D0-6FADFBAD8D7D}"/>
              </a:ext>
            </a:extLst>
          </p:cNvPr>
          <p:cNvSpPr txBox="1"/>
          <p:nvPr/>
        </p:nvSpPr>
        <p:spPr>
          <a:xfrm>
            <a:off x="4986273" y="5259995"/>
            <a:ext cx="2634054" cy="584775"/>
          </a:xfrm>
          <a:prstGeom prst="rect">
            <a:avLst/>
          </a:prstGeom>
          <a:noFill/>
        </p:spPr>
        <p:txBody>
          <a:bodyPr wrap="none" rtlCol="0">
            <a:spAutoFit/>
          </a:bodyPr>
          <a:lstStyle/>
          <a:p>
            <a:r>
              <a:rPr lang="en-US" sz="3200" dirty="0">
                <a:solidFill>
                  <a:schemeClr val="bg1"/>
                </a:solidFill>
              </a:rPr>
              <a:t>⟨</a:t>
            </a:r>
            <a:r>
              <a:rPr lang="en-US" dirty="0"/>
              <a:t> </a:t>
            </a:r>
            <a:r>
              <a:rPr lang="en-US" sz="3200" dirty="0">
                <a:solidFill>
                  <a:schemeClr val="bg1"/>
                </a:solidFill>
              </a:rPr>
              <a:t>←</a:t>
            </a:r>
            <a:r>
              <a:rPr lang="en-US" dirty="0">
                <a:solidFill>
                  <a:schemeClr val="bg1"/>
                </a:solidFill>
              </a:rPr>
              <a:t>,</a:t>
            </a:r>
            <a:r>
              <a:rPr lang="en-US" sz="3200" dirty="0"/>
              <a:t> </a:t>
            </a:r>
            <a:r>
              <a:rPr lang="en-US" sz="3200" dirty="0">
                <a:solidFill>
                  <a:schemeClr val="bg1"/>
                </a:solidFill>
              </a:rPr>
              <a:t>↑</a:t>
            </a:r>
            <a:r>
              <a:rPr lang="en-US" dirty="0"/>
              <a:t> </a:t>
            </a:r>
            <a:r>
              <a:rPr lang="en-US" dirty="0">
                <a:solidFill>
                  <a:schemeClr val="bg1"/>
                </a:solidFill>
              </a:rPr>
              <a:t>, … ,</a:t>
            </a:r>
            <a:r>
              <a:rPr lang="en-US" sz="3200" dirty="0">
                <a:solidFill>
                  <a:schemeClr val="bg1"/>
                </a:solidFill>
              </a:rPr>
              <a:t>↓</a:t>
            </a:r>
            <a:r>
              <a:rPr lang="en-US" dirty="0">
                <a:solidFill>
                  <a:schemeClr val="bg1"/>
                </a:solidFill>
              </a:rPr>
              <a:t>,</a:t>
            </a:r>
            <a:r>
              <a:rPr lang="en-US" sz="2800" dirty="0">
                <a:solidFill>
                  <a:schemeClr val="bg1"/>
                </a:solidFill>
              </a:rPr>
              <a:t> → </a:t>
            </a:r>
            <a:r>
              <a:rPr lang="en-US" sz="3200" dirty="0">
                <a:solidFill>
                  <a:schemeClr val="bg1"/>
                </a:solidFill>
              </a:rPr>
              <a:t>⟩</a:t>
            </a:r>
            <a:endParaRPr lang="en-US" sz="3200" dirty="0">
              <a:solidFill>
                <a:schemeClr val="bg1"/>
              </a:solidFill>
              <a:latin typeface="Dubai Light" panose="020B0303030403030204" pitchFamily="34" charset="-78"/>
              <a:cs typeface="Dubai Light" panose="020B0303030403030204" pitchFamily="34" charset="-78"/>
            </a:endParaRPr>
          </a:p>
        </p:txBody>
      </p:sp>
      <p:sp>
        <p:nvSpPr>
          <p:cNvPr id="126" name="TextBox 125">
            <a:extLst>
              <a:ext uri="{FF2B5EF4-FFF2-40B4-BE49-F238E27FC236}">
                <a16:creationId xmlns:a16="http://schemas.microsoft.com/office/drawing/2014/main" id="{955B2466-86E7-4D54-8F22-BB0929B4BAF1}"/>
              </a:ext>
            </a:extLst>
          </p:cNvPr>
          <p:cNvSpPr txBox="1"/>
          <p:nvPr/>
        </p:nvSpPr>
        <p:spPr>
          <a:xfrm>
            <a:off x="2247700" y="5952425"/>
            <a:ext cx="622286"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127" name="TextBox 126">
            <a:extLst>
              <a:ext uri="{FF2B5EF4-FFF2-40B4-BE49-F238E27FC236}">
                <a16:creationId xmlns:a16="http://schemas.microsoft.com/office/drawing/2014/main" id="{0C833EA4-B9A4-4CBA-8E23-842DB8002BA4}"/>
              </a:ext>
            </a:extLst>
          </p:cNvPr>
          <p:cNvSpPr txBox="1"/>
          <p:nvPr/>
        </p:nvSpPr>
        <p:spPr>
          <a:xfrm>
            <a:off x="9509727" y="5929644"/>
            <a:ext cx="686406"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D</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2" name="TextBox 1">
            <a:extLst>
              <a:ext uri="{FF2B5EF4-FFF2-40B4-BE49-F238E27FC236}">
                <a16:creationId xmlns:a16="http://schemas.microsoft.com/office/drawing/2014/main" id="{E27AE019-7F3D-46D1-9E42-B47114A666E0}"/>
              </a:ext>
            </a:extLst>
          </p:cNvPr>
          <p:cNvSpPr txBox="1"/>
          <p:nvPr/>
        </p:nvSpPr>
        <p:spPr>
          <a:xfrm>
            <a:off x="5977730" y="4154167"/>
            <a:ext cx="651140" cy="1323439"/>
          </a:xfrm>
          <a:prstGeom prst="rect">
            <a:avLst/>
          </a:prstGeom>
          <a:noFill/>
        </p:spPr>
        <p:txBody>
          <a:bodyPr wrap="none" rtlCol="0">
            <a:spAutoFit/>
          </a:bodyPr>
          <a:lstStyle/>
          <a:p>
            <a:r>
              <a:rPr lang="en-US" sz="8000" dirty="0">
                <a:solidFill>
                  <a:schemeClr val="bg1"/>
                </a:solidFill>
                <a:latin typeface="Dubai" panose="020B0503030403030204" pitchFamily="34" charset="-78"/>
                <a:cs typeface="Dubai" panose="020B0503030403030204" pitchFamily="34" charset="-78"/>
              </a:rPr>
              <a:t>?</a:t>
            </a:r>
          </a:p>
        </p:txBody>
      </p:sp>
      <p:pic>
        <p:nvPicPr>
          <p:cNvPr id="3" name="Graphic 2">
            <a:extLst>
              <a:ext uri="{FF2B5EF4-FFF2-40B4-BE49-F238E27FC236}">
                <a16:creationId xmlns:a16="http://schemas.microsoft.com/office/drawing/2014/main" id="{BF7679E6-8B55-42C8-9F66-1C9B13A787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68714" y="3256548"/>
            <a:ext cx="2679354" cy="2679354"/>
          </a:xfrm>
          <a:prstGeom prst="rect">
            <a:avLst/>
          </a:prstGeom>
        </p:spPr>
      </p:pic>
      <p:pic>
        <p:nvPicPr>
          <p:cNvPr id="128" name="Graphic 127">
            <a:extLst>
              <a:ext uri="{FF2B5EF4-FFF2-40B4-BE49-F238E27FC236}">
                <a16:creationId xmlns:a16="http://schemas.microsoft.com/office/drawing/2014/main" id="{7C01F136-E876-46A4-A5B4-0534E41CED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78219" y="3305472"/>
            <a:ext cx="2672794" cy="2672794"/>
          </a:xfrm>
          <a:prstGeom prst="rect">
            <a:avLst/>
          </a:prstGeom>
        </p:spPr>
      </p:pic>
    </p:spTree>
    <p:extLst>
      <p:ext uri="{BB962C8B-B14F-4D97-AF65-F5344CB8AC3E}">
        <p14:creationId xmlns:p14="http://schemas.microsoft.com/office/powerpoint/2010/main" val="249311890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2F15491-F3C4-4C05-A04E-1ED22FB97B9A}"/>
              </a:ext>
            </a:extLst>
          </p:cNvPr>
          <p:cNvGraphicFramePr>
            <a:graphicFrameLocks noGrp="1"/>
          </p:cNvGraphicFramePr>
          <p:nvPr/>
        </p:nvGraphicFramePr>
        <p:xfrm>
          <a:off x="945626" y="1557020"/>
          <a:ext cx="10450809" cy="2595880"/>
        </p:xfrm>
        <a:graphic>
          <a:graphicData uri="http://schemas.openxmlformats.org/drawingml/2006/table">
            <a:tbl>
              <a:tblPr firstRow="1" bandRow="1">
                <a:tableStyleId>{C4B1156A-380E-4F78-BDF5-A606A8083BF9}</a:tableStyleId>
              </a:tblPr>
              <a:tblGrid>
                <a:gridCol w="2753867">
                  <a:extLst>
                    <a:ext uri="{9D8B030D-6E8A-4147-A177-3AD203B41FA5}">
                      <a16:colId xmlns:a16="http://schemas.microsoft.com/office/drawing/2014/main" val="3140209983"/>
                    </a:ext>
                  </a:extLst>
                </a:gridCol>
                <a:gridCol w="1350731">
                  <a:extLst>
                    <a:ext uri="{9D8B030D-6E8A-4147-A177-3AD203B41FA5}">
                      <a16:colId xmlns:a16="http://schemas.microsoft.com/office/drawing/2014/main" val="3922501285"/>
                    </a:ext>
                  </a:extLst>
                </a:gridCol>
                <a:gridCol w="2833471">
                  <a:extLst>
                    <a:ext uri="{9D8B030D-6E8A-4147-A177-3AD203B41FA5}">
                      <a16:colId xmlns:a16="http://schemas.microsoft.com/office/drawing/2014/main" val="3467975921"/>
                    </a:ext>
                  </a:extLst>
                </a:gridCol>
                <a:gridCol w="3512740">
                  <a:extLst>
                    <a:ext uri="{9D8B030D-6E8A-4147-A177-3AD203B41FA5}">
                      <a16:colId xmlns:a16="http://schemas.microsoft.com/office/drawing/2014/main" val="1865572204"/>
                    </a:ext>
                  </a:extLst>
                </a:gridCol>
              </a:tblGrid>
              <a:tr h="370840">
                <a:tc>
                  <a:txBody>
                    <a:bodyPr/>
                    <a:lstStyle/>
                    <a:p>
                      <a:pPr algn="ctr"/>
                      <a:r>
                        <a:rPr lang="en-US" dirty="0">
                          <a:latin typeface="Dubai" panose="020B0503030403030204" pitchFamily="34" charset="-78"/>
                          <a:cs typeface="Dubai" panose="020B0503030403030204" pitchFamily="34" charset="-78"/>
                        </a:rPr>
                        <a:t>Problem</a:t>
                      </a:r>
                    </a:p>
                  </a:txBody>
                  <a:tcPr/>
                </a:tc>
                <a:tc>
                  <a:txBody>
                    <a:bodyPr/>
                    <a:lstStyle/>
                    <a:p>
                      <a:pPr algn="ctr"/>
                      <a:r>
                        <a:rPr lang="en-US" dirty="0">
                          <a:latin typeface="Dubai" panose="020B0503030403030204" pitchFamily="34" charset="-78"/>
                          <a:cs typeface="Dubai" panose="020B0503030403030204" pitchFamily="34" charset="-78"/>
                        </a:rPr>
                        <a:t>Shapes</a:t>
                      </a:r>
                    </a:p>
                  </a:txBody>
                  <a:tcPr/>
                </a:tc>
                <a:tc>
                  <a:txBody>
                    <a:bodyPr/>
                    <a:lstStyle/>
                    <a:p>
                      <a:pPr algn="ctr"/>
                      <a:r>
                        <a:rPr lang="en-US" dirty="0">
                          <a:latin typeface="Dubai" panose="020B0503030403030204" pitchFamily="34" charset="-78"/>
                          <a:cs typeface="Dubai" panose="020B0503030403030204" pitchFamily="34" charset="-78"/>
                        </a:rPr>
                        <a:t>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Occupancy/Relocation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NP-hard</a:t>
                      </a:r>
                    </a:p>
                  </a:txBody>
                  <a:tcPr/>
                </a:tc>
                <a:tc>
                  <a:txBody>
                    <a:bodyPr/>
                    <a:lstStyle/>
                    <a:p>
                      <a:pPr algn="ctr"/>
                      <a:r>
                        <a:rPr lang="en-US" i="0" dirty="0">
                          <a:latin typeface="Dubai" panose="020B0503030403030204" pitchFamily="34" charset="-78"/>
                          <a:cs typeface="Dubai" panose="020B0503030403030204" pitchFamily="34" charset="-78"/>
                        </a:rPr>
                        <a:t>Natural Computing 2019</a:t>
                      </a:r>
                    </a:p>
                  </a:txBody>
                  <a:tcPr/>
                </a:tc>
                <a:extLst>
                  <a:ext uri="{0D108BD9-81ED-4DB2-BD59-A6C34878D82A}">
                    <a16:rowId xmlns:a16="http://schemas.microsoft.com/office/drawing/2014/main" val="1705407000"/>
                  </a:ext>
                </a:extLst>
              </a:tr>
              <a:tr h="370840">
                <a:tc>
                  <a:txBody>
                    <a:bodyPr/>
                    <a:lstStyle/>
                    <a:p>
                      <a:pPr algn="ctr"/>
                      <a:r>
                        <a:rPr lang="en-US" dirty="0">
                          <a:latin typeface="Dubai" panose="020B0503030403030204" pitchFamily="34" charset="-78"/>
                          <a:cs typeface="Dubai" panose="020B0503030403030204" pitchFamily="34" charset="-78"/>
                        </a:rPr>
                        <a:t>Minimum Reconfiguration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algn="ctr"/>
                      <a:r>
                        <a:rPr lang="en-US" i="0" dirty="0">
                          <a:latin typeface="Dubai" panose="020B0503030403030204" pitchFamily="34" charset="-78"/>
                          <a:cs typeface="Dubai" panose="020B0503030403030204" pitchFamily="34" charset="-78"/>
                        </a:rPr>
                        <a:t>Natural Computing 2019</a:t>
                      </a:r>
                    </a:p>
                  </a:txBody>
                  <a:tcPr/>
                </a:tc>
                <a:extLst>
                  <a:ext uri="{0D108BD9-81ED-4DB2-BD59-A6C34878D82A}">
                    <a16:rowId xmlns:a16="http://schemas.microsoft.com/office/drawing/2014/main" val="2459792027"/>
                  </a:ext>
                </a:extLst>
              </a:tr>
              <a:tr h="370840">
                <a:tc>
                  <a:txBody>
                    <a:bodyPr/>
                    <a:lstStyle/>
                    <a:p>
                      <a:pPr algn="ctr"/>
                      <a:r>
                        <a:rPr lang="en-US" b="0" dirty="0">
                          <a:latin typeface="Dubai" panose="020B0503030403030204" pitchFamily="34" charset="-78"/>
                          <a:cs typeface="Dubai" panose="020B0503030403030204" pitchFamily="34" charset="-78"/>
                        </a:rPr>
                        <a:t>Occupancy/Relocation</a:t>
                      </a:r>
                    </a:p>
                  </a:txBody>
                  <a:tcPr/>
                </a:tc>
                <a:tc>
                  <a:txBody>
                    <a:bodyPr/>
                    <a:lstStyle/>
                    <a:p>
                      <a:pPr algn="ctr"/>
                      <a:r>
                        <a:rPr lang="en-US" dirty="0">
                          <a:latin typeface="Dubai" panose="020B0503030403030204" pitchFamily="34" charset="-78"/>
                          <a:cs typeface="Dubai" panose="020B0503030403030204" pitchFamily="34" charset="-78"/>
                        </a:rPr>
                        <a:t>1x1, 2x2</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r>
                        <a:rPr lang="en-US" b="0" dirty="0">
                          <a:latin typeface="Dubai" panose="020B0503030403030204" pitchFamily="34" charset="-78"/>
                          <a:cs typeface="Dubai" panose="020B0503030403030204" pitchFamily="34" charset="-78"/>
                        </a:rPr>
                        <a:t>Reconfiguration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Dubai" panose="020B0503030403030204" pitchFamily="34" charset="-78"/>
                          <a:cs typeface="Dubai" panose="020B0503030403030204" pitchFamily="34" charset="-78"/>
                        </a:rPr>
                        <a:t>1x1, 2x2</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Occupancy/Relocation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1x1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54484737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Reconfiguration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1x1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3432695807"/>
                  </a:ext>
                </a:extLst>
              </a:tr>
            </a:tbl>
          </a:graphicData>
        </a:graphic>
      </p:graphicFrame>
      <p:sp>
        <p:nvSpPr>
          <p:cNvPr id="4" name="TextBox 3">
            <a:extLst>
              <a:ext uri="{FF2B5EF4-FFF2-40B4-BE49-F238E27FC236}">
                <a16:creationId xmlns:a16="http://schemas.microsoft.com/office/drawing/2014/main" id="{15053F72-EC24-4130-ABCA-8387CF73A9E2}"/>
              </a:ext>
            </a:extLst>
          </p:cNvPr>
          <p:cNvSpPr txBox="1"/>
          <p:nvPr/>
        </p:nvSpPr>
        <p:spPr>
          <a:xfrm>
            <a:off x="0" y="5820976"/>
            <a:ext cx="6320869" cy="954107"/>
          </a:xfrm>
          <a:prstGeom prst="rect">
            <a:avLst/>
          </a:prstGeom>
          <a:noFill/>
        </p:spPr>
        <p:txBody>
          <a:bodyPr wrap="square" rtlCol="0">
            <a:spAutoFit/>
          </a:bodyPr>
          <a:lstStyle/>
          <a:p>
            <a:r>
              <a:rPr lang="en-US" sz="1400" dirty="0">
                <a:solidFill>
                  <a:schemeClr val="bg1"/>
                </a:solidFill>
              </a:rPr>
              <a:t>Jose </a:t>
            </a:r>
            <a:r>
              <a:rPr lang="en-US" sz="1400" dirty="0" err="1">
                <a:solidFill>
                  <a:schemeClr val="bg1"/>
                </a:solidFill>
              </a:rPr>
              <a:t>Balanza</a:t>
            </a:r>
            <a:r>
              <a:rPr lang="en-US" sz="1400" dirty="0">
                <a:solidFill>
                  <a:schemeClr val="bg1"/>
                </a:solidFill>
              </a:rPr>
              <a:t>-Martinez, David Caballero, Angel Cantu, Luis Garcia, Austin </a:t>
            </a:r>
            <a:r>
              <a:rPr lang="en-US" sz="1400" dirty="0" err="1">
                <a:solidFill>
                  <a:schemeClr val="bg1"/>
                </a:solidFill>
              </a:rPr>
              <a:t>Luchsinger</a:t>
            </a:r>
            <a:r>
              <a:rPr lang="en-US" sz="1400" dirty="0">
                <a:solidFill>
                  <a:schemeClr val="bg1"/>
                </a:solidFill>
              </a:rPr>
              <a:t>, Rene Reyes, Robert </a:t>
            </a:r>
            <a:r>
              <a:rPr lang="en-US" sz="1400" dirty="0" err="1">
                <a:solidFill>
                  <a:schemeClr val="bg1"/>
                </a:solidFill>
              </a:rPr>
              <a:t>Schweller</a:t>
            </a:r>
            <a:r>
              <a:rPr lang="en-US" sz="1400" dirty="0">
                <a:solidFill>
                  <a:schemeClr val="bg1"/>
                </a:solidFill>
              </a:rPr>
              <a:t>, and Tim Wylie, Full tilt: Universal constructors for general shapes with uniform external forces, 30th Annual ACM-SIAM Symposium on Discrete Algorithms, SODA’19, 2019.</a:t>
            </a:r>
            <a:endParaRPr lang="en-US" sz="1400" dirty="0">
              <a:solidFill>
                <a:schemeClr val="bg1"/>
              </a:solidFill>
              <a:latin typeface="Dubai Light" panose="020B0303030403030204" pitchFamily="34" charset="-78"/>
              <a:cs typeface="Dubai Light" panose="020B0303030403030204" pitchFamily="34" charset="-78"/>
            </a:endParaRPr>
          </a:p>
        </p:txBody>
      </p:sp>
      <p:sp>
        <p:nvSpPr>
          <p:cNvPr id="2" name="Rectangle 1">
            <a:extLst>
              <a:ext uri="{FF2B5EF4-FFF2-40B4-BE49-F238E27FC236}">
                <a16:creationId xmlns:a16="http://schemas.microsoft.com/office/drawing/2014/main" id="{F070C64B-45C0-482F-A45A-274C9194266B}"/>
              </a:ext>
            </a:extLst>
          </p:cNvPr>
          <p:cNvSpPr/>
          <p:nvPr/>
        </p:nvSpPr>
        <p:spPr>
          <a:xfrm>
            <a:off x="-1" y="5082312"/>
            <a:ext cx="6096000" cy="738664"/>
          </a:xfrm>
          <a:prstGeom prst="rect">
            <a:avLst/>
          </a:prstGeom>
        </p:spPr>
        <p:txBody>
          <a:bodyPr>
            <a:spAutoFit/>
          </a:bodyPr>
          <a:lstStyle/>
          <a:p>
            <a:r>
              <a:rPr lang="en-US" sz="1400" dirty="0">
                <a:solidFill>
                  <a:schemeClr val="bg1"/>
                </a:solidFill>
              </a:rPr>
              <a:t>Aaron T. Becker, Erik D. </a:t>
            </a:r>
            <a:r>
              <a:rPr lang="en-US" sz="1400" dirty="0" err="1">
                <a:solidFill>
                  <a:schemeClr val="bg1"/>
                </a:solidFill>
              </a:rPr>
              <a:t>Demaine</a:t>
            </a:r>
            <a:r>
              <a:rPr lang="en-US" sz="1400" dirty="0">
                <a:solidFill>
                  <a:schemeClr val="bg1"/>
                </a:solidFill>
              </a:rPr>
              <a:t>, </a:t>
            </a:r>
            <a:r>
              <a:rPr lang="en-US" sz="1400" dirty="0" err="1">
                <a:solidFill>
                  <a:schemeClr val="bg1"/>
                </a:solidFill>
              </a:rPr>
              <a:t>Sándor</a:t>
            </a:r>
            <a:r>
              <a:rPr lang="en-US" sz="1400" dirty="0">
                <a:solidFill>
                  <a:schemeClr val="bg1"/>
                </a:solidFill>
              </a:rPr>
              <a:t> P. Fekete, Jarrett </a:t>
            </a:r>
            <a:r>
              <a:rPr lang="en-US" sz="1400" dirty="0" err="1">
                <a:solidFill>
                  <a:schemeClr val="bg1"/>
                </a:solidFill>
              </a:rPr>
              <a:t>Lonsford</a:t>
            </a:r>
            <a:r>
              <a:rPr lang="en-US" sz="1400" dirty="0">
                <a:solidFill>
                  <a:schemeClr val="bg1"/>
                </a:solidFill>
              </a:rPr>
              <a:t>, and Rose Morris-Wright, Particle computation: complexity, algorithms, and logic, Natural Computing (2019)</a:t>
            </a:r>
          </a:p>
        </p:txBody>
      </p:sp>
      <p:sp>
        <p:nvSpPr>
          <p:cNvPr id="5" name="TextBox 4">
            <a:extLst>
              <a:ext uri="{FF2B5EF4-FFF2-40B4-BE49-F238E27FC236}">
                <a16:creationId xmlns:a16="http://schemas.microsoft.com/office/drawing/2014/main" id="{BB0C7E29-854F-4C63-B5FB-4846AB92BFA3}"/>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Complexity Results</a:t>
            </a:r>
          </a:p>
        </p:txBody>
      </p:sp>
    </p:spTree>
    <p:extLst>
      <p:ext uri="{BB962C8B-B14F-4D97-AF65-F5344CB8AC3E}">
        <p14:creationId xmlns:p14="http://schemas.microsoft.com/office/powerpoint/2010/main" val="233609268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F65685-7992-4AE8-8FAE-33176D183760}"/>
              </a:ext>
            </a:extLst>
          </p:cNvPr>
          <p:cNvSpPr txBox="1"/>
          <p:nvPr/>
        </p:nvSpPr>
        <p:spPr>
          <a:xfrm>
            <a:off x="-863302" y="325159"/>
            <a:ext cx="12191999" cy="120032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Times New Roman"/>
                <a:ea typeface="+mn-ea"/>
                <a:cs typeface="+mn-cs"/>
              </a:rPr>
              <a:t>Constraint Logic</a:t>
            </a:r>
            <a:br>
              <a:rPr kumimoji="0" lang="en-US" sz="3600" b="0" i="0" u="none" strike="noStrike" kern="1200" cap="none" spc="0" normalizeH="0" baseline="0" noProof="0" dirty="0">
                <a:ln>
                  <a:noFill/>
                </a:ln>
                <a:solidFill>
                  <a:prstClr val="black"/>
                </a:solidFill>
                <a:effectLst/>
                <a:uLnTx/>
                <a:uFillTx/>
                <a:latin typeface="Times New Roman"/>
                <a:ea typeface="+mn-ea"/>
                <a:cs typeface="+mn-cs"/>
              </a:rPr>
            </a:br>
            <a:endParaRPr kumimoji="0" lang="en-US" sz="3600" b="0" i="0" u="none" strike="noStrike" kern="1200" cap="none" spc="0" normalizeH="0" baseline="0" noProof="0" dirty="0">
              <a:ln>
                <a:noFill/>
              </a:ln>
              <a:solidFill>
                <a:prstClr val="black"/>
              </a:solidFill>
              <a:effectLst/>
              <a:uLnTx/>
              <a:uFillTx/>
              <a:latin typeface="Times New Roman"/>
              <a:ea typeface="+mn-ea"/>
              <a:cs typeface="+mn-cs"/>
            </a:endParaRPr>
          </a:p>
        </p:txBody>
      </p:sp>
      <p:grpSp>
        <p:nvGrpSpPr>
          <p:cNvPr id="2" name="Group 1">
            <a:extLst>
              <a:ext uri="{FF2B5EF4-FFF2-40B4-BE49-F238E27FC236}">
                <a16:creationId xmlns:a16="http://schemas.microsoft.com/office/drawing/2014/main" id="{6E6254D1-1AAA-46A7-9E2B-1825EA1EF64B}"/>
              </a:ext>
            </a:extLst>
          </p:cNvPr>
          <p:cNvGrpSpPr/>
          <p:nvPr/>
        </p:nvGrpSpPr>
        <p:grpSpPr>
          <a:xfrm>
            <a:off x="3541038" y="1475392"/>
            <a:ext cx="8258263" cy="5119732"/>
            <a:chOff x="3541038" y="1475392"/>
            <a:chExt cx="8258263" cy="5119732"/>
          </a:xfrm>
        </p:grpSpPr>
        <p:pic>
          <p:nvPicPr>
            <p:cNvPr id="8" name="Graphic 7">
              <a:extLst>
                <a:ext uri="{FF2B5EF4-FFF2-40B4-BE49-F238E27FC236}">
                  <a16:creationId xmlns:a16="http://schemas.microsoft.com/office/drawing/2014/main" id="{95B8A9B1-8D5B-429E-8459-19D9940DB8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0275120">
              <a:off x="5503393" y="3297772"/>
              <a:ext cx="601023" cy="1697649"/>
            </a:xfrm>
            <a:prstGeom prst="rect">
              <a:avLst/>
            </a:prstGeom>
          </p:spPr>
        </p:pic>
        <p:pic>
          <p:nvPicPr>
            <p:cNvPr id="9" name="Graphic 8">
              <a:extLst>
                <a:ext uri="{FF2B5EF4-FFF2-40B4-BE49-F238E27FC236}">
                  <a16:creationId xmlns:a16="http://schemas.microsoft.com/office/drawing/2014/main" id="{EF609647-C4C0-46A1-B573-D42A0ADCB2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85681" y="1880773"/>
              <a:ext cx="466725" cy="1540193"/>
            </a:xfrm>
            <a:prstGeom prst="rect">
              <a:avLst/>
            </a:prstGeom>
          </p:spPr>
        </p:pic>
        <p:pic>
          <p:nvPicPr>
            <p:cNvPr id="14" name="Graphic 13">
              <a:extLst>
                <a:ext uri="{FF2B5EF4-FFF2-40B4-BE49-F238E27FC236}">
                  <a16:creationId xmlns:a16="http://schemas.microsoft.com/office/drawing/2014/main" id="{587E4509-BF77-44B4-A128-78F5AFF5A1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5287549">
              <a:off x="4481338" y="2838267"/>
              <a:ext cx="466725" cy="1540193"/>
            </a:xfrm>
            <a:prstGeom prst="rect">
              <a:avLst/>
            </a:prstGeom>
          </p:spPr>
        </p:pic>
        <p:pic>
          <p:nvPicPr>
            <p:cNvPr id="15" name="Graphic 14">
              <a:extLst>
                <a:ext uri="{FF2B5EF4-FFF2-40B4-BE49-F238E27FC236}">
                  <a16:creationId xmlns:a16="http://schemas.microsoft.com/office/drawing/2014/main" id="{24BB13C1-5C7F-426A-837E-90FAC74F72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85681" y="3181164"/>
              <a:ext cx="432670" cy="432670"/>
            </a:xfrm>
            <a:prstGeom prst="rect">
              <a:avLst/>
            </a:prstGeom>
          </p:spPr>
        </p:pic>
        <p:pic>
          <p:nvPicPr>
            <p:cNvPr id="16" name="Graphic 15">
              <a:extLst>
                <a:ext uri="{FF2B5EF4-FFF2-40B4-BE49-F238E27FC236}">
                  <a16:creationId xmlns:a16="http://schemas.microsoft.com/office/drawing/2014/main" id="{A791BFAC-772E-4BF4-992D-9570C0EC18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677895" y="4043763"/>
              <a:ext cx="601023" cy="1697649"/>
            </a:xfrm>
            <a:prstGeom prst="rect">
              <a:avLst/>
            </a:prstGeom>
          </p:spPr>
        </p:pic>
        <p:pic>
          <p:nvPicPr>
            <p:cNvPr id="20" name="Graphic 19">
              <a:extLst>
                <a:ext uri="{FF2B5EF4-FFF2-40B4-BE49-F238E27FC236}">
                  <a16:creationId xmlns:a16="http://schemas.microsoft.com/office/drawing/2014/main" id="{E965478D-C5D3-40F6-82F1-B9806CB34F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2818261">
              <a:off x="5391448" y="4692769"/>
              <a:ext cx="601023" cy="1697649"/>
            </a:xfrm>
            <a:prstGeom prst="rect">
              <a:avLst/>
            </a:prstGeom>
          </p:spPr>
        </p:pic>
        <p:pic>
          <p:nvPicPr>
            <p:cNvPr id="21" name="Graphic 20">
              <a:extLst>
                <a:ext uri="{FF2B5EF4-FFF2-40B4-BE49-F238E27FC236}">
                  <a16:creationId xmlns:a16="http://schemas.microsoft.com/office/drawing/2014/main" id="{90C85B01-CE82-4BE8-91B5-13D99DD9D0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58434" y="5982084"/>
              <a:ext cx="432670" cy="432670"/>
            </a:xfrm>
            <a:prstGeom prst="rect">
              <a:avLst/>
            </a:prstGeom>
          </p:spPr>
        </p:pic>
        <p:pic>
          <p:nvPicPr>
            <p:cNvPr id="22" name="Graphic 21">
              <a:extLst>
                <a:ext uri="{FF2B5EF4-FFF2-40B4-BE49-F238E27FC236}">
                  <a16:creationId xmlns:a16="http://schemas.microsoft.com/office/drawing/2014/main" id="{2566A279-B24B-4823-B1E4-96CD803E4A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13247" y="4676253"/>
              <a:ext cx="432670" cy="432670"/>
            </a:xfrm>
            <a:prstGeom prst="rect">
              <a:avLst/>
            </a:prstGeom>
          </p:spPr>
        </p:pic>
        <p:pic>
          <p:nvPicPr>
            <p:cNvPr id="24" name="Graphic 23">
              <a:extLst>
                <a:ext uri="{FF2B5EF4-FFF2-40B4-BE49-F238E27FC236}">
                  <a16:creationId xmlns:a16="http://schemas.microsoft.com/office/drawing/2014/main" id="{888D39DE-F9FC-4C98-8857-B6EB920E0D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55833">
              <a:off x="7960803" y="3452658"/>
              <a:ext cx="466725" cy="1540193"/>
            </a:xfrm>
            <a:prstGeom prst="rect">
              <a:avLst/>
            </a:prstGeom>
          </p:spPr>
        </p:pic>
        <p:pic>
          <p:nvPicPr>
            <p:cNvPr id="26" name="Graphic 25">
              <a:extLst>
                <a:ext uri="{FF2B5EF4-FFF2-40B4-BE49-F238E27FC236}">
                  <a16:creationId xmlns:a16="http://schemas.microsoft.com/office/drawing/2014/main" id="{3746CADC-35A5-4C80-A727-56CCA0416E2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8925500">
              <a:off x="8105405" y="4690801"/>
              <a:ext cx="466725" cy="1540193"/>
            </a:xfrm>
            <a:prstGeom prst="rect">
              <a:avLst/>
            </a:prstGeom>
          </p:spPr>
        </p:pic>
        <p:pic>
          <p:nvPicPr>
            <p:cNvPr id="27" name="Graphic 26">
              <a:extLst>
                <a:ext uri="{FF2B5EF4-FFF2-40B4-BE49-F238E27FC236}">
                  <a16:creationId xmlns:a16="http://schemas.microsoft.com/office/drawing/2014/main" id="{3433827A-5CFF-4864-BDBC-30F5869C1B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8925500">
              <a:off x="8872872" y="3314562"/>
              <a:ext cx="466725" cy="1540193"/>
            </a:xfrm>
            <a:prstGeom prst="rect">
              <a:avLst/>
            </a:prstGeom>
          </p:spPr>
        </p:pic>
        <p:pic>
          <p:nvPicPr>
            <p:cNvPr id="28" name="Graphic 27">
              <a:extLst>
                <a:ext uri="{FF2B5EF4-FFF2-40B4-BE49-F238E27FC236}">
                  <a16:creationId xmlns:a16="http://schemas.microsoft.com/office/drawing/2014/main" id="{92E9C59B-BC13-4941-97B6-4C708575F6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506586">
              <a:off x="8794738" y="2149389"/>
              <a:ext cx="601023" cy="1697649"/>
            </a:xfrm>
            <a:prstGeom prst="rect">
              <a:avLst/>
            </a:prstGeom>
          </p:spPr>
        </p:pic>
        <p:pic>
          <p:nvPicPr>
            <p:cNvPr id="29" name="Graphic 28">
              <a:extLst>
                <a:ext uri="{FF2B5EF4-FFF2-40B4-BE49-F238E27FC236}">
                  <a16:creationId xmlns:a16="http://schemas.microsoft.com/office/drawing/2014/main" id="{0A7D3EB8-4758-46C8-8AB9-BA84221E0E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872887">
              <a:off x="9051979" y="4541667"/>
              <a:ext cx="466725" cy="1540193"/>
            </a:xfrm>
            <a:prstGeom prst="rect">
              <a:avLst/>
            </a:prstGeom>
          </p:spPr>
        </p:pic>
        <p:pic>
          <p:nvPicPr>
            <p:cNvPr id="31" name="Graphic 30">
              <a:extLst>
                <a:ext uri="{FF2B5EF4-FFF2-40B4-BE49-F238E27FC236}">
                  <a16:creationId xmlns:a16="http://schemas.microsoft.com/office/drawing/2014/main" id="{D795374D-905D-4244-B9D9-2E7BFF327D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62579" y="5740576"/>
              <a:ext cx="432670" cy="432670"/>
            </a:xfrm>
            <a:prstGeom prst="rect">
              <a:avLst/>
            </a:prstGeom>
          </p:spPr>
        </p:pic>
        <p:pic>
          <p:nvPicPr>
            <p:cNvPr id="32" name="Graphic 31">
              <a:extLst>
                <a:ext uri="{FF2B5EF4-FFF2-40B4-BE49-F238E27FC236}">
                  <a16:creationId xmlns:a16="http://schemas.microsoft.com/office/drawing/2014/main" id="{4AEF3B4E-39F7-4566-9F66-239A9505F9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44765" y="3336586"/>
              <a:ext cx="432670" cy="432670"/>
            </a:xfrm>
            <a:prstGeom prst="rect">
              <a:avLst/>
            </a:prstGeom>
          </p:spPr>
        </p:pic>
        <p:pic>
          <p:nvPicPr>
            <p:cNvPr id="33" name="Graphic 32">
              <a:extLst>
                <a:ext uri="{FF2B5EF4-FFF2-40B4-BE49-F238E27FC236}">
                  <a16:creationId xmlns:a16="http://schemas.microsoft.com/office/drawing/2014/main" id="{A548A1C3-B638-401E-9B3B-CC7719B7F4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235090">
              <a:off x="10155537" y="3714798"/>
              <a:ext cx="601023" cy="1697649"/>
            </a:xfrm>
            <a:prstGeom prst="rect">
              <a:avLst/>
            </a:prstGeom>
          </p:spPr>
        </p:pic>
        <p:pic>
          <p:nvPicPr>
            <p:cNvPr id="34" name="Graphic 33">
              <a:extLst>
                <a:ext uri="{FF2B5EF4-FFF2-40B4-BE49-F238E27FC236}">
                  <a16:creationId xmlns:a16="http://schemas.microsoft.com/office/drawing/2014/main" id="{D0C27A3E-D18B-410E-9494-3C004DC6EE2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52195" y="4400061"/>
              <a:ext cx="432670" cy="432670"/>
            </a:xfrm>
            <a:prstGeom prst="rect">
              <a:avLst/>
            </a:prstGeom>
          </p:spPr>
        </p:pic>
        <p:pic>
          <p:nvPicPr>
            <p:cNvPr id="35" name="Graphic 34">
              <a:extLst>
                <a:ext uri="{FF2B5EF4-FFF2-40B4-BE49-F238E27FC236}">
                  <a16:creationId xmlns:a16="http://schemas.microsoft.com/office/drawing/2014/main" id="{164E19BF-9F7E-47F7-97FC-6194BA85A0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10896" y="4676253"/>
              <a:ext cx="432670" cy="432670"/>
            </a:xfrm>
            <a:prstGeom prst="rect">
              <a:avLst/>
            </a:prstGeom>
          </p:spPr>
        </p:pic>
        <p:grpSp>
          <p:nvGrpSpPr>
            <p:cNvPr id="46" name="Group 45">
              <a:extLst>
                <a:ext uri="{FF2B5EF4-FFF2-40B4-BE49-F238E27FC236}">
                  <a16:creationId xmlns:a16="http://schemas.microsoft.com/office/drawing/2014/main" id="{DE32420C-E914-4BEE-AE21-6EF2B3A9BE38}"/>
                </a:ext>
              </a:extLst>
            </p:cNvPr>
            <p:cNvGrpSpPr/>
            <p:nvPr/>
          </p:nvGrpSpPr>
          <p:grpSpPr>
            <a:xfrm rot="20616863">
              <a:off x="3541038" y="3874559"/>
              <a:ext cx="317403" cy="80962"/>
              <a:chOff x="1607673" y="2973388"/>
              <a:chExt cx="553118" cy="145988"/>
            </a:xfrm>
          </p:grpSpPr>
          <p:sp>
            <p:nvSpPr>
              <p:cNvPr id="43" name="Oval 42">
                <a:extLst>
                  <a:ext uri="{FF2B5EF4-FFF2-40B4-BE49-F238E27FC236}">
                    <a16:creationId xmlns:a16="http://schemas.microsoft.com/office/drawing/2014/main" id="{BB3E7625-EE42-4C32-9E65-F0917CCFFE70}"/>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4" name="Oval 43">
                <a:extLst>
                  <a:ext uri="{FF2B5EF4-FFF2-40B4-BE49-F238E27FC236}">
                    <a16:creationId xmlns:a16="http://schemas.microsoft.com/office/drawing/2014/main" id="{D1B4873F-3DD3-4771-84FC-8BA92028D3EE}"/>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5" name="Oval 44">
                <a:extLst>
                  <a:ext uri="{FF2B5EF4-FFF2-40B4-BE49-F238E27FC236}">
                    <a16:creationId xmlns:a16="http://schemas.microsoft.com/office/drawing/2014/main" id="{893434CD-7E75-47D0-B497-2FA2117D0F9B}"/>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47" name="Group 46">
              <a:extLst>
                <a:ext uri="{FF2B5EF4-FFF2-40B4-BE49-F238E27FC236}">
                  <a16:creationId xmlns:a16="http://schemas.microsoft.com/office/drawing/2014/main" id="{13F8F8F0-9C02-46DF-B8D2-FEEF40E05C25}"/>
                </a:ext>
              </a:extLst>
            </p:cNvPr>
            <p:cNvGrpSpPr/>
            <p:nvPr/>
          </p:nvGrpSpPr>
          <p:grpSpPr>
            <a:xfrm rot="18938844">
              <a:off x="4799297" y="6514162"/>
              <a:ext cx="317403" cy="80962"/>
              <a:chOff x="1607673" y="2973388"/>
              <a:chExt cx="553118" cy="145988"/>
            </a:xfrm>
          </p:grpSpPr>
          <p:sp>
            <p:nvSpPr>
              <p:cNvPr id="48" name="Oval 47">
                <a:extLst>
                  <a:ext uri="{FF2B5EF4-FFF2-40B4-BE49-F238E27FC236}">
                    <a16:creationId xmlns:a16="http://schemas.microsoft.com/office/drawing/2014/main" id="{DB7BB500-C185-43C1-ACB2-12E2EDEA0F26}"/>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9" name="Oval 48">
                <a:extLst>
                  <a:ext uri="{FF2B5EF4-FFF2-40B4-BE49-F238E27FC236}">
                    <a16:creationId xmlns:a16="http://schemas.microsoft.com/office/drawing/2014/main" id="{84FEB660-A00E-46CB-A77C-521065451A06}"/>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0" name="Oval 49">
                <a:extLst>
                  <a:ext uri="{FF2B5EF4-FFF2-40B4-BE49-F238E27FC236}">
                    <a16:creationId xmlns:a16="http://schemas.microsoft.com/office/drawing/2014/main" id="{BABC1A60-162D-49E8-A6E7-F7283BBA11EE}"/>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51" name="Group 50">
              <a:extLst>
                <a:ext uri="{FF2B5EF4-FFF2-40B4-BE49-F238E27FC236}">
                  <a16:creationId xmlns:a16="http://schemas.microsoft.com/office/drawing/2014/main" id="{E21F92E6-733B-4774-BD0A-B60060F7A89C}"/>
                </a:ext>
              </a:extLst>
            </p:cNvPr>
            <p:cNvGrpSpPr/>
            <p:nvPr/>
          </p:nvGrpSpPr>
          <p:grpSpPr>
            <a:xfrm rot="16200000">
              <a:off x="5360342" y="1593613"/>
              <a:ext cx="317403" cy="80962"/>
              <a:chOff x="1607673" y="2973388"/>
              <a:chExt cx="553118" cy="145988"/>
            </a:xfrm>
          </p:grpSpPr>
          <p:sp>
            <p:nvSpPr>
              <p:cNvPr id="52" name="Oval 51">
                <a:extLst>
                  <a:ext uri="{FF2B5EF4-FFF2-40B4-BE49-F238E27FC236}">
                    <a16:creationId xmlns:a16="http://schemas.microsoft.com/office/drawing/2014/main" id="{784AE5B4-7C96-4EE8-B635-180C18C3F299}"/>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3" name="Oval 52">
                <a:extLst>
                  <a:ext uri="{FF2B5EF4-FFF2-40B4-BE49-F238E27FC236}">
                    <a16:creationId xmlns:a16="http://schemas.microsoft.com/office/drawing/2014/main" id="{FC8E3630-97DE-4673-A547-9BD91EEABAA6}"/>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4" name="Oval 53">
                <a:extLst>
                  <a:ext uri="{FF2B5EF4-FFF2-40B4-BE49-F238E27FC236}">
                    <a16:creationId xmlns:a16="http://schemas.microsoft.com/office/drawing/2014/main" id="{7FC67808-05D9-4A90-85E2-CBF811D3D071}"/>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55" name="Group 54">
              <a:extLst>
                <a:ext uri="{FF2B5EF4-FFF2-40B4-BE49-F238E27FC236}">
                  <a16:creationId xmlns:a16="http://schemas.microsoft.com/office/drawing/2014/main" id="{A02515FD-198D-48FF-9BD1-35318257734D}"/>
                </a:ext>
              </a:extLst>
            </p:cNvPr>
            <p:cNvGrpSpPr/>
            <p:nvPr/>
          </p:nvGrpSpPr>
          <p:grpSpPr>
            <a:xfrm rot="18986586">
              <a:off x="9654252" y="2145007"/>
              <a:ext cx="317403" cy="80962"/>
              <a:chOff x="1607673" y="2973388"/>
              <a:chExt cx="553118" cy="145988"/>
            </a:xfrm>
          </p:grpSpPr>
          <p:sp>
            <p:nvSpPr>
              <p:cNvPr id="56" name="Oval 55">
                <a:extLst>
                  <a:ext uri="{FF2B5EF4-FFF2-40B4-BE49-F238E27FC236}">
                    <a16:creationId xmlns:a16="http://schemas.microsoft.com/office/drawing/2014/main" id="{1323E05E-2A1A-47F2-862D-795CC71F5C04}"/>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7" name="Oval 56">
                <a:extLst>
                  <a:ext uri="{FF2B5EF4-FFF2-40B4-BE49-F238E27FC236}">
                    <a16:creationId xmlns:a16="http://schemas.microsoft.com/office/drawing/2014/main" id="{6ADEC875-3C7E-402B-BC40-2E134EB9BEE9}"/>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8" name="Oval 57">
                <a:extLst>
                  <a:ext uri="{FF2B5EF4-FFF2-40B4-BE49-F238E27FC236}">
                    <a16:creationId xmlns:a16="http://schemas.microsoft.com/office/drawing/2014/main" id="{6C2F8623-9A55-460E-9B16-EA58DE4E7958}"/>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59" name="Group 58">
              <a:extLst>
                <a:ext uri="{FF2B5EF4-FFF2-40B4-BE49-F238E27FC236}">
                  <a16:creationId xmlns:a16="http://schemas.microsoft.com/office/drawing/2014/main" id="{7D4A6ADA-773D-4671-89F9-E26C27269995}"/>
                </a:ext>
              </a:extLst>
            </p:cNvPr>
            <p:cNvGrpSpPr/>
            <p:nvPr/>
          </p:nvGrpSpPr>
          <p:grpSpPr>
            <a:xfrm>
              <a:off x="11481898" y="4482660"/>
              <a:ext cx="317403" cy="80962"/>
              <a:chOff x="1607673" y="2973388"/>
              <a:chExt cx="553118" cy="145988"/>
            </a:xfrm>
          </p:grpSpPr>
          <p:sp>
            <p:nvSpPr>
              <p:cNvPr id="60" name="Oval 59">
                <a:extLst>
                  <a:ext uri="{FF2B5EF4-FFF2-40B4-BE49-F238E27FC236}">
                    <a16:creationId xmlns:a16="http://schemas.microsoft.com/office/drawing/2014/main" id="{E07013D8-EF83-49A9-965E-1F4B95CEA89C}"/>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61" name="Oval 60">
                <a:extLst>
                  <a:ext uri="{FF2B5EF4-FFF2-40B4-BE49-F238E27FC236}">
                    <a16:creationId xmlns:a16="http://schemas.microsoft.com/office/drawing/2014/main" id="{30E37906-3E41-4FFC-80E4-2C6A99DC1046}"/>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62" name="Oval 61">
                <a:extLst>
                  <a:ext uri="{FF2B5EF4-FFF2-40B4-BE49-F238E27FC236}">
                    <a16:creationId xmlns:a16="http://schemas.microsoft.com/office/drawing/2014/main" id="{CDD0AAA0-2BB9-49D5-9B2E-52AEBDEC93FF}"/>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grpSp>
        <p:nvGrpSpPr>
          <p:cNvPr id="85" name="Group 84">
            <a:extLst>
              <a:ext uri="{FF2B5EF4-FFF2-40B4-BE49-F238E27FC236}">
                <a16:creationId xmlns:a16="http://schemas.microsoft.com/office/drawing/2014/main" id="{6EE1EEC3-2C14-4996-AEEB-A9B03DCDE3FB}"/>
              </a:ext>
            </a:extLst>
          </p:cNvPr>
          <p:cNvGrpSpPr/>
          <p:nvPr/>
        </p:nvGrpSpPr>
        <p:grpSpPr>
          <a:xfrm>
            <a:off x="147131" y="454298"/>
            <a:ext cx="3122852" cy="1426475"/>
            <a:chOff x="143837" y="1083542"/>
            <a:chExt cx="3122852" cy="1426475"/>
          </a:xfrm>
        </p:grpSpPr>
        <p:grpSp>
          <p:nvGrpSpPr>
            <p:cNvPr id="42" name="Group 41">
              <a:extLst>
                <a:ext uri="{FF2B5EF4-FFF2-40B4-BE49-F238E27FC236}">
                  <a16:creationId xmlns:a16="http://schemas.microsoft.com/office/drawing/2014/main" id="{86921FBB-EDA3-450C-9215-1C60CC575826}"/>
                </a:ext>
              </a:extLst>
            </p:cNvPr>
            <p:cNvGrpSpPr/>
            <p:nvPr/>
          </p:nvGrpSpPr>
          <p:grpSpPr>
            <a:xfrm>
              <a:off x="224466" y="1166059"/>
              <a:ext cx="3042223" cy="1233078"/>
              <a:chOff x="186602" y="1182437"/>
              <a:chExt cx="3042223" cy="1233078"/>
            </a:xfrm>
          </p:grpSpPr>
          <p:pic>
            <p:nvPicPr>
              <p:cNvPr id="38" name="Graphic 37">
                <a:extLst>
                  <a:ext uri="{FF2B5EF4-FFF2-40B4-BE49-F238E27FC236}">
                    <a16:creationId xmlns:a16="http://schemas.microsoft.com/office/drawing/2014/main" id="{F34BB4EC-1D48-48CC-9104-1E45B2890E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802064" y="645703"/>
                <a:ext cx="466725" cy="1540193"/>
              </a:xfrm>
              <a:prstGeom prst="rect">
                <a:avLst/>
              </a:prstGeom>
            </p:spPr>
          </p:pic>
          <p:pic>
            <p:nvPicPr>
              <p:cNvPr id="39" name="Graphic 38">
                <a:extLst>
                  <a:ext uri="{FF2B5EF4-FFF2-40B4-BE49-F238E27FC236}">
                    <a16:creationId xmlns:a16="http://schemas.microsoft.com/office/drawing/2014/main" id="{83289B13-FEE3-419D-8BCA-08EC8A04F4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34915" y="1266179"/>
                <a:ext cx="601023" cy="1697649"/>
              </a:xfrm>
              <a:prstGeom prst="rect">
                <a:avLst/>
              </a:prstGeom>
            </p:spPr>
          </p:pic>
          <p:sp>
            <p:nvSpPr>
              <p:cNvPr id="40" name="TextBox 39">
                <a:extLst>
                  <a:ext uri="{FF2B5EF4-FFF2-40B4-BE49-F238E27FC236}">
                    <a16:creationId xmlns:a16="http://schemas.microsoft.com/office/drawing/2014/main" id="{1ABB3DBE-4B69-47CF-BD3E-BE938837B66D}"/>
                  </a:ext>
                </a:extLst>
              </p:cNvPr>
              <p:cNvSpPr txBox="1"/>
              <p:nvPr/>
            </p:nvSpPr>
            <p:spPr>
              <a:xfrm>
                <a:off x="1884251" y="1231133"/>
                <a:ext cx="134457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Weight = 1</a:t>
                </a:r>
              </a:p>
            </p:txBody>
          </p:sp>
          <p:sp>
            <p:nvSpPr>
              <p:cNvPr id="41" name="TextBox 40">
                <a:extLst>
                  <a:ext uri="{FF2B5EF4-FFF2-40B4-BE49-F238E27FC236}">
                    <a16:creationId xmlns:a16="http://schemas.microsoft.com/office/drawing/2014/main" id="{256EEC16-C761-4A81-9520-F323D63DE841}"/>
                  </a:ext>
                </a:extLst>
              </p:cNvPr>
              <p:cNvSpPr txBox="1"/>
              <p:nvPr/>
            </p:nvSpPr>
            <p:spPr>
              <a:xfrm>
                <a:off x="1884251" y="1939019"/>
                <a:ext cx="134457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Weight = 2</a:t>
                </a:r>
              </a:p>
            </p:txBody>
          </p:sp>
        </p:grpSp>
        <p:sp>
          <p:nvSpPr>
            <p:cNvPr id="81" name="Rectangle 80">
              <a:extLst>
                <a:ext uri="{FF2B5EF4-FFF2-40B4-BE49-F238E27FC236}">
                  <a16:creationId xmlns:a16="http://schemas.microsoft.com/office/drawing/2014/main" id="{67990E88-48E3-46E6-BE01-53D848C1A3A0}"/>
                </a:ext>
              </a:extLst>
            </p:cNvPr>
            <p:cNvSpPr/>
            <p:nvPr/>
          </p:nvSpPr>
          <p:spPr>
            <a:xfrm>
              <a:off x="143837" y="1083542"/>
              <a:ext cx="3007925" cy="142647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84" name="Group 83">
            <a:extLst>
              <a:ext uri="{FF2B5EF4-FFF2-40B4-BE49-F238E27FC236}">
                <a16:creationId xmlns:a16="http://schemas.microsoft.com/office/drawing/2014/main" id="{808C55F9-8055-4E5A-9B0F-03E2705A1F52}"/>
              </a:ext>
            </a:extLst>
          </p:cNvPr>
          <p:cNvGrpSpPr/>
          <p:nvPr/>
        </p:nvGrpSpPr>
        <p:grpSpPr>
          <a:xfrm>
            <a:off x="426900" y="2011986"/>
            <a:ext cx="2345541" cy="2361641"/>
            <a:chOff x="143837" y="4183735"/>
            <a:chExt cx="2345541" cy="2361641"/>
          </a:xfrm>
        </p:grpSpPr>
        <p:grpSp>
          <p:nvGrpSpPr>
            <p:cNvPr id="80" name="Group 79">
              <a:extLst>
                <a:ext uri="{FF2B5EF4-FFF2-40B4-BE49-F238E27FC236}">
                  <a16:creationId xmlns:a16="http://schemas.microsoft.com/office/drawing/2014/main" id="{C29EE006-3B51-4A32-B562-1E8C46604CE5}"/>
                </a:ext>
              </a:extLst>
            </p:cNvPr>
            <p:cNvGrpSpPr/>
            <p:nvPr/>
          </p:nvGrpSpPr>
          <p:grpSpPr>
            <a:xfrm>
              <a:off x="211118" y="4308587"/>
              <a:ext cx="2186451" cy="2118701"/>
              <a:chOff x="215604" y="4241479"/>
              <a:chExt cx="2186451" cy="2118701"/>
            </a:xfrm>
          </p:grpSpPr>
          <p:grpSp>
            <p:nvGrpSpPr>
              <p:cNvPr id="79" name="Group 78">
                <a:extLst>
                  <a:ext uri="{FF2B5EF4-FFF2-40B4-BE49-F238E27FC236}">
                    <a16:creationId xmlns:a16="http://schemas.microsoft.com/office/drawing/2014/main" id="{58434CC3-B992-4F43-9282-92F470635185}"/>
                  </a:ext>
                </a:extLst>
              </p:cNvPr>
              <p:cNvGrpSpPr/>
              <p:nvPr/>
            </p:nvGrpSpPr>
            <p:grpSpPr>
              <a:xfrm>
                <a:off x="757693" y="4241479"/>
                <a:ext cx="1344574" cy="809176"/>
                <a:chOff x="303194" y="4150475"/>
                <a:chExt cx="1344574" cy="809176"/>
              </a:xfrm>
            </p:grpSpPr>
            <p:pic>
              <p:nvPicPr>
                <p:cNvPr id="67" name="Graphic 66">
                  <a:extLst>
                    <a:ext uri="{FF2B5EF4-FFF2-40B4-BE49-F238E27FC236}">
                      <a16:creationId xmlns:a16="http://schemas.microsoft.com/office/drawing/2014/main" id="{3D4DF828-DE8F-4C05-9FF6-6A323C7FE23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7770" y="4150475"/>
                  <a:ext cx="432670" cy="432670"/>
                </a:xfrm>
                <a:prstGeom prst="rect">
                  <a:avLst/>
                </a:prstGeom>
              </p:spPr>
            </p:pic>
            <p:sp>
              <p:nvSpPr>
                <p:cNvPr id="68" name="TextBox 67">
                  <a:extLst>
                    <a:ext uri="{FF2B5EF4-FFF2-40B4-BE49-F238E27FC236}">
                      <a16:creationId xmlns:a16="http://schemas.microsoft.com/office/drawing/2014/main" id="{4E570699-94BF-412B-8A1E-EA54CAFF7CE8}"/>
                    </a:ext>
                  </a:extLst>
                </p:cNvPr>
                <p:cNvSpPr txBox="1"/>
                <p:nvPr/>
              </p:nvSpPr>
              <p:spPr>
                <a:xfrm>
                  <a:off x="303194" y="4590319"/>
                  <a:ext cx="134457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must have:</a:t>
                  </a:r>
                </a:p>
              </p:txBody>
            </p:sp>
          </p:grpSp>
          <p:grpSp>
            <p:nvGrpSpPr>
              <p:cNvPr id="78" name="Group 77">
                <a:extLst>
                  <a:ext uri="{FF2B5EF4-FFF2-40B4-BE49-F238E27FC236}">
                    <a16:creationId xmlns:a16="http://schemas.microsoft.com/office/drawing/2014/main" id="{928C5CD8-7D84-49B1-A1ED-59423C9317B4}"/>
                  </a:ext>
                </a:extLst>
              </p:cNvPr>
              <p:cNvGrpSpPr/>
              <p:nvPr/>
            </p:nvGrpSpPr>
            <p:grpSpPr>
              <a:xfrm>
                <a:off x="697770" y="5095405"/>
                <a:ext cx="1377405" cy="432670"/>
                <a:chOff x="209313" y="5043942"/>
                <a:chExt cx="1377405" cy="432670"/>
              </a:xfrm>
            </p:grpSpPr>
            <p:pic>
              <p:nvPicPr>
                <p:cNvPr id="70" name="Graphic 69">
                  <a:extLst>
                    <a:ext uri="{FF2B5EF4-FFF2-40B4-BE49-F238E27FC236}">
                      <a16:creationId xmlns:a16="http://schemas.microsoft.com/office/drawing/2014/main" id="{30C5034C-2E21-45D3-AA75-4F51D87602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04038" y="4649217"/>
                  <a:ext cx="432670" cy="1222120"/>
                </a:xfrm>
                <a:prstGeom prst="rect">
                  <a:avLst/>
                </a:prstGeom>
              </p:spPr>
            </p:pic>
            <p:pic>
              <p:nvPicPr>
                <p:cNvPr id="71" name="Graphic 70">
                  <a:extLst>
                    <a:ext uri="{FF2B5EF4-FFF2-40B4-BE49-F238E27FC236}">
                      <a16:creationId xmlns:a16="http://schemas.microsoft.com/office/drawing/2014/main" id="{D499C59A-DB1F-4AA8-BF1B-CC8685E459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7685" y="5127428"/>
                  <a:ext cx="299033" cy="299033"/>
                </a:xfrm>
                <a:prstGeom prst="rect">
                  <a:avLst/>
                </a:prstGeom>
              </p:spPr>
            </p:pic>
          </p:grpSp>
          <p:sp>
            <p:nvSpPr>
              <p:cNvPr id="72" name="TextBox 71">
                <a:extLst>
                  <a:ext uri="{FF2B5EF4-FFF2-40B4-BE49-F238E27FC236}">
                    <a16:creationId xmlns:a16="http://schemas.microsoft.com/office/drawing/2014/main" id="{FC1F240F-7137-4F5F-ABF7-2BEFB56DACFD}"/>
                  </a:ext>
                </a:extLst>
              </p:cNvPr>
              <p:cNvSpPr txBox="1"/>
              <p:nvPr/>
            </p:nvSpPr>
            <p:spPr>
              <a:xfrm>
                <a:off x="1152269" y="5572825"/>
                <a:ext cx="43557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or</a:t>
                </a:r>
              </a:p>
            </p:txBody>
          </p:sp>
          <p:grpSp>
            <p:nvGrpSpPr>
              <p:cNvPr id="77" name="Group 76">
                <a:extLst>
                  <a:ext uri="{FF2B5EF4-FFF2-40B4-BE49-F238E27FC236}">
                    <a16:creationId xmlns:a16="http://schemas.microsoft.com/office/drawing/2014/main" id="{CF1A360A-5138-4EE8-80C5-AC6CDFF3FEED}"/>
                  </a:ext>
                </a:extLst>
              </p:cNvPr>
              <p:cNvGrpSpPr/>
              <p:nvPr/>
            </p:nvGrpSpPr>
            <p:grpSpPr>
              <a:xfrm>
                <a:off x="215604" y="6049372"/>
                <a:ext cx="2186451" cy="310808"/>
                <a:chOff x="85404" y="6013832"/>
                <a:chExt cx="2186451" cy="310808"/>
              </a:xfrm>
            </p:grpSpPr>
            <p:pic>
              <p:nvPicPr>
                <p:cNvPr id="74" name="Graphic 73">
                  <a:extLst>
                    <a:ext uri="{FF2B5EF4-FFF2-40B4-BE49-F238E27FC236}">
                      <a16:creationId xmlns:a16="http://schemas.microsoft.com/office/drawing/2014/main" id="{690F644A-68C5-415A-8946-134AAA4F78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442035" y="5657895"/>
                  <a:ext cx="310114" cy="1023375"/>
                </a:xfrm>
                <a:prstGeom prst="rect">
                  <a:avLst/>
                </a:prstGeom>
              </p:spPr>
            </p:pic>
            <p:pic>
              <p:nvPicPr>
                <p:cNvPr id="75" name="Graphic 74">
                  <a:extLst>
                    <a:ext uri="{FF2B5EF4-FFF2-40B4-BE49-F238E27FC236}">
                      <a16:creationId xmlns:a16="http://schemas.microsoft.com/office/drawing/2014/main" id="{B4F009C3-D630-4386-9266-1E3B77775E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flipH="1">
                  <a:off x="1605111" y="5657201"/>
                  <a:ext cx="310114" cy="1023375"/>
                </a:xfrm>
                <a:prstGeom prst="rect">
                  <a:avLst/>
                </a:prstGeom>
              </p:spPr>
            </p:pic>
            <p:pic>
              <p:nvPicPr>
                <p:cNvPr id="76" name="Graphic 75">
                  <a:extLst>
                    <a:ext uri="{FF2B5EF4-FFF2-40B4-BE49-F238E27FC236}">
                      <a16:creationId xmlns:a16="http://schemas.microsoft.com/office/drawing/2014/main" id="{5A385798-8F24-47AA-A3A4-668BD0A083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6090" y="6024089"/>
                  <a:ext cx="299033" cy="299033"/>
                </a:xfrm>
                <a:prstGeom prst="rect">
                  <a:avLst/>
                </a:prstGeom>
              </p:spPr>
            </p:pic>
          </p:grpSp>
        </p:grpSp>
        <p:sp>
          <p:nvSpPr>
            <p:cNvPr id="82" name="Rectangle 81">
              <a:extLst>
                <a:ext uri="{FF2B5EF4-FFF2-40B4-BE49-F238E27FC236}">
                  <a16:creationId xmlns:a16="http://schemas.microsoft.com/office/drawing/2014/main" id="{468396CA-ABCC-4C63-B977-539426D8EBC7}"/>
                </a:ext>
              </a:extLst>
            </p:cNvPr>
            <p:cNvSpPr/>
            <p:nvPr/>
          </p:nvSpPr>
          <p:spPr>
            <a:xfrm>
              <a:off x="143837" y="4183735"/>
              <a:ext cx="2345541" cy="236164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pic>
        <p:nvPicPr>
          <p:cNvPr id="69" name="Picture 2" descr="https://images.tandf.co.uk/common/jackets/amazon/978156881/9781568813226.jpg">
            <a:extLst>
              <a:ext uri="{FF2B5EF4-FFF2-40B4-BE49-F238E27FC236}">
                <a16:creationId xmlns:a16="http://schemas.microsoft.com/office/drawing/2014/main" id="{8EE9D89E-5F80-4CAA-9062-2B4DF6D8CC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91209" y="192740"/>
            <a:ext cx="867486" cy="1289291"/>
          </a:xfrm>
          <a:prstGeom prst="rect">
            <a:avLst/>
          </a:prstGeom>
          <a:noFill/>
          <a:extLst>
            <a:ext uri="{909E8E84-426E-40DD-AFC4-6F175D3DCCD1}">
              <a14:hiddenFill xmlns:a14="http://schemas.microsoft.com/office/drawing/2010/main">
                <a:solidFill>
                  <a:srgbClr val="FFFFFF"/>
                </a:solidFill>
              </a14:hiddenFill>
            </a:ext>
          </a:extLst>
        </p:spPr>
      </p:pic>
      <p:sp>
        <p:nvSpPr>
          <p:cNvPr id="73" name="TextBox 72">
            <a:extLst>
              <a:ext uri="{FF2B5EF4-FFF2-40B4-BE49-F238E27FC236}">
                <a16:creationId xmlns:a16="http://schemas.microsoft.com/office/drawing/2014/main" id="{B97997B9-1B05-43DB-A8DE-F73DA9F5C281}"/>
              </a:ext>
            </a:extLst>
          </p:cNvPr>
          <p:cNvSpPr txBox="1"/>
          <p:nvPr/>
        </p:nvSpPr>
        <p:spPr>
          <a:xfrm>
            <a:off x="-39367" y="5420017"/>
            <a:ext cx="4629647" cy="1384995"/>
          </a:xfrm>
          <a:prstGeom prst="rect">
            <a:avLst/>
          </a:prstGeom>
          <a:noFill/>
        </p:spPr>
        <p:txBody>
          <a:bodyPr wrap="square" rtlCol="0">
            <a:spAutoFit/>
          </a:bodyPr>
          <a:lstStyle/>
          <a:p>
            <a:r>
              <a:rPr lang="en-US" sz="1400" dirty="0">
                <a:solidFill>
                  <a:schemeClr val="bg1"/>
                </a:solidFill>
              </a:rPr>
              <a:t>Robert A. Hearn and Erik D. </a:t>
            </a:r>
            <a:r>
              <a:rPr lang="en-US" sz="1400" dirty="0" err="1">
                <a:solidFill>
                  <a:schemeClr val="bg1"/>
                </a:solidFill>
              </a:rPr>
              <a:t>Demaine</a:t>
            </a:r>
            <a:r>
              <a:rPr lang="en-US" sz="1400" dirty="0">
                <a:solidFill>
                  <a:schemeClr val="bg1"/>
                </a:solidFill>
              </a:rPr>
              <a:t>, The nondeterministic constraint logic model of computation:</a:t>
            </a:r>
          </a:p>
          <a:p>
            <a:r>
              <a:rPr lang="en-US" sz="1400" dirty="0">
                <a:solidFill>
                  <a:schemeClr val="bg1"/>
                </a:solidFill>
              </a:rPr>
              <a:t>Reductions and applications, Proceedings of the 29th International Colloquium on Automata, Languages</a:t>
            </a:r>
          </a:p>
          <a:p>
            <a:r>
              <a:rPr lang="en-US" sz="1400" dirty="0">
                <a:solidFill>
                  <a:schemeClr val="bg1"/>
                </a:solidFill>
              </a:rPr>
              <a:t>and Programming (London, UK, UK), ICALP ’02, Springer-Verlag, 2002, pp. 401–413.</a:t>
            </a:r>
            <a:endParaRPr lang="en-US" sz="1400" dirty="0">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416730686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F65685-7992-4AE8-8FAE-33176D183760}"/>
              </a:ext>
            </a:extLst>
          </p:cNvPr>
          <p:cNvSpPr txBox="1"/>
          <p:nvPr/>
        </p:nvSpPr>
        <p:spPr>
          <a:xfrm>
            <a:off x="-863302" y="325159"/>
            <a:ext cx="12191999" cy="120032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Times New Roman"/>
                <a:ea typeface="+mn-ea"/>
                <a:cs typeface="+mn-cs"/>
              </a:rPr>
              <a:t>Constraint Logic</a:t>
            </a:r>
            <a:br>
              <a:rPr kumimoji="0" lang="en-US" sz="3600" b="0" i="0" u="none" strike="noStrike" kern="1200" cap="none" spc="0" normalizeH="0" baseline="0" noProof="0" dirty="0">
                <a:ln>
                  <a:noFill/>
                </a:ln>
                <a:solidFill>
                  <a:prstClr val="black"/>
                </a:solidFill>
                <a:effectLst/>
                <a:uLnTx/>
                <a:uFillTx/>
                <a:latin typeface="Times New Roman"/>
                <a:ea typeface="+mn-ea"/>
                <a:cs typeface="+mn-cs"/>
              </a:rPr>
            </a:br>
            <a:endParaRPr kumimoji="0" lang="en-US" sz="3600" b="0" i="0" u="none" strike="noStrike" kern="1200" cap="none" spc="0" normalizeH="0" baseline="0" noProof="0" dirty="0">
              <a:ln>
                <a:noFill/>
              </a:ln>
              <a:solidFill>
                <a:prstClr val="black"/>
              </a:solidFill>
              <a:effectLst/>
              <a:uLnTx/>
              <a:uFillTx/>
              <a:latin typeface="Times New Roman"/>
              <a:ea typeface="+mn-ea"/>
              <a:cs typeface="+mn-cs"/>
            </a:endParaRPr>
          </a:p>
        </p:txBody>
      </p:sp>
      <p:pic>
        <p:nvPicPr>
          <p:cNvPr id="8" name="Graphic 7">
            <a:extLst>
              <a:ext uri="{FF2B5EF4-FFF2-40B4-BE49-F238E27FC236}">
                <a16:creationId xmlns:a16="http://schemas.microsoft.com/office/drawing/2014/main" id="{95B8A9B1-8D5B-429E-8459-19D9940DB8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586868">
            <a:off x="5503393" y="3297772"/>
            <a:ext cx="601023" cy="1697649"/>
          </a:xfrm>
          <a:prstGeom prst="rect">
            <a:avLst/>
          </a:prstGeom>
        </p:spPr>
      </p:pic>
      <p:pic>
        <p:nvPicPr>
          <p:cNvPr id="9" name="Graphic 8">
            <a:extLst>
              <a:ext uri="{FF2B5EF4-FFF2-40B4-BE49-F238E27FC236}">
                <a16:creationId xmlns:a16="http://schemas.microsoft.com/office/drawing/2014/main" id="{EF609647-C4C0-46A1-B573-D42A0ADCB2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85681" y="1880773"/>
            <a:ext cx="466725" cy="1540193"/>
          </a:xfrm>
          <a:prstGeom prst="rect">
            <a:avLst/>
          </a:prstGeom>
        </p:spPr>
      </p:pic>
      <p:pic>
        <p:nvPicPr>
          <p:cNvPr id="14" name="Graphic 13">
            <a:extLst>
              <a:ext uri="{FF2B5EF4-FFF2-40B4-BE49-F238E27FC236}">
                <a16:creationId xmlns:a16="http://schemas.microsoft.com/office/drawing/2014/main" id="{587E4509-BF77-44B4-A128-78F5AFF5A1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5287549">
            <a:off x="4481338" y="2838267"/>
            <a:ext cx="466725" cy="1540193"/>
          </a:xfrm>
          <a:prstGeom prst="rect">
            <a:avLst/>
          </a:prstGeom>
        </p:spPr>
      </p:pic>
      <p:pic>
        <p:nvPicPr>
          <p:cNvPr id="15" name="Graphic 14">
            <a:extLst>
              <a:ext uri="{FF2B5EF4-FFF2-40B4-BE49-F238E27FC236}">
                <a16:creationId xmlns:a16="http://schemas.microsoft.com/office/drawing/2014/main" id="{24BB13C1-5C7F-426A-837E-90FAC74F72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85681" y="3181164"/>
            <a:ext cx="432670" cy="432670"/>
          </a:xfrm>
          <a:prstGeom prst="rect">
            <a:avLst/>
          </a:prstGeom>
        </p:spPr>
      </p:pic>
      <p:pic>
        <p:nvPicPr>
          <p:cNvPr id="16" name="Graphic 15">
            <a:extLst>
              <a:ext uri="{FF2B5EF4-FFF2-40B4-BE49-F238E27FC236}">
                <a16:creationId xmlns:a16="http://schemas.microsoft.com/office/drawing/2014/main" id="{A791BFAC-772E-4BF4-992D-9570C0EC18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677895" y="4043763"/>
            <a:ext cx="601023" cy="1697649"/>
          </a:xfrm>
          <a:prstGeom prst="rect">
            <a:avLst/>
          </a:prstGeom>
        </p:spPr>
      </p:pic>
      <p:pic>
        <p:nvPicPr>
          <p:cNvPr id="20" name="Graphic 19">
            <a:extLst>
              <a:ext uri="{FF2B5EF4-FFF2-40B4-BE49-F238E27FC236}">
                <a16:creationId xmlns:a16="http://schemas.microsoft.com/office/drawing/2014/main" id="{E965478D-C5D3-40F6-82F1-B9806CB34F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2818261">
            <a:off x="5391448" y="4692769"/>
            <a:ext cx="601023" cy="1697649"/>
          </a:xfrm>
          <a:prstGeom prst="rect">
            <a:avLst/>
          </a:prstGeom>
        </p:spPr>
      </p:pic>
      <p:pic>
        <p:nvPicPr>
          <p:cNvPr id="21" name="Graphic 20">
            <a:extLst>
              <a:ext uri="{FF2B5EF4-FFF2-40B4-BE49-F238E27FC236}">
                <a16:creationId xmlns:a16="http://schemas.microsoft.com/office/drawing/2014/main" id="{90C85B01-CE82-4BE8-91B5-13D99DD9D0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58434" y="5982084"/>
            <a:ext cx="432670" cy="432670"/>
          </a:xfrm>
          <a:prstGeom prst="rect">
            <a:avLst/>
          </a:prstGeom>
        </p:spPr>
      </p:pic>
      <p:pic>
        <p:nvPicPr>
          <p:cNvPr id="22" name="Graphic 21">
            <a:extLst>
              <a:ext uri="{FF2B5EF4-FFF2-40B4-BE49-F238E27FC236}">
                <a16:creationId xmlns:a16="http://schemas.microsoft.com/office/drawing/2014/main" id="{2566A279-B24B-4823-B1E4-96CD803E4A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13247" y="4676253"/>
            <a:ext cx="432670" cy="432670"/>
          </a:xfrm>
          <a:prstGeom prst="rect">
            <a:avLst/>
          </a:prstGeom>
        </p:spPr>
      </p:pic>
      <p:pic>
        <p:nvPicPr>
          <p:cNvPr id="24" name="Graphic 23">
            <a:extLst>
              <a:ext uri="{FF2B5EF4-FFF2-40B4-BE49-F238E27FC236}">
                <a16:creationId xmlns:a16="http://schemas.microsoft.com/office/drawing/2014/main" id="{888D39DE-F9FC-4C98-8857-B6EB920E0D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55833">
            <a:off x="7960803" y="3452658"/>
            <a:ext cx="466725" cy="1540193"/>
          </a:xfrm>
          <a:prstGeom prst="rect">
            <a:avLst/>
          </a:prstGeom>
        </p:spPr>
      </p:pic>
      <p:pic>
        <p:nvPicPr>
          <p:cNvPr id="26" name="Graphic 25">
            <a:extLst>
              <a:ext uri="{FF2B5EF4-FFF2-40B4-BE49-F238E27FC236}">
                <a16:creationId xmlns:a16="http://schemas.microsoft.com/office/drawing/2014/main" id="{3746CADC-35A5-4C80-A727-56CCA0416E2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8925500">
            <a:off x="8105405" y="4690801"/>
            <a:ext cx="466725" cy="1540193"/>
          </a:xfrm>
          <a:prstGeom prst="rect">
            <a:avLst/>
          </a:prstGeom>
        </p:spPr>
      </p:pic>
      <p:pic>
        <p:nvPicPr>
          <p:cNvPr id="27" name="Graphic 26">
            <a:extLst>
              <a:ext uri="{FF2B5EF4-FFF2-40B4-BE49-F238E27FC236}">
                <a16:creationId xmlns:a16="http://schemas.microsoft.com/office/drawing/2014/main" id="{3433827A-5CFF-4864-BDBC-30F5869C1B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8925500">
            <a:off x="8872872" y="3314562"/>
            <a:ext cx="466725" cy="1540193"/>
          </a:xfrm>
          <a:prstGeom prst="rect">
            <a:avLst/>
          </a:prstGeom>
        </p:spPr>
      </p:pic>
      <p:pic>
        <p:nvPicPr>
          <p:cNvPr id="28" name="Graphic 27">
            <a:extLst>
              <a:ext uri="{FF2B5EF4-FFF2-40B4-BE49-F238E27FC236}">
                <a16:creationId xmlns:a16="http://schemas.microsoft.com/office/drawing/2014/main" id="{92E9C59B-BC13-4941-97B6-4C708575F6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506586">
            <a:off x="8794738" y="2149389"/>
            <a:ext cx="601023" cy="1697649"/>
          </a:xfrm>
          <a:prstGeom prst="rect">
            <a:avLst/>
          </a:prstGeom>
        </p:spPr>
      </p:pic>
      <p:pic>
        <p:nvPicPr>
          <p:cNvPr id="29" name="Graphic 28">
            <a:extLst>
              <a:ext uri="{FF2B5EF4-FFF2-40B4-BE49-F238E27FC236}">
                <a16:creationId xmlns:a16="http://schemas.microsoft.com/office/drawing/2014/main" id="{0A7D3EB8-4758-46C8-8AB9-BA84221E0E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872887">
            <a:off x="9051979" y="4541667"/>
            <a:ext cx="466725" cy="1540193"/>
          </a:xfrm>
          <a:prstGeom prst="rect">
            <a:avLst/>
          </a:prstGeom>
        </p:spPr>
      </p:pic>
      <p:pic>
        <p:nvPicPr>
          <p:cNvPr id="31" name="Graphic 30">
            <a:extLst>
              <a:ext uri="{FF2B5EF4-FFF2-40B4-BE49-F238E27FC236}">
                <a16:creationId xmlns:a16="http://schemas.microsoft.com/office/drawing/2014/main" id="{D795374D-905D-4244-B9D9-2E7BFF327D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62579" y="5740576"/>
            <a:ext cx="432670" cy="432670"/>
          </a:xfrm>
          <a:prstGeom prst="rect">
            <a:avLst/>
          </a:prstGeom>
        </p:spPr>
      </p:pic>
      <p:pic>
        <p:nvPicPr>
          <p:cNvPr id="32" name="Graphic 31">
            <a:extLst>
              <a:ext uri="{FF2B5EF4-FFF2-40B4-BE49-F238E27FC236}">
                <a16:creationId xmlns:a16="http://schemas.microsoft.com/office/drawing/2014/main" id="{4AEF3B4E-39F7-4566-9F66-239A9505F9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44765" y="3336586"/>
            <a:ext cx="432670" cy="432670"/>
          </a:xfrm>
          <a:prstGeom prst="rect">
            <a:avLst/>
          </a:prstGeom>
        </p:spPr>
      </p:pic>
      <p:pic>
        <p:nvPicPr>
          <p:cNvPr id="33" name="Graphic 32">
            <a:extLst>
              <a:ext uri="{FF2B5EF4-FFF2-40B4-BE49-F238E27FC236}">
                <a16:creationId xmlns:a16="http://schemas.microsoft.com/office/drawing/2014/main" id="{A548A1C3-B638-401E-9B3B-CC7719B7F4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235090">
            <a:off x="10155537" y="3714798"/>
            <a:ext cx="601023" cy="1697649"/>
          </a:xfrm>
          <a:prstGeom prst="rect">
            <a:avLst/>
          </a:prstGeom>
        </p:spPr>
      </p:pic>
      <p:pic>
        <p:nvPicPr>
          <p:cNvPr id="34" name="Graphic 33">
            <a:extLst>
              <a:ext uri="{FF2B5EF4-FFF2-40B4-BE49-F238E27FC236}">
                <a16:creationId xmlns:a16="http://schemas.microsoft.com/office/drawing/2014/main" id="{D0C27A3E-D18B-410E-9494-3C004DC6EE2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52195" y="4400061"/>
            <a:ext cx="432670" cy="432670"/>
          </a:xfrm>
          <a:prstGeom prst="rect">
            <a:avLst/>
          </a:prstGeom>
        </p:spPr>
      </p:pic>
      <p:pic>
        <p:nvPicPr>
          <p:cNvPr id="35" name="Graphic 34">
            <a:extLst>
              <a:ext uri="{FF2B5EF4-FFF2-40B4-BE49-F238E27FC236}">
                <a16:creationId xmlns:a16="http://schemas.microsoft.com/office/drawing/2014/main" id="{164E19BF-9F7E-47F7-97FC-6194BA85A0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10896" y="4676253"/>
            <a:ext cx="432670" cy="432670"/>
          </a:xfrm>
          <a:prstGeom prst="rect">
            <a:avLst/>
          </a:prstGeom>
        </p:spPr>
      </p:pic>
      <p:grpSp>
        <p:nvGrpSpPr>
          <p:cNvPr id="46" name="Group 45">
            <a:extLst>
              <a:ext uri="{FF2B5EF4-FFF2-40B4-BE49-F238E27FC236}">
                <a16:creationId xmlns:a16="http://schemas.microsoft.com/office/drawing/2014/main" id="{DE32420C-E914-4BEE-AE21-6EF2B3A9BE38}"/>
              </a:ext>
            </a:extLst>
          </p:cNvPr>
          <p:cNvGrpSpPr/>
          <p:nvPr/>
        </p:nvGrpSpPr>
        <p:grpSpPr>
          <a:xfrm rot="20616863">
            <a:off x="3541038" y="3874559"/>
            <a:ext cx="317403" cy="80962"/>
            <a:chOff x="1607673" y="2973388"/>
            <a:chExt cx="553118" cy="145988"/>
          </a:xfrm>
        </p:grpSpPr>
        <p:sp>
          <p:nvSpPr>
            <p:cNvPr id="43" name="Oval 42">
              <a:extLst>
                <a:ext uri="{FF2B5EF4-FFF2-40B4-BE49-F238E27FC236}">
                  <a16:creationId xmlns:a16="http://schemas.microsoft.com/office/drawing/2014/main" id="{BB3E7625-EE42-4C32-9E65-F0917CCFFE70}"/>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4" name="Oval 43">
              <a:extLst>
                <a:ext uri="{FF2B5EF4-FFF2-40B4-BE49-F238E27FC236}">
                  <a16:creationId xmlns:a16="http://schemas.microsoft.com/office/drawing/2014/main" id="{D1B4873F-3DD3-4771-84FC-8BA92028D3EE}"/>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5" name="Oval 44">
              <a:extLst>
                <a:ext uri="{FF2B5EF4-FFF2-40B4-BE49-F238E27FC236}">
                  <a16:creationId xmlns:a16="http://schemas.microsoft.com/office/drawing/2014/main" id="{893434CD-7E75-47D0-B497-2FA2117D0F9B}"/>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47" name="Group 46">
            <a:extLst>
              <a:ext uri="{FF2B5EF4-FFF2-40B4-BE49-F238E27FC236}">
                <a16:creationId xmlns:a16="http://schemas.microsoft.com/office/drawing/2014/main" id="{13F8F8F0-9C02-46DF-B8D2-FEEF40E05C25}"/>
              </a:ext>
            </a:extLst>
          </p:cNvPr>
          <p:cNvGrpSpPr/>
          <p:nvPr/>
        </p:nvGrpSpPr>
        <p:grpSpPr>
          <a:xfrm rot="18938844">
            <a:off x="4799297" y="6514162"/>
            <a:ext cx="317403" cy="80962"/>
            <a:chOff x="1607673" y="2973388"/>
            <a:chExt cx="553118" cy="145988"/>
          </a:xfrm>
        </p:grpSpPr>
        <p:sp>
          <p:nvSpPr>
            <p:cNvPr id="48" name="Oval 47">
              <a:extLst>
                <a:ext uri="{FF2B5EF4-FFF2-40B4-BE49-F238E27FC236}">
                  <a16:creationId xmlns:a16="http://schemas.microsoft.com/office/drawing/2014/main" id="{DB7BB500-C185-43C1-ACB2-12E2EDEA0F26}"/>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9" name="Oval 48">
              <a:extLst>
                <a:ext uri="{FF2B5EF4-FFF2-40B4-BE49-F238E27FC236}">
                  <a16:creationId xmlns:a16="http://schemas.microsoft.com/office/drawing/2014/main" id="{84FEB660-A00E-46CB-A77C-521065451A06}"/>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0" name="Oval 49">
              <a:extLst>
                <a:ext uri="{FF2B5EF4-FFF2-40B4-BE49-F238E27FC236}">
                  <a16:creationId xmlns:a16="http://schemas.microsoft.com/office/drawing/2014/main" id="{BABC1A60-162D-49E8-A6E7-F7283BBA11EE}"/>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51" name="Group 50">
            <a:extLst>
              <a:ext uri="{FF2B5EF4-FFF2-40B4-BE49-F238E27FC236}">
                <a16:creationId xmlns:a16="http://schemas.microsoft.com/office/drawing/2014/main" id="{E21F92E6-733B-4774-BD0A-B60060F7A89C}"/>
              </a:ext>
            </a:extLst>
          </p:cNvPr>
          <p:cNvGrpSpPr/>
          <p:nvPr/>
        </p:nvGrpSpPr>
        <p:grpSpPr>
          <a:xfrm rot="16200000">
            <a:off x="5360342" y="1593613"/>
            <a:ext cx="317403" cy="80962"/>
            <a:chOff x="1607673" y="2973388"/>
            <a:chExt cx="553118" cy="145988"/>
          </a:xfrm>
        </p:grpSpPr>
        <p:sp>
          <p:nvSpPr>
            <p:cNvPr id="52" name="Oval 51">
              <a:extLst>
                <a:ext uri="{FF2B5EF4-FFF2-40B4-BE49-F238E27FC236}">
                  <a16:creationId xmlns:a16="http://schemas.microsoft.com/office/drawing/2014/main" id="{784AE5B4-7C96-4EE8-B635-180C18C3F299}"/>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3" name="Oval 52">
              <a:extLst>
                <a:ext uri="{FF2B5EF4-FFF2-40B4-BE49-F238E27FC236}">
                  <a16:creationId xmlns:a16="http://schemas.microsoft.com/office/drawing/2014/main" id="{FC8E3630-97DE-4673-A547-9BD91EEABAA6}"/>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4" name="Oval 53">
              <a:extLst>
                <a:ext uri="{FF2B5EF4-FFF2-40B4-BE49-F238E27FC236}">
                  <a16:creationId xmlns:a16="http://schemas.microsoft.com/office/drawing/2014/main" id="{7FC67808-05D9-4A90-85E2-CBF811D3D071}"/>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55" name="Group 54">
            <a:extLst>
              <a:ext uri="{FF2B5EF4-FFF2-40B4-BE49-F238E27FC236}">
                <a16:creationId xmlns:a16="http://schemas.microsoft.com/office/drawing/2014/main" id="{A02515FD-198D-48FF-9BD1-35318257734D}"/>
              </a:ext>
            </a:extLst>
          </p:cNvPr>
          <p:cNvGrpSpPr/>
          <p:nvPr/>
        </p:nvGrpSpPr>
        <p:grpSpPr>
          <a:xfrm rot="18986586">
            <a:off x="9654252" y="2145007"/>
            <a:ext cx="317403" cy="80962"/>
            <a:chOff x="1607673" y="2973388"/>
            <a:chExt cx="553118" cy="145988"/>
          </a:xfrm>
        </p:grpSpPr>
        <p:sp>
          <p:nvSpPr>
            <p:cNvPr id="56" name="Oval 55">
              <a:extLst>
                <a:ext uri="{FF2B5EF4-FFF2-40B4-BE49-F238E27FC236}">
                  <a16:creationId xmlns:a16="http://schemas.microsoft.com/office/drawing/2014/main" id="{1323E05E-2A1A-47F2-862D-795CC71F5C04}"/>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7" name="Oval 56">
              <a:extLst>
                <a:ext uri="{FF2B5EF4-FFF2-40B4-BE49-F238E27FC236}">
                  <a16:creationId xmlns:a16="http://schemas.microsoft.com/office/drawing/2014/main" id="{6ADEC875-3C7E-402B-BC40-2E134EB9BEE9}"/>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58" name="Oval 57">
              <a:extLst>
                <a:ext uri="{FF2B5EF4-FFF2-40B4-BE49-F238E27FC236}">
                  <a16:creationId xmlns:a16="http://schemas.microsoft.com/office/drawing/2014/main" id="{6C2F8623-9A55-460E-9B16-EA58DE4E7958}"/>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59" name="Group 58">
            <a:extLst>
              <a:ext uri="{FF2B5EF4-FFF2-40B4-BE49-F238E27FC236}">
                <a16:creationId xmlns:a16="http://schemas.microsoft.com/office/drawing/2014/main" id="{7D4A6ADA-773D-4671-89F9-E26C27269995}"/>
              </a:ext>
            </a:extLst>
          </p:cNvPr>
          <p:cNvGrpSpPr/>
          <p:nvPr/>
        </p:nvGrpSpPr>
        <p:grpSpPr>
          <a:xfrm>
            <a:off x="11481898" y="4482660"/>
            <a:ext cx="317403" cy="80962"/>
            <a:chOff x="1607673" y="2973388"/>
            <a:chExt cx="553118" cy="145988"/>
          </a:xfrm>
        </p:grpSpPr>
        <p:sp>
          <p:nvSpPr>
            <p:cNvPr id="60" name="Oval 59">
              <a:extLst>
                <a:ext uri="{FF2B5EF4-FFF2-40B4-BE49-F238E27FC236}">
                  <a16:creationId xmlns:a16="http://schemas.microsoft.com/office/drawing/2014/main" id="{E07013D8-EF83-49A9-965E-1F4B95CEA89C}"/>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61" name="Oval 60">
              <a:extLst>
                <a:ext uri="{FF2B5EF4-FFF2-40B4-BE49-F238E27FC236}">
                  <a16:creationId xmlns:a16="http://schemas.microsoft.com/office/drawing/2014/main" id="{30E37906-3E41-4FFC-80E4-2C6A99DC1046}"/>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62" name="Oval 61">
              <a:extLst>
                <a:ext uri="{FF2B5EF4-FFF2-40B4-BE49-F238E27FC236}">
                  <a16:creationId xmlns:a16="http://schemas.microsoft.com/office/drawing/2014/main" id="{CDD0AAA0-2BB9-49D5-9B2E-52AEBDEC93FF}"/>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85" name="Group 84">
            <a:extLst>
              <a:ext uri="{FF2B5EF4-FFF2-40B4-BE49-F238E27FC236}">
                <a16:creationId xmlns:a16="http://schemas.microsoft.com/office/drawing/2014/main" id="{6EE1EEC3-2C14-4996-AEEB-A9B03DCDE3FB}"/>
              </a:ext>
            </a:extLst>
          </p:cNvPr>
          <p:cNvGrpSpPr/>
          <p:nvPr/>
        </p:nvGrpSpPr>
        <p:grpSpPr>
          <a:xfrm>
            <a:off x="147131" y="454298"/>
            <a:ext cx="3122852" cy="1426475"/>
            <a:chOff x="143837" y="1083542"/>
            <a:chExt cx="3122852" cy="1426475"/>
          </a:xfrm>
        </p:grpSpPr>
        <p:grpSp>
          <p:nvGrpSpPr>
            <p:cNvPr id="42" name="Group 41">
              <a:extLst>
                <a:ext uri="{FF2B5EF4-FFF2-40B4-BE49-F238E27FC236}">
                  <a16:creationId xmlns:a16="http://schemas.microsoft.com/office/drawing/2014/main" id="{86921FBB-EDA3-450C-9215-1C60CC575826}"/>
                </a:ext>
              </a:extLst>
            </p:cNvPr>
            <p:cNvGrpSpPr/>
            <p:nvPr/>
          </p:nvGrpSpPr>
          <p:grpSpPr>
            <a:xfrm>
              <a:off x="224466" y="1166059"/>
              <a:ext cx="3042223" cy="1233078"/>
              <a:chOff x="186602" y="1182437"/>
              <a:chExt cx="3042223" cy="1233078"/>
            </a:xfrm>
          </p:grpSpPr>
          <p:pic>
            <p:nvPicPr>
              <p:cNvPr id="38" name="Graphic 37">
                <a:extLst>
                  <a:ext uri="{FF2B5EF4-FFF2-40B4-BE49-F238E27FC236}">
                    <a16:creationId xmlns:a16="http://schemas.microsoft.com/office/drawing/2014/main" id="{F34BB4EC-1D48-48CC-9104-1E45B2890E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802064" y="645703"/>
                <a:ext cx="466725" cy="1540193"/>
              </a:xfrm>
              <a:prstGeom prst="rect">
                <a:avLst/>
              </a:prstGeom>
            </p:spPr>
          </p:pic>
          <p:pic>
            <p:nvPicPr>
              <p:cNvPr id="39" name="Graphic 38">
                <a:extLst>
                  <a:ext uri="{FF2B5EF4-FFF2-40B4-BE49-F238E27FC236}">
                    <a16:creationId xmlns:a16="http://schemas.microsoft.com/office/drawing/2014/main" id="{83289B13-FEE3-419D-8BCA-08EC8A04F4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34915" y="1266179"/>
                <a:ext cx="601023" cy="1697649"/>
              </a:xfrm>
              <a:prstGeom prst="rect">
                <a:avLst/>
              </a:prstGeom>
            </p:spPr>
          </p:pic>
          <p:sp>
            <p:nvSpPr>
              <p:cNvPr id="40" name="TextBox 39">
                <a:extLst>
                  <a:ext uri="{FF2B5EF4-FFF2-40B4-BE49-F238E27FC236}">
                    <a16:creationId xmlns:a16="http://schemas.microsoft.com/office/drawing/2014/main" id="{1ABB3DBE-4B69-47CF-BD3E-BE938837B66D}"/>
                  </a:ext>
                </a:extLst>
              </p:cNvPr>
              <p:cNvSpPr txBox="1"/>
              <p:nvPr/>
            </p:nvSpPr>
            <p:spPr>
              <a:xfrm>
                <a:off x="1884251" y="1231133"/>
                <a:ext cx="134457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Weight = 1</a:t>
                </a:r>
              </a:p>
            </p:txBody>
          </p:sp>
          <p:sp>
            <p:nvSpPr>
              <p:cNvPr id="41" name="TextBox 40">
                <a:extLst>
                  <a:ext uri="{FF2B5EF4-FFF2-40B4-BE49-F238E27FC236}">
                    <a16:creationId xmlns:a16="http://schemas.microsoft.com/office/drawing/2014/main" id="{256EEC16-C761-4A81-9520-F323D63DE841}"/>
                  </a:ext>
                </a:extLst>
              </p:cNvPr>
              <p:cNvSpPr txBox="1"/>
              <p:nvPr/>
            </p:nvSpPr>
            <p:spPr>
              <a:xfrm>
                <a:off x="1884251" y="1939019"/>
                <a:ext cx="134457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Weight = 2</a:t>
                </a:r>
              </a:p>
            </p:txBody>
          </p:sp>
        </p:grpSp>
        <p:sp>
          <p:nvSpPr>
            <p:cNvPr id="81" name="Rectangle 80">
              <a:extLst>
                <a:ext uri="{FF2B5EF4-FFF2-40B4-BE49-F238E27FC236}">
                  <a16:creationId xmlns:a16="http://schemas.microsoft.com/office/drawing/2014/main" id="{67990E88-48E3-46E6-BE01-53D848C1A3A0}"/>
                </a:ext>
              </a:extLst>
            </p:cNvPr>
            <p:cNvSpPr/>
            <p:nvPr/>
          </p:nvSpPr>
          <p:spPr>
            <a:xfrm>
              <a:off x="143837" y="1083542"/>
              <a:ext cx="3007925" cy="142647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84" name="Group 83">
            <a:extLst>
              <a:ext uri="{FF2B5EF4-FFF2-40B4-BE49-F238E27FC236}">
                <a16:creationId xmlns:a16="http://schemas.microsoft.com/office/drawing/2014/main" id="{808C55F9-8055-4E5A-9B0F-03E2705A1F52}"/>
              </a:ext>
            </a:extLst>
          </p:cNvPr>
          <p:cNvGrpSpPr/>
          <p:nvPr/>
        </p:nvGrpSpPr>
        <p:grpSpPr>
          <a:xfrm>
            <a:off x="426900" y="2011986"/>
            <a:ext cx="2345541" cy="2361641"/>
            <a:chOff x="143837" y="4183735"/>
            <a:chExt cx="2345541" cy="2361641"/>
          </a:xfrm>
        </p:grpSpPr>
        <p:grpSp>
          <p:nvGrpSpPr>
            <p:cNvPr id="80" name="Group 79">
              <a:extLst>
                <a:ext uri="{FF2B5EF4-FFF2-40B4-BE49-F238E27FC236}">
                  <a16:creationId xmlns:a16="http://schemas.microsoft.com/office/drawing/2014/main" id="{C29EE006-3B51-4A32-B562-1E8C46604CE5}"/>
                </a:ext>
              </a:extLst>
            </p:cNvPr>
            <p:cNvGrpSpPr/>
            <p:nvPr/>
          </p:nvGrpSpPr>
          <p:grpSpPr>
            <a:xfrm>
              <a:off x="211118" y="4308587"/>
              <a:ext cx="2186451" cy="2118701"/>
              <a:chOff x="215604" y="4241479"/>
              <a:chExt cx="2186451" cy="2118701"/>
            </a:xfrm>
          </p:grpSpPr>
          <p:grpSp>
            <p:nvGrpSpPr>
              <p:cNvPr id="79" name="Group 78">
                <a:extLst>
                  <a:ext uri="{FF2B5EF4-FFF2-40B4-BE49-F238E27FC236}">
                    <a16:creationId xmlns:a16="http://schemas.microsoft.com/office/drawing/2014/main" id="{58434CC3-B992-4F43-9282-92F470635185}"/>
                  </a:ext>
                </a:extLst>
              </p:cNvPr>
              <p:cNvGrpSpPr/>
              <p:nvPr/>
            </p:nvGrpSpPr>
            <p:grpSpPr>
              <a:xfrm>
                <a:off x="757693" y="4241479"/>
                <a:ext cx="1344574" cy="809176"/>
                <a:chOff x="303194" y="4150475"/>
                <a:chExt cx="1344574" cy="809176"/>
              </a:xfrm>
            </p:grpSpPr>
            <p:pic>
              <p:nvPicPr>
                <p:cNvPr id="67" name="Graphic 66">
                  <a:extLst>
                    <a:ext uri="{FF2B5EF4-FFF2-40B4-BE49-F238E27FC236}">
                      <a16:creationId xmlns:a16="http://schemas.microsoft.com/office/drawing/2014/main" id="{3D4DF828-DE8F-4C05-9FF6-6A323C7FE23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7770" y="4150475"/>
                  <a:ext cx="432670" cy="432670"/>
                </a:xfrm>
                <a:prstGeom prst="rect">
                  <a:avLst/>
                </a:prstGeom>
              </p:spPr>
            </p:pic>
            <p:sp>
              <p:nvSpPr>
                <p:cNvPr id="68" name="TextBox 67">
                  <a:extLst>
                    <a:ext uri="{FF2B5EF4-FFF2-40B4-BE49-F238E27FC236}">
                      <a16:creationId xmlns:a16="http://schemas.microsoft.com/office/drawing/2014/main" id="{4E570699-94BF-412B-8A1E-EA54CAFF7CE8}"/>
                    </a:ext>
                  </a:extLst>
                </p:cNvPr>
                <p:cNvSpPr txBox="1"/>
                <p:nvPr/>
              </p:nvSpPr>
              <p:spPr>
                <a:xfrm>
                  <a:off x="303194" y="4590319"/>
                  <a:ext cx="134457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must have:</a:t>
                  </a:r>
                </a:p>
              </p:txBody>
            </p:sp>
          </p:grpSp>
          <p:grpSp>
            <p:nvGrpSpPr>
              <p:cNvPr id="78" name="Group 77">
                <a:extLst>
                  <a:ext uri="{FF2B5EF4-FFF2-40B4-BE49-F238E27FC236}">
                    <a16:creationId xmlns:a16="http://schemas.microsoft.com/office/drawing/2014/main" id="{928C5CD8-7D84-49B1-A1ED-59423C9317B4}"/>
                  </a:ext>
                </a:extLst>
              </p:cNvPr>
              <p:cNvGrpSpPr/>
              <p:nvPr/>
            </p:nvGrpSpPr>
            <p:grpSpPr>
              <a:xfrm>
                <a:off x="697770" y="5095405"/>
                <a:ext cx="1377405" cy="432670"/>
                <a:chOff x="209313" y="5043942"/>
                <a:chExt cx="1377405" cy="432670"/>
              </a:xfrm>
            </p:grpSpPr>
            <p:pic>
              <p:nvPicPr>
                <p:cNvPr id="70" name="Graphic 69">
                  <a:extLst>
                    <a:ext uri="{FF2B5EF4-FFF2-40B4-BE49-F238E27FC236}">
                      <a16:creationId xmlns:a16="http://schemas.microsoft.com/office/drawing/2014/main" id="{30C5034C-2E21-45D3-AA75-4F51D87602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04038" y="4649217"/>
                  <a:ext cx="432670" cy="1222120"/>
                </a:xfrm>
                <a:prstGeom prst="rect">
                  <a:avLst/>
                </a:prstGeom>
              </p:spPr>
            </p:pic>
            <p:pic>
              <p:nvPicPr>
                <p:cNvPr id="71" name="Graphic 70">
                  <a:extLst>
                    <a:ext uri="{FF2B5EF4-FFF2-40B4-BE49-F238E27FC236}">
                      <a16:creationId xmlns:a16="http://schemas.microsoft.com/office/drawing/2014/main" id="{D499C59A-DB1F-4AA8-BF1B-CC8685E459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7685" y="5127428"/>
                  <a:ext cx="299033" cy="299033"/>
                </a:xfrm>
                <a:prstGeom prst="rect">
                  <a:avLst/>
                </a:prstGeom>
              </p:spPr>
            </p:pic>
          </p:grpSp>
          <p:sp>
            <p:nvSpPr>
              <p:cNvPr id="72" name="TextBox 71">
                <a:extLst>
                  <a:ext uri="{FF2B5EF4-FFF2-40B4-BE49-F238E27FC236}">
                    <a16:creationId xmlns:a16="http://schemas.microsoft.com/office/drawing/2014/main" id="{FC1F240F-7137-4F5F-ABF7-2BEFB56DACFD}"/>
                  </a:ext>
                </a:extLst>
              </p:cNvPr>
              <p:cNvSpPr txBox="1"/>
              <p:nvPr/>
            </p:nvSpPr>
            <p:spPr>
              <a:xfrm>
                <a:off x="1152269" y="5572825"/>
                <a:ext cx="43557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or</a:t>
                </a:r>
              </a:p>
            </p:txBody>
          </p:sp>
          <p:grpSp>
            <p:nvGrpSpPr>
              <p:cNvPr id="77" name="Group 76">
                <a:extLst>
                  <a:ext uri="{FF2B5EF4-FFF2-40B4-BE49-F238E27FC236}">
                    <a16:creationId xmlns:a16="http://schemas.microsoft.com/office/drawing/2014/main" id="{CF1A360A-5138-4EE8-80C5-AC6CDFF3FEED}"/>
                  </a:ext>
                </a:extLst>
              </p:cNvPr>
              <p:cNvGrpSpPr/>
              <p:nvPr/>
            </p:nvGrpSpPr>
            <p:grpSpPr>
              <a:xfrm>
                <a:off x="215604" y="6049372"/>
                <a:ext cx="2186451" cy="310808"/>
                <a:chOff x="85404" y="6013832"/>
                <a:chExt cx="2186451" cy="310808"/>
              </a:xfrm>
            </p:grpSpPr>
            <p:pic>
              <p:nvPicPr>
                <p:cNvPr id="74" name="Graphic 73">
                  <a:extLst>
                    <a:ext uri="{FF2B5EF4-FFF2-40B4-BE49-F238E27FC236}">
                      <a16:creationId xmlns:a16="http://schemas.microsoft.com/office/drawing/2014/main" id="{690F644A-68C5-415A-8946-134AAA4F78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442035" y="5657895"/>
                  <a:ext cx="310114" cy="1023375"/>
                </a:xfrm>
                <a:prstGeom prst="rect">
                  <a:avLst/>
                </a:prstGeom>
              </p:spPr>
            </p:pic>
            <p:pic>
              <p:nvPicPr>
                <p:cNvPr id="75" name="Graphic 74">
                  <a:extLst>
                    <a:ext uri="{FF2B5EF4-FFF2-40B4-BE49-F238E27FC236}">
                      <a16:creationId xmlns:a16="http://schemas.microsoft.com/office/drawing/2014/main" id="{B4F009C3-D630-4386-9266-1E3B77775E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flipH="1">
                  <a:off x="1605111" y="5657201"/>
                  <a:ext cx="310114" cy="1023375"/>
                </a:xfrm>
                <a:prstGeom prst="rect">
                  <a:avLst/>
                </a:prstGeom>
              </p:spPr>
            </p:pic>
            <p:pic>
              <p:nvPicPr>
                <p:cNvPr id="76" name="Graphic 75">
                  <a:extLst>
                    <a:ext uri="{FF2B5EF4-FFF2-40B4-BE49-F238E27FC236}">
                      <a16:creationId xmlns:a16="http://schemas.microsoft.com/office/drawing/2014/main" id="{5A385798-8F24-47AA-A3A4-668BD0A083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6090" y="6024089"/>
                  <a:ext cx="299033" cy="299033"/>
                </a:xfrm>
                <a:prstGeom prst="rect">
                  <a:avLst/>
                </a:prstGeom>
              </p:spPr>
            </p:pic>
          </p:grpSp>
        </p:grpSp>
        <p:sp>
          <p:nvSpPr>
            <p:cNvPr id="82" name="Rectangle 81">
              <a:extLst>
                <a:ext uri="{FF2B5EF4-FFF2-40B4-BE49-F238E27FC236}">
                  <a16:creationId xmlns:a16="http://schemas.microsoft.com/office/drawing/2014/main" id="{468396CA-ABCC-4C63-B977-539426D8EBC7}"/>
                </a:ext>
              </a:extLst>
            </p:cNvPr>
            <p:cNvSpPr/>
            <p:nvPr/>
          </p:nvSpPr>
          <p:spPr>
            <a:xfrm>
              <a:off x="143837" y="4183735"/>
              <a:ext cx="2345541" cy="236164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sp>
        <p:nvSpPr>
          <p:cNvPr id="86" name="Rectangle: Rounded Corners 85">
            <a:extLst>
              <a:ext uri="{FF2B5EF4-FFF2-40B4-BE49-F238E27FC236}">
                <a16:creationId xmlns:a16="http://schemas.microsoft.com/office/drawing/2014/main" id="{9C380D67-A053-4F68-85B9-D777D6879CC5}"/>
              </a:ext>
            </a:extLst>
          </p:cNvPr>
          <p:cNvSpPr/>
          <p:nvPr/>
        </p:nvSpPr>
        <p:spPr>
          <a:xfrm>
            <a:off x="5842833" y="959309"/>
            <a:ext cx="3809168" cy="1300714"/>
          </a:xfrm>
          <a:prstGeom prst="round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sng" strike="noStrike" kern="1200" cap="none" spc="0" normalizeH="0" baseline="0" noProof="0" dirty="0">
                <a:ln>
                  <a:noFill/>
                </a:ln>
                <a:solidFill>
                  <a:srgbClr val="FF0000"/>
                </a:solidFill>
                <a:effectLst/>
                <a:uLnTx/>
                <a:uFillTx/>
                <a:latin typeface="Times New Roman"/>
                <a:ea typeface="+mn-ea"/>
                <a:cs typeface="+mn-cs"/>
              </a:rPr>
              <a:t>Problem:</a:t>
            </a:r>
            <a:r>
              <a:rPr kumimoji="0" lang="en-US" sz="2400" b="0" i="0" u="none" strike="noStrike" kern="1200" cap="none" spc="0" normalizeH="0" baseline="0" noProof="0" dirty="0">
                <a:ln>
                  <a:noFill/>
                </a:ln>
                <a:solidFill>
                  <a:srgbClr val="FF0000"/>
                </a:solidFill>
                <a:effectLst/>
                <a:uLnTx/>
                <a:uFillTx/>
                <a:latin typeface="Times New Roman"/>
                <a:ea typeface="+mn-ea"/>
                <a:cs typeface="+mn-cs"/>
              </a:rPr>
              <a:t> </a:t>
            </a:r>
            <a:br>
              <a:rPr kumimoji="0" lang="en-US" sz="2400" b="0" i="0" u="none" strike="noStrike" kern="1200" cap="none" spc="0" normalizeH="0" baseline="0" noProof="0" dirty="0">
                <a:ln>
                  <a:noFill/>
                </a:ln>
                <a:solidFill>
                  <a:srgbClr val="FF0000"/>
                </a:solidFill>
                <a:effectLst/>
                <a:uLnTx/>
                <a:uFillTx/>
                <a:latin typeface="Times New Roman"/>
                <a:ea typeface="+mn-ea"/>
                <a:cs typeface="+mn-cs"/>
              </a:rPr>
            </a:br>
            <a:r>
              <a:rPr kumimoji="0" lang="en-US" sz="2400" b="0" i="0" u="none" strike="noStrike" kern="1200" cap="none" spc="0" normalizeH="0" baseline="0" noProof="0" dirty="0">
                <a:ln>
                  <a:noFill/>
                </a:ln>
                <a:solidFill>
                  <a:srgbClr val="FF0000"/>
                </a:solidFill>
                <a:effectLst/>
                <a:uLnTx/>
                <a:uFillTx/>
                <a:latin typeface="Times New Roman"/>
                <a:ea typeface="+mn-ea"/>
                <a:cs typeface="+mn-cs"/>
              </a:rPr>
              <a:t>Can we reconfigure this</a:t>
            </a:r>
            <a:r>
              <a:rPr kumimoji="0" lang="en-US" sz="2400" b="0" i="0" u="none" strike="noStrike" kern="1200" cap="none" spc="0" normalizeH="0" noProof="0" dirty="0">
                <a:ln>
                  <a:noFill/>
                </a:ln>
                <a:solidFill>
                  <a:srgbClr val="FF0000"/>
                </a:solidFill>
                <a:effectLst/>
                <a:uLnTx/>
                <a:uFillTx/>
                <a:latin typeface="Times New Roman"/>
                <a:ea typeface="+mn-ea"/>
                <a:cs typeface="+mn-cs"/>
              </a:rPr>
              <a:t> into</a:t>
            </a:r>
            <a:r>
              <a:rPr kumimoji="0" lang="en-US" sz="2400" b="0" i="0" u="none" strike="noStrike" kern="1200" cap="none" spc="0" normalizeH="0" baseline="0" noProof="0" dirty="0">
                <a:ln>
                  <a:noFill/>
                </a:ln>
                <a:solidFill>
                  <a:srgbClr val="FF0000"/>
                </a:solidFill>
                <a:effectLst/>
                <a:uLnTx/>
                <a:uFillTx/>
                <a:latin typeface="Times New Roman"/>
                <a:ea typeface="+mn-ea"/>
                <a:cs typeface="+mn-cs"/>
              </a:rPr>
              <a:t> a given goal configuration?</a:t>
            </a:r>
          </a:p>
        </p:txBody>
      </p:sp>
      <p:pic>
        <p:nvPicPr>
          <p:cNvPr id="69" name="Picture 2" descr="https://images.tandf.co.uk/common/jackets/amazon/978156881/9781568813226.jpg">
            <a:extLst>
              <a:ext uri="{FF2B5EF4-FFF2-40B4-BE49-F238E27FC236}">
                <a16:creationId xmlns:a16="http://schemas.microsoft.com/office/drawing/2014/main" id="{8EE9D89E-5F80-4CAA-9062-2B4DF6D8CC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91209" y="192740"/>
            <a:ext cx="867486" cy="1289291"/>
          </a:xfrm>
          <a:prstGeom prst="rect">
            <a:avLst/>
          </a:prstGeom>
          <a:noFill/>
          <a:extLst>
            <a:ext uri="{909E8E84-426E-40DD-AFC4-6F175D3DCCD1}">
              <a14:hiddenFill xmlns:a14="http://schemas.microsoft.com/office/drawing/2010/main">
                <a:solidFill>
                  <a:srgbClr val="FFFFFF"/>
                </a:solidFill>
              </a14:hiddenFill>
            </a:ext>
          </a:extLst>
        </p:spPr>
      </p:pic>
      <p:sp>
        <p:nvSpPr>
          <p:cNvPr id="73" name="TextBox 72">
            <a:extLst>
              <a:ext uri="{FF2B5EF4-FFF2-40B4-BE49-F238E27FC236}">
                <a16:creationId xmlns:a16="http://schemas.microsoft.com/office/drawing/2014/main" id="{B97997B9-1B05-43DB-A8DE-F73DA9F5C281}"/>
              </a:ext>
            </a:extLst>
          </p:cNvPr>
          <p:cNvSpPr txBox="1"/>
          <p:nvPr/>
        </p:nvSpPr>
        <p:spPr>
          <a:xfrm>
            <a:off x="-39367" y="5420017"/>
            <a:ext cx="4629647" cy="1384995"/>
          </a:xfrm>
          <a:prstGeom prst="rect">
            <a:avLst/>
          </a:prstGeom>
          <a:noFill/>
        </p:spPr>
        <p:txBody>
          <a:bodyPr wrap="square" rtlCol="0">
            <a:spAutoFit/>
          </a:bodyPr>
          <a:lstStyle/>
          <a:p>
            <a:r>
              <a:rPr lang="en-US" sz="1400" dirty="0">
                <a:solidFill>
                  <a:schemeClr val="bg1"/>
                </a:solidFill>
              </a:rPr>
              <a:t>Robert A. Hearn and Erik D. </a:t>
            </a:r>
            <a:r>
              <a:rPr lang="en-US" sz="1400" dirty="0" err="1">
                <a:solidFill>
                  <a:schemeClr val="bg1"/>
                </a:solidFill>
              </a:rPr>
              <a:t>Demaine</a:t>
            </a:r>
            <a:r>
              <a:rPr lang="en-US" sz="1400" dirty="0">
                <a:solidFill>
                  <a:schemeClr val="bg1"/>
                </a:solidFill>
              </a:rPr>
              <a:t>, The nondeterministic constraint logic model of computation:</a:t>
            </a:r>
          </a:p>
          <a:p>
            <a:r>
              <a:rPr lang="en-US" sz="1400" dirty="0">
                <a:solidFill>
                  <a:schemeClr val="bg1"/>
                </a:solidFill>
              </a:rPr>
              <a:t>Reductions and applications, Proceedings of the 29th International Colloquium on Automata, Languages</a:t>
            </a:r>
          </a:p>
          <a:p>
            <a:r>
              <a:rPr lang="en-US" sz="1400" dirty="0">
                <a:solidFill>
                  <a:schemeClr val="bg1"/>
                </a:solidFill>
              </a:rPr>
              <a:t>and Programming (London, UK, UK), ICALP ’02, Springer-Verlag, 2002, pp. 401–413.</a:t>
            </a:r>
            <a:endParaRPr lang="en-US" sz="1400" dirty="0">
              <a:solidFill>
                <a:schemeClr val="bg1"/>
              </a:solidFill>
              <a:latin typeface="Dubai Light" panose="020B0303030403030204" pitchFamily="34" charset="-78"/>
              <a:cs typeface="Dubai Light" panose="020B0303030403030204" pitchFamily="34" charset="-78"/>
            </a:endParaRPr>
          </a:p>
        </p:txBody>
      </p:sp>
      <p:sp>
        <p:nvSpPr>
          <p:cNvPr id="65" name="Oval 64">
            <a:extLst>
              <a:ext uri="{FF2B5EF4-FFF2-40B4-BE49-F238E27FC236}">
                <a16:creationId xmlns:a16="http://schemas.microsoft.com/office/drawing/2014/main" id="{EC304B6D-FBD6-4E85-A809-83DD4A573B4F}"/>
              </a:ext>
            </a:extLst>
          </p:cNvPr>
          <p:cNvSpPr/>
          <p:nvPr/>
        </p:nvSpPr>
        <p:spPr>
          <a:xfrm>
            <a:off x="5270151" y="3426133"/>
            <a:ext cx="1170461" cy="1501352"/>
          </a:xfrm>
          <a:prstGeom prst="ellipse">
            <a:avLst/>
          </a:prstGeom>
          <a:noFill/>
          <a:ln w="381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416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3446304" y="205983"/>
            <a:ext cx="5299391"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Constraint Graph</a:t>
            </a:r>
          </a:p>
        </p:txBody>
      </p:sp>
      <p:grpSp>
        <p:nvGrpSpPr>
          <p:cNvPr id="17" name="Group 16">
            <a:extLst>
              <a:ext uri="{FF2B5EF4-FFF2-40B4-BE49-F238E27FC236}">
                <a16:creationId xmlns:a16="http://schemas.microsoft.com/office/drawing/2014/main" id="{76FA11B2-D2F5-4B81-935E-24EADE6CD286}"/>
              </a:ext>
            </a:extLst>
          </p:cNvPr>
          <p:cNvGrpSpPr/>
          <p:nvPr/>
        </p:nvGrpSpPr>
        <p:grpSpPr>
          <a:xfrm>
            <a:off x="5661963" y="2687844"/>
            <a:ext cx="1610746" cy="2234511"/>
            <a:chOff x="5661963" y="2687844"/>
            <a:chExt cx="1610746" cy="2234511"/>
          </a:xfrm>
        </p:grpSpPr>
        <p:pic>
          <p:nvPicPr>
            <p:cNvPr id="6" name="Graphic 5">
              <a:extLst>
                <a:ext uri="{FF2B5EF4-FFF2-40B4-BE49-F238E27FC236}">
                  <a16:creationId xmlns:a16="http://schemas.microsoft.com/office/drawing/2014/main" id="{69F06792-D20A-4402-B886-6969F8A4C8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0275120">
              <a:off x="5661963" y="2687844"/>
              <a:ext cx="416593" cy="1184450"/>
            </a:xfrm>
            <a:prstGeom prst="rect">
              <a:avLst/>
            </a:prstGeom>
          </p:spPr>
        </p:pic>
        <p:pic>
          <p:nvPicPr>
            <p:cNvPr id="10" name="Graphic 9">
              <a:extLst>
                <a:ext uri="{FF2B5EF4-FFF2-40B4-BE49-F238E27FC236}">
                  <a16:creationId xmlns:a16="http://schemas.microsoft.com/office/drawing/2014/main" id="{51135150-B116-44DE-81E5-3504A4992F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474688" y="3212192"/>
              <a:ext cx="419334" cy="1176709"/>
            </a:xfrm>
            <a:prstGeom prst="rect">
              <a:avLst/>
            </a:prstGeom>
          </p:spPr>
        </p:pic>
        <p:pic>
          <p:nvPicPr>
            <p:cNvPr id="11" name="Graphic 10">
              <a:extLst>
                <a:ext uri="{FF2B5EF4-FFF2-40B4-BE49-F238E27FC236}">
                  <a16:creationId xmlns:a16="http://schemas.microsoft.com/office/drawing/2014/main" id="{1BB620FB-8425-42ED-A586-F930D00F11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8660229">
              <a:off x="6201340" y="3737905"/>
              <a:ext cx="416593" cy="1184450"/>
            </a:xfrm>
            <a:prstGeom prst="rect">
              <a:avLst/>
            </a:prstGeom>
          </p:spPr>
        </p:pic>
        <p:pic>
          <p:nvPicPr>
            <p:cNvPr id="13" name="Graphic 12">
              <a:extLst>
                <a:ext uri="{FF2B5EF4-FFF2-40B4-BE49-F238E27FC236}">
                  <a16:creationId xmlns:a16="http://schemas.microsoft.com/office/drawing/2014/main" id="{5FFFF8E6-D742-4835-B63B-0EE34A2A9AA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46049" y="3649610"/>
              <a:ext cx="299901" cy="301874"/>
            </a:xfrm>
            <a:prstGeom prst="rect">
              <a:avLst/>
            </a:prstGeom>
          </p:spPr>
        </p:pic>
      </p:grpSp>
      <p:grpSp>
        <p:nvGrpSpPr>
          <p:cNvPr id="5" name="Group 4">
            <a:extLst>
              <a:ext uri="{FF2B5EF4-FFF2-40B4-BE49-F238E27FC236}">
                <a16:creationId xmlns:a16="http://schemas.microsoft.com/office/drawing/2014/main" id="{1A71BC62-9609-429D-A5BB-EA7314427B0F}"/>
              </a:ext>
            </a:extLst>
          </p:cNvPr>
          <p:cNvGrpSpPr/>
          <p:nvPr/>
        </p:nvGrpSpPr>
        <p:grpSpPr>
          <a:xfrm>
            <a:off x="4599329" y="1694326"/>
            <a:ext cx="1497053" cy="2173091"/>
            <a:chOff x="460638" y="1828328"/>
            <a:chExt cx="1497053" cy="2173091"/>
          </a:xfrm>
        </p:grpSpPr>
        <p:pic>
          <p:nvPicPr>
            <p:cNvPr id="19" name="Graphic 18">
              <a:extLst>
                <a:ext uri="{FF2B5EF4-FFF2-40B4-BE49-F238E27FC236}">
                  <a16:creationId xmlns:a16="http://schemas.microsoft.com/office/drawing/2014/main" id="{6EF767CE-708D-44C7-813A-52C345F515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0275120">
              <a:off x="1541098" y="2816969"/>
              <a:ext cx="416593" cy="1184450"/>
            </a:xfrm>
            <a:prstGeom prst="rect">
              <a:avLst/>
            </a:prstGeom>
          </p:spPr>
        </p:pic>
        <p:pic>
          <p:nvPicPr>
            <p:cNvPr id="20" name="Graphic 19">
              <a:extLst>
                <a:ext uri="{FF2B5EF4-FFF2-40B4-BE49-F238E27FC236}">
                  <a16:creationId xmlns:a16="http://schemas.microsoft.com/office/drawing/2014/main" id="{7E07C160-2350-4F70-8021-31D8C86BD2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90193" y="1828328"/>
              <a:ext cx="323506" cy="1074593"/>
            </a:xfrm>
            <a:prstGeom prst="rect">
              <a:avLst/>
            </a:prstGeom>
          </p:spPr>
        </p:pic>
        <p:pic>
          <p:nvPicPr>
            <p:cNvPr id="21" name="Graphic 20">
              <a:extLst>
                <a:ext uri="{FF2B5EF4-FFF2-40B4-BE49-F238E27FC236}">
                  <a16:creationId xmlns:a16="http://schemas.microsoft.com/office/drawing/2014/main" id="{DA9643E5-7D7F-426B-B571-BC5ADCB4FF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5215404">
              <a:off x="831606" y="2499883"/>
              <a:ext cx="325634" cy="1067570"/>
            </a:xfrm>
            <a:prstGeom prst="rect">
              <a:avLst/>
            </a:prstGeom>
          </p:spPr>
        </p:pic>
        <p:pic>
          <p:nvPicPr>
            <p:cNvPr id="22" name="Graphic 21">
              <a:extLst>
                <a:ext uri="{FF2B5EF4-FFF2-40B4-BE49-F238E27FC236}">
                  <a16:creationId xmlns:a16="http://schemas.microsoft.com/office/drawing/2014/main" id="{B4776E76-02F4-4614-BA0D-7D03750EFB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90193" y="2735611"/>
              <a:ext cx="299901" cy="301874"/>
            </a:xfrm>
            <a:prstGeom prst="rect">
              <a:avLst/>
            </a:prstGeom>
          </p:spPr>
        </p:pic>
      </p:grpSp>
      <p:grpSp>
        <p:nvGrpSpPr>
          <p:cNvPr id="4" name="Group 3">
            <a:extLst>
              <a:ext uri="{FF2B5EF4-FFF2-40B4-BE49-F238E27FC236}">
                <a16:creationId xmlns:a16="http://schemas.microsoft.com/office/drawing/2014/main" id="{8994F186-C252-4162-B994-9463ACDEE177}"/>
              </a:ext>
            </a:extLst>
          </p:cNvPr>
          <p:cNvGrpSpPr/>
          <p:nvPr/>
        </p:nvGrpSpPr>
        <p:grpSpPr>
          <a:xfrm>
            <a:off x="6100539" y="2830772"/>
            <a:ext cx="1592799" cy="2017161"/>
            <a:chOff x="1975135" y="2925032"/>
            <a:chExt cx="1592799" cy="2017161"/>
          </a:xfrm>
        </p:grpSpPr>
        <p:pic>
          <p:nvPicPr>
            <p:cNvPr id="24" name="Graphic 23">
              <a:extLst>
                <a:ext uri="{FF2B5EF4-FFF2-40B4-BE49-F238E27FC236}">
                  <a16:creationId xmlns:a16="http://schemas.microsoft.com/office/drawing/2014/main" id="{DA32A496-DB5E-45EB-9BD5-7AD7E6E5B7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2353823" y="3341317"/>
              <a:ext cx="419334" cy="1176709"/>
            </a:xfrm>
            <a:prstGeom prst="rect">
              <a:avLst/>
            </a:prstGeom>
          </p:spPr>
        </p:pic>
        <p:pic>
          <p:nvPicPr>
            <p:cNvPr id="27" name="Graphic 26">
              <a:extLst>
                <a:ext uri="{FF2B5EF4-FFF2-40B4-BE49-F238E27FC236}">
                  <a16:creationId xmlns:a16="http://schemas.microsoft.com/office/drawing/2014/main" id="{C65C538E-438E-4F48-972D-FB9D39ECA7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55833">
              <a:off x="3244428" y="2925032"/>
              <a:ext cx="323506" cy="1074593"/>
            </a:xfrm>
            <a:prstGeom prst="rect">
              <a:avLst/>
            </a:prstGeom>
          </p:spPr>
        </p:pic>
        <p:pic>
          <p:nvPicPr>
            <p:cNvPr id="28" name="Graphic 27">
              <a:extLst>
                <a:ext uri="{FF2B5EF4-FFF2-40B4-BE49-F238E27FC236}">
                  <a16:creationId xmlns:a16="http://schemas.microsoft.com/office/drawing/2014/main" id="{0E2E87A8-B0D1-4F82-8B06-AED3CD0547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43138">
              <a:off x="2676317" y="3867600"/>
              <a:ext cx="323506" cy="1074593"/>
            </a:xfrm>
            <a:prstGeom prst="rect">
              <a:avLst/>
            </a:prstGeom>
          </p:spPr>
        </p:pic>
        <p:pic>
          <p:nvPicPr>
            <p:cNvPr id="29" name="Graphic 28">
              <a:extLst>
                <a:ext uri="{FF2B5EF4-FFF2-40B4-BE49-F238E27FC236}">
                  <a16:creationId xmlns:a16="http://schemas.microsoft.com/office/drawing/2014/main" id="{CA3EC933-BDCA-4373-8F36-1970F5C35D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1894" y="3778735"/>
              <a:ext cx="299901" cy="301874"/>
            </a:xfrm>
            <a:prstGeom prst="rect">
              <a:avLst/>
            </a:prstGeom>
          </p:spPr>
        </p:pic>
      </p:grpSp>
      <p:grpSp>
        <p:nvGrpSpPr>
          <p:cNvPr id="46" name="Group 45">
            <a:extLst>
              <a:ext uri="{FF2B5EF4-FFF2-40B4-BE49-F238E27FC236}">
                <a16:creationId xmlns:a16="http://schemas.microsoft.com/office/drawing/2014/main" id="{13A77FC8-2D32-4ED8-BF72-45C19410C333}"/>
              </a:ext>
            </a:extLst>
          </p:cNvPr>
          <p:cNvGrpSpPr/>
          <p:nvPr/>
        </p:nvGrpSpPr>
        <p:grpSpPr>
          <a:xfrm>
            <a:off x="6219608" y="3740889"/>
            <a:ext cx="919348" cy="1949206"/>
            <a:chOff x="9599916" y="3111742"/>
            <a:chExt cx="919348" cy="1949206"/>
          </a:xfrm>
        </p:grpSpPr>
        <p:pic>
          <p:nvPicPr>
            <p:cNvPr id="47" name="Graphic 46">
              <a:extLst>
                <a:ext uri="{FF2B5EF4-FFF2-40B4-BE49-F238E27FC236}">
                  <a16:creationId xmlns:a16="http://schemas.microsoft.com/office/drawing/2014/main" id="{7F07055E-0E6A-4F25-B365-72FD065A97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2406081">
              <a:off x="9725076" y="3986355"/>
              <a:ext cx="323506" cy="1074593"/>
            </a:xfrm>
            <a:prstGeom prst="rect">
              <a:avLst/>
            </a:prstGeom>
          </p:spPr>
        </p:pic>
        <p:pic>
          <p:nvPicPr>
            <p:cNvPr id="48" name="Graphic 47">
              <a:extLst>
                <a:ext uri="{FF2B5EF4-FFF2-40B4-BE49-F238E27FC236}">
                  <a16:creationId xmlns:a16="http://schemas.microsoft.com/office/drawing/2014/main" id="{1A5842E8-756C-4FE9-A26C-DA5B8580D6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8660229">
              <a:off x="9599916" y="3111742"/>
              <a:ext cx="416593" cy="1184450"/>
            </a:xfrm>
            <a:prstGeom prst="rect">
              <a:avLst/>
            </a:prstGeom>
          </p:spPr>
        </p:pic>
        <p:pic>
          <p:nvPicPr>
            <p:cNvPr id="49" name="Graphic 48">
              <a:extLst>
                <a:ext uri="{FF2B5EF4-FFF2-40B4-BE49-F238E27FC236}">
                  <a16:creationId xmlns:a16="http://schemas.microsoft.com/office/drawing/2014/main" id="{E9F2DE6B-7F27-457D-ADFD-1ECC36106F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43138">
              <a:off x="10195758" y="3112312"/>
              <a:ext cx="323506" cy="1074593"/>
            </a:xfrm>
            <a:prstGeom prst="rect">
              <a:avLst/>
            </a:prstGeom>
          </p:spPr>
        </p:pic>
        <p:pic>
          <p:nvPicPr>
            <p:cNvPr id="50" name="Graphic 49">
              <a:extLst>
                <a:ext uri="{FF2B5EF4-FFF2-40B4-BE49-F238E27FC236}">
                  <a16:creationId xmlns:a16="http://schemas.microsoft.com/office/drawing/2014/main" id="{020E2CE8-421C-49B5-8F0F-33908BC68E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61915" y="3950335"/>
              <a:ext cx="299901" cy="301874"/>
            </a:xfrm>
            <a:prstGeom prst="rect">
              <a:avLst/>
            </a:prstGeom>
          </p:spPr>
        </p:pic>
      </p:grpSp>
      <p:pic>
        <p:nvPicPr>
          <p:cNvPr id="51" name="Graphic 50">
            <a:extLst>
              <a:ext uri="{FF2B5EF4-FFF2-40B4-BE49-F238E27FC236}">
                <a16:creationId xmlns:a16="http://schemas.microsoft.com/office/drawing/2014/main" id="{3D7CA671-176E-4A06-80CF-871A8762C2E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43555" y="3662367"/>
            <a:ext cx="299901" cy="301874"/>
          </a:xfrm>
          <a:prstGeom prst="rect">
            <a:avLst/>
          </a:prstGeom>
        </p:spPr>
      </p:pic>
      <p:pic>
        <p:nvPicPr>
          <p:cNvPr id="43" name="Graphic 42">
            <a:extLst>
              <a:ext uri="{FF2B5EF4-FFF2-40B4-BE49-F238E27FC236}">
                <a16:creationId xmlns:a16="http://schemas.microsoft.com/office/drawing/2014/main" id="{D9D0D5E3-7DC3-4933-83DE-50A4134E4F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25147" y="3676096"/>
            <a:ext cx="299901" cy="301874"/>
          </a:xfrm>
          <a:prstGeom prst="rect">
            <a:avLst/>
          </a:prstGeom>
        </p:spPr>
      </p:pic>
      <p:grpSp>
        <p:nvGrpSpPr>
          <p:cNvPr id="25" name="Group 24">
            <a:extLst>
              <a:ext uri="{FF2B5EF4-FFF2-40B4-BE49-F238E27FC236}">
                <a16:creationId xmlns:a16="http://schemas.microsoft.com/office/drawing/2014/main" id="{8BAC4A6F-7B49-422C-9F6C-FFDE7DF8B663}"/>
              </a:ext>
            </a:extLst>
          </p:cNvPr>
          <p:cNvGrpSpPr/>
          <p:nvPr/>
        </p:nvGrpSpPr>
        <p:grpSpPr>
          <a:xfrm>
            <a:off x="4141955" y="2942792"/>
            <a:ext cx="317403" cy="80962"/>
            <a:chOff x="1607673" y="2973388"/>
            <a:chExt cx="553118" cy="145988"/>
          </a:xfrm>
        </p:grpSpPr>
        <p:sp>
          <p:nvSpPr>
            <p:cNvPr id="26" name="Oval 25">
              <a:extLst>
                <a:ext uri="{FF2B5EF4-FFF2-40B4-BE49-F238E27FC236}">
                  <a16:creationId xmlns:a16="http://schemas.microsoft.com/office/drawing/2014/main" id="{6E0F4779-B25A-4DA7-9BB4-031D72E7216D}"/>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30" name="Oval 29">
              <a:extLst>
                <a:ext uri="{FF2B5EF4-FFF2-40B4-BE49-F238E27FC236}">
                  <a16:creationId xmlns:a16="http://schemas.microsoft.com/office/drawing/2014/main" id="{68A163FF-5FB6-4221-8B52-AFA64D92D3C9}"/>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31" name="Oval 30">
              <a:extLst>
                <a:ext uri="{FF2B5EF4-FFF2-40B4-BE49-F238E27FC236}">
                  <a16:creationId xmlns:a16="http://schemas.microsoft.com/office/drawing/2014/main" id="{66A0FD3F-FF60-41F1-9D5D-112C937AFB79}"/>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33" name="Group 32">
            <a:extLst>
              <a:ext uri="{FF2B5EF4-FFF2-40B4-BE49-F238E27FC236}">
                <a16:creationId xmlns:a16="http://schemas.microsoft.com/office/drawing/2014/main" id="{DC3A885E-9FF9-4272-A301-2CC2F2176A1B}"/>
              </a:ext>
            </a:extLst>
          </p:cNvPr>
          <p:cNvGrpSpPr/>
          <p:nvPr/>
        </p:nvGrpSpPr>
        <p:grpSpPr>
          <a:xfrm rot="5400000">
            <a:off x="5531622" y="1435767"/>
            <a:ext cx="317403" cy="80962"/>
            <a:chOff x="1607673" y="2973388"/>
            <a:chExt cx="553118" cy="145988"/>
          </a:xfrm>
        </p:grpSpPr>
        <p:sp>
          <p:nvSpPr>
            <p:cNvPr id="34" name="Oval 33">
              <a:extLst>
                <a:ext uri="{FF2B5EF4-FFF2-40B4-BE49-F238E27FC236}">
                  <a16:creationId xmlns:a16="http://schemas.microsoft.com/office/drawing/2014/main" id="{78D1A292-16A6-499D-8BDC-AC1220246477}"/>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35" name="Oval 34">
              <a:extLst>
                <a:ext uri="{FF2B5EF4-FFF2-40B4-BE49-F238E27FC236}">
                  <a16:creationId xmlns:a16="http://schemas.microsoft.com/office/drawing/2014/main" id="{6587ABFF-6416-41F3-8866-512AE1AD44A3}"/>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36" name="Oval 35">
              <a:extLst>
                <a:ext uri="{FF2B5EF4-FFF2-40B4-BE49-F238E27FC236}">
                  <a16:creationId xmlns:a16="http://schemas.microsoft.com/office/drawing/2014/main" id="{7A3601B3-FBD7-4E71-A816-21BA37D655C1}"/>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37" name="Group 36">
            <a:extLst>
              <a:ext uri="{FF2B5EF4-FFF2-40B4-BE49-F238E27FC236}">
                <a16:creationId xmlns:a16="http://schemas.microsoft.com/office/drawing/2014/main" id="{822632C7-C384-440C-ACD8-8B1D233AF769}"/>
              </a:ext>
            </a:extLst>
          </p:cNvPr>
          <p:cNvGrpSpPr/>
          <p:nvPr/>
        </p:nvGrpSpPr>
        <p:grpSpPr>
          <a:xfrm rot="18566357">
            <a:off x="7777171" y="2679735"/>
            <a:ext cx="317403" cy="80962"/>
            <a:chOff x="1607673" y="2973388"/>
            <a:chExt cx="553118" cy="145988"/>
          </a:xfrm>
        </p:grpSpPr>
        <p:sp>
          <p:nvSpPr>
            <p:cNvPr id="38" name="Oval 37">
              <a:extLst>
                <a:ext uri="{FF2B5EF4-FFF2-40B4-BE49-F238E27FC236}">
                  <a16:creationId xmlns:a16="http://schemas.microsoft.com/office/drawing/2014/main" id="{26C28FB8-18F2-4E13-841D-0DA56A459EF6}"/>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39" name="Oval 38">
              <a:extLst>
                <a:ext uri="{FF2B5EF4-FFF2-40B4-BE49-F238E27FC236}">
                  <a16:creationId xmlns:a16="http://schemas.microsoft.com/office/drawing/2014/main" id="{3B0EBD36-70EB-4270-9FD6-58A5B5D1DD8C}"/>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0" name="Oval 39">
              <a:extLst>
                <a:ext uri="{FF2B5EF4-FFF2-40B4-BE49-F238E27FC236}">
                  <a16:creationId xmlns:a16="http://schemas.microsoft.com/office/drawing/2014/main" id="{2617B2F7-F049-4817-B0A3-F095154E929E}"/>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grpSp>
        <p:nvGrpSpPr>
          <p:cNvPr id="41" name="Group 40">
            <a:extLst>
              <a:ext uri="{FF2B5EF4-FFF2-40B4-BE49-F238E27FC236}">
                <a16:creationId xmlns:a16="http://schemas.microsoft.com/office/drawing/2014/main" id="{D163AE1C-93B1-4AFF-9D5D-E421589469EF}"/>
              </a:ext>
            </a:extLst>
          </p:cNvPr>
          <p:cNvGrpSpPr/>
          <p:nvPr/>
        </p:nvGrpSpPr>
        <p:grpSpPr>
          <a:xfrm rot="18566357">
            <a:off x="5937298" y="5744315"/>
            <a:ext cx="317403" cy="80962"/>
            <a:chOff x="1607673" y="2973388"/>
            <a:chExt cx="553118" cy="145988"/>
          </a:xfrm>
        </p:grpSpPr>
        <p:sp>
          <p:nvSpPr>
            <p:cNvPr id="42" name="Oval 41">
              <a:extLst>
                <a:ext uri="{FF2B5EF4-FFF2-40B4-BE49-F238E27FC236}">
                  <a16:creationId xmlns:a16="http://schemas.microsoft.com/office/drawing/2014/main" id="{BC8C2D56-0482-448B-80C0-F08624297C4A}"/>
                </a:ext>
              </a:extLst>
            </p:cNvPr>
            <p:cNvSpPr/>
            <p:nvPr/>
          </p:nvSpPr>
          <p:spPr>
            <a:xfrm>
              <a:off x="2010736"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4" name="Oval 43">
              <a:extLst>
                <a:ext uri="{FF2B5EF4-FFF2-40B4-BE49-F238E27FC236}">
                  <a16:creationId xmlns:a16="http://schemas.microsoft.com/office/drawing/2014/main" id="{55FFB8D2-8E61-487A-896C-11EEDBA17F68}"/>
                </a:ext>
              </a:extLst>
            </p:cNvPr>
            <p:cNvSpPr/>
            <p:nvPr/>
          </p:nvSpPr>
          <p:spPr>
            <a:xfrm>
              <a:off x="1811430"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p:nvSpPr>
            <p:cNvPr id="45" name="Oval 44">
              <a:extLst>
                <a:ext uri="{FF2B5EF4-FFF2-40B4-BE49-F238E27FC236}">
                  <a16:creationId xmlns:a16="http://schemas.microsoft.com/office/drawing/2014/main" id="{086C4C70-DAE8-42B6-AD81-D85AC97902AF}"/>
                </a:ext>
              </a:extLst>
            </p:cNvPr>
            <p:cNvSpPr/>
            <p:nvPr/>
          </p:nvSpPr>
          <p:spPr>
            <a:xfrm>
              <a:off x="1607673" y="2973388"/>
              <a:ext cx="150055" cy="14598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pSp>
    </p:spTree>
    <p:extLst>
      <p:ext uri="{BB962C8B-B14F-4D97-AF65-F5344CB8AC3E}">
        <p14:creationId xmlns:p14="http://schemas.microsoft.com/office/powerpoint/2010/main" val="208896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1"/>
                                        </p:tgtEl>
                                        <p:attrNameLst>
                                          <p:attrName>style.visibility</p:attrName>
                                        </p:attrNameLst>
                                      </p:cBhvr>
                                      <p:to>
                                        <p:strVal val="hidden"/>
                                      </p:to>
                                    </p:set>
                                  </p:childTnLst>
                                </p:cTn>
                              </p:par>
                              <p:par>
                                <p:cTn id="9" presetID="42" presetClass="path" presetSubtype="0" accel="50000" decel="50000" fill="hold" nodeType="withEffect">
                                  <p:stCondLst>
                                    <p:cond delay="0"/>
                                  </p:stCondLst>
                                  <p:childTnLst>
                                    <p:animMotion origin="layout" path="M -0.00091 -0.00023 L -0.22291 0.10024 " pathEditMode="relative" rAng="0" ptsTypes="AA">
                                      <p:cBhvr>
                                        <p:cTn id="10" dur="2000" fill="hold"/>
                                        <p:tgtEl>
                                          <p:spTgt spid="5"/>
                                        </p:tgtEl>
                                        <p:attrNameLst>
                                          <p:attrName>ppt_x</p:attrName>
                                          <p:attrName>ppt_y</p:attrName>
                                        </p:attrNameLst>
                                      </p:cBhvr>
                                      <p:rCtr x="-11107" y="5023"/>
                                    </p:animMotion>
                                  </p:childTnLst>
                                </p:cTn>
                              </p:par>
                              <p:par>
                                <p:cTn id="11" presetID="42" presetClass="path" presetSubtype="0" accel="50000" decel="50000" fill="hold" nodeType="withEffect">
                                  <p:stCondLst>
                                    <p:cond delay="0"/>
                                  </p:stCondLst>
                                  <p:childTnLst>
                                    <p:animMotion origin="layout" path="M 3.54167E-6 1.11022E-16 L 0.05429 -0.19676 " pathEditMode="relative" rAng="0" ptsTypes="AA">
                                      <p:cBhvr>
                                        <p:cTn id="12" dur="2000" fill="hold"/>
                                        <p:tgtEl>
                                          <p:spTgt spid="46"/>
                                        </p:tgtEl>
                                        <p:attrNameLst>
                                          <p:attrName>ppt_x</p:attrName>
                                          <p:attrName>ppt_y</p:attrName>
                                        </p:attrNameLst>
                                      </p:cBhvr>
                                      <p:rCtr x="2708" y="-9838"/>
                                    </p:animMotion>
                                  </p:childTnLst>
                                </p:cTn>
                              </p:par>
                              <p:par>
                                <p:cTn id="13" presetID="42" presetClass="path" presetSubtype="0" accel="50000" decel="50000" fill="hold" nodeType="withEffect">
                                  <p:stCondLst>
                                    <p:cond delay="0"/>
                                  </p:stCondLst>
                                  <p:childTnLst>
                                    <p:animMotion origin="layout" path="M 1.25E-6 -1.11111E-6 L -0.10234 -0.04375 " pathEditMode="relative" rAng="0" ptsTypes="AA">
                                      <p:cBhvr>
                                        <p:cTn id="14" dur="2000" fill="hold"/>
                                        <p:tgtEl>
                                          <p:spTgt spid="17"/>
                                        </p:tgtEl>
                                        <p:attrNameLst>
                                          <p:attrName>ppt_x</p:attrName>
                                          <p:attrName>ppt_y</p:attrName>
                                        </p:attrNameLst>
                                      </p:cBhvr>
                                      <p:rCtr x="-5117" y="-2199"/>
                                    </p:animMotion>
                                  </p:childTnLst>
                                </p:cTn>
                              </p:par>
                              <p:par>
                                <p:cTn id="15" presetID="42" presetClass="path" presetSubtype="0" accel="50000" decel="50000" fill="hold" nodeType="withEffect">
                                  <p:stCondLst>
                                    <p:cond delay="0"/>
                                  </p:stCondLst>
                                  <p:childTnLst>
                                    <p:animMotion origin="layout" path="M 5E-6 -2.22222E-6 L 0.19688 -0.06528 " pathEditMode="relative" rAng="0" ptsTypes="AA">
                                      <p:cBhvr>
                                        <p:cTn id="16" dur="2000" fill="hold"/>
                                        <p:tgtEl>
                                          <p:spTgt spid="4"/>
                                        </p:tgtEl>
                                        <p:attrNameLst>
                                          <p:attrName>ppt_x</p:attrName>
                                          <p:attrName>ppt_y</p:attrName>
                                        </p:attrNameLst>
                                      </p:cBhvr>
                                      <p:rCtr x="9844" y="-3264"/>
                                    </p:animMotion>
                                  </p:childTnLst>
                                </p:cTn>
                              </p:par>
                              <p:par>
                                <p:cTn id="17" presetID="1" presetClass="exit" presetSubtype="0" fill="hold" nodeType="withEffect">
                                  <p:stCondLst>
                                    <p:cond delay="0"/>
                                  </p:stCondLst>
                                  <p:childTnLst>
                                    <p:set>
                                      <p:cBhvr>
                                        <p:cTn id="18" dur="1" fill="hold">
                                          <p:stCondLst>
                                            <p:cond delay="0"/>
                                          </p:stCondLst>
                                        </p:cTn>
                                        <p:tgtEl>
                                          <p:spTgt spid="3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2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1"/>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3446304" y="205983"/>
            <a:ext cx="5299391"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Constraint Graph</a:t>
            </a:r>
          </a:p>
        </p:txBody>
      </p:sp>
      <p:grpSp>
        <p:nvGrpSpPr>
          <p:cNvPr id="17" name="Group 16">
            <a:extLst>
              <a:ext uri="{FF2B5EF4-FFF2-40B4-BE49-F238E27FC236}">
                <a16:creationId xmlns:a16="http://schemas.microsoft.com/office/drawing/2014/main" id="{76FA11B2-D2F5-4B81-935E-24EADE6CD286}"/>
              </a:ext>
            </a:extLst>
          </p:cNvPr>
          <p:cNvGrpSpPr/>
          <p:nvPr/>
        </p:nvGrpSpPr>
        <p:grpSpPr>
          <a:xfrm>
            <a:off x="4387283" y="2337144"/>
            <a:ext cx="1610746" cy="2234511"/>
            <a:chOff x="5661963" y="2687844"/>
            <a:chExt cx="1610746" cy="2234511"/>
          </a:xfrm>
        </p:grpSpPr>
        <p:pic>
          <p:nvPicPr>
            <p:cNvPr id="6" name="Graphic 5">
              <a:extLst>
                <a:ext uri="{FF2B5EF4-FFF2-40B4-BE49-F238E27FC236}">
                  <a16:creationId xmlns:a16="http://schemas.microsoft.com/office/drawing/2014/main" id="{69F06792-D20A-4402-B886-6969F8A4C8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0275120">
              <a:off x="5661963" y="2687844"/>
              <a:ext cx="416593" cy="1184450"/>
            </a:xfrm>
            <a:prstGeom prst="rect">
              <a:avLst/>
            </a:prstGeom>
          </p:spPr>
        </p:pic>
        <p:pic>
          <p:nvPicPr>
            <p:cNvPr id="10" name="Graphic 9">
              <a:extLst>
                <a:ext uri="{FF2B5EF4-FFF2-40B4-BE49-F238E27FC236}">
                  <a16:creationId xmlns:a16="http://schemas.microsoft.com/office/drawing/2014/main" id="{51135150-B116-44DE-81E5-3504A4992F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474688" y="3212192"/>
              <a:ext cx="419334" cy="1176709"/>
            </a:xfrm>
            <a:prstGeom prst="rect">
              <a:avLst/>
            </a:prstGeom>
          </p:spPr>
        </p:pic>
        <p:pic>
          <p:nvPicPr>
            <p:cNvPr id="11" name="Graphic 10">
              <a:extLst>
                <a:ext uri="{FF2B5EF4-FFF2-40B4-BE49-F238E27FC236}">
                  <a16:creationId xmlns:a16="http://schemas.microsoft.com/office/drawing/2014/main" id="{1BB620FB-8425-42ED-A586-F930D00F11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8660229">
              <a:off x="6201340" y="3737905"/>
              <a:ext cx="416593" cy="1184450"/>
            </a:xfrm>
            <a:prstGeom prst="rect">
              <a:avLst/>
            </a:prstGeom>
          </p:spPr>
        </p:pic>
        <p:pic>
          <p:nvPicPr>
            <p:cNvPr id="13" name="Graphic 12">
              <a:extLst>
                <a:ext uri="{FF2B5EF4-FFF2-40B4-BE49-F238E27FC236}">
                  <a16:creationId xmlns:a16="http://schemas.microsoft.com/office/drawing/2014/main" id="{5FFFF8E6-D742-4835-B63B-0EE34A2A9AA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46049" y="3649610"/>
              <a:ext cx="299901" cy="301874"/>
            </a:xfrm>
            <a:prstGeom prst="rect">
              <a:avLst/>
            </a:prstGeom>
          </p:spPr>
        </p:pic>
      </p:grpSp>
      <p:grpSp>
        <p:nvGrpSpPr>
          <p:cNvPr id="5" name="Group 4">
            <a:extLst>
              <a:ext uri="{FF2B5EF4-FFF2-40B4-BE49-F238E27FC236}">
                <a16:creationId xmlns:a16="http://schemas.microsoft.com/office/drawing/2014/main" id="{1A71BC62-9609-429D-A5BB-EA7314427B0F}"/>
              </a:ext>
            </a:extLst>
          </p:cNvPr>
          <p:cNvGrpSpPr/>
          <p:nvPr/>
        </p:nvGrpSpPr>
        <p:grpSpPr>
          <a:xfrm>
            <a:off x="1964318" y="2313571"/>
            <a:ext cx="1497053" cy="2173091"/>
            <a:chOff x="460638" y="1828328"/>
            <a:chExt cx="1497053" cy="2173091"/>
          </a:xfrm>
        </p:grpSpPr>
        <p:pic>
          <p:nvPicPr>
            <p:cNvPr id="19" name="Graphic 18">
              <a:extLst>
                <a:ext uri="{FF2B5EF4-FFF2-40B4-BE49-F238E27FC236}">
                  <a16:creationId xmlns:a16="http://schemas.microsoft.com/office/drawing/2014/main" id="{6EF767CE-708D-44C7-813A-52C345F515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0275120">
              <a:off x="1541098" y="2816969"/>
              <a:ext cx="416593" cy="1184450"/>
            </a:xfrm>
            <a:prstGeom prst="rect">
              <a:avLst/>
            </a:prstGeom>
          </p:spPr>
        </p:pic>
        <p:pic>
          <p:nvPicPr>
            <p:cNvPr id="20" name="Graphic 19">
              <a:extLst>
                <a:ext uri="{FF2B5EF4-FFF2-40B4-BE49-F238E27FC236}">
                  <a16:creationId xmlns:a16="http://schemas.microsoft.com/office/drawing/2014/main" id="{7E07C160-2350-4F70-8021-31D8C86BD2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90193" y="1828328"/>
              <a:ext cx="323506" cy="1074593"/>
            </a:xfrm>
            <a:prstGeom prst="rect">
              <a:avLst/>
            </a:prstGeom>
          </p:spPr>
        </p:pic>
        <p:pic>
          <p:nvPicPr>
            <p:cNvPr id="21" name="Graphic 20">
              <a:extLst>
                <a:ext uri="{FF2B5EF4-FFF2-40B4-BE49-F238E27FC236}">
                  <a16:creationId xmlns:a16="http://schemas.microsoft.com/office/drawing/2014/main" id="{DA9643E5-7D7F-426B-B571-BC5ADCB4FF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5121067">
              <a:off x="831606" y="2499883"/>
              <a:ext cx="325634" cy="1067570"/>
            </a:xfrm>
            <a:prstGeom prst="rect">
              <a:avLst/>
            </a:prstGeom>
          </p:spPr>
        </p:pic>
        <p:pic>
          <p:nvPicPr>
            <p:cNvPr id="22" name="Graphic 21">
              <a:extLst>
                <a:ext uri="{FF2B5EF4-FFF2-40B4-BE49-F238E27FC236}">
                  <a16:creationId xmlns:a16="http://schemas.microsoft.com/office/drawing/2014/main" id="{B4776E76-02F4-4614-BA0D-7D03750EFB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90193" y="2735611"/>
              <a:ext cx="299901" cy="301874"/>
            </a:xfrm>
            <a:prstGeom prst="rect">
              <a:avLst/>
            </a:prstGeom>
          </p:spPr>
        </p:pic>
      </p:grpSp>
      <p:grpSp>
        <p:nvGrpSpPr>
          <p:cNvPr id="4" name="Group 3">
            <a:extLst>
              <a:ext uri="{FF2B5EF4-FFF2-40B4-BE49-F238E27FC236}">
                <a16:creationId xmlns:a16="http://schemas.microsoft.com/office/drawing/2014/main" id="{8994F186-C252-4162-B994-9463ACDEE177}"/>
              </a:ext>
            </a:extLst>
          </p:cNvPr>
          <p:cNvGrpSpPr/>
          <p:nvPr/>
        </p:nvGrpSpPr>
        <p:grpSpPr>
          <a:xfrm>
            <a:off x="8555630" y="2395478"/>
            <a:ext cx="1592799" cy="2017161"/>
            <a:chOff x="1975135" y="2925032"/>
            <a:chExt cx="1592799" cy="2017161"/>
          </a:xfrm>
        </p:grpSpPr>
        <p:pic>
          <p:nvPicPr>
            <p:cNvPr id="24" name="Graphic 23">
              <a:extLst>
                <a:ext uri="{FF2B5EF4-FFF2-40B4-BE49-F238E27FC236}">
                  <a16:creationId xmlns:a16="http://schemas.microsoft.com/office/drawing/2014/main" id="{DA32A496-DB5E-45EB-9BD5-7AD7E6E5B7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2353823" y="3341317"/>
              <a:ext cx="419334" cy="1176709"/>
            </a:xfrm>
            <a:prstGeom prst="rect">
              <a:avLst/>
            </a:prstGeom>
          </p:spPr>
        </p:pic>
        <p:pic>
          <p:nvPicPr>
            <p:cNvPr id="27" name="Graphic 26">
              <a:extLst>
                <a:ext uri="{FF2B5EF4-FFF2-40B4-BE49-F238E27FC236}">
                  <a16:creationId xmlns:a16="http://schemas.microsoft.com/office/drawing/2014/main" id="{C65C538E-438E-4F48-972D-FB9D39ECA7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55833">
              <a:off x="3244428" y="2925032"/>
              <a:ext cx="323506" cy="1074593"/>
            </a:xfrm>
            <a:prstGeom prst="rect">
              <a:avLst/>
            </a:prstGeom>
          </p:spPr>
        </p:pic>
        <p:pic>
          <p:nvPicPr>
            <p:cNvPr id="28" name="Graphic 27">
              <a:extLst>
                <a:ext uri="{FF2B5EF4-FFF2-40B4-BE49-F238E27FC236}">
                  <a16:creationId xmlns:a16="http://schemas.microsoft.com/office/drawing/2014/main" id="{0E2E87A8-B0D1-4F82-8B06-AED3CD0547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43138">
              <a:off x="2676317" y="3867600"/>
              <a:ext cx="323506" cy="1074593"/>
            </a:xfrm>
            <a:prstGeom prst="rect">
              <a:avLst/>
            </a:prstGeom>
          </p:spPr>
        </p:pic>
        <p:pic>
          <p:nvPicPr>
            <p:cNvPr id="29" name="Graphic 28">
              <a:extLst>
                <a:ext uri="{FF2B5EF4-FFF2-40B4-BE49-F238E27FC236}">
                  <a16:creationId xmlns:a16="http://schemas.microsoft.com/office/drawing/2014/main" id="{CA3EC933-BDCA-4373-8F36-1970F5C35D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1894" y="3778735"/>
              <a:ext cx="299901" cy="301874"/>
            </a:xfrm>
            <a:prstGeom prst="rect">
              <a:avLst/>
            </a:prstGeom>
          </p:spPr>
        </p:pic>
      </p:grpSp>
      <p:grpSp>
        <p:nvGrpSpPr>
          <p:cNvPr id="46" name="Group 45">
            <a:extLst>
              <a:ext uri="{FF2B5EF4-FFF2-40B4-BE49-F238E27FC236}">
                <a16:creationId xmlns:a16="http://schemas.microsoft.com/office/drawing/2014/main" id="{13A77FC8-2D32-4ED8-BF72-45C19410C333}"/>
              </a:ext>
            </a:extLst>
          </p:cNvPr>
          <p:cNvGrpSpPr/>
          <p:nvPr/>
        </p:nvGrpSpPr>
        <p:grpSpPr>
          <a:xfrm>
            <a:off x="6777428" y="2394375"/>
            <a:ext cx="919348" cy="1949206"/>
            <a:chOff x="9599916" y="3111742"/>
            <a:chExt cx="919348" cy="1949206"/>
          </a:xfrm>
        </p:grpSpPr>
        <p:pic>
          <p:nvPicPr>
            <p:cNvPr id="47" name="Graphic 46">
              <a:extLst>
                <a:ext uri="{FF2B5EF4-FFF2-40B4-BE49-F238E27FC236}">
                  <a16:creationId xmlns:a16="http://schemas.microsoft.com/office/drawing/2014/main" id="{7F07055E-0E6A-4F25-B365-72FD065A97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2462648">
              <a:off x="9725076" y="3986355"/>
              <a:ext cx="323506" cy="1074593"/>
            </a:xfrm>
            <a:prstGeom prst="rect">
              <a:avLst/>
            </a:prstGeom>
          </p:spPr>
        </p:pic>
        <p:pic>
          <p:nvPicPr>
            <p:cNvPr id="48" name="Graphic 47">
              <a:extLst>
                <a:ext uri="{FF2B5EF4-FFF2-40B4-BE49-F238E27FC236}">
                  <a16:creationId xmlns:a16="http://schemas.microsoft.com/office/drawing/2014/main" id="{1A5842E8-756C-4FE9-A26C-DA5B8580D6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8660229">
              <a:off x="9599916" y="3111742"/>
              <a:ext cx="416593" cy="1184450"/>
            </a:xfrm>
            <a:prstGeom prst="rect">
              <a:avLst/>
            </a:prstGeom>
          </p:spPr>
        </p:pic>
        <p:pic>
          <p:nvPicPr>
            <p:cNvPr id="49" name="Graphic 48">
              <a:extLst>
                <a:ext uri="{FF2B5EF4-FFF2-40B4-BE49-F238E27FC236}">
                  <a16:creationId xmlns:a16="http://schemas.microsoft.com/office/drawing/2014/main" id="{E9F2DE6B-7F27-457D-ADFD-1ECC36106F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43138">
              <a:off x="10195758" y="3112312"/>
              <a:ext cx="323506" cy="1074593"/>
            </a:xfrm>
            <a:prstGeom prst="rect">
              <a:avLst/>
            </a:prstGeom>
          </p:spPr>
        </p:pic>
        <p:pic>
          <p:nvPicPr>
            <p:cNvPr id="50" name="Graphic 49">
              <a:extLst>
                <a:ext uri="{FF2B5EF4-FFF2-40B4-BE49-F238E27FC236}">
                  <a16:creationId xmlns:a16="http://schemas.microsoft.com/office/drawing/2014/main" id="{020E2CE8-421C-49B5-8F0F-33908BC68E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61915" y="3950335"/>
              <a:ext cx="299901" cy="301874"/>
            </a:xfrm>
            <a:prstGeom prst="rect">
              <a:avLst/>
            </a:prstGeom>
          </p:spPr>
        </p:pic>
      </p:grpSp>
      <p:sp>
        <p:nvSpPr>
          <p:cNvPr id="69" name="TextBox 68">
            <a:extLst>
              <a:ext uri="{FF2B5EF4-FFF2-40B4-BE49-F238E27FC236}">
                <a16:creationId xmlns:a16="http://schemas.microsoft.com/office/drawing/2014/main" id="{9FFA31AE-2B08-4A17-9F2A-2D37E12003EF}"/>
              </a:ext>
            </a:extLst>
          </p:cNvPr>
          <p:cNvSpPr txBox="1"/>
          <p:nvPr/>
        </p:nvSpPr>
        <p:spPr>
          <a:xfrm>
            <a:off x="2712005" y="2283907"/>
            <a:ext cx="592667" cy="369332"/>
          </a:xfrm>
          <a:prstGeom prst="rect">
            <a:avLst/>
          </a:prstGeom>
          <a:noFill/>
        </p:spPr>
        <p:txBody>
          <a:bodyPr wrap="square" rtlCol="0">
            <a:spAutoFit/>
          </a:bodyPr>
          <a:lstStyle/>
          <a:p>
            <a:r>
              <a:rPr lang="en-US" dirty="0">
                <a:solidFill>
                  <a:schemeClr val="bg1"/>
                </a:solidFill>
              </a:rPr>
              <a:t>1</a:t>
            </a:r>
          </a:p>
        </p:txBody>
      </p:sp>
      <p:sp>
        <p:nvSpPr>
          <p:cNvPr id="70" name="TextBox 69">
            <a:extLst>
              <a:ext uri="{FF2B5EF4-FFF2-40B4-BE49-F238E27FC236}">
                <a16:creationId xmlns:a16="http://schemas.microsoft.com/office/drawing/2014/main" id="{3D61102E-C41B-4CD6-81D9-25D89ABE7E89}"/>
              </a:ext>
            </a:extLst>
          </p:cNvPr>
          <p:cNvSpPr txBox="1"/>
          <p:nvPr/>
        </p:nvSpPr>
        <p:spPr>
          <a:xfrm>
            <a:off x="1986684" y="3192124"/>
            <a:ext cx="592667" cy="369332"/>
          </a:xfrm>
          <a:prstGeom prst="rect">
            <a:avLst/>
          </a:prstGeom>
          <a:noFill/>
        </p:spPr>
        <p:txBody>
          <a:bodyPr wrap="square" rtlCol="0">
            <a:spAutoFit/>
          </a:bodyPr>
          <a:lstStyle/>
          <a:p>
            <a:r>
              <a:rPr lang="en-US" dirty="0">
                <a:solidFill>
                  <a:schemeClr val="bg1"/>
                </a:solidFill>
              </a:rPr>
              <a:t>2</a:t>
            </a:r>
          </a:p>
        </p:txBody>
      </p:sp>
      <p:sp>
        <p:nvSpPr>
          <p:cNvPr id="71" name="TextBox 70">
            <a:extLst>
              <a:ext uri="{FF2B5EF4-FFF2-40B4-BE49-F238E27FC236}">
                <a16:creationId xmlns:a16="http://schemas.microsoft.com/office/drawing/2014/main" id="{F9B6709A-F8DD-4FC8-8E8F-F97471570241}"/>
              </a:ext>
            </a:extLst>
          </p:cNvPr>
          <p:cNvSpPr txBox="1"/>
          <p:nvPr/>
        </p:nvSpPr>
        <p:spPr>
          <a:xfrm>
            <a:off x="4340065" y="3017261"/>
            <a:ext cx="592667" cy="369332"/>
          </a:xfrm>
          <a:prstGeom prst="rect">
            <a:avLst/>
          </a:prstGeom>
          <a:noFill/>
        </p:spPr>
        <p:txBody>
          <a:bodyPr wrap="square" rtlCol="0">
            <a:spAutoFit/>
          </a:bodyPr>
          <a:lstStyle/>
          <a:p>
            <a:r>
              <a:rPr lang="en-US" dirty="0">
                <a:solidFill>
                  <a:schemeClr val="bg1"/>
                </a:solidFill>
              </a:rPr>
              <a:t>3</a:t>
            </a:r>
          </a:p>
        </p:txBody>
      </p:sp>
      <p:sp>
        <p:nvSpPr>
          <p:cNvPr id="72" name="TextBox 71">
            <a:extLst>
              <a:ext uri="{FF2B5EF4-FFF2-40B4-BE49-F238E27FC236}">
                <a16:creationId xmlns:a16="http://schemas.microsoft.com/office/drawing/2014/main" id="{4807241E-A57D-46B1-B157-F3A08E5CE469}"/>
              </a:ext>
            </a:extLst>
          </p:cNvPr>
          <p:cNvSpPr txBox="1"/>
          <p:nvPr/>
        </p:nvSpPr>
        <p:spPr>
          <a:xfrm>
            <a:off x="4542289" y="3796164"/>
            <a:ext cx="592667" cy="369332"/>
          </a:xfrm>
          <a:prstGeom prst="rect">
            <a:avLst/>
          </a:prstGeom>
          <a:noFill/>
        </p:spPr>
        <p:txBody>
          <a:bodyPr wrap="square" rtlCol="0">
            <a:spAutoFit/>
          </a:bodyPr>
          <a:lstStyle/>
          <a:p>
            <a:r>
              <a:rPr lang="en-US" dirty="0">
                <a:solidFill>
                  <a:schemeClr val="bg1"/>
                </a:solidFill>
              </a:rPr>
              <a:t>4</a:t>
            </a:r>
          </a:p>
        </p:txBody>
      </p:sp>
      <p:sp>
        <p:nvSpPr>
          <p:cNvPr id="73" name="TextBox 72">
            <a:extLst>
              <a:ext uri="{FF2B5EF4-FFF2-40B4-BE49-F238E27FC236}">
                <a16:creationId xmlns:a16="http://schemas.microsoft.com/office/drawing/2014/main" id="{16458884-FAE9-44E8-9808-936A19092EA4}"/>
              </a:ext>
            </a:extLst>
          </p:cNvPr>
          <p:cNvSpPr txBox="1"/>
          <p:nvPr/>
        </p:nvSpPr>
        <p:spPr>
          <a:xfrm>
            <a:off x="8495028" y="2898851"/>
            <a:ext cx="592667" cy="369332"/>
          </a:xfrm>
          <a:prstGeom prst="rect">
            <a:avLst/>
          </a:prstGeom>
          <a:noFill/>
        </p:spPr>
        <p:txBody>
          <a:bodyPr wrap="square" rtlCol="0">
            <a:spAutoFit/>
          </a:bodyPr>
          <a:lstStyle/>
          <a:p>
            <a:r>
              <a:rPr lang="en-US" dirty="0">
                <a:solidFill>
                  <a:schemeClr val="bg1"/>
                </a:solidFill>
              </a:rPr>
              <a:t>5</a:t>
            </a:r>
          </a:p>
        </p:txBody>
      </p:sp>
      <p:sp>
        <p:nvSpPr>
          <p:cNvPr id="74" name="TextBox 73">
            <a:extLst>
              <a:ext uri="{FF2B5EF4-FFF2-40B4-BE49-F238E27FC236}">
                <a16:creationId xmlns:a16="http://schemas.microsoft.com/office/drawing/2014/main" id="{0941E646-B715-4DC5-84C7-F03AD775233D}"/>
              </a:ext>
            </a:extLst>
          </p:cNvPr>
          <p:cNvSpPr txBox="1"/>
          <p:nvPr/>
        </p:nvSpPr>
        <p:spPr>
          <a:xfrm>
            <a:off x="10094629" y="2608273"/>
            <a:ext cx="592667" cy="369332"/>
          </a:xfrm>
          <a:prstGeom prst="rect">
            <a:avLst/>
          </a:prstGeom>
          <a:noFill/>
        </p:spPr>
        <p:txBody>
          <a:bodyPr wrap="square" rtlCol="0">
            <a:spAutoFit/>
          </a:bodyPr>
          <a:lstStyle/>
          <a:p>
            <a:r>
              <a:rPr lang="en-US" dirty="0">
                <a:solidFill>
                  <a:schemeClr val="bg1"/>
                </a:solidFill>
              </a:rPr>
              <a:t>6</a:t>
            </a:r>
          </a:p>
        </p:txBody>
      </p:sp>
      <p:sp>
        <p:nvSpPr>
          <p:cNvPr id="75" name="TextBox 74">
            <a:extLst>
              <a:ext uri="{FF2B5EF4-FFF2-40B4-BE49-F238E27FC236}">
                <a16:creationId xmlns:a16="http://schemas.microsoft.com/office/drawing/2014/main" id="{B1EBFCCF-2975-47AE-B913-F2E7BB9B109C}"/>
              </a:ext>
            </a:extLst>
          </p:cNvPr>
          <p:cNvSpPr txBox="1"/>
          <p:nvPr/>
        </p:nvSpPr>
        <p:spPr>
          <a:xfrm>
            <a:off x="7701023" y="2706603"/>
            <a:ext cx="592667" cy="369332"/>
          </a:xfrm>
          <a:prstGeom prst="rect">
            <a:avLst/>
          </a:prstGeom>
          <a:noFill/>
        </p:spPr>
        <p:txBody>
          <a:bodyPr wrap="square" rtlCol="0">
            <a:spAutoFit/>
          </a:bodyPr>
          <a:lstStyle/>
          <a:p>
            <a:r>
              <a:rPr lang="en-US" dirty="0">
                <a:solidFill>
                  <a:schemeClr val="bg1"/>
                </a:solidFill>
              </a:rPr>
              <a:t>7</a:t>
            </a:r>
          </a:p>
        </p:txBody>
      </p:sp>
      <p:sp>
        <p:nvSpPr>
          <p:cNvPr id="98" name="TextBox 97">
            <a:extLst>
              <a:ext uri="{FF2B5EF4-FFF2-40B4-BE49-F238E27FC236}">
                <a16:creationId xmlns:a16="http://schemas.microsoft.com/office/drawing/2014/main" id="{26A38352-F779-45CF-B3B9-691AFC65B5FD}"/>
              </a:ext>
            </a:extLst>
          </p:cNvPr>
          <p:cNvSpPr txBox="1"/>
          <p:nvPr/>
        </p:nvSpPr>
        <p:spPr>
          <a:xfrm>
            <a:off x="3001289" y="4045914"/>
            <a:ext cx="592667" cy="369332"/>
          </a:xfrm>
          <a:prstGeom prst="rect">
            <a:avLst/>
          </a:prstGeom>
          <a:noFill/>
        </p:spPr>
        <p:txBody>
          <a:bodyPr wrap="square" rtlCol="0">
            <a:spAutoFit/>
          </a:bodyPr>
          <a:lstStyle/>
          <a:p>
            <a:r>
              <a:rPr lang="en-US" dirty="0">
                <a:solidFill>
                  <a:schemeClr val="bg1"/>
                </a:solidFill>
              </a:rPr>
              <a:t>3</a:t>
            </a:r>
          </a:p>
        </p:txBody>
      </p:sp>
      <p:sp>
        <p:nvSpPr>
          <p:cNvPr id="99" name="TextBox 98">
            <a:extLst>
              <a:ext uri="{FF2B5EF4-FFF2-40B4-BE49-F238E27FC236}">
                <a16:creationId xmlns:a16="http://schemas.microsoft.com/office/drawing/2014/main" id="{5DBC9599-D872-4A88-904B-EE3662F17C7B}"/>
              </a:ext>
            </a:extLst>
          </p:cNvPr>
          <p:cNvSpPr txBox="1"/>
          <p:nvPr/>
        </p:nvSpPr>
        <p:spPr>
          <a:xfrm>
            <a:off x="6590126" y="2726885"/>
            <a:ext cx="592667" cy="369332"/>
          </a:xfrm>
          <a:prstGeom prst="rect">
            <a:avLst/>
          </a:prstGeom>
          <a:noFill/>
        </p:spPr>
        <p:txBody>
          <a:bodyPr wrap="square" rtlCol="0">
            <a:spAutoFit/>
          </a:bodyPr>
          <a:lstStyle/>
          <a:p>
            <a:r>
              <a:rPr lang="en-US" dirty="0">
                <a:solidFill>
                  <a:schemeClr val="bg1"/>
                </a:solidFill>
              </a:rPr>
              <a:t>4</a:t>
            </a:r>
          </a:p>
        </p:txBody>
      </p:sp>
      <p:sp>
        <p:nvSpPr>
          <p:cNvPr id="100" name="TextBox 99">
            <a:extLst>
              <a:ext uri="{FF2B5EF4-FFF2-40B4-BE49-F238E27FC236}">
                <a16:creationId xmlns:a16="http://schemas.microsoft.com/office/drawing/2014/main" id="{C0750224-E1A7-4B47-BC79-FE4D996DEB71}"/>
              </a:ext>
            </a:extLst>
          </p:cNvPr>
          <p:cNvSpPr txBox="1"/>
          <p:nvPr/>
        </p:nvSpPr>
        <p:spPr>
          <a:xfrm>
            <a:off x="5488536" y="2945474"/>
            <a:ext cx="592667" cy="369332"/>
          </a:xfrm>
          <a:prstGeom prst="rect">
            <a:avLst/>
          </a:prstGeom>
          <a:noFill/>
        </p:spPr>
        <p:txBody>
          <a:bodyPr wrap="square" rtlCol="0">
            <a:spAutoFit/>
          </a:bodyPr>
          <a:lstStyle/>
          <a:p>
            <a:r>
              <a:rPr lang="en-US" dirty="0">
                <a:solidFill>
                  <a:schemeClr val="bg1"/>
                </a:solidFill>
              </a:rPr>
              <a:t>5</a:t>
            </a:r>
          </a:p>
        </p:txBody>
      </p:sp>
      <p:sp>
        <p:nvSpPr>
          <p:cNvPr id="101" name="TextBox 100">
            <a:extLst>
              <a:ext uri="{FF2B5EF4-FFF2-40B4-BE49-F238E27FC236}">
                <a16:creationId xmlns:a16="http://schemas.microsoft.com/office/drawing/2014/main" id="{7ED2C8E4-EB76-4B85-A53D-3836B39CEDEA}"/>
              </a:ext>
            </a:extLst>
          </p:cNvPr>
          <p:cNvSpPr txBox="1"/>
          <p:nvPr/>
        </p:nvSpPr>
        <p:spPr>
          <a:xfrm>
            <a:off x="9468587" y="3990258"/>
            <a:ext cx="592667" cy="369332"/>
          </a:xfrm>
          <a:prstGeom prst="rect">
            <a:avLst/>
          </a:prstGeom>
          <a:noFill/>
        </p:spPr>
        <p:txBody>
          <a:bodyPr wrap="square" rtlCol="0">
            <a:spAutoFit/>
          </a:bodyPr>
          <a:lstStyle/>
          <a:p>
            <a:r>
              <a:rPr lang="en-US" dirty="0">
                <a:solidFill>
                  <a:schemeClr val="bg1"/>
                </a:solidFill>
              </a:rPr>
              <a:t>7</a:t>
            </a:r>
          </a:p>
        </p:txBody>
      </p:sp>
      <p:sp>
        <p:nvSpPr>
          <p:cNvPr id="102" name="TextBox 101">
            <a:extLst>
              <a:ext uri="{FF2B5EF4-FFF2-40B4-BE49-F238E27FC236}">
                <a16:creationId xmlns:a16="http://schemas.microsoft.com/office/drawing/2014/main" id="{B927FBE9-F5BA-4633-94C7-408E93A077BD}"/>
              </a:ext>
            </a:extLst>
          </p:cNvPr>
          <p:cNvSpPr txBox="1"/>
          <p:nvPr/>
        </p:nvSpPr>
        <p:spPr>
          <a:xfrm>
            <a:off x="7086336" y="3907137"/>
            <a:ext cx="592667" cy="369332"/>
          </a:xfrm>
          <a:prstGeom prst="rect">
            <a:avLst/>
          </a:prstGeom>
          <a:noFill/>
        </p:spPr>
        <p:txBody>
          <a:bodyPr wrap="square" rtlCol="0">
            <a:spAutoFit/>
          </a:bodyPr>
          <a:lstStyle/>
          <a:p>
            <a:r>
              <a:rPr lang="en-US" dirty="0">
                <a:solidFill>
                  <a:schemeClr val="bg1"/>
                </a:solidFill>
              </a:rPr>
              <a:t>8</a:t>
            </a:r>
          </a:p>
        </p:txBody>
      </p:sp>
      <p:sp>
        <p:nvSpPr>
          <p:cNvPr id="35" name="Oval 34">
            <a:extLst>
              <a:ext uri="{FF2B5EF4-FFF2-40B4-BE49-F238E27FC236}">
                <a16:creationId xmlns:a16="http://schemas.microsoft.com/office/drawing/2014/main" id="{27A0229F-5FD4-48E8-9E20-BE14FD258705}"/>
              </a:ext>
            </a:extLst>
          </p:cNvPr>
          <p:cNvSpPr/>
          <p:nvPr/>
        </p:nvSpPr>
        <p:spPr>
          <a:xfrm>
            <a:off x="2820158" y="3368424"/>
            <a:ext cx="871778" cy="1143094"/>
          </a:xfrm>
          <a:prstGeom prst="ellipse">
            <a:avLst/>
          </a:prstGeom>
          <a:noFill/>
          <a:ln w="381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Oval 35">
            <a:extLst>
              <a:ext uri="{FF2B5EF4-FFF2-40B4-BE49-F238E27FC236}">
                <a16:creationId xmlns:a16="http://schemas.microsoft.com/office/drawing/2014/main" id="{E602A951-A6C1-4844-8609-E9E8D198286A}"/>
              </a:ext>
            </a:extLst>
          </p:cNvPr>
          <p:cNvSpPr/>
          <p:nvPr/>
        </p:nvSpPr>
        <p:spPr>
          <a:xfrm>
            <a:off x="4127922" y="2302279"/>
            <a:ext cx="871778" cy="1143094"/>
          </a:xfrm>
          <a:prstGeom prst="ellipse">
            <a:avLst/>
          </a:prstGeom>
          <a:noFill/>
          <a:ln w="381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47150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3446304" y="205983"/>
            <a:ext cx="5299391"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Constraint Graph</a:t>
            </a:r>
          </a:p>
        </p:txBody>
      </p:sp>
      <p:grpSp>
        <p:nvGrpSpPr>
          <p:cNvPr id="17" name="Group 16">
            <a:extLst>
              <a:ext uri="{FF2B5EF4-FFF2-40B4-BE49-F238E27FC236}">
                <a16:creationId xmlns:a16="http://schemas.microsoft.com/office/drawing/2014/main" id="{76FA11B2-D2F5-4B81-935E-24EADE6CD286}"/>
              </a:ext>
            </a:extLst>
          </p:cNvPr>
          <p:cNvGrpSpPr/>
          <p:nvPr/>
        </p:nvGrpSpPr>
        <p:grpSpPr>
          <a:xfrm>
            <a:off x="4387283" y="2337144"/>
            <a:ext cx="1610746" cy="2234511"/>
            <a:chOff x="5661963" y="2687844"/>
            <a:chExt cx="1610746" cy="2234511"/>
          </a:xfrm>
        </p:grpSpPr>
        <p:pic>
          <p:nvPicPr>
            <p:cNvPr id="6" name="Graphic 5">
              <a:extLst>
                <a:ext uri="{FF2B5EF4-FFF2-40B4-BE49-F238E27FC236}">
                  <a16:creationId xmlns:a16="http://schemas.microsoft.com/office/drawing/2014/main" id="{69F06792-D20A-4402-B886-6969F8A4C8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668122">
              <a:off x="5661963" y="2687844"/>
              <a:ext cx="416593" cy="1184450"/>
            </a:xfrm>
            <a:prstGeom prst="rect">
              <a:avLst/>
            </a:prstGeom>
          </p:spPr>
        </p:pic>
        <p:pic>
          <p:nvPicPr>
            <p:cNvPr id="10" name="Graphic 9">
              <a:extLst>
                <a:ext uri="{FF2B5EF4-FFF2-40B4-BE49-F238E27FC236}">
                  <a16:creationId xmlns:a16="http://schemas.microsoft.com/office/drawing/2014/main" id="{51135150-B116-44DE-81E5-3504A4992F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474688" y="3212192"/>
              <a:ext cx="419334" cy="1176709"/>
            </a:xfrm>
            <a:prstGeom prst="rect">
              <a:avLst/>
            </a:prstGeom>
          </p:spPr>
        </p:pic>
        <p:pic>
          <p:nvPicPr>
            <p:cNvPr id="11" name="Graphic 10">
              <a:extLst>
                <a:ext uri="{FF2B5EF4-FFF2-40B4-BE49-F238E27FC236}">
                  <a16:creationId xmlns:a16="http://schemas.microsoft.com/office/drawing/2014/main" id="{1BB620FB-8425-42ED-A586-F930D00F11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8660229">
              <a:off x="6201340" y="3737905"/>
              <a:ext cx="416593" cy="1184450"/>
            </a:xfrm>
            <a:prstGeom prst="rect">
              <a:avLst/>
            </a:prstGeom>
          </p:spPr>
        </p:pic>
        <p:pic>
          <p:nvPicPr>
            <p:cNvPr id="13" name="Graphic 12">
              <a:extLst>
                <a:ext uri="{FF2B5EF4-FFF2-40B4-BE49-F238E27FC236}">
                  <a16:creationId xmlns:a16="http://schemas.microsoft.com/office/drawing/2014/main" id="{5FFFF8E6-D742-4835-B63B-0EE34A2A9AA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46049" y="3649610"/>
              <a:ext cx="299901" cy="301874"/>
            </a:xfrm>
            <a:prstGeom prst="rect">
              <a:avLst/>
            </a:prstGeom>
          </p:spPr>
        </p:pic>
      </p:grpSp>
      <p:grpSp>
        <p:nvGrpSpPr>
          <p:cNvPr id="5" name="Group 4">
            <a:extLst>
              <a:ext uri="{FF2B5EF4-FFF2-40B4-BE49-F238E27FC236}">
                <a16:creationId xmlns:a16="http://schemas.microsoft.com/office/drawing/2014/main" id="{1A71BC62-9609-429D-A5BB-EA7314427B0F}"/>
              </a:ext>
            </a:extLst>
          </p:cNvPr>
          <p:cNvGrpSpPr/>
          <p:nvPr/>
        </p:nvGrpSpPr>
        <p:grpSpPr>
          <a:xfrm>
            <a:off x="1964318" y="2313571"/>
            <a:ext cx="1497053" cy="2173091"/>
            <a:chOff x="460638" y="1828328"/>
            <a:chExt cx="1497053" cy="2173091"/>
          </a:xfrm>
        </p:grpSpPr>
        <p:pic>
          <p:nvPicPr>
            <p:cNvPr id="19" name="Graphic 18">
              <a:extLst>
                <a:ext uri="{FF2B5EF4-FFF2-40B4-BE49-F238E27FC236}">
                  <a16:creationId xmlns:a16="http://schemas.microsoft.com/office/drawing/2014/main" id="{6EF767CE-708D-44C7-813A-52C345F515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577594">
              <a:off x="1541098" y="2816969"/>
              <a:ext cx="416593" cy="1184450"/>
            </a:xfrm>
            <a:prstGeom prst="rect">
              <a:avLst/>
            </a:prstGeom>
          </p:spPr>
        </p:pic>
        <p:pic>
          <p:nvPicPr>
            <p:cNvPr id="20" name="Graphic 19">
              <a:extLst>
                <a:ext uri="{FF2B5EF4-FFF2-40B4-BE49-F238E27FC236}">
                  <a16:creationId xmlns:a16="http://schemas.microsoft.com/office/drawing/2014/main" id="{7E07C160-2350-4F70-8021-31D8C86BD2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90193" y="1828328"/>
              <a:ext cx="323506" cy="1074593"/>
            </a:xfrm>
            <a:prstGeom prst="rect">
              <a:avLst/>
            </a:prstGeom>
          </p:spPr>
        </p:pic>
        <p:pic>
          <p:nvPicPr>
            <p:cNvPr id="21" name="Graphic 20">
              <a:extLst>
                <a:ext uri="{FF2B5EF4-FFF2-40B4-BE49-F238E27FC236}">
                  <a16:creationId xmlns:a16="http://schemas.microsoft.com/office/drawing/2014/main" id="{DA9643E5-7D7F-426B-B571-BC5ADCB4FF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5121067">
              <a:off x="831606" y="2499883"/>
              <a:ext cx="325634" cy="1067570"/>
            </a:xfrm>
            <a:prstGeom prst="rect">
              <a:avLst/>
            </a:prstGeom>
          </p:spPr>
        </p:pic>
        <p:pic>
          <p:nvPicPr>
            <p:cNvPr id="22" name="Graphic 21">
              <a:extLst>
                <a:ext uri="{FF2B5EF4-FFF2-40B4-BE49-F238E27FC236}">
                  <a16:creationId xmlns:a16="http://schemas.microsoft.com/office/drawing/2014/main" id="{B4776E76-02F4-4614-BA0D-7D03750EFB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90193" y="2735611"/>
              <a:ext cx="299901" cy="301874"/>
            </a:xfrm>
            <a:prstGeom prst="rect">
              <a:avLst/>
            </a:prstGeom>
          </p:spPr>
        </p:pic>
      </p:grpSp>
      <p:grpSp>
        <p:nvGrpSpPr>
          <p:cNvPr id="4" name="Group 3">
            <a:extLst>
              <a:ext uri="{FF2B5EF4-FFF2-40B4-BE49-F238E27FC236}">
                <a16:creationId xmlns:a16="http://schemas.microsoft.com/office/drawing/2014/main" id="{8994F186-C252-4162-B994-9463ACDEE177}"/>
              </a:ext>
            </a:extLst>
          </p:cNvPr>
          <p:cNvGrpSpPr/>
          <p:nvPr/>
        </p:nvGrpSpPr>
        <p:grpSpPr>
          <a:xfrm>
            <a:off x="8555630" y="2395478"/>
            <a:ext cx="1592799" cy="2017161"/>
            <a:chOff x="1975135" y="2925032"/>
            <a:chExt cx="1592799" cy="2017161"/>
          </a:xfrm>
        </p:grpSpPr>
        <p:pic>
          <p:nvPicPr>
            <p:cNvPr id="24" name="Graphic 23">
              <a:extLst>
                <a:ext uri="{FF2B5EF4-FFF2-40B4-BE49-F238E27FC236}">
                  <a16:creationId xmlns:a16="http://schemas.microsoft.com/office/drawing/2014/main" id="{DA32A496-DB5E-45EB-9BD5-7AD7E6E5B7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2353823" y="3341317"/>
              <a:ext cx="419334" cy="1176709"/>
            </a:xfrm>
            <a:prstGeom prst="rect">
              <a:avLst/>
            </a:prstGeom>
          </p:spPr>
        </p:pic>
        <p:pic>
          <p:nvPicPr>
            <p:cNvPr id="27" name="Graphic 26">
              <a:extLst>
                <a:ext uri="{FF2B5EF4-FFF2-40B4-BE49-F238E27FC236}">
                  <a16:creationId xmlns:a16="http://schemas.microsoft.com/office/drawing/2014/main" id="{C65C538E-438E-4F48-972D-FB9D39ECA7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55833">
              <a:off x="3244428" y="2925032"/>
              <a:ext cx="323506" cy="1074593"/>
            </a:xfrm>
            <a:prstGeom prst="rect">
              <a:avLst/>
            </a:prstGeom>
          </p:spPr>
        </p:pic>
        <p:pic>
          <p:nvPicPr>
            <p:cNvPr id="28" name="Graphic 27">
              <a:extLst>
                <a:ext uri="{FF2B5EF4-FFF2-40B4-BE49-F238E27FC236}">
                  <a16:creationId xmlns:a16="http://schemas.microsoft.com/office/drawing/2014/main" id="{0E2E87A8-B0D1-4F82-8B06-AED3CD0547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43138">
              <a:off x="2676317" y="3867600"/>
              <a:ext cx="323506" cy="1074593"/>
            </a:xfrm>
            <a:prstGeom prst="rect">
              <a:avLst/>
            </a:prstGeom>
          </p:spPr>
        </p:pic>
        <p:pic>
          <p:nvPicPr>
            <p:cNvPr id="29" name="Graphic 28">
              <a:extLst>
                <a:ext uri="{FF2B5EF4-FFF2-40B4-BE49-F238E27FC236}">
                  <a16:creationId xmlns:a16="http://schemas.microsoft.com/office/drawing/2014/main" id="{CA3EC933-BDCA-4373-8F36-1970F5C35D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1894" y="3778735"/>
              <a:ext cx="299901" cy="301874"/>
            </a:xfrm>
            <a:prstGeom prst="rect">
              <a:avLst/>
            </a:prstGeom>
          </p:spPr>
        </p:pic>
      </p:grpSp>
      <p:grpSp>
        <p:nvGrpSpPr>
          <p:cNvPr id="46" name="Group 45">
            <a:extLst>
              <a:ext uri="{FF2B5EF4-FFF2-40B4-BE49-F238E27FC236}">
                <a16:creationId xmlns:a16="http://schemas.microsoft.com/office/drawing/2014/main" id="{13A77FC8-2D32-4ED8-BF72-45C19410C333}"/>
              </a:ext>
            </a:extLst>
          </p:cNvPr>
          <p:cNvGrpSpPr/>
          <p:nvPr/>
        </p:nvGrpSpPr>
        <p:grpSpPr>
          <a:xfrm>
            <a:off x="6777428" y="2394375"/>
            <a:ext cx="919348" cy="1949206"/>
            <a:chOff x="9599916" y="3111742"/>
            <a:chExt cx="919348" cy="1949206"/>
          </a:xfrm>
        </p:grpSpPr>
        <p:pic>
          <p:nvPicPr>
            <p:cNvPr id="47" name="Graphic 46">
              <a:extLst>
                <a:ext uri="{FF2B5EF4-FFF2-40B4-BE49-F238E27FC236}">
                  <a16:creationId xmlns:a16="http://schemas.microsoft.com/office/drawing/2014/main" id="{7F07055E-0E6A-4F25-B365-72FD065A97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2462648">
              <a:off x="9725076" y="3986355"/>
              <a:ext cx="323506" cy="1074593"/>
            </a:xfrm>
            <a:prstGeom prst="rect">
              <a:avLst/>
            </a:prstGeom>
          </p:spPr>
        </p:pic>
        <p:pic>
          <p:nvPicPr>
            <p:cNvPr id="48" name="Graphic 47">
              <a:extLst>
                <a:ext uri="{FF2B5EF4-FFF2-40B4-BE49-F238E27FC236}">
                  <a16:creationId xmlns:a16="http://schemas.microsoft.com/office/drawing/2014/main" id="{1A5842E8-756C-4FE9-A26C-DA5B8580D6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8660229">
              <a:off x="9599916" y="3111742"/>
              <a:ext cx="416593" cy="1184450"/>
            </a:xfrm>
            <a:prstGeom prst="rect">
              <a:avLst/>
            </a:prstGeom>
          </p:spPr>
        </p:pic>
        <p:pic>
          <p:nvPicPr>
            <p:cNvPr id="49" name="Graphic 48">
              <a:extLst>
                <a:ext uri="{FF2B5EF4-FFF2-40B4-BE49-F238E27FC236}">
                  <a16:creationId xmlns:a16="http://schemas.microsoft.com/office/drawing/2014/main" id="{E9F2DE6B-7F27-457D-ADFD-1ECC36106F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43138">
              <a:off x="10195758" y="3112312"/>
              <a:ext cx="323506" cy="1074593"/>
            </a:xfrm>
            <a:prstGeom prst="rect">
              <a:avLst/>
            </a:prstGeom>
          </p:spPr>
        </p:pic>
        <p:pic>
          <p:nvPicPr>
            <p:cNvPr id="50" name="Graphic 49">
              <a:extLst>
                <a:ext uri="{FF2B5EF4-FFF2-40B4-BE49-F238E27FC236}">
                  <a16:creationId xmlns:a16="http://schemas.microsoft.com/office/drawing/2014/main" id="{020E2CE8-421C-49B5-8F0F-33908BC68E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61915" y="3950335"/>
              <a:ext cx="299901" cy="301874"/>
            </a:xfrm>
            <a:prstGeom prst="rect">
              <a:avLst/>
            </a:prstGeom>
          </p:spPr>
        </p:pic>
      </p:grpSp>
      <p:sp>
        <p:nvSpPr>
          <p:cNvPr id="69" name="TextBox 68">
            <a:extLst>
              <a:ext uri="{FF2B5EF4-FFF2-40B4-BE49-F238E27FC236}">
                <a16:creationId xmlns:a16="http://schemas.microsoft.com/office/drawing/2014/main" id="{9FFA31AE-2B08-4A17-9F2A-2D37E12003EF}"/>
              </a:ext>
            </a:extLst>
          </p:cNvPr>
          <p:cNvSpPr txBox="1"/>
          <p:nvPr/>
        </p:nvSpPr>
        <p:spPr>
          <a:xfrm>
            <a:off x="2712005" y="2283907"/>
            <a:ext cx="592667" cy="369332"/>
          </a:xfrm>
          <a:prstGeom prst="rect">
            <a:avLst/>
          </a:prstGeom>
          <a:noFill/>
        </p:spPr>
        <p:txBody>
          <a:bodyPr wrap="square" rtlCol="0">
            <a:spAutoFit/>
          </a:bodyPr>
          <a:lstStyle/>
          <a:p>
            <a:r>
              <a:rPr lang="en-US" dirty="0">
                <a:solidFill>
                  <a:schemeClr val="bg1"/>
                </a:solidFill>
              </a:rPr>
              <a:t>1</a:t>
            </a:r>
          </a:p>
        </p:txBody>
      </p:sp>
      <p:sp>
        <p:nvSpPr>
          <p:cNvPr id="70" name="TextBox 69">
            <a:extLst>
              <a:ext uri="{FF2B5EF4-FFF2-40B4-BE49-F238E27FC236}">
                <a16:creationId xmlns:a16="http://schemas.microsoft.com/office/drawing/2014/main" id="{3D61102E-C41B-4CD6-81D9-25D89ABE7E89}"/>
              </a:ext>
            </a:extLst>
          </p:cNvPr>
          <p:cNvSpPr txBox="1"/>
          <p:nvPr/>
        </p:nvSpPr>
        <p:spPr>
          <a:xfrm>
            <a:off x="1986684" y="3192124"/>
            <a:ext cx="592667" cy="369332"/>
          </a:xfrm>
          <a:prstGeom prst="rect">
            <a:avLst/>
          </a:prstGeom>
          <a:noFill/>
        </p:spPr>
        <p:txBody>
          <a:bodyPr wrap="square" rtlCol="0">
            <a:spAutoFit/>
          </a:bodyPr>
          <a:lstStyle/>
          <a:p>
            <a:r>
              <a:rPr lang="en-US" dirty="0">
                <a:solidFill>
                  <a:schemeClr val="bg1"/>
                </a:solidFill>
              </a:rPr>
              <a:t>2</a:t>
            </a:r>
          </a:p>
        </p:txBody>
      </p:sp>
      <p:sp>
        <p:nvSpPr>
          <p:cNvPr id="71" name="TextBox 70">
            <a:extLst>
              <a:ext uri="{FF2B5EF4-FFF2-40B4-BE49-F238E27FC236}">
                <a16:creationId xmlns:a16="http://schemas.microsoft.com/office/drawing/2014/main" id="{F9B6709A-F8DD-4FC8-8E8F-F97471570241}"/>
              </a:ext>
            </a:extLst>
          </p:cNvPr>
          <p:cNvSpPr txBox="1"/>
          <p:nvPr/>
        </p:nvSpPr>
        <p:spPr>
          <a:xfrm>
            <a:off x="4340065" y="3055361"/>
            <a:ext cx="592667" cy="369332"/>
          </a:xfrm>
          <a:prstGeom prst="rect">
            <a:avLst/>
          </a:prstGeom>
          <a:noFill/>
        </p:spPr>
        <p:txBody>
          <a:bodyPr wrap="square" rtlCol="0">
            <a:spAutoFit/>
          </a:bodyPr>
          <a:lstStyle/>
          <a:p>
            <a:r>
              <a:rPr lang="en-US" dirty="0">
                <a:solidFill>
                  <a:schemeClr val="bg1"/>
                </a:solidFill>
              </a:rPr>
              <a:t>3</a:t>
            </a:r>
          </a:p>
        </p:txBody>
      </p:sp>
      <p:sp>
        <p:nvSpPr>
          <p:cNvPr id="72" name="TextBox 71">
            <a:extLst>
              <a:ext uri="{FF2B5EF4-FFF2-40B4-BE49-F238E27FC236}">
                <a16:creationId xmlns:a16="http://schemas.microsoft.com/office/drawing/2014/main" id="{4807241E-A57D-46B1-B157-F3A08E5CE469}"/>
              </a:ext>
            </a:extLst>
          </p:cNvPr>
          <p:cNvSpPr txBox="1"/>
          <p:nvPr/>
        </p:nvSpPr>
        <p:spPr>
          <a:xfrm>
            <a:off x="4542289" y="3796164"/>
            <a:ext cx="592667" cy="369332"/>
          </a:xfrm>
          <a:prstGeom prst="rect">
            <a:avLst/>
          </a:prstGeom>
          <a:noFill/>
        </p:spPr>
        <p:txBody>
          <a:bodyPr wrap="square" rtlCol="0">
            <a:spAutoFit/>
          </a:bodyPr>
          <a:lstStyle/>
          <a:p>
            <a:r>
              <a:rPr lang="en-US" dirty="0">
                <a:solidFill>
                  <a:schemeClr val="bg1"/>
                </a:solidFill>
              </a:rPr>
              <a:t>4</a:t>
            </a:r>
          </a:p>
        </p:txBody>
      </p:sp>
      <p:sp>
        <p:nvSpPr>
          <p:cNvPr id="73" name="TextBox 72">
            <a:extLst>
              <a:ext uri="{FF2B5EF4-FFF2-40B4-BE49-F238E27FC236}">
                <a16:creationId xmlns:a16="http://schemas.microsoft.com/office/drawing/2014/main" id="{16458884-FAE9-44E8-9808-936A19092EA4}"/>
              </a:ext>
            </a:extLst>
          </p:cNvPr>
          <p:cNvSpPr txBox="1"/>
          <p:nvPr/>
        </p:nvSpPr>
        <p:spPr>
          <a:xfrm>
            <a:off x="8495028" y="2898851"/>
            <a:ext cx="592667" cy="369332"/>
          </a:xfrm>
          <a:prstGeom prst="rect">
            <a:avLst/>
          </a:prstGeom>
          <a:noFill/>
        </p:spPr>
        <p:txBody>
          <a:bodyPr wrap="square" rtlCol="0">
            <a:spAutoFit/>
          </a:bodyPr>
          <a:lstStyle/>
          <a:p>
            <a:r>
              <a:rPr lang="en-US" dirty="0">
                <a:solidFill>
                  <a:schemeClr val="bg1"/>
                </a:solidFill>
              </a:rPr>
              <a:t>5</a:t>
            </a:r>
          </a:p>
        </p:txBody>
      </p:sp>
      <p:sp>
        <p:nvSpPr>
          <p:cNvPr id="74" name="TextBox 73">
            <a:extLst>
              <a:ext uri="{FF2B5EF4-FFF2-40B4-BE49-F238E27FC236}">
                <a16:creationId xmlns:a16="http://schemas.microsoft.com/office/drawing/2014/main" id="{0941E646-B715-4DC5-84C7-F03AD775233D}"/>
              </a:ext>
            </a:extLst>
          </p:cNvPr>
          <p:cNvSpPr txBox="1"/>
          <p:nvPr/>
        </p:nvSpPr>
        <p:spPr>
          <a:xfrm>
            <a:off x="10094629" y="2608273"/>
            <a:ext cx="592667" cy="369332"/>
          </a:xfrm>
          <a:prstGeom prst="rect">
            <a:avLst/>
          </a:prstGeom>
          <a:noFill/>
        </p:spPr>
        <p:txBody>
          <a:bodyPr wrap="square" rtlCol="0">
            <a:spAutoFit/>
          </a:bodyPr>
          <a:lstStyle/>
          <a:p>
            <a:r>
              <a:rPr lang="en-US" dirty="0">
                <a:solidFill>
                  <a:schemeClr val="bg1"/>
                </a:solidFill>
              </a:rPr>
              <a:t>6</a:t>
            </a:r>
          </a:p>
        </p:txBody>
      </p:sp>
      <p:sp>
        <p:nvSpPr>
          <p:cNvPr id="75" name="TextBox 74">
            <a:extLst>
              <a:ext uri="{FF2B5EF4-FFF2-40B4-BE49-F238E27FC236}">
                <a16:creationId xmlns:a16="http://schemas.microsoft.com/office/drawing/2014/main" id="{B1EBFCCF-2975-47AE-B913-F2E7BB9B109C}"/>
              </a:ext>
            </a:extLst>
          </p:cNvPr>
          <p:cNvSpPr txBox="1"/>
          <p:nvPr/>
        </p:nvSpPr>
        <p:spPr>
          <a:xfrm>
            <a:off x="7701023" y="2706603"/>
            <a:ext cx="592667" cy="369332"/>
          </a:xfrm>
          <a:prstGeom prst="rect">
            <a:avLst/>
          </a:prstGeom>
          <a:noFill/>
        </p:spPr>
        <p:txBody>
          <a:bodyPr wrap="square" rtlCol="0">
            <a:spAutoFit/>
          </a:bodyPr>
          <a:lstStyle/>
          <a:p>
            <a:r>
              <a:rPr lang="en-US" dirty="0">
                <a:solidFill>
                  <a:schemeClr val="bg1"/>
                </a:solidFill>
              </a:rPr>
              <a:t>7</a:t>
            </a:r>
          </a:p>
        </p:txBody>
      </p:sp>
      <p:sp>
        <p:nvSpPr>
          <p:cNvPr id="98" name="TextBox 97">
            <a:extLst>
              <a:ext uri="{FF2B5EF4-FFF2-40B4-BE49-F238E27FC236}">
                <a16:creationId xmlns:a16="http://schemas.microsoft.com/office/drawing/2014/main" id="{26A38352-F779-45CF-B3B9-691AFC65B5FD}"/>
              </a:ext>
            </a:extLst>
          </p:cNvPr>
          <p:cNvSpPr txBox="1"/>
          <p:nvPr/>
        </p:nvSpPr>
        <p:spPr>
          <a:xfrm>
            <a:off x="3001289" y="4045914"/>
            <a:ext cx="592667" cy="369332"/>
          </a:xfrm>
          <a:prstGeom prst="rect">
            <a:avLst/>
          </a:prstGeom>
          <a:noFill/>
        </p:spPr>
        <p:txBody>
          <a:bodyPr wrap="square" rtlCol="0">
            <a:spAutoFit/>
          </a:bodyPr>
          <a:lstStyle/>
          <a:p>
            <a:r>
              <a:rPr lang="en-US" dirty="0">
                <a:solidFill>
                  <a:schemeClr val="bg1"/>
                </a:solidFill>
              </a:rPr>
              <a:t>3</a:t>
            </a:r>
          </a:p>
        </p:txBody>
      </p:sp>
      <p:sp>
        <p:nvSpPr>
          <p:cNvPr id="99" name="TextBox 98">
            <a:extLst>
              <a:ext uri="{FF2B5EF4-FFF2-40B4-BE49-F238E27FC236}">
                <a16:creationId xmlns:a16="http://schemas.microsoft.com/office/drawing/2014/main" id="{5DBC9599-D872-4A88-904B-EE3662F17C7B}"/>
              </a:ext>
            </a:extLst>
          </p:cNvPr>
          <p:cNvSpPr txBox="1"/>
          <p:nvPr/>
        </p:nvSpPr>
        <p:spPr>
          <a:xfrm>
            <a:off x="6590126" y="2726885"/>
            <a:ext cx="592667" cy="369332"/>
          </a:xfrm>
          <a:prstGeom prst="rect">
            <a:avLst/>
          </a:prstGeom>
          <a:noFill/>
        </p:spPr>
        <p:txBody>
          <a:bodyPr wrap="square" rtlCol="0">
            <a:spAutoFit/>
          </a:bodyPr>
          <a:lstStyle/>
          <a:p>
            <a:r>
              <a:rPr lang="en-US" dirty="0">
                <a:solidFill>
                  <a:schemeClr val="bg1"/>
                </a:solidFill>
              </a:rPr>
              <a:t>4</a:t>
            </a:r>
          </a:p>
        </p:txBody>
      </p:sp>
      <p:sp>
        <p:nvSpPr>
          <p:cNvPr id="100" name="TextBox 99">
            <a:extLst>
              <a:ext uri="{FF2B5EF4-FFF2-40B4-BE49-F238E27FC236}">
                <a16:creationId xmlns:a16="http://schemas.microsoft.com/office/drawing/2014/main" id="{C0750224-E1A7-4B47-BC79-FE4D996DEB71}"/>
              </a:ext>
            </a:extLst>
          </p:cNvPr>
          <p:cNvSpPr txBox="1"/>
          <p:nvPr/>
        </p:nvSpPr>
        <p:spPr>
          <a:xfrm>
            <a:off x="5488536" y="2945474"/>
            <a:ext cx="592667" cy="369332"/>
          </a:xfrm>
          <a:prstGeom prst="rect">
            <a:avLst/>
          </a:prstGeom>
          <a:noFill/>
        </p:spPr>
        <p:txBody>
          <a:bodyPr wrap="square" rtlCol="0">
            <a:spAutoFit/>
          </a:bodyPr>
          <a:lstStyle/>
          <a:p>
            <a:r>
              <a:rPr lang="en-US" dirty="0">
                <a:solidFill>
                  <a:schemeClr val="bg1"/>
                </a:solidFill>
              </a:rPr>
              <a:t>5</a:t>
            </a:r>
          </a:p>
        </p:txBody>
      </p:sp>
      <p:sp>
        <p:nvSpPr>
          <p:cNvPr id="101" name="TextBox 100">
            <a:extLst>
              <a:ext uri="{FF2B5EF4-FFF2-40B4-BE49-F238E27FC236}">
                <a16:creationId xmlns:a16="http://schemas.microsoft.com/office/drawing/2014/main" id="{7ED2C8E4-EB76-4B85-A53D-3836B39CEDEA}"/>
              </a:ext>
            </a:extLst>
          </p:cNvPr>
          <p:cNvSpPr txBox="1"/>
          <p:nvPr/>
        </p:nvSpPr>
        <p:spPr>
          <a:xfrm>
            <a:off x="9468587" y="3990258"/>
            <a:ext cx="592667" cy="369332"/>
          </a:xfrm>
          <a:prstGeom prst="rect">
            <a:avLst/>
          </a:prstGeom>
          <a:noFill/>
        </p:spPr>
        <p:txBody>
          <a:bodyPr wrap="square" rtlCol="0">
            <a:spAutoFit/>
          </a:bodyPr>
          <a:lstStyle/>
          <a:p>
            <a:r>
              <a:rPr lang="en-US" dirty="0">
                <a:solidFill>
                  <a:schemeClr val="bg1"/>
                </a:solidFill>
              </a:rPr>
              <a:t>7</a:t>
            </a:r>
          </a:p>
        </p:txBody>
      </p:sp>
      <p:sp>
        <p:nvSpPr>
          <p:cNvPr id="102" name="TextBox 101">
            <a:extLst>
              <a:ext uri="{FF2B5EF4-FFF2-40B4-BE49-F238E27FC236}">
                <a16:creationId xmlns:a16="http://schemas.microsoft.com/office/drawing/2014/main" id="{B927FBE9-F5BA-4633-94C7-408E93A077BD}"/>
              </a:ext>
            </a:extLst>
          </p:cNvPr>
          <p:cNvSpPr txBox="1"/>
          <p:nvPr/>
        </p:nvSpPr>
        <p:spPr>
          <a:xfrm>
            <a:off x="7086336" y="3907137"/>
            <a:ext cx="592667" cy="369332"/>
          </a:xfrm>
          <a:prstGeom prst="rect">
            <a:avLst/>
          </a:prstGeom>
          <a:noFill/>
        </p:spPr>
        <p:txBody>
          <a:bodyPr wrap="square" rtlCol="0">
            <a:spAutoFit/>
          </a:bodyPr>
          <a:lstStyle/>
          <a:p>
            <a:r>
              <a:rPr lang="en-US" dirty="0">
                <a:solidFill>
                  <a:schemeClr val="bg1"/>
                </a:solidFill>
              </a:rPr>
              <a:t>8</a:t>
            </a:r>
          </a:p>
        </p:txBody>
      </p:sp>
    </p:spTree>
    <p:extLst>
      <p:ext uri="{BB962C8B-B14F-4D97-AF65-F5344CB8AC3E}">
        <p14:creationId xmlns:p14="http://schemas.microsoft.com/office/powerpoint/2010/main" val="302849220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7C9B492-6F68-4207-B418-EAFF224ED8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1546" y="2545816"/>
            <a:ext cx="11722099" cy="3481144"/>
          </a:xfrm>
          <a:prstGeom prst="rect">
            <a:avLst/>
          </a:prstGeom>
        </p:spPr>
      </p:pic>
      <p:grpSp>
        <p:nvGrpSpPr>
          <p:cNvPr id="5" name="Group 4">
            <a:extLst>
              <a:ext uri="{FF2B5EF4-FFF2-40B4-BE49-F238E27FC236}">
                <a16:creationId xmlns:a16="http://schemas.microsoft.com/office/drawing/2014/main" id="{BE7CBFBA-DDE6-4AF3-8E7F-DDEB65B765C1}"/>
              </a:ext>
            </a:extLst>
          </p:cNvPr>
          <p:cNvGrpSpPr/>
          <p:nvPr/>
        </p:nvGrpSpPr>
        <p:grpSpPr>
          <a:xfrm>
            <a:off x="400025" y="198955"/>
            <a:ext cx="1629638" cy="2202755"/>
            <a:chOff x="1836939" y="2200037"/>
            <a:chExt cx="1629638" cy="2202755"/>
          </a:xfrm>
        </p:grpSpPr>
        <p:pic>
          <p:nvPicPr>
            <p:cNvPr id="19" name="Graphic 18">
              <a:extLst>
                <a:ext uri="{FF2B5EF4-FFF2-40B4-BE49-F238E27FC236}">
                  <a16:creationId xmlns:a16="http://schemas.microsoft.com/office/drawing/2014/main" id="{6EF767CE-708D-44C7-813A-52C345F515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9476622">
              <a:off x="2917399" y="3218342"/>
              <a:ext cx="416593" cy="1184450"/>
            </a:xfrm>
            <a:prstGeom prst="rect">
              <a:avLst/>
            </a:prstGeom>
          </p:spPr>
        </p:pic>
        <p:pic>
          <p:nvPicPr>
            <p:cNvPr id="20" name="Graphic 19">
              <a:extLst>
                <a:ext uri="{FF2B5EF4-FFF2-40B4-BE49-F238E27FC236}">
                  <a16:creationId xmlns:a16="http://schemas.microsoft.com/office/drawing/2014/main" id="{7E07C160-2350-4F70-8021-31D8C86BD2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66494" y="2229701"/>
              <a:ext cx="323506" cy="1074593"/>
            </a:xfrm>
            <a:prstGeom prst="rect">
              <a:avLst/>
            </a:prstGeom>
          </p:spPr>
        </p:pic>
        <p:pic>
          <p:nvPicPr>
            <p:cNvPr id="21" name="Graphic 20">
              <a:extLst>
                <a:ext uri="{FF2B5EF4-FFF2-40B4-BE49-F238E27FC236}">
                  <a16:creationId xmlns:a16="http://schemas.microsoft.com/office/drawing/2014/main" id="{DA9643E5-7D7F-426B-B571-BC5ADCB4FF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5454259">
              <a:off x="2207907" y="2901256"/>
              <a:ext cx="325634" cy="1067570"/>
            </a:xfrm>
            <a:prstGeom prst="rect">
              <a:avLst/>
            </a:prstGeom>
          </p:spPr>
        </p:pic>
        <p:pic>
          <p:nvPicPr>
            <p:cNvPr id="22" name="Graphic 21">
              <a:extLst>
                <a:ext uri="{FF2B5EF4-FFF2-40B4-BE49-F238E27FC236}">
                  <a16:creationId xmlns:a16="http://schemas.microsoft.com/office/drawing/2014/main" id="{B4776E76-02F4-4614-BA0D-7D03750EFBD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66494" y="3136984"/>
              <a:ext cx="299901" cy="301874"/>
            </a:xfrm>
            <a:prstGeom prst="rect">
              <a:avLst/>
            </a:prstGeom>
          </p:spPr>
        </p:pic>
        <p:sp>
          <p:nvSpPr>
            <p:cNvPr id="69" name="TextBox 68">
              <a:extLst>
                <a:ext uri="{FF2B5EF4-FFF2-40B4-BE49-F238E27FC236}">
                  <a16:creationId xmlns:a16="http://schemas.microsoft.com/office/drawing/2014/main" id="{9FFA31AE-2B08-4A17-9F2A-2D37E12003EF}"/>
                </a:ext>
              </a:extLst>
            </p:cNvPr>
            <p:cNvSpPr txBox="1"/>
            <p:nvPr/>
          </p:nvSpPr>
          <p:spPr>
            <a:xfrm>
              <a:off x="2584626" y="2200037"/>
              <a:ext cx="592667" cy="369332"/>
            </a:xfrm>
            <a:prstGeom prst="rect">
              <a:avLst/>
            </a:prstGeom>
            <a:noFill/>
          </p:spPr>
          <p:txBody>
            <a:bodyPr wrap="square" rtlCol="0">
              <a:spAutoFit/>
            </a:bodyPr>
            <a:lstStyle/>
            <a:p>
              <a:r>
                <a:rPr lang="en-US" dirty="0">
                  <a:solidFill>
                    <a:schemeClr val="bg1"/>
                  </a:solidFill>
                </a:rPr>
                <a:t>1</a:t>
              </a:r>
            </a:p>
          </p:txBody>
        </p:sp>
        <p:sp>
          <p:nvSpPr>
            <p:cNvPr id="70" name="TextBox 69">
              <a:extLst>
                <a:ext uri="{FF2B5EF4-FFF2-40B4-BE49-F238E27FC236}">
                  <a16:creationId xmlns:a16="http://schemas.microsoft.com/office/drawing/2014/main" id="{3D61102E-C41B-4CD6-81D9-25D89ABE7E89}"/>
                </a:ext>
              </a:extLst>
            </p:cNvPr>
            <p:cNvSpPr txBox="1"/>
            <p:nvPr/>
          </p:nvSpPr>
          <p:spPr>
            <a:xfrm>
              <a:off x="1859305" y="3108254"/>
              <a:ext cx="592667" cy="369332"/>
            </a:xfrm>
            <a:prstGeom prst="rect">
              <a:avLst/>
            </a:prstGeom>
            <a:noFill/>
          </p:spPr>
          <p:txBody>
            <a:bodyPr wrap="square" rtlCol="0">
              <a:spAutoFit/>
            </a:bodyPr>
            <a:lstStyle/>
            <a:p>
              <a:r>
                <a:rPr lang="en-US" dirty="0">
                  <a:solidFill>
                    <a:schemeClr val="bg1"/>
                  </a:solidFill>
                </a:rPr>
                <a:t>2</a:t>
              </a:r>
            </a:p>
          </p:txBody>
        </p:sp>
        <p:sp>
          <p:nvSpPr>
            <p:cNvPr id="98" name="TextBox 97">
              <a:extLst>
                <a:ext uri="{FF2B5EF4-FFF2-40B4-BE49-F238E27FC236}">
                  <a16:creationId xmlns:a16="http://schemas.microsoft.com/office/drawing/2014/main" id="{26A38352-F779-45CF-B3B9-691AFC65B5FD}"/>
                </a:ext>
              </a:extLst>
            </p:cNvPr>
            <p:cNvSpPr txBox="1"/>
            <p:nvPr/>
          </p:nvSpPr>
          <p:spPr>
            <a:xfrm>
              <a:off x="2873910" y="3962044"/>
              <a:ext cx="592667" cy="369332"/>
            </a:xfrm>
            <a:prstGeom prst="rect">
              <a:avLst/>
            </a:prstGeom>
            <a:noFill/>
          </p:spPr>
          <p:txBody>
            <a:bodyPr wrap="square" rtlCol="0">
              <a:spAutoFit/>
            </a:bodyPr>
            <a:lstStyle/>
            <a:p>
              <a:r>
                <a:rPr lang="en-US" dirty="0">
                  <a:solidFill>
                    <a:schemeClr val="bg1"/>
                  </a:solidFill>
                </a:rPr>
                <a:t>3</a:t>
              </a:r>
            </a:p>
          </p:txBody>
        </p:sp>
      </p:grpSp>
      <p:grpSp>
        <p:nvGrpSpPr>
          <p:cNvPr id="7" name="Group 6">
            <a:extLst>
              <a:ext uri="{FF2B5EF4-FFF2-40B4-BE49-F238E27FC236}">
                <a16:creationId xmlns:a16="http://schemas.microsoft.com/office/drawing/2014/main" id="{3E65FA00-2A54-4573-9CA5-ED54B513DB57}"/>
              </a:ext>
            </a:extLst>
          </p:cNvPr>
          <p:cNvGrpSpPr/>
          <p:nvPr/>
        </p:nvGrpSpPr>
        <p:grpSpPr>
          <a:xfrm>
            <a:off x="2638951" y="212425"/>
            <a:ext cx="1732355" cy="2234511"/>
            <a:chOff x="4338245" y="2283107"/>
            <a:chExt cx="1732355" cy="2234511"/>
          </a:xfrm>
        </p:grpSpPr>
        <p:pic>
          <p:nvPicPr>
            <p:cNvPr id="6" name="Graphic 5">
              <a:extLst>
                <a:ext uri="{FF2B5EF4-FFF2-40B4-BE49-F238E27FC236}">
                  <a16:creationId xmlns:a16="http://schemas.microsoft.com/office/drawing/2014/main" id="{69F06792-D20A-4402-B886-6969F8A4C8F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9398797">
              <a:off x="4459854" y="2283107"/>
              <a:ext cx="416593" cy="1184450"/>
            </a:xfrm>
            <a:prstGeom prst="rect">
              <a:avLst/>
            </a:prstGeom>
          </p:spPr>
        </p:pic>
        <p:pic>
          <p:nvPicPr>
            <p:cNvPr id="10" name="Graphic 9">
              <a:extLst>
                <a:ext uri="{FF2B5EF4-FFF2-40B4-BE49-F238E27FC236}">
                  <a16:creationId xmlns:a16="http://schemas.microsoft.com/office/drawing/2014/main" id="{51135150-B116-44DE-81E5-3504A4992F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5272579" y="2807455"/>
              <a:ext cx="419334" cy="1176709"/>
            </a:xfrm>
            <a:prstGeom prst="rect">
              <a:avLst/>
            </a:prstGeom>
          </p:spPr>
        </p:pic>
        <p:pic>
          <p:nvPicPr>
            <p:cNvPr id="11" name="Graphic 10">
              <a:extLst>
                <a:ext uri="{FF2B5EF4-FFF2-40B4-BE49-F238E27FC236}">
                  <a16:creationId xmlns:a16="http://schemas.microsoft.com/office/drawing/2014/main" id="{1BB620FB-8425-42ED-A586-F930D00F11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8660229">
              <a:off x="4999231" y="3333168"/>
              <a:ext cx="416593" cy="1184450"/>
            </a:xfrm>
            <a:prstGeom prst="rect">
              <a:avLst/>
            </a:prstGeom>
          </p:spPr>
        </p:pic>
        <p:pic>
          <p:nvPicPr>
            <p:cNvPr id="13" name="Graphic 12">
              <a:extLst>
                <a:ext uri="{FF2B5EF4-FFF2-40B4-BE49-F238E27FC236}">
                  <a16:creationId xmlns:a16="http://schemas.microsoft.com/office/drawing/2014/main" id="{5FFFF8E6-D742-4835-B63B-0EE34A2A9AA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43940" y="3244873"/>
              <a:ext cx="299901" cy="301874"/>
            </a:xfrm>
            <a:prstGeom prst="rect">
              <a:avLst/>
            </a:prstGeom>
          </p:spPr>
        </p:pic>
        <p:sp>
          <p:nvSpPr>
            <p:cNvPr id="71" name="TextBox 70">
              <a:extLst>
                <a:ext uri="{FF2B5EF4-FFF2-40B4-BE49-F238E27FC236}">
                  <a16:creationId xmlns:a16="http://schemas.microsoft.com/office/drawing/2014/main" id="{F9B6709A-F8DD-4FC8-8E8F-F97471570241}"/>
                </a:ext>
              </a:extLst>
            </p:cNvPr>
            <p:cNvSpPr txBox="1"/>
            <p:nvPr/>
          </p:nvSpPr>
          <p:spPr>
            <a:xfrm>
              <a:off x="4338245" y="3025796"/>
              <a:ext cx="592667" cy="369332"/>
            </a:xfrm>
            <a:prstGeom prst="rect">
              <a:avLst/>
            </a:prstGeom>
            <a:noFill/>
          </p:spPr>
          <p:txBody>
            <a:bodyPr wrap="square" rtlCol="0">
              <a:spAutoFit/>
            </a:bodyPr>
            <a:lstStyle/>
            <a:p>
              <a:r>
                <a:rPr lang="en-US" dirty="0">
                  <a:solidFill>
                    <a:schemeClr val="bg1"/>
                  </a:solidFill>
                </a:rPr>
                <a:t>3</a:t>
              </a:r>
            </a:p>
          </p:txBody>
        </p:sp>
        <p:sp>
          <p:nvSpPr>
            <p:cNvPr id="72" name="TextBox 71">
              <a:extLst>
                <a:ext uri="{FF2B5EF4-FFF2-40B4-BE49-F238E27FC236}">
                  <a16:creationId xmlns:a16="http://schemas.microsoft.com/office/drawing/2014/main" id="{4807241E-A57D-46B1-B157-F3A08E5CE469}"/>
                </a:ext>
              </a:extLst>
            </p:cNvPr>
            <p:cNvSpPr txBox="1"/>
            <p:nvPr/>
          </p:nvSpPr>
          <p:spPr>
            <a:xfrm>
              <a:off x="4695009" y="3671720"/>
              <a:ext cx="592667" cy="369332"/>
            </a:xfrm>
            <a:prstGeom prst="rect">
              <a:avLst/>
            </a:prstGeom>
            <a:noFill/>
          </p:spPr>
          <p:txBody>
            <a:bodyPr wrap="square" rtlCol="0">
              <a:spAutoFit/>
            </a:bodyPr>
            <a:lstStyle/>
            <a:p>
              <a:r>
                <a:rPr lang="en-US" dirty="0">
                  <a:solidFill>
                    <a:schemeClr val="bg1"/>
                  </a:solidFill>
                </a:rPr>
                <a:t>4</a:t>
              </a:r>
            </a:p>
          </p:txBody>
        </p:sp>
        <p:sp>
          <p:nvSpPr>
            <p:cNvPr id="100" name="TextBox 99">
              <a:extLst>
                <a:ext uri="{FF2B5EF4-FFF2-40B4-BE49-F238E27FC236}">
                  <a16:creationId xmlns:a16="http://schemas.microsoft.com/office/drawing/2014/main" id="{C0750224-E1A7-4B47-BC79-FE4D996DEB71}"/>
                </a:ext>
              </a:extLst>
            </p:cNvPr>
            <p:cNvSpPr txBox="1"/>
            <p:nvPr/>
          </p:nvSpPr>
          <p:spPr>
            <a:xfrm>
              <a:off x="5112665" y="2990954"/>
              <a:ext cx="592667" cy="369332"/>
            </a:xfrm>
            <a:prstGeom prst="rect">
              <a:avLst/>
            </a:prstGeom>
            <a:noFill/>
          </p:spPr>
          <p:txBody>
            <a:bodyPr wrap="square" rtlCol="0">
              <a:spAutoFit/>
            </a:bodyPr>
            <a:lstStyle/>
            <a:p>
              <a:r>
                <a:rPr lang="en-US" dirty="0">
                  <a:solidFill>
                    <a:schemeClr val="bg1"/>
                  </a:solidFill>
                </a:rPr>
                <a:t>5</a:t>
              </a:r>
            </a:p>
          </p:txBody>
        </p:sp>
      </p:grpSp>
      <p:grpSp>
        <p:nvGrpSpPr>
          <p:cNvPr id="9" name="Group 8">
            <a:extLst>
              <a:ext uri="{FF2B5EF4-FFF2-40B4-BE49-F238E27FC236}">
                <a16:creationId xmlns:a16="http://schemas.microsoft.com/office/drawing/2014/main" id="{84552159-8EF3-41A4-8068-52ECAD8AD1C7}"/>
              </a:ext>
            </a:extLst>
          </p:cNvPr>
          <p:cNvGrpSpPr/>
          <p:nvPr/>
        </p:nvGrpSpPr>
        <p:grpSpPr>
          <a:xfrm>
            <a:off x="6830552" y="263426"/>
            <a:ext cx="2131666" cy="2017161"/>
            <a:chOff x="8986145" y="2506583"/>
            <a:chExt cx="2131666" cy="2017161"/>
          </a:xfrm>
        </p:grpSpPr>
        <p:grpSp>
          <p:nvGrpSpPr>
            <p:cNvPr id="4" name="Group 3">
              <a:extLst>
                <a:ext uri="{FF2B5EF4-FFF2-40B4-BE49-F238E27FC236}">
                  <a16:creationId xmlns:a16="http://schemas.microsoft.com/office/drawing/2014/main" id="{8994F186-C252-4162-B994-9463ACDEE177}"/>
                </a:ext>
              </a:extLst>
            </p:cNvPr>
            <p:cNvGrpSpPr/>
            <p:nvPr/>
          </p:nvGrpSpPr>
          <p:grpSpPr>
            <a:xfrm>
              <a:off x="8986145" y="2506583"/>
              <a:ext cx="1592799" cy="2017161"/>
              <a:chOff x="1975135" y="2925032"/>
              <a:chExt cx="1592799" cy="2017161"/>
            </a:xfrm>
          </p:grpSpPr>
          <p:pic>
            <p:nvPicPr>
              <p:cNvPr id="24" name="Graphic 23">
                <a:extLst>
                  <a:ext uri="{FF2B5EF4-FFF2-40B4-BE49-F238E27FC236}">
                    <a16:creationId xmlns:a16="http://schemas.microsoft.com/office/drawing/2014/main" id="{DA32A496-DB5E-45EB-9BD5-7AD7E6E5B7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2353823" y="3341317"/>
                <a:ext cx="419334" cy="1176709"/>
              </a:xfrm>
              <a:prstGeom prst="rect">
                <a:avLst/>
              </a:prstGeom>
            </p:spPr>
          </p:pic>
          <p:pic>
            <p:nvPicPr>
              <p:cNvPr id="27" name="Graphic 26">
                <a:extLst>
                  <a:ext uri="{FF2B5EF4-FFF2-40B4-BE49-F238E27FC236}">
                    <a16:creationId xmlns:a16="http://schemas.microsoft.com/office/drawing/2014/main" id="{C65C538E-438E-4F48-972D-FB9D39ECA7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55833">
                <a:off x="3244428" y="2925032"/>
                <a:ext cx="323506" cy="1074593"/>
              </a:xfrm>
              <a:prstGeom prst="rect">
                <a:avLst/>
              </a:prstGeom>
            </p:spPr>
          </p:pic>
          <p:pic>
            <p:nvPicPr>
              <p:cNvPr id="28" name="Graphic 27">
                <a:extLst>
                  <a:ext uri="{FF2B5EF4-FFF2-40B4-BE49-F238E27FC236}">
                    <a16:creationId xmlns:a16="http://schemas.microsoft.com/office/drawing/2014/main" id="{0E2E87A8-B0D1-4F82-8B06-AED3CD0547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43138">
                <a:off x="2676317" y="3867600"/>
                <a:ext cx="323506" cy="1074593"/>
              </a:xfrm>
              <a:prstGeom prst="rect">
                <a:avLst/>
              </a:prstGeom>
            </p:spPr>
          </p:pic>
          <p:pic>
            <p:nvPicPr>
              <p:cNvPr id="29" name="Graphic 28">
                <a:extLst>
                  <a:ext uri="{FF2B5EF4-FFF2-40B4-BE49-F238E27FC236}">
                    <a16:creationId xmlns:a16="http://schemas.microsoft.com/office/drawing/2014/main" id="{CA3EC933-BDCA-4373-8F36-1970F5C35D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001894" y="3778735"/>
                <a:ext cx="299901" cy="301874"/>
              </a:xfrm>
              <a:prstGeom prst="rect">
                <a:avLst/>
              </a:prstGeom>
            </p:spPr>
          </p:pic>
        </p:grpSp>
        <p:sp>
          <p:nvSpPr>
            <p:cNvPr id="73" name="TextBox 72">
              <a:extLst>
                <a:ext uri="{FF2B5EF4-FFF2-40B4-BE49-F238E27FC236}">
                  <a16:creationId xmlns:a16="http://schemas.microsoft.com/office/drawing/2014/main" id="{16458884-FAE9-44E8-9808-936A19092EA4}"/>
                </a:ext>
              </a:extLst>
            </p:cNvPr>
            <p:cNvSpPr txBox="1"/>
            <p:nvPr/>
          </p:nvSpPr>
          <p:spPr>
            <a:xfrm>
              <a:off x="9156521" y="3110197"/>
              <a:ext cx="592667" cy="369332"/>
            </a:xfrm>
            <a:prstGeom prst="rect">
              <a:avLst/>
            </a:prstGeom>
            <a:noFill/>
          </p:spPr>
          <p:txBody>
            <a:bodyPr wrap="square" rtlCol="0">
              <a:spAutoFit/>
            </a:bodyPr>
            <a:lstStyle/>
            <a:p>
              <a:r>
                <a:rPr lang="en-US" dirty="0">
                  <a:solidFill>
                    <a:schemeClr val="bg1"/>
                  </a:solidFill>
                </a:rPr>
                <a:t>5</a:t>
              </a:r>
            </a:p>
          </p:txBody>
        </p:sp>
        <p:sp>
          <p:nvSpPr>
            <p:cNvPr id="74" name="TextBox 73">
              <a:extLst>
                <a:ext uri="{FF2B5EF4-FFF2-40B4-BE49-F238E27FC236}">
                  <a16:creationId xmlns:a16="http://schemas.microsoft.com/office/drawing/2014/main" id="{0941E646-B715-4DC5-84C7-F03AD775233D}"/>
                </a:ext>
              </a:extLst>
            </p:cNvPr>
            <p:cNvSpPr txBox="1"/>
            <p:nvPr/>
          </p:nvSpPr>
          <p:spPr>
            <a:xfrm>
              <a:off x="10525144" y="2719378"/>
              <a:ext cx="592667" cy="369332"/>
            </a:xfrm>
            <a:prstGeom prst="rect">
              <a:avLst/>
            </a:prstGeom>
            <a:noFill/>
          </p:spPr>
          <p:txBody>
            <a:bodyPr wrap="square" rtlCol="0">
              <a:spAutoFit/>
            </a:bodyPr>
            <a:lstStyle/>
            <a:p>
              <a:r>
                <a:rPr lang="en-US" dirty="0">
                  <a:solidFill>
                    <a:schemeClr val="bg1"/>
                  </a:solidFill>
                </a:rPr>
                <a:t>6</a:t>
              </a:r>
            </a:p>
          </p:txBody>
        </p:sp>
        <p:sp>
          <p:nvSpPr>
            <p:cNvPr id="101" name="TextBox 100">
              <a:extLst>
                <a:ext uri="{FF2B5EF4-FFF2-40B4-BE49-F238E27FC236}">
                  <a16:creationId xmlns:a16="http://schemas.microsoft.com/office/drawing/2014/main" id="{7ED2C8E4-EB76-4B85-A53D-3836B39CEDEA}"/>
                </a:ext>
              </a:extLst>
            </p:cNvPr>
            <p:cNvSpPr txBox="1"/>
            <p:nvPr/>
          </p:nvSpPr>
          <p:spPr>
            <a:xfrm>
              <a:off x="9899102" y="4101363"/>
              <a:ext cx="592667" cy="369332"/>
            </a:xfrm>
            <a:prstGeom prst="rect">
              <a:avLst/>
            </a:prstGeom>
            <a:noFill/>
          </p:spPr>
          <p:txBody>
            <a:bodyPr wrap="square" rtlCol="0">
              <a:spAutoFit/>
            </a:bodyPr>
            <a:lstStyle/>
            <a:p>
              <a:r>
                <a:rPr lang="en-US" dirty="0">
                  <a:solidFill>
                    <a:schemeClr val="bg1"/>
                  </a:solidFill>
                </a:rPr>
                <a:t>7</a:t>
              </a:r>
            </a:p>
          </p:txBody>
        </p:sp>
      </p:grpSp>
      <p:grpSp>
        <p:nvGrpSpPr>
          <p:cNvPr id="14" name="Group 13">
            <a:extLst>
              <a:ext uri="{FF2B5EF4-FFF2-40B4-BE49-F238E27FC236}">
                <a16:creationId xmlns:a16="http://schemas.microsoft.com/office/drawing/2014/main" id="{51D0F8BB-F5BF-4E18-9074-695BEF15FEBE}"/>
              </a:ext>
            </a:extLst>
          </p:cNvPr>
          <p:cNvGrpSpPr/>
          <p:nvPr/>
        </p:nvGrpSpPr>
        <p:grpSpPr>
          <a:xfrm>
            <a:off x="4943055" y="343902"/>
            <a:ext cx="1745206" cy="1949206"/>
            <a:chOff x="4943055" y="343902"/>
            <a:chExt cx="1745206" cy="1949206"/>
          </a:xfrm>
        </p:grpSpPr>
        <p:grpSp>
          <p:nvGrpSpPr>
            <p:cNvPr id="12" name="Group 11">
              <a:extLst>
                <a:ext uri="{FF2B5EF4-FFF2-40B4-BE49-F238E27FC236}">
                  <a16:creationId xmlns:a16="http://schemas.microsoft.com/office/drawing/2014/main" id="{AF050548-1E9B-4EC2-B48C-2466CA4E8466}"/>
                </a:ext>
              </a:extLst>
            </p:cNvPr>
            <p:cNvGrpSpPr/>
            <p:nvPr/>
          </p:nvGrpSpPr>
          <p:grpSpPr>
            <a:xfrm>
              <a:off x="4943055" y="343902"/>
              <a:ext cx="1170312" cy="1949206"/>
              <a:chOff x="4943055" y="343902"/>
              <a:chExt cx="1170312" cy="1949206"/>
            </a:xfrm>
          </p:grpSpPr>
          <p:grpSp>
            <p:nvGrpSpPr>
              <p:cNvPr id="46" name="Group 45">
                <a:extLst>
                  <a:ext uri="{FF2B5EF4-FFF2-40B4-BE49-F238E27FC236}">
                    <a16:creationId xmlns:a16="http://schemas.microsoft.com/office/drawing/2014/main" id="{13A77FC8-2D32-4ED8-BF72-45C19410C333}"/>
                  </a:ext>
                </a:extLst>
              </p:cNvPr>
              <p:cNvGrpSpPr/>
              <p:nvPr/>
            </p:nvGrpSpPr>
            <p:grpSpPr>
              <a:xfrm>
                <a:off x="5194019" y="343902"/>
                <a:ext cx="919348" cy="1949206"/>
                <a:chOff x="9599916" y="3111742"/>
                <a:chExt cx="919348" cy="1949206"/>
              </a:xfrm>
            </p:grpSpPr>
            <p:pic>
              <p:nvPicPr>
                <p:cNvPr id="47" name="Graphic 46">
                  <a:extLst>
                    <a:ext uri="{FF2B5EF4-FFF2-40B4-BE49-F238E27FC236}">
                      <a16:creationId xmlns:a16="http://schemas.microsoft.com/office/drawing/2014/main" id="{7F07055E-0E6A-4F25-B365-72FD065A97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2672178">
                  <a:off x="9725076" y="3986355"/>
                  <a:ext cx="323506" cy="1074593"/>
                </a:xfrm>
                <a:prstGeom prst="rect">
                  <a:avLst/>
                </a:prstGeom>
              </p:spPr>
            </p:pic>
            <p:pic>
              <p:nvPicPr>
                <p:cNvPr id="48" name="Graphic 47">
                  <a:extLst>
                    <a:ext uri="{FF2B5EF4-FFF2-40B4-BE49-F238E27FC236}">
                      <a16:creationId xmlns:a16="http://schemas.microsoft.com/office/drawing/2014/main" id="{1A5842E8-756C-4FE9-A26C-DA5B8580D6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8660229">
                  <a:off x="9599916" y="3111742"/>
                  <a:ext cx="416593" cy="1184450"/>
                </a:xfrm>
                <a:prstGeom prst="rect">
                  <a:avLst/>
                </a:prstGeom>
              </p:spPr>
            </p:pic>
            <p:pic>
              <p:nvPicPr>
                <p:cNvPr id="49" name="Graphic 48">
                  <a:extLst>
                    <a:ext uri="{FF2B5EF4-FFF2-40B4-BE49-F238E27FC236}">
                      <a16:creationId xmlns:a16="http://schemas.microsoft.com/office/drawing/2014/main" id="{E9F2DE6B-7F27-457D-ADFD-1ECC36106F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43138">
                  <a:off x="10195758" y="3112312"/>
                  <a:ext cx="323506" cy="1074593"/>
                </a:xfrm>
                <a:prstGeom prst="rect">
                  <a:avLst/>
                </a:prstGeom>
              </p:spPr>
            </p:pic>
            <p:pic>
              <p:nvPicPr>
                <p:cNvPr id="50" name="Graphic 49">
                  <a:extLst>
                    <a:ext uri="{FF2B5EF4-FFF2-40B4-BE49-F238E27FC236}">
                      <a16:creationId xmlns:a16="http://schemas.microsoft.com/office/drawing/2014/main" id="{020E2CE8-421C-49B5-8F0F-33908BC68E4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61915" y="3950335"/>
                  <a:ext cx="299901" cy="301874"/>
                </a:xfrm>
                <a:prstGeom prst="rect">
                  <a:avLst/>
                </a:prstGeom>
              </p:spPr>
            </p:pic>
          </p:grpSp>
          <p:sp>
            <p:nvSpPr>
              <p:cNvPr id="99" name="TextBox 98">
                <a:extLst>
                  <a:ext uri="{FF2B5EF4-FFF2-40B4-BE49-F238E27FC236}">
                    <a16:creationId xmlns:a16="http://schemas.microsoft.com/office/drawing/2014/main" id="{5DBC9599-D872-4A88-904B-EE3662F17C7B}"/>
                  </a:ext>
                </a:extLst>
              </p:cNvPr>
              <p:cNvSpPr txBox="1"/>
              <p:nvPr/>
            </p:nvSpPr>
            <p:spPr>
              <a:xfrm>
                <a:off x="4943055" y="676412"/>
                <a:ext cx="592667" cy="369332"/>
              </a:xfrm>
              <a:prstGeom prst="rect">
                <a:avLst/>
              </a:prstGeom>
              <a:noFill/>
            </p:spPr>
            <p:txBody>
              <a:bodyPr wrap="square" rtlCol="0">
                <a:spAutoFit/>
              </a:bodyPr>
              <a:lstStyle/>
              <a:p>
                <a:r>
                  <a:rPr lang="en-US" dirty="0">
                    <a:solidFill>
                      <a:schemeClr val="bg1"/>
                    </a:solidFill>
                  </a:rPr>
                  <a:t>4</a:t>
                </a:r>
              </a:p>
            </p:txBody>
          </p:sp>
          <p:sp>
            <p:nvSpPr>
              <p:cNvPr id="102" name="TextBox 101">
                <a:extLst>
                  <a:ext uri="{FF2B5EF4-FFF2-40B4-BE49-F238E27FC236}">
                    <a16:creationId xmlns:a16="http://schemas.microsoft.com/office/drawing/2014/main" id="{B927FBE9-F5BA-4633-94C7-408E93A077BD}"/>
                  </a:ext>
                </a:extLst>
              </p:cNvPr>
              <p:cNvSpPr txBox="1"/>
              <p:nvPr/>
            </p:nvSpPr>
            <p:spPr>
              <a:xfrm>
                <a:off x="5502927" y="1856664"/>
                <a:ext cx="592667" cy="369332"/>
              </a:xfrm>
              <a:prstGeom prst="rect">
                <a:avLst/>
              </a:prstGeom>
              <a:noFill/>
            </p:spPr>
            <p:txBody>
              <a:bodyPr wrap="square" rtlCol="0">
                <a:spAutoFit/>
              </a:bodyPr>
              <a:lstStyle/>
              <a:p>
                <a:r>
                  <a:rPr lang="en-US" dirty="0">
                    <a:solidFill>
                      <a:schemeClr val="bg1"/>
                    </a:solidFill>
                  </a:rPr>
                  <a:t>8</a:t>
                </a:r>
              </a:p>
            </p:txBody>
          </p:sp>
        </p:grpSp>
        <p:sp>
          <p:nvSpPr>
            <p:cNvPr id="39" name="TextBox 38">
              <a:extLst>
                <a:ext uri="{FF2B5EF4-FFF2-40B4-BE49-F238E27FC236}">
                  <a16:creationId xmlns:a16="http://schemas.microsoft.com/office/drawing/2014/main" id="{482FCEBB-DA76-463F-B5B2-A1CD8C3816AF}"/>
                </a:ext>
              </a:extLst>
            </p:cNvPr>
            <p:cNvSpPr txBox="1"/>
            <p:nvPr/>
          </p:nvSpPr>
          <p:spPr>
            <a:xfrm>
              <a:off x="6095594" y="843110"/>
              <a:ext cx="592667" cy="369332"/>
            </a:xfrm>
            <a:prstGeom prst="rect">
              <a:avLst/>
            </a:prstGeom>
            <a:noFill/>
          </p:spPr>
          <p:txBody>
            <a:bodyPr wrap="square" rtlCol="0">
              <a:spAutoFit/>
            </a:bodyPr>
            <a:lstStyle/>
            <a:p>
              <a:r>
                <a:rPr lang="en-US" dirty="0">
                  <a:solidFill>
                    <a:schemeClr val="bg1"/>
                  </a:solidFill>
                </a:rPr>
                <a:t>7</a:t>
              </a:r>
            </a:p>
          </p:txBody>
        </p:sp>
      </p:grpSp>
    </p:spTree>
    <p:extLst>
      <p:ext uri="{BB962C8B-B14F-4D97-AF65-F5344CB8AC3E}">
        <p14:creationId xmlns:p14="http://schemas.microsoft.com/office/powerpoint/2010/main" val="28465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42" presetClass="path" presetSubtype="0" accel="50000" decel="50000" fill="hold" nodeType="withEffect">
                                  <p:stCondLst>
                                    <p:cond delay="0"/>
                                  </p:stCondLst>
                                  <p:childTnLst>
                                    <p:animMotion origin="layout" path="M 6.25E-7 -3.33333E-6 L 0.12383 0.34954 " pathEditMode="relative" rAng="0" ptsTypes="AA">
                                      <p:cBhvr>
                                        <p:cTn id="8" dur="2000" fill="hold"/>
                                        <p:tgtEl>
                                          <p:spTgt spid="5"/>
                                        </p:tgtEl>
                                        <p:attrNameLst>
                                          <p:attrName>ppt_x</p:attrName>
                                          <p:attrName>ppt_y</p:attrName>
                                        </p:attrNameLst>
                                      </p:cBhvr>
                                      <p:rCtr x="6185" y="17477"/>
                                    </p:animMotion>
                                  </p:childTnLst>
                                </p:cTn>
                              </p:par>
                              <p:par>
                                <p:cTn id="9" presetID="42" presetClass="path" presetSubtype="0" accel="50000" decel="50000" fill="hold" nodeType="withEffect">
                                  <p:stCondLst>
                                    <p:cond delay="0"/>
                                  </p:stCondLst>
                                  <p:childTnLst>
                                    <p:animMotion origin="layout" path="M 5.55112E-17 2.77556E-17 L 0.11211 0.35532 " pathEditMode="relative" rAng="0" ptsTypes="AA">
                                      <p:cBhvr>
                                        <p:cTn id="10" dur="2000" fill="hold"/>
                                        <p:tgtEl>
                                          <p:spTgt spid="7"/>
                                        </p:tgtEl>
                                        <p:attrNameLst>
                                          <p:attrName>ppt_x</p:attrName>
                                          <p:attrName>ppt_y</p:attrName>
                                        </p:attrNameLst>
                                      </p:cBhvr>
                                      <p:rCtr x="5599" y="17755"/>
                                    </p:animMotion>
                                  </p:childTnLst>
                                </p:cTn>
                              </p:par>
                              <p:par>
                                <p:cTn id="11" presetID="42" presetClass="path" presetSubtype="0" accel="50000" decel="50000" fill="hold" nodeType="withEffect">
                                  <p:stCondLst>
                                    <p:cond delay="0"/>
                                  </p:stCondLst>
                                  <p:childTnLst>
                                    <p:animMotion origin="layout" path="M 3.75E-6 3.33333E-6 L 0.15338 0.35648 " pathEditMode="relative" rAng="0" ptsTypes="AA">
                                      <p:cBhvr>
                                        <p:cTn id="12" dur="2000" fill="hold"/>
                                        <p:tgtEl>
                                          <p:spTgt spid="9"/>
                                        </p:tgtEl>
                                        <p:attrNameLst>
                                          <p:attrName>ppt_x</p:attrName>
                                          <p:attrName>ppt_y</p:attrName>
                                        </p:attrNameLst>
                                      </p:cBhvr>
                                      <p:rCtr x="7669" y="17824"/>
                                    </p:animMotion>
                                  </p:childTnLst>
                                </p:cTn>
                              </p:par>
                              <p:par>
                                <p:cTn id="13" presetID="42" presetClass="path" presetSubtype="0" accel="50000" decel="50000" fill="hold" nodeType="withEffect">
                                  <p:stCondLst>
                                    <p:cond delay="0"/>
                                  </p:stCondLst>
                                  <p:childTnLst>
                                    <p:animMotion origin="layout" path="M -3.125E-6 3.7037E-7 L 0.09753 0.34977 " pathEditMode="relative" rAng="0" ptsTypes="AA">
                                      <p:cBhvr>
                                        <p:cTn id="14" dur="2000" fill="hold"/>
                                        <p:tgtEl>
                                          <p:spTgt spid="14"/>
                                        </p:tgtEl>
                                        <p:attrNameLst>
                                          <p:attrName>ppt_x</p:attrName>
                                          <p:attrName>ppt_y</p:attrName>
                                        </p:attrNameLst>
                                      </p:cBhvr>
                                      <p:rCtr x="4870" y="174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412498" y="805230"/>
            <a:ext cx="5299391" cy="2000548"/>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Vertex Gadget</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Represent the state of a vertex</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Enforce State Changes</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Prevent Illegal States</a:t>
            </a:r>
          </a:p>
        </p:txBody>
      </p:sp>
    </p:spTree>
    <p:extLst>
      <p:ext uri="{BB962C8B-B14F-4D97-AF65-F5344CB8AC3E}">
        <p14:creationId xmlns:p14="http://schemas.microsoft.com/office/powerpoint/2010/main" val="396214428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Overview</a:t>
            </a:r>
          </a:p>
        </p:txBody>
      </p:sp>
      <p:pic>
        <p:nvPicPr>
          <p:cNvPr id="3" name="Graphic 2">
            <a:extLst>
              <a:ext uri="{FF2B5EF4-FFF2-40B4-BE49-F238E27FC236}">
                <a16:creationId xmlns:a16="http://schemas.microsoft.com/office/drawing/2014/main" id="{46DD53B2-18C1-48B1-9B7C-9FB28CA13D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7123" y="2360246"/>
            <a:ext cx="10557753" cy="3239457"/>
          </a:xfrm>
          <a:prstGeom prst="rect">
            <a:avLst/>
          </a:prstGeom>
        </p:spPr>
      </p:pic>
      <p:pic>
        <p:nvPicPr>
          <p:cNvPr id="4" name="Graphic 3">
            <a:extLst>
              <a:ext uri="{FF2B5EF4-FFF2-40B4-BE49-F238E27FC236}">
                <a16:creationId xmlns:a16="http://schemas.microsoft.com/office/drawing/2014/main" id="{1BA02453-0015-428D-BD0F-B2FB3D592DA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62625" y="4251326"/>
            <a:ext cx="158750" cy="158750"/>
          </a:xfrm>
          <a:prstGeom prst="rect">
            <a:avLst/>
          </a:prstGeom>
        </p:spPr>
      </p:pic>
      <p:pic>
        <p:nvPicPr>
          <p:cNvPr id="8" name="Graphic 7">
            <a:extLst>
              <a:ext uri="{FF2B5EF4-FFF2-40B4-BE49-F238E27FC236}">
                <a16:creationId xmlns:a16="http://schemas.microsoft.com/office/drawing/2014/main" id="{3E6EBC62-F3F1-4B2B-95E8-5871EE8544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72865" y="4251326"/>
            <a:ext cx="158750" cy="158750"/>
          </a:xfrm>
          <a:prstGeom prst="rect">
            <a:avLst/>
          </a:prstGeom>
        </p:spPr>
      </p:pic>
      <p:pic>
        <p:nvPicPr>
          <p:cNvPr id="9" name="Graphic 8">
            <a:extLst>
              <a:ext uri="{FF2B5EF4-FFF2-40B4-BE49-F238E27FC236}">
                <a16:creationId xmlns:a16="http://schemas.microsoft.com/office/drawing/2014/main" id="{4411E3BF-5496-4D9B-B0F2-C028128899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54565" y="4251326"/>
            <a:ext cx="158750" cy="158750"/>
          </a:xfrm>
          <a:prstGeom prst="rect">
            <a:avLst/>
          </a:prstGeom>
        </p:spPr>
      </p:pic>
    </p:spTree>
    <p:extLst>
      <p:ext uri="{BB962C8B-B14F-4D97-AF65-F5344CB8AC3E}">
        <p14:creationId xmlns:p14="http://schemas.microsoft.com/office/powerpoint/2010/main" val="3820870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25E-6 -1.48148E-6 L 1.25E-6 0.09352 " pathEditMode="relative" rAng="0" ptsTypes="AA">
                                      <p:cBhvr>
                                        <p:cTn id="6" dur="2000" fill="hold"/>
                                        <p:tgtEl>
                                          <p:spTgt spid="8"/>
                                        </p:tgtEl>
                                        <p:attrNameLst>
                                          <p:attrName>ppt_x</p:attrName>
                                          <p:attrName>ppt_y</p:attrName>
                                        </p:attrNameLst>
                                      </p:cBhvr>
                                      <p:rCtr x="0" y="4676"/>
                                    </p:animMotion>
                                  </p:childTnLst>
                                </p:cTn>
                              </p:par>
                              <p:par>
                                <p:cTn id="7" presetID="42" presetClass="path" presetSubtype="0" accel="50000" decel="50000" fill="hold" nodeType="withEffect">
                                  <p:stCondLst>
                                    <p:cond delay="0"/>
                                  </p:stCondLst>
                                  <p:childTnLst>
                                    <p:animMotion origin="layout" path="M 3.33333E-6 -1.48148E-6 L 0.00052 0.09213 " pathEditMode="relative" rAng="0" ptsTypes="AA">
                                      <p:cBhvr>
                                        <p:cTn id="8" dur="2000" fill="hold"/>
                                        <p:tgtEl>
                                          <p:spTgt spid="4"/>
                                        </p:tgtEl>
                                        <p:attrNameLst>
                                          <p:attrName>ppt_x</p:attrName>
                                          <p:attrName>ppt_y</p:attrName>
                                        </p:attrNameLst>
                                      </p:cBhvr>
                                      <p:rCtr x="26" y="4606"/>
                                    </p:animMotion>
                                  </p:childTnLst>
                                </p:cTn>
                              </p:par>
                              <p:par>
                                <p:cTn id="9" presetID="42" presetClass="path" presetSubtype="0" accel="50000" decel="50000" fill="hold" nodeType="withEffect">
                                  <p:stCondLst>
                                    <p:cond delay="0"/>
                                  </p:stCondLst>
                                  <p:childTnLst>
                                    <p:animMotion origin="layout" path="M -3.75E-6 -1.48148E-6 L -3.75E-6 0.09074 " pathEditMode="relative" rAng="0" ptsTypes="AA">
                                      <p:cBhvr>
                                        <p:cTn id="10" dur="2000" fill="hold"/>
                                        <p:tgtEl>
                                          <p:spTgt spid="9"/>
                                        </p:tgtEl>
                                        <p:attrNameLst>
                                          <p:attrName>ppt_x</p:attrName>
                                          <p:attrName>ppt_y</p:attrName>
                                        </p:attrNameLst>
                                      </p:cBhvr>
                                      <p:rCtr x="0" y="453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Overview</a:t>
            </a:r>
          </a:p>
        </p:txBody>
      </p:sp>
      <p:pic>
        <p:nvPicPr>
          <p:cNvPr id="3" name="Graphic 2">
            <a:extLst>
              <a:ext uri="{FF2B5EF4-FFF2-40B4-BE49-F238E27FC236}">
                <a16:creationId xmlns:a16="http://schemas.microsoft.com/office/drawing/2014/main" id="{46DD53B2-18C1-48B1-9B7C-9FB28CA13D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7123" y="2360246"/>
            <a:ext cx="10557753" cy="3239457"/>
          </a:xfrm>
          <a:prstGeom prst="rect">
            <a:avLst/>
          </a:prstGeom>
        </p:spPr>
      </p:pic>
      <p:pic>
        <p:nvPicPr>
          <p:cNvPr id="4" name="Graphic 3">
            <a:extLst>
              <a:ext uri="{FF2B5EF4-FFF2-40B4-BE49-F238E27FC236}">
                <a16:creationId xmlns:a16="http://schemas.microsoft.com/office/drawing/2014/main" id="{1BA02453-0015-428D-BD0F-B2FB3D592DA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62625" y="4889501"/>
            <a:ext cx="158750" cy="158750"/>
          </a:xfrm>
          <a:prstGeom prst="rect">
            <a:avLst/>
          </a:prstGeom>
        </p:spPr>
      </p:pic>
      <p:pic>
        <p:nvPicPr>
          <p:cNvPr id="8" name="Graphic 7">
            <a:extLst>
              <a:ext uri="{FF2B5EF4-FFF2-40B4-BE49-F238E27FC236}">
                <a16:creationId xmlns:a16="http://schemas.microsoft.com/office/drawing/2014/main" id="{3E6EBC62-F3F1-4B2B-95E8-5871EE8544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72865" y="4889501"/>
            <a:ext cx="158750" cy="158750"/>
          </a:xfrm>
          <a:prstGeom prst="rect">
            <a:avLst/>
          </a:prstGeom>
        </p:spPr>
      </p:pic>
      <p:pic>
        <p:nvPicPr>
          <p:cNvPr id="9" name="Graphic 8">
            <a:extLst>
              <a:ext uri="{FF2B5EF4-FFF2-40B4-BE49-F238E27FC236}">
                <a16:creationId xmlns:a16="http://schemas.microsoft.com/office/drawing/2014/main" id="{4411E3BF-5496-4D9B-B0F2-C028128899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64090" y="4889501"/>
            <a:ext cx="158750" cy="158750"/>
          </a:xfrm>
          <a:prstGeom prst="rect">
            <a:avLst/>
          </a:prstGeom>
        </p:spPr>
      </p:pic>
      <p:pic>
        <p:nvPicPr>
          <p:cNvPr id="10" name="Graphic 9">
            <a:extLst>
              <a:ext uri="{FF2B5EF4-FFF2-40B4-BE49-F238E27FC236}">
                <a16:creationId xmlns:a16="http://schemas.microsoft.com/office/drawing/2014/main" id="{A97EB2DE-54D9-4F41-83C9-5145FE3FE96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8018" y="4889501"/>
            <a:ext cx="158750" cy="158750"/>
          </a:xfrm>
          <a:prstGeom prst="rect">
            <a:avLst/>
          </a:prstGeom>
        </p:spPr>
      </p:pic>
      <p:pic>
        <p:nvPicPr>
          <p:cNvPr id="11" name="Graphic 10">
            <a:extLst>
              <a:ext uri="{FF2B5EF4-FFF2-40B4-BE49-F238E27FC236}">
                <a16:creationId xmlns:a16="http://schemas.microsoft.com/office/drawing/2014/main" id="{764F9E61-A65E-4CC7-9DCE-ECBA364E28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14661" y="4889501"/>
            <a:ext cx="158750" cy="158750"/>
          </a:xfrm>
          <a:prstGeom prst="rect">
            <a:avLst/>
          </a:prstGeom>
        </p:spPr>
      </p:pic>
      <p:pic>
        <p:nvPicPr>
          <p:cNvPr id="12" name="Graphic 11">
            <a:extLst>
              <a:ext uri="{FF2B5EF4-FFF2-40B4-BE49-F238E27FC236}">
                <a16:creationId xmlns:a16="http://schemas.microsoft.com/office/drawing/2014/main" id="{2193A83D-E5CF-44F3-802F-84C350BD6B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31929" y="4889501"/>
            <a:ext cx="158750" cy="158750"/>
          </a:xfrm>
          <a:prstGeom prst="rect">
            <a:avLst/>
          </a:prstGeom>
        </p:spPr>
      </p:pic>
    </p:spTree>
    <p:extLst>
      <p:ext uri="{BB962C8B-B14F-4D97-AF65-F5344CB8AC3E}">
        <p14:creationId xmlns:p14="http://schemas.microsoft.com/office/powerpoint/2010/main" val="102620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25E-6 2.96296E-6 L -0.23672 0.00046 " pathEditMode="relative" rAng="0" ptsTypes="AA">
                                      <p:cBhvr>
                                        <p:cTn id="6" dur="2000" fill="hold"/>
                                        <p:tgtEl>
                                          <p:spTgt spid="8"/>
                                        </p:tgtEl>
                                        <p:attrNameLst>
                                          <p:attrName>ppt_x</p:attrName>
                                          <p:attrName>ppt_y</p:attrName>
                                        </p:attrNameLst>
                                      </p:cBhvr>
                                      <p:rCtr x="-11836" y="23"/>
                                    </p:animMotion>
                                  </p:childTnLst>
                                </p:cTn>
                              </p:par>
                              <p:par>
                                <p:cTn id="7" presetID="42" presetClass="path" presetSubtype="0" accel="50000" decel="50000" fill="hold" nodeType="withEffect">
                                  <p:stCondLst>
                                    <p:cond delay="0"/>
                                  </p:stCondLst>
                                  <p:childTnLst>
                                    <p:animMotion origin="layout" path="M 3.33333E-6 2.96296E-6 L -0.37526 0.00046 " pathEditMode="relative" rAng="0" ptsTypes="AA">
                                      <p:cBhvr>
                                        <p:cTn id="8" dur="2000" fill="hold"/>
                                        <p:tgtEl>
                                          <p:spTgt spid="4"/>
                                        </p:tgtEl>
                                        <p:attrNameLst>
                                          <p:attrName>ppt_x</p:attrName>
                                          <p:attrName>ppt_y</p:attrName>
                                        </p:attrNameLst>
                                      </p:cBhvr>
                                      <p:rCtr x="-18763" y="23"/>
                                    </p:animMotion>
                                  </p:childTnLst>
                                </p:cTn>
                              </p:par>
                              <p:par>
                                <p:cTn id="9" presetID="42" presetClass="path" presetSubtype="0" accel="50000" decel="50000" fill="hold" nodeType="withEffect">
                                  <p:stCondLst>
                                    <p:cond delay="0"/>
                                  </p:stCondLst>
                                  <p:childTnLst>
                                    <p:animMotion origin="layout" path="M 4.16667E-6 2.96296E-6 L -0.41771 0.00185 " pathEditMode="relative" rAng="0" ptsTypes="AA">
                                      <p:cBhvr>
                                        <p:cTn id="10" dur="2000" fill="hold"/>
                                        <p:tgtEl>
                                          <p:spTgt spid="10"/>
                                        </p:tgtEl>
                                        <p:attrNameLst>
                                          <p:attrName>ppt_x</p:attrName>
                                          <p:attrName>ppt_y</p:attrName>
                                        </p:attrNameLst>
                                      </p:cBhvr>
                                      <p:rCtr x="-20885" y="93"/>
                                    </p:animMotion>
                                  </p:childTnLst>
                                </p:cTn>
                              </p:par>
                              <p:par>
                                <p:cTn id="11" presetID="42" presetClass="path" presetSubtype="0" accel="50000" decel="50000" fill="hold" nodeType="withEffect">
                                  <p:stCondLst>
                                    <p:cond delay="0"/>
                                  </p:stCondLst>
                                  <p:childTnLst>
                                    <p:animMotion origin="layout" path="M -4.16667E-6 2.96296E-6 L -0.44557 0.00185 " pathEditMode="relative" rAng="0" ptsTypes="AA">
                                      <p:cBhvr>
                                        <p:cTn id="12" dur="2000" fill="hold"/>
                                        <p:tgtEl>
                                          <p:spTgt spid="11"/>
                                        </p:tgtEl>
                                        <p:attrNameLst>
                                          <p:attrName>ppt_x</p:attrName>
                                          <p:attrName>ppt_y</p:attrName>
                                        </p:attrNameLst>
                                      </p:cBhvr>
                                      <p:rCtr x="-22279" y="93"/>
                                    </p:animMotion>
                                  </p:childTnLst>
                                </p:cTn>
                              </p:par>
                              <p:par>
                                <p:cTn id="13" presetID="42" presetClass="path" presetSubtype="0" accel="50000" decel="50000" fill="hold" nodeType="withEffect">
                                  <p:stCondLst>
                                    <p:cond delay="0"/>
                                  </p:stCondLst>
                                  <p:childTnLst>
                                    <p:animMotion origin="layout" path="M -2.08333E-6 2.96296E-6 L -0.47317 0.00185 " pathEditMode="relative" rAng="0" ptsTypes="AA">
                                      <p:cBhvr>
                                        <p:cTn id="14" dur="2000" fill="hold"/>
                                        <p:tgtEl>
                                          <p:spTgt spid="12"/>
                                        </p:tgtEl>
                                        <p:attrNameLst>
                                          <p:attrName>ppt_x</p:attrName>
                                          <p:attrName>ppt_y</p:attrName>
                                        </p:attrNameLst>
                                      </p:cBhvr>
                                      <p:rCtr x="-23659" y="93"/>
                                    </p:animMotion>
                                  </p:childTnLst>
                                </p:cTn>
                              </p:par>
                              <p:par>
                                <p:cTn id="15" presetID="42" presetClass="path" presetSubtype="0" accel="50000" decel="50000" fill="hold" nodeType="withEffect">
                                  <p:stCondLst>
                                    <p:cond delay="0"/>
                                  </p:stCondLst>
                                  <p:childTnLst>
                                    <p:animMotion origin="layout" path="M 5E-6 2.96296E-6 L -0.64375 0.00185 " pathEditMode="relative" rAng="0" ptsTypes="AA">
                                      <p:cBhvr>
                                        <p:cTn id="16" dur="2000" fill="hold"/>
                                        <p:tgtEl>
                                          <p:spTgt spid="9"/>
                                        </p:tgtEl>
                                        <p:attrNameLst>
                                          <p:attrName>ppt_x</p:attrName>
                                          <p:attrName>ppt_y</p:attrName>
                                        </p:attrNameLst>
                                      </p:cBhvr>
                                      <p:rCtr x="-32188" y="93"/>
                                    </p:animMotion>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0.64375 0.00185 L -0.64323 0.025 " pathEditMode="relative" rAng="0" ptsTypes="AA">
                                      <p:cBhvr>
                                        <p:cTn id="20" dur="2000" fill="hold"/>
                                        <p:tgtEl>
                                          <p:spTgt spid="9"/>
                                        </p:tgtEl>
                                        <p:attrNameLst>
                                          <p:attrName>ppt_x</p:attrName>
                                          <p:attrName>ppt_y</p:attrName>
                                        </p:attrNameLst>
                                      </p:cBhvr>
                                      <p:rCtr x="-951" y="115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107698" y="877800"/>
            <a:ext cx="5299391" cy="2862322"/>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Vertex Gadget</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Represent the state of a vertex</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Enforce State Changes</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Prevent Illegal States</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Able to extract tile only if in goal state</a:t>
            </a:r>
          </a:p>
        </p:txBody>
      </p:sp>
      <p:pic>
        <p:nvPicPr>
          <p:cNvPr id="3" name="Graphic 2">
            <a:extLst>
              <a:ext uri="{FF2B5EF4-FFF2-40B4-BE49-F238E27FC236}">
                <a16:creationId xmlns:a16="http://schemas.microsoft.com/office/drawing/2014/main" id="{F2493509-B779-4E8F-974F-62DC790FAC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5684" y="289249"/>
            <a:ext cx="4223124" cy="6279502"/>
          </a:xfrm>
          <a:prstGeom prst="rect">
            <a:avLst/>
          </a:prstGeom>
        </p:spPr>
      </p:pic>
    </p:spTree>
    <p:extLst>
      <p:ext uri="{BB962C8B-B14F-4D97-AF65-F5344CB8AC3E}">
        <p14:creationId xmlns:p14="http://schemas.microsoft.com/office/powerpoint/2010/main" val="2739453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107698" y="877800"/>
            <a:ext cx="5299391" cy="2862322"/>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Vertex Gadget</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Represent the state of a vertex</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Enforce State Changes</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Prevent Illegal States</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Able to extract tile only if in goal state</a:t>
            </a:r>
          </a:p>
        </p:txBody>
      </p:sp>
      <p:pic>
        <p:nvPicPr>
          <p:cNvPr id="3" name="Graphic 2">
            <a:extLst>
              <a:ext uri="{FF2B5EF4-FFF2-40B4-BE49-F238E27FC236}">
                <a16:creationId xmlns:a16="http://schemas.microsoft.com/office/drawing/2014/main" id="{F2493509-B779-4E8F-974F-62DC790FAC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5684" y="289249"/>
            <a:ext cx="4223124" cy="6279502"/>
          </a:xfrm>
          <a:prstGeom prst="rect">
            <a:avLst/>
          </a:prstGeom>
        </p:spPr>
      </p:pic>
      <p:sp>
        <p:nvSpPr>
          <p:cNvPr id="2" name="Rectangle 1">
            <a:extLst>
              <a:ext uri="{FF2B5EF4-FFF2-40B4-BE49-F238E27FC236}">
                <a16:creationId xmlns:a16="http://schemas.microsoft.com/office/drawing/2014/main" id="{DF7FA3E7-5C5F-49D5-BF7D-D4D429C0F3FE}"/>
              </a:ext>
            </a:extLst>
          </p:cNvPr>
          <p:cNvSpPr/>
          <p:nvPr/>
        </p:nvSpPr>
        <p:spPr>
          <a:xfrm>
            <a:off x="6858000" y="2190750"/>
            <a:ext cx="2286000" cy="1009650"/>
          </a:xfrm>
          <a:prstGeom prst="rect">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703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State Gadget and Transition Area</a:t>
            </a:r>
          </a:p>
        </p:txBody>
      </p:sp>
      <p:pic>
        <p:nvPicPr>
          <p:cNvPr id="8" name="Graphic 7">
            <a:extLst>
              <a:ext uri="{FF2B5EF4-FFF2-40B4-BE49-F238E27FC236}">
                <a16:creationId xmlns:a16="http://schemas.microsoft.com/office/drawing/2014/main" id="{2287C2ED-C2F3-458C-AA9F-EC6B1EA6B5D9}"/>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28704" b="52724"/>
          <a:stretch/>
        </p:blipFill>
        <p:spPr>
          <a:xfrm>
            <a:off x="6096000" y="2085975"/>
            <a:ext cx="5059278" cy="2755501"/>
          </a:xfrm>
          <a:prstGeom prst="rect">
            <a:avLst/>
          </a:prstGeom>
        </p:spPr>
      </p:pic>
      <p:pic>
        <p:nvPicPr>
          <p:cNvPr id="4" name="Graphic 3">
            <a:extLst>
              <a:ext uri="{FF2B5EF4-FFF2-40B4-BE49-F238E27FC236}">
                <a16:creationId xmlns:a16="http://schemas.microsoft.com/office/drawing/2014/main" id="{86951BC0-D944-494B-B206-9536507176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55833">
            <a:off x="3021429" y="4718611"/>
            <a:ext cx="323506" cy="1074593"/>
          </a:xfrm>
          <a:prstGeom prst="rect">
            <a:avLst/>
          </a:prstGeom>
        </p:spPr>
      </p:pic>
      <p:sp>
        <p:nvSpPr>
          <p:cNvPr id="5" name="Rectangle 4">
            <a:extLst>
              <a:ext uri="{FF2B5EF4-FFF2-40B4-BE49-F238E27FC236}">
                <a16:creationId xmlns:a16="http://schemas.microsoft.com/office/drawing/2014/main" id="{4DE03831-3BCC-4D81-84F2-9449582D4A3F}"/>
              </a:ext>
            </a:extLst>
          </p:cNvPr>
          <p:cNvSpPr/>
          <p:nvPr/>
        </p:nvSpPr>
        <p:spPr>
          <a:xfrm>
            <a:off x="1252414" y="1768686"/>
            <a:ext cx="1688465" cy="1869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F5D2706-4727-4A1D-8E68-F04C71DA49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9843832">
            <a:off x="2356892" y="2793937"/>
            <a:ext cx="416593" cy="1184450"/>
          </a:xfrm>
          <a:prstGeom prst="rect">
            <a:avLst/>
          </a:prstGeom>
        </p:spPr>
      </p:pic>
      <p:pic>
        <p:nvPicPr>
          <p:cNvPr id="7" name="Graphic 6">
            <a:extLst>
              <a:ext uri="{FF2B5EF4-FFF2-40B4-BE49-F238E27FC236}">
                <a16:creationId xmlns:a16="http://schemas.microsoft.com/office/drawing/2014/main" id="{E196410C-F248-47B8-92E7-A80CDE2F4B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05987" y="1805296"/>
            <a:ext cx="323506" cy="1074593"/>
          </a:xfrm>
          <a:prstGeom prst="rect">
            <a:avLst/>
          </a:prstGeom>
        </p:spPr>
      </p:pic>
      <p:pic>
        <p:nvPicPr>
          <p:cNvPr id="9" name="Graphic 8">
            <a:extLst>
              <a:ext uri="{FF2B5EF4-FFF2-40B4-BE49-F238E27FC236}">
                <a16:creationId xmlns:a16="http://schemas.microsoft.com/office/drawing/2014/main" id="{B9D4006B-06F8-47F6-A6B1-03319DB9CD7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4617461">
            <a:off x="1647400" y="2476851"/>
            <a:ext cx="325634" cy="1067570"/>
          </a:xfrm>
          <a:prstGeom prst="rect">
            <a:avLst/>
          </a:prstGeom>
        </p:spPr>
      </p:pic>
      <p:pic>
        <p:nvPicPr>
          <p:cNvPr id="10" name="Graphic 9">
            <a:extLst>
              <a:ext uri="{FF2B5EF4-FFF2-40B4-BE49-F238E27FC236}">
                <a16:creationId xmlns:a16="http://schemas.microsoft.com/office/drawing/2014/main" id="{688D48E3-AE0A-402E-BFE3-5387AEF3BD8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05987" y="2712579"/>
            <a:ext cx="299901" cy="301874"/>
          </a:xfrm>
          <a:prstGeom prst="rect">
            <a:avLst/>
          </a:prstGeom>
        </p:spPr>
      </p:pic>
      <p:pic>
        <p:nvPicPr>
          <p:cNvPr id="11" name="Graphic 10">
            <a:extLst>
              <a:ext uri="{FF2B5EF4-FFF2-40B4-BE49-F238E27FC236}">
                <a16:creationId xmlns:a16="http://schemas.microsoft.com/office/drawing/2014/main" id="{172C7414-DB7A-4B3B-A8F6-1F8E2537F4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3169617" y="3318285"/>
            <a:ext cx="419334" cy="1176709"/>
          </a:xfrm>
          <a:prstGeom prst="rect">
            <a:avLst/>
          </a:prstGeom>
        </p:spPr>
      </p:pic>
      <p:pic>
        <p:nvPicPr>
          <p:cNvPr id="12" name="Graphic 11">
            <a:extLst>
              <a:ext uri="{FF2B5EF4-FFF2-40B4-BE49-F238E27FC236}">
                <a16:creationId xmlns:a16="http://schemas.microsoft.com/office/drawing/2014/main" id="{31792BCE-DAF4-4015-8DAE-57F1C6FC6D8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8660229">
            <a:off x="2896269" y="3843998"/>
            <a:ext cx="416593" cy="1184450"/>
          </a:xfrm>
          <a:prstGeom prst="rect">
            <a:avLst/>
          </a:prstGeom>
        </p:spPr>
      </p:pic>
      <p:pic>
        <p:nvPicPr>
          <p:cNvPr id="13" name="Graphic 12">
            <a:extLst>
              <a:ext uri="{FF2B5EF4-FFF2-40B4-BE49-F238E27FC236}">
                <a16:creationId xmlns:a16="http://schemas.microsoft.com/office/drawing/2014/main" id="{31EF7496-0D68-4FEB-A723-1A2E4F8DFC9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40978" y="3755703"/>
            <a:ext cx="299901" cy="301874"/>
          </a:xfrm>
          <a:prstGeom prst="rect">
            <a:avLst/>
          </a:prstGeom>
        </p:spPr>
      </p:pic>
      <p:pic>
        <p:nvPicPr>
          <p:cNvPr id="14" name="Graphic 13">
            <a:extLst>
              <a:ext uri="{FF2B5EF4-FFF2-40B4-BE49-F238E27FC236}">
                <a16:creationId xmlns:a16="http://schemas.microsoft.com/office/drawing/2014/main" id="{9F351E1D-AE09-40CC-96A5-41247CED9A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55833">
            <a:off x="4060222" y="2902000"/>
            <a:ext cx="323506" cy="1074593"/>
          </a:xfrm>
          <a:prstGeom prst="rect">
            <a:avLst/>
          </a:prstGeom>
        </p:spPr>
      </p:pic>
      <p:pic>
        <p:nvPicPr>
          <p:cNvPr id="15" name="Graphic 14">
            <a:extLst>
              <a:ext uri="{FF2B5EF4-FFF2-40B4-BE49-F238E27FC236}">
                <a16:creationId xmlns:a16="http://schemas.microsoft.com/office/drawing/2014/main" id="{98916CFB-7344-40FA-A13F-38ADD76BC0A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43138">
            <a:off x="3492111" y="3844568"/>
            <a:ext cx="323506" cy="1074593"/>
          </a:xfrm>
          <a:prstGeom prst="rect">
            <a:avLst/>
          </a:prstGeom>
        </p:spPr>
      </p:pic>
      <p:pic>
        <p:nvPicPr>
          <p:cNvPr id="16" name="Graphic 15">
            <a:extLst>
              <a:ext uri="{FF2B5EF4-FFF2-40B4-BE49-F238E27FC236}">
                <a16:creationId xmlns:a16="http://schemas.microsoft.com/office/drawing/2014/main" id="{22B17108-3D8C-49F0-A5B5-8518C4245B9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17688" y="3755703"/>
            <a:ext cx="299901" cy="301874"/>
          </a:xfrm>
          <a:prstGeom prst="rect">
            <a:avLst/>
          </a:prstGeom>
        </p:spPr>
      </p:pic>
      <p:pic>
        <p:nvPicPr>
          <p:cNvPr id="17" name="Graphic 16">
            <a:extLst>
              <a:ext uri="{FF2B5EF4-FFF2-40B4-BE49-F238E27FC236}">
                <a16:creationId xmlns:a16="http://schemas.microsoft.com/office/drawing/2014/main" id="{7E8BC8D5-2D78-4DFC-A565-738FD74BEAC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58268" y="4682591"/>
            <a:ext cx="299901" cy="301874"/>
          </a:xfrm>
          <a:prstGeom prst="rect">
            <a:avLst/>
          </a:prstGeom>
        </p:spPr>
      </p:pic>
      <p:sp>
        <p:nvSpPr>
          <p:cNvPr id="2" name="TextBox 1">
            <a:extLst>
              <a:ext uri="{FF2B5EF4-FFF2-40B4-BE49-F238E27FC236}">
                <a16:creationId xmlns:a16="http://schemas.microsoft.com/office/drawing/2014/main" id="{FAF4257A-034B-488F-AE37-1BF5626AE197}"/>
              </a:ext>
            </a:extLst>
          </p:cNvPr>
          <p:cNvSpPr txBox="1"/>
          <p:nvPr/>
        </p:nvSpPr>
        <p:spPr>
          <a:xfrm>
            <a:off x="1794601" y="1969113"/>
            <a:ext cx="592667" cy="369332"/>
          </a:xfrm>
          <a:prstGeom prst="rect">
            <a:avLst/>
          </a:prstGeom>
          <a:noFill/>
        </p:spPr>
        <p:txBody>
          <a:bodyPr wrap="square" rtlCol="0">
            <a:spAutoFit/>
          </a:bodyPr>
          <a:lstStyle/>
          <a:p>
            <a:r>
              <a:rPr lang="en-US" dirty="0">
                <a:solidFill>
                  <a:schemeClr val="bg1"/>
                </a:solidFill>
              </a:rPr>
              <a:t>1</a:t>
            </a:r>
          </a:p>
        </p:txBody>
      </p:sp>
      <p:sp>
        <p:nvSpPr>
          <p:cNvPr id="18" name="TextBox 17">
            <a:extLst>
              <a:ext uri="{FF2B5EF4-FFF2-40B4-BE49-F238E27FC236}">
                <a16:creationId xmlns:a16="http://schemas.microsoft.com/office/drawing/2014/main" id="{B5F8A8FC-39F5-4B6E-A20E-659B066F8137}"/>
              </a:ext>
            </a:extLst>
          </p:cNvPr>
          <p:cNvSpPr txBox="1"/>
          <p:nvPr/>
        </p:nvSpPr>
        <p:spPr>
          <a:xfrm>
            <a:off x="1321666" y="2672265"/>
            <a:ext cx="592667" cy="369332"/>
          </a:xfrm>
          <a:prstGeom prst="rect">
            <a:avLst/>
          </a:prstGeom>
          <a:noFill/>
        </p:spPr>
        <p:txBody>
          <a:bodyPr wrap="square" rtlCol="0">
            <a:spAutoFit/>
          </a:bodyPr>
          <a:lstStyle/>
          <a:p>
            <a:r>
              <a:rPr lang="en-US" dirty="0">
                <a:solidFill>
                  <a:schemeClr val="bg1"/>
                </a:solidFill>
              </a:rPr>
              <a:t>2</a:t>
            </a:r>
          </a:p>
        </p:txBody>
      </p:sp>
      <p:sp>
        <p:nvSpPr>
          <p:cNvPr id="19" name="TextBox 18">
            <a:extLst>
              <a:ext uri="{FF2B5EF4-FFF2-40B4-BE49-F238E27FC236}">
                <a16:creationId xmlns:a16="http://schemas.microsoft.com/office/drawing/2014/main" id="{2E09EE8A-9279-4DA7-BC1B-4A2C92371210}"/>
              </a:ext>
            </a:extLst>
          </p:cNvPr>
          <p:cNvSpPr txBox="1"/>
          <p:nvPr/>
        </p:nvSpPr>
        <p:spPr>
          <a:xfrm>
            <a:off x="2470303" y="2899565"/>
            <a:ext cx="592667" cy="369332"/>
          </a:xfrm>
          <a:prstGeom prst="rect">
            <a:avLst/>
          </a:prstGeom>
          <a:noFill/>
        </p:spPr>
        <p:txBody>
          <a:bodyPr wrap="square" rtlCol="0">
            <a:spAutoFit/>
          </a:bodyPr>
          <a:lstStyle/>
          <a:p>
            <a:r>
              <a:rPr lang="en-US" dirty="0">
                <a:solidFill>
                  <a:schemeClr val="bg1"/>
                </a:solidFill>
              </a:rPr>
              <a:t>3</a:t>
            </a:r>
          </a:p>
        </p:txBody>
      </p:sp>
      <p:sp>
        <p:nvSpPr>
          <p:cNvPr id="20" name="TextBox 19">
            <a:extLst>
              <a:ext uri="{FF2B5EF4-FFF2-40B4-BE49-F238E27FC236}">
                <a16:creationId xmlns:a16="http://schemas.microsoft.com/office/drawing/2014/main" id="{E5E9F895-79B9-4788-90F3-5DF85C05A94A}"/>
              </a:ext>
            </a:extLst>
          </p:cNvPr>
          <p:cNvSpPr txBox="1"/>
          <p:nvPr/>
        </p:nvSpPr>
        <p:spPr>
          <a:xfrm>
            <a:off x="2514647" y="4181985"/>
            <a:ext cx="592667" cy="369332"/>
          </a:xfrm>
          <a:prstGeom prst="rect">
            <a:avLst/>
          </a:prstGeom>
          <a:noFill/>
        </p:spPr>
        <p:txBody>
          <a:bodyPr wrap="square" rtlCol="0">
            <a:spAutoFit/>
          </a:bodyPr>
          <a:lstStyle/>
          <a:p>
            <a:r>
              <a:rPr lang="en-US" dirty="0">
                <a:solidFill>
                  <a:schemeClr val="bg1"/>
                </a:solidFill>
              </a:rPr>
              <a:t>4</a:t>
            </a:r>
          </a:p>
        </p:txBody>
      </p:sp>
      <p:sp>
        <p:nvSpPr>
          <p:cNvPr id="21" name="TextBox 20">
            <a:extLst>
              <a:ext uri="{FF2B5EF4-FFF2-40B4-BE49-F238E27FC236}">
                <a16:creationId xmlns:a16="http://schemas.microsoft.com/office/drawing/2014/main" id="{CBC5975D-34A9-4D7D-9700-73C2AB5D640D}"/>
              </a:ext>
            </a:extLst>
          </p:cNvPr>
          <p:cNvSpPr txBox="1"/>
          <p:nvPr/>
        </p:nvSpPr>
        <p:spPr>
          <a:xfrm>
            <a:off x="3013110" y="3482294"/>
            <a:ext cx="592667" cy="369332"/>
          </a:xfrm>
          <a:prstGeom prst="rect">
            <a:avLst/>
          </a:prstGeom>
          <a:noFill/>
        </p:spPr>
        <p:txBody>
          <a:bodyPr wrap="square" rtlCol="0">
            <a:spAutoFit/>
          </a:bodyPr>
          <a:lstStyle/>
          <a:p>
            <a:r>
              <a:rPr lang="en-US" dirty="0">
                <a:solidFill>
                  <a:schemeClr val="bg1"/>
                </a:solidFill>
              </a:rPr>
              <a:t>5</a:t>
            </a:r>
          </a:p>
        </p:txBody>
      </p:sp>
      <p:sp>
        <p:nvSpPr>
          <p:cNvPr id="22" name="TextBox 21">
            <a:extLst>
              <a:ext uri="{FF2B5EF4-FFF2-40B4-BE49-F238E27FC236}">
                <a16:creationId xmlns:a16="http://schemas.microsoft.com/office/drawing/2014/main" id="{6AEB46A2-0D64-44A7-BBE9-62821969AF9A}"/>
              </a:ext>
            </a:extLst>
          </p:cNvPr>
          <p:cNvSpPr txBox="1"/>
          <p:nvPr/>
        </p:nvSpPr>
        <p:spPr>
          <a:xfrm>
            <a:off x="4331146" y="3386371"/>
            <a:ext cx="592667" cy="369332"/>
          </a:xfrm>
          <a:prstGeom prst="rect">
            <a:avLst/>
          </a:prstGeom>
          <a:noFill/>
        </p:spPr>
        <p:txBody>
          <a:bodyPr wrap="square" rtlCol="0">
            <a:spAutoFit/>
          </a:bodyPr>
          <a:lstStyle/>
          <a:p>
            <a:r>
              <a:rPr lang="en-US" dirty="0">
                <a:solidFill>
                  <a:schemeClr val="bg1"/>
                </a:solidFill>
              </a:rPr>
              <a:t>6</a:t>
            </a:r>
          </a:p>
        </p:txBody>
      </p:sp>
      <p:sp>
        <p:nvSpPr>
          <p:cNvPr id="23" name="TextBox 22">
            <a:extLst>
              <a:ext uri="{FF2B5EF4-FFF2-40B4-BE49-F238E27FC236}">
                <a16:creationId xmlns:a16="http://schemas.microsoft.com/office/drawing/2014/main" id="{CCB2C172-1F0A-4520-B8DE-7AFFAB8F85CF}"/>
              </a:ext>
            </a:extLst>
          </p:cNvPr>
          <p:cNvSpPr txBox="1"/>
          <p:nvPr/>
        </p:nvSpPr>
        <p:spPr>
          <a:xfrm>
            <a:off x="3845145" y="4152072"/>
            <a:ext cx="592667" cy="369332"/>
          </a:xfrm>
          <a:prstGeom prst="rect">
            <a:avLst/>
          </a:prstGeom>
          <a:noFill/>
        </p:spPr>
        <p:txBody>
          <a:bodyPr wrap="square" rtlCol="0">
            <a:spAutoFit/>
          </a:bodyPr>
          <a:lstStyle/>
          <a:p>
            <a:r>
              <a:rPr lang="en-US" dirty="0">
                <a:solidFill>
                  <a:schemeClr val="bg1"/>
                </a:solidFill>
              </a:rPr>
              <a:t>7</a:t>
            </a:r>
          </a:p>
        </p:txBody>
      </p:sp>
      <p:sp>
        <p:nvSpPr>
          <p:cNvPr id="24" name="TextBox 23">
            <a:extLst>
              <a:ext uri="{FF2B5EF4-FFF2-40B4-BE49-F238E27FC236}">
                <a16:creationId xmlns:a16="http://schemas.microsoft.com/office/drawing/2014/main" id="{29D2EE4C-6237-4B20-BF7E-2037B9054DB0}"/>
              </a:ext>
            </a:extLst>
          </p:cNvPr>
          <p:cNvSpPr txBox="1"/>
          <p:nvPr/>
        </p:nvSpPr>
        <p:spPr>
          <a:xfrm>
            <a:off x="3300922" y="5163141"/>
            <a:ext cx="592667" cy="369332"/>
          </a:xfrm>
          <a:prstGeom prst="rect">
            <a:avLst/>
          </a:prstGeom>
          <a:noFill/>
        </p:spPr>
        <p:txBody>
          <a:bodyPr wrap="square" rtlCol="0">
            <a:spAutoFit/>
          </a:bodyPr>
          <a:lstStyle/>
          <a:p>
            <a:r>
              <a:rPr lang="en-US" dirty="0">
                <a:solidFill>
                  <a:schemeClr val="bg1"/>
                </a:solidFill>
              </a:rPr>
              <a:t>8</a:t>
            </a:r>
          </a:p>
        </p:txBody>
      </p:sp>
      <p:pic>
        <p:nvPicPr>
          <p:cNvPr id="3" name="Graphic 2">
            <a:extLst>
              <a:ext uri="{FF2B5EF4-FFF2-40B4-BE49-F238E27FC236}">
                <a16:creationId xmlns:a16="http://schemas.microsoft.com/office/drawing/2014/main" id="{817161FA-6E1A-4F35-AD21-4968F961C6E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75218" y="2201283"/>
            <a:ext cx="137162" cy="137162"/>
          </a:xfrm>
          <a:prstGeom prst="rect">
            <a:avLst/>
          </a:prstGeom>
        </p:spPr>
      </p:pic>
      <p:sp>
        <p:nvSpPr>
          <p:cNvPr id="25" name="Oval 24">
            <a:extLst>
              <a:ext uri="{FF2B5EF4-FFF2-40B4-BE49-F238E27FC236}">
                <a16:creationId xmlns:a16="http://schemas.microsoft.com/office/drawing/2014/main" id="{1A03E910-C725-4055-8A69-AFB2ABBF0979}"/>
              </a:ext>
            </a:extLst>
          </p:cNvPr>
          <p:cNvSpPr/>
          <p:nvPr/>
        </p:nvSpPr>
        <p:spPr>
          <a:xfrm>
            <a:off x="1189266" y="2581010"/>
            <a:ext cx="1163434" cy="80309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568B09C-9854-4F4C-BFF4-7AED44B7F102}"/>
              </a:ext>
            </a:extLst>
          </p:cNvPr>
          <p:cNvSpPr txBox="1"/>
          <p:nvPr/>
        </p:nvSpPr>
        <p:spPr>
          <a:xfrm>
            <a:off x="5804946" y="2338445"/>
            <a:ext cx="1114154" cy="2554545"/>
          </a:xfrm>
          <a:prstGeom prst="rect">
            <a:avLst/>
          </a:prstGeom>
          <a:noFill/>
        </p:spPr>
        <p:txBody>
          <a:bodyPr wrap="square" rtlCol="0">
            <a:spAutoFit/>
          </a:bodyPr>
          <a:lstStyle/>
          <a:p>
            <a:r>
              <a:rPr lang="en-US" sz="2000" dirty="0">
                <a:solidFill>
                  <a:schemeClr val="bg1"/>
                </a:solidFill>
                <a:latin typeface="Dubai Light" panose="020B0303030403030204" pitchFamily="34" charset="-78"/>
                <a:cs typeface="Dubai Light" panose="020B0303030403030204" pitchFamily="34" charset="-78"/>
              </a:rPr>
              <a:t>1</a:t>
            </a:r>
          </a:p>
          <a:p>
            <a:r>
              <a:rPr lang="en-US" sz="2000" dirty="0">
                <a:solidFill>
                  <a:schemeClr val="bg1"/>
                </a:solidFill>
                <a:latin typeface="Dubai Light" panose="020B0303030403030204" pitchFamily="34" charset="-78"/>
                <a:cs typeface="Dubai Light" panose="020B0303030403030204" pitchFamily="34" charset="-78"/>
              </a:rPr>
              <a:t>2</a:t>
            </a:r>
          </a:p>
          <a:p>
            <a:r>
              <a:rPr lang="en-US" sz="2000" dirty="0">
                <a:solidFill>
                  <a:schemeClr val="bg1"/>
                </a:solidFill>
                <a:latin typeface="Dubai Light" panose="020B0303030403030204" pitchFamily="34" charset="-78"/>
                <a:cs typeface="Dubai Light" panose="020B0303030403030204" pitchFamily="34" charset="-78"/>
              </a:rPr>
              <a:t>3</a:t>
            </a:r>
          </a:p>
          <a:p>
            <a:r>
              <a:rPr lang="en-US" sz="2000" dirty="0">
                <a:solidFill>
                  <a:schemeClr val="bg1"/>
                </a:solidFill>
                <a:latin typeface="Dubai Light" panose="020B0303030403030204" pitchFamily="34" charset="-78"/>
                <a:cs typeface="Dubai Light" panose="020B0303030403030204" pitchFamily="34" charset="-78"/>
              </a:rPr>
              <a:t>4</a:t>
            </a:r>
          </a:p>
          <a:p>
            <a:r>
              <a:rPr lang="en-US" sz="2000" dirty="0">
                <a:solidFill>
                  <a:schemeClr val="bg1"/>
                </a:solidFill>
                <a:latin typeface="Dubai Light" panose="020B0303030403030204" pitchFamily="34" charset="-78"/>
                <a:cs typeface="Dubai Light" panose="020B0303030403030204" pitchFamily="34" charset="-78"/>
              </a:rPr>
              <a:t>5</a:t>
            </a:r>
          </a:p>
          <a:p>
            <a:r>
              <a:rPr lang="en-US" sz="2000" dirty="0">
                <a:solidFill>
                  <a:schemeClr val="bg1"/>
                </a:solidFill>
                <a:latin typeface="Dubai Light" panose="020B0303030403030204" pitchFamily="34" charset="-78"/>
                <a:cs typeface="Dubai Light" panose="020B0303030403030204" pitchFamily="34" charset="-78"/>
              </a:rPr>
              <a:t>6</a:t>
            </a:r>
          </a:p>
          <a:p>
            <a:r>
              <a:rPr lang="en-US" sz="2000" dirty="0">
                <a:solidFill>
                  <a:schemeClr val="bg1"/>
                </a:solidFill>
                <a:latin typeface="Dubai Light" panose="020B0303030403030204" pitchFamily="34" charset="-78"/>
                <a:cs typeface="Dubai Light" panose="020B0303030403030204" pitchFamily="34" charset="-78"/>
              </a:rPr>
              <a:t>7</a:t>
            </a:r>
          </a:p>
          <a:p>
            <a:r>
              <a:rPr lang="en-US" sz="2000" dirty="0">
                <a:solidFill>
                  <a:schemeClr val="bg1"/>
                </a:solidFill>
                <a:latin typeface="Dubai Light" panose="020B0303030403030204" pitchFamily="34" charset="-78"/>
                <a:cs typeface="Dubai Light" panose="020B0303030403030204" pitchFamily="34" charset="-78"/>
              </a:rPr>
              <a:t>8</a:t>
            </a:r>
          </a:p>
        </p:txBody>
      </p:sp>
    </p:spTree>
    <p:extLst>
      <p:ext uri="{BB962C8B-B14F-4D97-AF65-F5344CB8AC3E}">
        <p14:creationId xmlns:p14="http://schemas.microsoft.com/office/powerpoint/2010/main" val="125140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1.25E-6 -0.00116 L 1.25E-6 0.02338 L 0.01198 0.02338 L 0.01198 0.06551 L -0.28177 0.06667 L -0.27995 -0.02431 " pathEditMode="relative" ptsTypes="AAAAAA">
                                      <p:cBhvr>
                                        <p:cTn id="10" dur="30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EDEED31A-38D7-4DE6-ACCF-9FAA162728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5075" y="2208189"/>
            <a:ext cx="4924425" cy="2462213"/>
          </a:xfrm>
          <a:prstGeom prst="rect">
            <a:avLst/>
          </a:prstGeom>
        </p:spPr>
      </p:pic>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State Gadget and Transition Area</a:t>
            </a:r>
          </a:p>
        </p:txBody>
      </p:sp>
      <p:pic>
        <p:nvPicPr>
          <p:cNvPr id="4" name="Graphic 3">
            <a:extLst>
              <a:ext uri="{FF2B5EF4-FFF2-40B4-BE49-F238E27FC236}">
                <a16:creationId xmlns:a16="http://schemas.microsoft.com/office/drawing/2014/main" id="{86951BC0-D944-494B-B206-9536507176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2653736">
            <a:off x="3021429" y="4718611"/>
            <a:ext cx="323506" cy="1074593"/>
          </a:xfrm>
          <a:prstGeom prst="rect">
            <a:avLst/>
          </a:prstGeom>
        </p:spPr>
      </p:pic>
      <p:sp>
        <p:nvSpPr>
          <p:cNvPr id="5" name="Rectangle 4">
            <a:extLst>
              <a:ext uri="{FF2B5EF4-FFF2-40B4-BE49-F238E27FC236}">
                <a16:creationId xmlns:a16="http://schemas.microsoft.com/office/drawing/2014/main" id="{4DE03831-3BCC-4D81-84F2-9449582D4A3F}"/>
              </a:ext>
            </a:extLst>
          </p:cNvPr>
          <p:cNvSpPr/>
          <p:nvPr/>
        </p:nvSpPr>
        <p:spPr>
          <a:xfrm>
            <a:off x="1252414" y="1768686"/>
            <a:ext cx="1688465" cy="18695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F5D2706-4727-4A1D-8E68-F04C71DA49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9645843">
            <a:off x="2356892" y="2793937"/>
            <a:ext cx="416593" cy="1184450"/>
          </a:xfrm>
          <a:prstGeom prst="rect">
            <a:avLst/>
          </a:prstGeom>
        </p:spPr>
      </p:pic>
      <p:pic>
        <p:nvPicPr>
          <p:cNvPr id="7" name="Graphic 6">
            <a:extLst>
              <a:ext uri="{FF2B5EF4-FFF2-40B4-BE49-F238E27FC236}">
                <a16:creationId xmlns:a16="http://schemas.microsoft.com/office/drawing/2014/main" id="{E196410C-F248-47B8-92E7-A80CDE2F4B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05987" y="1805296"/>
            <a:ext cx="323506" cy="1074593"/>
          </a:xfrm>
          <a:prstGeom prst="rect">
            <a:avLst/>
          </a:prstGeom>
        </p:spPr>
      </p:pic>
      <p:pic>
        <p:nvPicPr>
          <p:cNvPr id="9" name="Graphic 8">
            <a:extLst>
              <a:ext uri="{FF2B5EF4-FFF2-40B4-BE49-F238E27FC236}">
                <a16:creationId xmlns:a16="http://schemas.microsoft.com/office/drawing/2014/main" id="{B9D4006B-06F8-47F6-A6B1-03319DB9CD7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5357427">
            <a:off x="1647400" y="2476851"/>
            <a:ext cx="325634" cy="1067570"/>
          </a:xfrm>
          <a:prstGeom prst="rect">
            <a:avLst/>
          </a:prstGeom>
        </p:spPr>
      </p:pic>
      <p:pic>
        <p:nvPicPr>
          <p:cNvPr id="10" name="Graphic 9">
            <a:extLst>
              <a:ext uri="{FF2B5EF4-FFF2-40B4-BE49-F238E27FC236}">
                <a16:creationId xmlns:a16="http://schemas.microsoft.com/office/drawing/2014/main" id="{688D48E3-AE0A-402E-BFE3-5387AEF3BD8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05987" y="2712579"/>
            <a:ext cx="299901" cy="301874"/>
          </a:xfrm>
          <a:prstGeom prst="rect">
            <a:avLst/>
          </a:prstGeom>
        </p:spPr>
      </p:pic>
      <p:pic>
        <p:nvPicPr>
          <p:cNvPr id="11" name="Graphic 10">
            <a:extLst>
              <a:ext uri="{FF2B5EF4-FFF2-40B4-BE49-F238E27FC236}">
                <a16:creationId xmlns:a16="http://schemas.microsoft.com/office/drawing/2014/main" id="{172C7414-DB7A-4B3B-A8F6-1F8E2537F4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3169617" y="3318285"/>
            <a:ext cx="419334" cy="1176709"/>
          </a:xfrm>
          <a:prstGeom prst="rect">
            <a:avLst/>
          </a:prstGeom>
        </p:spPr>
      </p:pic>
      <p:pic>
        <p:nvPicPr>
          <p:cNvPr id="12" name="Graphic 11">
            <a:extLst>
              <a:ext uri="{FF2B5EF4-FFF2-40B4-BE49-F238E27FC236}">
                <a16:creationId xmlns:a16="http://schemas.microsoft.com/office/drawing/2014/main" id="{31792BCE-DAF4-4015-8DAE-57F1C6FC6D8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8660229">
            <a:off x="2896269" y="3843998"/>
            <a:ext cx="416593" cy="1184450"/>
          </a:xfrm>
          <a:prstGeom prst="rect">
            <a:avLst/>
          </a:prstGeom>
        </p:spPr>
      </p:pic>
      <p:pic>
        <p:nvPicPr>
          <p:cNvPr id="13" name="Graphic 12">
            <a:extLst>
              <a:ext uri="{FF2B5EF4-FFF2-40B4-BE49-F238E27FC236}">
                <a16:creationId xmlns:a16="http://schemas.microsoft.com/office/drawing/2014/main" id="{31EF7496-0D68-4FEB-A723-1A2E4F8DFC9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40978" y="3755703"/>
            <a:ext cx="299901" cy="301874"/>
          </a:xfrm>
          <a:prstGeom prst="rect">
            <a:avLst/>
          </a:prstGeom>
        </p:spPr>
      </p:pic>
      <p:pic>
        <p:nvPicPr>
          <p:cNvPr id="14" name="Graphic 13">
            <a:extLst>
              <a:ext uri="{FF2B5EF4-FFF2-40B4-BE49-F238E27FC236}">
                <a16:creationId xmlns:a16="http://schemas.microsoft.com/office/drawing/2014/main" id="{9F351E1D-AE09-40CC-96A5-41247CED9A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55833">
            <a:off x="4060222" y="2902000"/>
            <a:ext cx="323506" cy="1074593"/>
          </a:xfrm>
          <a:prstGeom prst="rect">
            <a:avLst/>
          </a:prstGeom>
        </p:spPr>
      </p:pic>
      <p:pic>
        <p:nvPicPr>
          <p:cNvPr id="15" name="Graphic 14">
            <a:extLst>
              <a:ext uri="{FF2B5EF4-FFF2-40B4-BE49-F238E27FC236}">
                <a16:creationId xmlns:a16="http://schemas.microsoft.com/office/drawing/2014/main" id="{98916CFB-7344-40FA-A13F-38ADD76BC0A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43138">
            <a:off x="3492111" y="3844568"/>
            <a:ext cx="323506" cy="1074593"/>
          </a:xfrm>
          <a:prstGeom prst="rect">
            <a:avLst/>
          </a:prstGeom>
        </p:spPr>
      </p:pic>
      <p:pic>
        <p:nvPicPr>
          <p:cNvPr id="16" name="Graphic 15">
            <a:extLst>
              <a:ext uri="{FF2B5EF4-FFF2-40B4-BE49-F238E27FC236}">
                <a16:creationId xmlns:a16="http://schemas.microsoft.com/office/drawing/2014/main" id="{22B17108-3D8C-49F0-A5B5-8518C4245B9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17688" y="3755703"/>
            <a:ext cx="299901" cy="301874"/>
          </a:xfrm>
          <a:prstGeom prst="rect">
            <a:avLst/>
          </a:prstGeom>
        </p:spPr>
      </p:pic>
      <p:pic>
        <p:nvPicPr>
          <p:cNvPr id="17" name="Graphic 16">
            <a:extLst>
              <a:ext uri="{FF2B5EF4-FFF2-40B4-BE49-F238E27FC236}">
                <a16:creationId xmlns:a16="http://schemas.microsoft.com/office/drawing/2014/main" id="{7E8BC8D5-2D78-4DFC-A565-738FD74BEAC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58268" y="4682591"/>
            <a:ext cx="299901" cy="301874"/>
          </a:xfrm>
          <a:prstGeom prst="rect">
            <a:avLst/>
          </a:prstGeom>
        </p:spPr>
      </p:pic>
      <p:sp>
        <p:nvSpPr>
          <p:cNvPr id="2" name="TextBox 1">
            <a:extLst>
              <a:ext uri="{FF2B5EF4-FFF2-40B4-BE49-F238E27FC236}">
                <a16:creationId xmlns:a16="http://schemas.microsoft.com/office/drawing/2014/main" id="{FAF4257A-034B-488F-AE37-1BF5626AE197}"/>
              </a:ext>
            </a:extLst>
          </p:cNvPr>
          <p:cNvSpPr txBox="1"/>
          <p:nvPr/>
        </p:nvSpPr>
        <p:spPr>
          <a:xfrm>
            <a:off x="1794601" y="1969113"/>
            <a:ext cx="592667" cy="369332"/>
          </a:xfrm>
          <a:prstGeom prst="rect">
            <a:avLst/>
          </a:prstGeom>
          <a:noFill/>
        </p:spPr>
        <p:txBody>
          <a:bodyPr wrap="square" rtlCol="0">
            <a:spAutoFit/>
          </a:bodyPr>
          <a:lstStyle/>
          <a:p>
            <a:r>
              <a:rPr lang="en-US" dirty="0">
                <a:solidFill>
                  <a:schemeClr val="bg1"/>
                </a:solidFill>
              </a:rPr>
              <a:t>1</a:t>
            </a:r>
          </a:p>
        </p:txBody>
      </p:sp>
      <p:sp>
        <p:nvSpPr>
          <p:cNvPr id="18" name="TextBox 17">
            <a:extLst>
              <a:ext uri="{FF2B5EF4-FFF2-40B4-BE49-F238E27FC236}">
                <a16:creationId xmlns:a16="http://schemas.microsoft.com/office/drawing/2014/main" id="{B5F8A8FC-39F5-4B6E-A20E-659B066F8137}"/>
              </a:ext>
            </a:extLst>
          </p:cNvPr>
          <p:cNvSpPr txBox="1"/>
          <p:nvPr/>
        </p:nvSpPr>
        <p:spPr>
          <a:xfrm>
            <a:off x="1321666" y="2672265"/>
            <a:ext cx="592667" cy="369332"/>
          </a:xfrm>
          <a:prstGeom prst="rect">
            <a:avLst/>
          </a:prstGeom>
          <a:noFill/>
        </p:spPr>
        <p:txBody>
          <a:bodyPr wrap="square" rtlCol="0">
            <a:spAutoFit/>
          </a:bodyPr>
          <a:lstStyle/>
          <a:p>
            <a:r>
              <a:rPr lang="en-US" dirty="0">
                <a:solidFill>
                  <a:schemeClr val="bg1"/>
                </a:solidFill>
              </a:rPr>
              <a:t>2</a:t>
            </a:r>
          </a:p>
        </p:txBody>
      </p:sp>
      <p:sp>
        <p:nvSpPr>
          <p:cNvPr id="19" name="TextBox 18">
            <a:extLst>
              <a:ext uri="{FF2B5EF4-FFF2-40B4-BE49-F238E27FC236}">
                <a16:creationId xmlns:a16="http://schemas.microsoft.com/office/drawing/2014/main" id="{2E09EE8A-9279-4DA7-BC1B-4A2C92371210}"/>
              </a:ext>
            </a:extLst>
          </p:cNvPr>
          <p:cNvSpPr txBox="1"/>
          <p:nvPr/>
        </p:nvSpPr>
        <p:spPr>
          <a:xfrm>
            <a:off x="2470303" y="2899565"/>
            <a:ext cx="592667" cy="369332"/>
          </a:xfrm>
          <a:prstGeom prst="rect">
            <a:avLst/>
          </a:prstGeom>
          <a:noFill/>
        </p:spPr>
        <p:txBody>
          <a:bodyPr wrap="square" rtlCol="0">
            <a:spAutoFit/>
          </a:bodyPr>
          <a:lstStyle/>
          <a:p>
            <a:r>
              <a:rPr lang="en-US" dirty="0">
                <a:solidFill>
                  <a:schemeClr val="bg1"/>
                </a:solidFill>
              </a:rPr>
              <a:t>3</a:t>
            </a:r>
          </a:p>
        </p:txBody>
      </p:sp>
      <p:sp>
        <p:nvSpPr>
          <p:cNvPr id="20" name="TextBox 19">
            <a:extLst>
              <a:ext uri="{FF2B5EF4-FFF2-40B4-BE49-F238E27FC236}">
                <a16:creationId xmlns:a16="http://schemas.microsoft.com/office/drawing/2014/main" id="{E5E9F895-79B9-4788-90F3-5DF85C05A94A}"/>
              </a:ext>
            </a:extLst>
          </p:cNvPr>
          <p:cNvSpPr txBox="1"/>
          <p:nvPr/>
        </p:nvSpPr>
        <p:spPr>
          <a:xfrm>
            <a:off x="2648313" y="4188942"/>
            <a:ext cx="592667" cy="369332"/>
          </a:xfrm>
          <a:prstGeom prst="rect">
            <a:avLst/>
          </a:prstGeom>
          <a:noFill/>
        </p:spPr>
        <p:txBody>
          <a:bodyPr wrap="square" rtlCol="0">
            <a:spAutoFit/>
          </a:bodyPr>
          <a:lstStyle/>
          <a:p>
            <a:r>
              <a:rPr lang="en-US" dirty="0">
                <a:solidFill>
                  <a:schemeClr val="bg1"/>
                </a:solidFill>
              </a:rPr>
              <a:t>4</a:t>
            </a:r>
          </a:p>
        </p:txBody>
      </p:sp>
      <p:sp>
        <p:nvSpPr>
          <p:cNvPr id="21" name="TextBox 20">
            <a:extLst>
              <a:ext uri="{FF2B5EF4-FFF2-40B4-BE49-F238E27FC236}">
                <a16:creationId xmlns:a16="http://schemas.microsoft.com/office/drawing/2014/main" id="{CBC5975D-34A9-4D7D-9700-73C2AB5D640D}"/>
              </a:ext>
            </a:extLst>
          </p:cNvPr>
          <p:cNvSpPr txBox="1"/>
          <p:nvPr/>
        </p:nvSpPr>
        <p:spPr>
          <a:xfrm>
            <a:off x="2989112" y="3482941"/>
            <a:ext cx="592667" cy="369332"/>
          </a:xfrm>
          <a:prstGeom prst="rect">
            <a:avLst/>
          </a:prstGeom>
          <a:noFill/>
        </p:spPr>
        <p:txBody>
          <a:bodyPr wrap="square" rtlCol="0">
            <a:spAutoFit/>
          </a:bodyPr>
          <a:lstStyle/>
          <a:p>
            <a:r>
              <a:rPr lang="en-US" dirty="0">
                <a:solidFill>
                  <a:schemeClr val="bg1"/>
                </a:solidFill>
              </a:rPr>
              <a:t>5</a:t>
            </a:r>
          </a:p>
        </p:txBody>
      </p:sp>
      <p:sp>
        <p:nvSpPr>
          <p:cNvPr id="22" name="TextBox 21">
            <a:extLst>
              <a:ext uri="{FF2B5EF4-FFF2-40B4-BE49-F238E27FC236}">
                <a16:creationId xmlns:a16="http://schemas.microsoft.com/office/drawing/2014/main" id="{6AEB46A2-0D64-44A7-BBE9-62821969AF9A}"/>
              </a:ext>
            </a:extLst>
          </p:cNvPr>
          <p:cNvSpPr txBox="1"/>
          <p:nvPr/>
        </p:nvSpPr>
        <p:spPr>
          <a:xfrm>
            <a:off x="4331146" y="3386371"/>
            <a:ext cx="592667" cy="369332"/>
          </a:xfrm>
          <a:prstGeom prst="rect">
            <a:avLst/>
          </a:prstGeom>
          <a:noFill/>
        </p:spPr>
        <p:txBody>
          <a:bodyPr wrap="square" rtlCol="0">
            <a:spAutoFit/>
          </a:bodyPr>
          <a:lstStyle/>
          <a:p>
            <a:r>
              <a:rPr lang="en-US" dirty="0">
                <a:solidFill>
                  <a:schemeClr val="bg1"/>
                </a:solidFill>
              </a:rPr>
              <a:t>6</a:t>
            </a:r>
          </a:p>
        </p:txBody>
      </p:sp>
      <p:sp>
        <p:nvSpPr>
          <p:cNvPr id="23" name="TextBox 22">
            <a:extLst>
              <a:ext uri="{FF2B5EF4-FFF2-40B4-BE49-F238E27FC236}">
                <a16:creationId xmlns:a16="http://schemas.microsoft.com/office/drawing/2014/main" id="{CCB2C172-1F0A-4520-B8DE-7AFFAB8F85CF}"/>
              </a:ext>
            </a:extLst>
          </p:cNvPr>
          <p:cNvSpPr txBox="1"/>
          <p:nvPr/>
        </p:nvSpPr>
        <p:spPr>
          <a:xfrm>
            <a:off x="3845145" y="4152072"/>
            <a:ext cx="592667" cy="369332"/>
          </a:xfrm>
          <a:prstGeom prst="rect">
            <a:avLst/>
          </a:prstGeom>
          <a:noFill/>
        </p:spPr>
        <p:txBody>
          <a:bodyPr wrap="square" rtlCol="0">
            <a:spAutoFit/>
          </a:bodyPr>
          <a:lstStyle/>
          <a:p>
            <a:r>
              <a:rPr lang="en-US" dirty="0">
                <a:solidFill>
                  <a:schemeClr val="bg1"/>
                </a:solidFill>
              </a:rPr>
              <a:t>7</a:t>
            </a:r>
          </a:p>
        </p:txBody>
      </p:sp>
      <p:sp>
        <p:nvSpPr>
          <p:cNvPr id="24" name="TextBox 23">
            <a:extLst>
              <a:ext uri="{FF2B5EF4-FFF2-40B4-BE49-F238E27FC236}">
                <a16:creationId xmlns:a16="http://schemas.microsoft.com/office/drawing/2014/main" id="{29D2EE4C-6237-4B20-BF7E-2037B9054DB0}"/>
              </a:ext>
            </a:extLst>
          </p:cNvPr>
          <p:cNvSpPr txBox="1"/>
          <p:nvPr/>
        </p:nvSpPr>
        <p:spPr>
          <a:xfrm>
            <a:off x="3300922" y="5163141"/>
            <a:ext cx="592667" cy="369332"/>
          </a:xfrm>
          <a:prstGeom prst="rect">
            <a:avLst/>
          </a:prstGeom>
          <a:noFill/>
        </p:spPr>
        <p:txBody>
          <a:bodyPr wrap="square" rtlCol="0">
            <a:spAutoFit/>
          </a:bodyPr>
          <a:lstStyle/>
          <a:p>
            <a:r>
              <a:rPr lang="en-US" dirty="0">
                <a:solidFill>
                  <a:schemeClr val="bg1"/>
                </a:solidFill>
              </a:rPr>
              <a:t>8</a:t>
            </a:r>
          </a:p>
        </p:txBody>
      </p:sp>
      <p:pic>
        <p:nvPicPr>
          <p:cNvPr id="3" name="Graphic 2">
            <a:extLst>
              <a:ext uri="{FF2B5EF4-FFF2-40B4-BE49-F238E27FC236}">
                <a16:creationId xmlns:a16="http://schemas.microsoft.com/office/drawing/2014/main" id="{817161FA-6E1A-4F35-AD21-4968F961C6E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881239" y="2213153"/>
            <a:ext cx="137162" cy="137162"/>
          </a:xfrm>
          <a:prstGeom prst="rect">
            <a:avLst/>
          </a:prstGeom>
        </p:spPr>
      </p:pic>
      <p:sp>
        <p:nvSpPr>
          <p:cNvPr id="26" name="TextBox 25">
            <a:extLst>
              <a:ext uri="{FF2B5EF4-FFF2-40B4-BE49-F238E27FC236}">
                <a16:creationId xmlns:a16="http://schemas.microsoft.com/office/drawing/2014/main" id="{C0E0A935-DD13-4A06-BA6E-F51141050223}"/>
              </a:ext>
            </a:extLst>
          </p:cNvPr>
          <p:cNvSpPr txBox="1"/>
          <p:nvPr/>
        </p:nvSpPr>
        <p:spPr>
          <a:xfrm>
            <a:off x="5994852" y="2338445"/>
            <a:ext cx="1114154" cy="2308324"/>
          </a:xfrm>
          <a:prstGeom prst="rect">
            <a:avLst/>
          </a:prstGeom>
          <a:noFill/>
        </p:spPr>
        <p:txBody>
          <a:bodyPr wrap="square" rtlCol="0">
            <a:spAutoFit/>
          </a:bodyPr>
          <a:lstStyle/>
          <a:p>
            <a:r>
              <a:rPr lang="en-US" dirty="0">
                <a:solidFill>
                  <a:schemeClr val="bg1"/>
                </a:solidFill>
                <a:latin typeface="Dubai Light" panose="020B0303030403030204" pitchFamily="34" charset="-78"/>
                <a:cs typeface="Dubai Light" panose="020B0303030403030204" pitchFamily="34" charset="-78"/>
              </a:rPr>
              <a:t>1</a:t>
            </a:r>
          </a:p>
          <a:p>
            <a:r>
              <a:rPr lang="en-US" dirty="0">
                <a:solidFill>
                  <a:schemeClr val="bg1"/>
                </a:solidFill>
                <a:latin typeface="Dubai Light" panose="020B0303030403030204" pitchFamily="34" charset="-78"/>
                <a:cs typeface="Dubai Light" panose="020B0303030403030204" pitchFamily="34" charset="-78"/>
              </a:rPr>
              <a:t>2</a:t>
            </a:r>
          </a:p>
          <a:p>
            <a:r>
              <a:rPr lang="en-US" dirty="0">
                <a:solidFill>
                  <a:schemeClr val="bg1"/>
                </a:solidFill>
                <a:latin typeface="Dubai Light" panose="020B0303030403030204" pitchFamily="34" charset="-78"/>
                <a:cs typeface="Dubai Light" panose="020B0303030403030204" pitchFamily="34" charset="-78"/>
              </a:rPr>
              <a:t>3</a:t>
            </a:r>
          </a:p>
          <a:p>
            <a:r>
              <a:rPr lang="en-US" dirty="0">
                <a:solidFill>
                  <a:schemeClr val="bg1"/>
                </a:solidFill>
                <a:latin typeface="Dubai Light" panose="020B0303030403030204" pitchFamily="34" charset="-78"/>
                <a:cs typeface="Dubai Light" panose="020B0303030403030204" pitchFamily="34" charset="-78"/>
              </a:rPr>
              <a:t>4</a:t>
            </a:r>
          </a:p>
          <a:p>
            <a:r>
              <a:rPr lang="en-US" dirty="0">
                <a:solidFill>
                  <a:schemeClr val="bg1"/>
                </a:solidFill>
                <a:latin typeface="Dubai Light" panose="020B0303030403030204" pitchFamily="34" charset="-78"/>
                <a:cs typeface="Dubai Light" panose="020B0303030403030204" pitchFamily="34" charset="-78"/>
              </a:rPr>
              <a:t>5</a:t>
            </a:r>
          </a:p>
          <a:p>
            <a:r>
              <a:rPr lang="en-US" dirty="0">
                <a:solidFill>
                  <a:schemeClr val="bg1"/>
                </a:solidFill>
                <a:latin typeface="Dubai Light" panose="020B0303030403030204" pitchFamily="34" charset="-78"/>
                <a:cs typeface="Dubai Light" panose="020B0303030403030204" pitchFamily="34" charset="-78"/>
              </a:rPr>
              <a:t>6</a:t>
            </a:r>
          </a:p>
          <a:p>
            <a:r>
              <a:rPr lang="en-US" dirty="0">
                <a:solidFill>
                  <a:schemeClr val="bg1"/>
                </a:solidFill>
                <a:latin typeface="Dubai Light" panose="020B0303030403030204" pitchFamily="34" charset="-78"/>
                <a:cs typeface="Dubai Light" panose="020B0303030403030204" pitchFamily="34" charset="-78"/>
              </a:rPr>
              <a:t>7</a:t>
            </a:r>
          </a:p>
          <a:p>
            <a:r>
              <a:rPr lang="en-US" dirty="0">
                <a:solidFill>
                  <a:schemeClr val="bg1"/>
                </a:solidFill>
                <a:latin typeface="Dubai Light" panose="020B0303030403030204" pitchFamily="34" charset="-78"/>
                <a:cs typeface="Dubai Light" panose="020B0303030403030204" pitchFamily="34" charset="-78"/>
              </a:rPr>
              <a:t>8</a:t>
            </a:r>
          </a:p>
        </p:txBody>
      </p:sp>
      <p:sp>
        <p:nvSpPr>
          <p:cNvPr id="27" name="Oval 26">
            <a:extLst>
              <a:ext uri="{FF2B5EF4-FFF2-40B4-BE49-F238E27FC236}">
                <a16:creationId xmlns:a16="http://schemas.microsoft.com/office/drawing/2014/main" id="{5A221B5F-5699-4E70-B126-BB41B16FBAEC}"/>
              </a:ext>
            </a:extLst>
          </p:cNvPr>
          <p:cNvSpPr/>
          <p:nvPr/>
        </p:nvSpPr>
        <p:spPr>
          <a:xfrm rot="18094894">
            <a:off x="3674880" y="2996361"/>
            <a:ext cx="1163434" cy="80309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185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0039 -0.00116 L 0.00065 0.01736 L 0.01106 0.01921 L 0.01002 0.0581 L 0.02252 0.05995 L 0.02252 0.10069 L 0.03294 0.10069 L 0.03398 0.13958 L 0.04336 0.13958 L 0.04544 0.18032 L 0.05377 0.18032 L 0.05586 0.22106 L -0.2806 0.22106 L -0.2806 -0.01042 " pathEditMode="relative" ptsTypes="AAAAAAAAAAAAAA">
                                      <p:cBhvr>
                                        <p:cTn id="10" dur="4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107698" y="877800"/>
            <a:ext cx="5299391" cy="2862322"/>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Vertex Gadget</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Represent the state of a vertex</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Enforce State Changes</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Prevent Illegal States</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Able to extract tile only if in goal state</a:t>
            </a:r>
          </a:p>
        </p:txBody>
      </p:sp>
      <p:pic>
        <p:nvPicPr>
          <p:cNvPr id="3" name="Graphic 2">
            <a:extLst>
              <a:ext uri="{FF2B5EF4-FFF2-40B4-BE49-F238E27FC236}">
                <a16:creationId xmlns:a16="http://schemas.microsoft.com/office/drawing/2014/main" id="{F2493509-B779-4E8F-974F-62DC790FAC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5684" y="289249"/>
            <a:ext cx="4223124" cy="6279502"/>
          </a:xfrm>
          <a:prstGeom prst="rect">
            <a:avLst/>
          </a:prstGeom>
        </p:spPr>
      </p:pic>
      <p:pic>
        <p:nvPicPr>
          <p:cNvPr id="4" name="Picture 3">
            <a:extLst>
              <a:ext uri="{FF2B5EF4-FFF2-40B4-BE49-F238E27FC236}">
                <a16:creationId xmlns:a16="http://schemas.microsoft.com/office/drawing/2014/main" id="{D6326112-EA1B-482C-9678-0FFE91E3E796}"/>
              </a:ext>
            </a:extLst>
          </p:cNvPr>
          <p:cNvPicPr>
            <a:picLocks noChangeAspect="1"/>
          </p:cNvPicPr>
          <p:nvPr/>
        </p:nvPicPr>
        <p:blipFill rotWithShape="1">
          <a:blip r:embed="rId5"/>
          <a:srcRect r="42197" b="85165"/>
          <a:stretch/>
        </p:blipFill>
        <p:spPr>
          <a:xfrm>
            <a:off x="-153018" y="4180116"/>
            <a:ext cx="5663912" cy="2162628"/>
          </a:xfrm>
          <a:prstGeom prst="rect">
            <a:avLst/>
          </a:prstGeom>
        </p:spPr>
      </p:pic>
    </p:spTree>
    <p:extLst>
      <p:ext uri="{BB962C8B-B14F-4D97-AF65-F5344CB8AC3E}">
        <p14:creationId xmlns:p14="http://schemas.microsoft.com/office/powerpoint/2010/main" val="2383811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107698" y="877800"/>
            <a:ext cx="5299391" cy="2862322"/>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Vertex Gadget</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Represent the state of a vertex</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Enforce State Changes</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Prevent Illegal States</a:t>
            </a:r>
          </a:p>
          <a:p>
            <a:pPr marL="571500" indent="-571500">
              <a:buFont typeface="Arial" panose="020B0604020202020204" pitchFamily="34" charset="0"/>
              <a:buChar char="•"/>
            </a:pPr>
            <a:r>
              <a:rPr lang="en-US" sz="2800" dirty="0">
                <a:solidFill>
                  <a:schemeClr val="bg1"/>
                </a:solidFill>
                <a:latin typeface="Dubai Light" panose="020B0303030403030204" pitchFamily="34" charset="-78"/>
                <a:cs typeface="Dubai Light" panose="020B0303030403030204" pitchFamily="34" charset="-78"/>
              </a:rPr>
              <a:t>Able to extract tile only if in goal state</a:t>
            </a:r>
          </a:p>
        </p:txBody>
      </p:sp>
      <p:pic>
        <p:nvPicPr>
          <p:cNvPr id="3" name="Graphic 2">
            <a:extLst>
              <a:ext uri="{FF2B5EF4-FFF2-40B4-BE49-F238E27FC236}">
                <a16:creationId xmlns:a16="http://schemas.microsoft.com/office/drawing/2014/main" id="{F2493509-B779-4E8F-974F-62DC790FAC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5684" y="289249"/>
            <a:ext cx="4223124" cy="6279502"/>
          </a:xfrm>
          <a:prstGeom prst="rect">
            <a:avLst/>
          </a:prstGeom>
        </p:spPr>
      </p:pic>
    </p:spTree>
    <p:extLst>
      <p:ext uri="{BB962C8B-B14F-4D97-AF65-F5344CB8AC3E}">
        <p14:creationId xmlns:p14="http://schemas.microsoft.com/office/powerpoint/2010/main" val="251277999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1103086" y="621651"/>
            <a:ext cx="5299391"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Extraction</a:t>
            </a:r>
          </a:p>
        </p:txBody>
      </p:sp>
      <p:pic>
        <p:nvPicPr>
          <p:cNvPr id="3" name="Graphic 2">
            <a:extLst>
              <a:ext uri="{FF2B5EF4-FFF2-40B4-BE49-F238E27FC236}">
                <a16:creationId xmlns:a16="http://schemas.microsoft.com/office/drawing/2014/main" id="{CAF7D8D6-22CD-4251-8EE5-988A7284D43E}"/>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7658" t="12774" r="37379" b="-1"/>
          <a:stretch/>
        </p:blipFill>
        <p:spPr>
          <a:xfrm>
            <a:off x="8461828" y="230551"/>
            <a:ext cx="1231207" cy="6396898"/>
          </a:xfrm>
          <a:prstGeom prst="rect">
            <a:avLst/>
          </a:prstGeom>
        </p:spPr>
      </p:pic>
      <p:pic>
        <p:nvPicPr>
          <p:cNvPr id="4" name="Graphic 3">
            <a:extLst>
              <a:ext uri="{FF2B5EF4-FFF2-40B4-BE49-F238E27FC236}">
                <a16:creationId xmlns:a16="http://schemas.microsoft.com/office/drawing/2014/main" id="{CAC34430-2507-4220-B0F5-A78E37EB788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7658" t="94327" r="37379" b="-1"/>
          <a:stretch/>
        </p:blipFill>
        <p:spPr>
          <a:xfrm>
            <a:off x="918174" y="3429000"/>
            <a:ext cx="5063584" cy="1711205"/>
          </a:xfrm>
          <a:prstGeom prst="rect">
            <a:avLst/>
          </a:prstGeom>
        </p:spPr>
      </p:pic>
    </p:spTree>
    <p:extLst>
      <p:ext uri="{BB962C8B-B14F-4D97-AF65-F5344CB8AC3E}">
        <p14:creationId xmlns:p14="http://schemas.microsoft.com/office/powerpoint/2010/main" val="419686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107698" y="877800"/>
            <a:ext cx="5299391" cy="2862322"/>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Vertex Gadget</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Represent the state of a vertex</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Enforce State Changes</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Prevent Illegal States</a:t>
            </a:r>
          </a:p>
          <a:p>
            <a:pPr marL="571500" indent="-571500">
              <a:buFont typeface="Arial" panose="020B0604020202020204" pitchFamily="34" charset="0"/>
              <a:buChar char="•"/>
            </a:pPr>
            <a:r>
              <a:rPr lang="en-US" sz="2800" strike="sngStrike" dirty="0">
                <a:solidFill>
                  <a:schemeClr val="bg1"/>
                </a:solidFill>
                <a:latin typeface="Dubai Light" panose="020B0303030403030204" pitchFamily="34" charset="-78"/>
                <a:cs typeface="Dubai Light" panose="020B0303030403030204" pitchFamily="34" charset="-78"/>
              </a:rPr>
              <a:t>Able to extract tile only if in goal state</a:t>
            </a:r>
          </a:p>
        </p:txBody>
      </p:sp>
      <p:pic>
        <p:nvPicPr>
          <p:cNvPr id="3" name="Graphic 2">
            <a:extLst>
              <a:ext uri="{FF2B5EF4-FFF2-40B4-BE49-F238E27FC236}">
                <a16:creationId xmlns:a16="http://schemas.microsoft.com/office/drawing/2014/main" id="{F2493509-B779-4E8F-974F-62DC790FAC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5684" y="289249"/>
            <a:ext cx="4223124" cy="6279502"/>
          </a:xfrm>
          <a:prstGeom prst="rect">
            <a:avLst/>
          </a:prstGeom>
        </p:spPr>
      </p:pic>
    </p:spTree>
    <p:extLst>
      <p:ext uri="{BB962C8B-B14F-4D97-AF65-F5344CB8AC3E}">
        <p14:creationId xmlns:p14="http://schemas.microsoft.com/office/powerpoint/2010/main" val="962961625"/>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2F15491-F3C4-4C05-A04E-1ED22FB97B9A}"/>
              </a:ext>
            </a:extLst>
          </p:cNvPr>
          <p:cNvGraphicFramePr>
            <a:graphicFrameLocks noGrp="1"/>
          </p:cNvGraphicFramePr>
          <p:nvPr/>
        </p:nvGraphicFramePr>
        <p:xfrm>
          <a:off x="812276" y="833120"/>
          <a:ext cx="10450809" cy="2595880"/>
        </p:xfrm>
        <a:graphic>
          <a:graphicData uri="http://schemas.openxmlformats.org/drawingml/2006/table">
            <a:tbl>
              <a:tblPr firstRow="1" bandRow="1">
                <a:tableStyleId>{C4B1156A-380E-4F78-BDF5-A606A8083BF9}</a:tableStyleId>
              </a:tblPr>
              <a:tblGrid>
                <a:gridCol w="2753867">
                  <a:extLst>
                    <a:ext uri="{9D8B030D-6E8A-4147-A177-3AD203B41FA5}">
                      <a16:colId xmlns:a16="http://schemas.microsoft.com/office/drawing/2014/main" val="3140209983"/>
                    </a:ext>
                  </a:extLst>
                </a:gridCol>
                <a:gridCol w="1350731">
                  <a:extLst>
                    <a:ext uri="{9D8B030D-6E8A-4147-A177-3AD203B41FA5}">
                      <a16:colId xmlns:a16="http://schemas.microsoft.com/office/drawing/2014/main" val="3922501285"/>
                    </a:ext>
                  </a:extLst>
                </a:gridCol>
                <a:gridCol w="2833471">
                  <a:extLst>
                    <a:ext uri="{9D8B030D-6E8A-4147-A177-3AD203B41FA5}">
                      <a16:colId xmlns:a16="http://schemas.microsoft.com/office/drawing/2014/main" val="3467975921"/>
                    </a:ext>
                  </a:extLst>
                </a:gridCol>
                <a:gridCol w="3512740">
                  <a:extLst>
                    <a:ext uri="{9D8B030D-6E8A-4147-A177-3AD203B41FA5}">
                      <a16:colId xmlns:a16="http://schemas.microsoft.com/office/drawing/2014/main" val="1865572204"/>
                    </a:ext>
                  </a:extLst>
                </a:gridCol>
              </a:tblGrid>
              <a:tr h="370840">
                <a:tc>
                  <a:txBody>
                    <a:bodyPr/>
                    <a:lstStyle/>
                    <a:p>
                      <a:pPr algn="ctr"/>
                      <a:r>
                        <a:rPr lang="en-US" dirty="0">
                          <a:latin typeface="Dubai" panose="020B0503030403030204" pitchFamily="34" charset="-78"/>
                          <a:cs typeface="Dubai" panose="020B0503030403030204" pitchFamily="34" charset="-78"/>
                        </a:rPr>
                        <a:t>Problem</a:t>
                      </a:r>
                    </a:p>
                  </a:txBody>
                  <a:tcPr/>
                </a:tc>
                <a:tc>
                  <a:txBody>
                    <a:bodyPr/>
                    <a:lstStyle/>
                    <a:p>
                      <a:pPr algn="ctr"/>
                      <a:r>
                        <a:rPr lang="en-US" dirty="0">
                          <a:latin typeface="Dubai" panose="020B0503030403030204" pitchFamily="34" charset="-78"/>
                          <a:cs typeface="Dubai" panose="020B0503030403030204" pitchFamily="34" charset="-78"/>
                        </a:rPr>
                        <a:t>Shapes</a:t>
                      </a:r>
                    </a:p>
                  </a:txBody>
                  <a:tcPr/>
                </a:tc>
                <a:tc>
                  <a:txBody>
                    <a:bodyPr/>
                    <a:lstStyle/>
                    <a:p>
                      <a:pPr algn="ctr"/>
                      <a:r>
                        <a:rPr lang="en-US" dirty="0">
                          <a:latin typeface="Dubai" panose="020B0503030403030204" pitchFamily="34" charset="-78"/>
                          <a:cs typeface="Dubai" panose="020B0503030403030204" pitchFamily="34" charset="-78"/>
                        </a:rPr>
                        <a:t>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Occupancy/Relocation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NP-hard</a:t>
                      </a:r>
                    </a:p>
                  </a:txBody>
                  <a:tcPr/>
                </a:tc>
                <a:tc>
                  <a:txBody>
                    <a:bodyPr/>
                    <a:lstStyle/>
                    <a:p>
                      <a:pPr algn="ctr"/>
                      <a:r>
                        <a:rPr lang="en-US" i="0" dirty="0">
                          <a:latin typeface="Dubai" panose="020B0503030403030204" pitchFamily="34" charset="-78"/>
                          <a:cs typeface="Dubai" panose="020B0503030403030204" pitchFamily="34" charset="-78"/>
                        </a:rPr>
                        <a:t>Natural Computing 2017</a:t>
                      </a:r>
                    </a:p>
                  </a:txBody>
                  <a:tcPr/>
                </a:tc>
                <a:extLst>
                  <a:ext uri="{0D108BD9-81ED-4DB2-BD59-A6C34878D82A}">
                    <a16:rowId xmlns:a16="http://schemas.microsoft.com/office/drawing/2014/main" val="1705407000"/>
                  </a:ext>
                </a:extLst>
              </a:tr>
              <a:tr h="370840">
                <a:tc>
                  <a:txBody>
                    <a:bodyPr/>
                    <a:lstStyle/>
                    <a:p>
                      <a:pPr algn="ctr"/>
                      <a:r>
                        <a:rPr lang="en-US" dirty="0">
                          <a:latin typeface="Dubai" panose="020B0503030403030204" pitchFamily="34" charset="-78"/>
                          <a:cs typeface="Dubai" panose="020B0503030403030204" pitchFamily="34" charset="-78"/>
                        </a:rPr>
                        <a:t>Minimum Reconfiguration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algn="ctr"/>
                      <a:r>
                        <a:rPr lang="en-US" i="0" dirty="0">
                          <a:latin typeface="Dubai" panose="020B0503030403030204" pitchFamily="34" charset="-78"/>
                          <a:cs typeface="Dubai" panose="020B0503030403030204" pitchFamily="34" charset="-78"/>
                        </a:rPr>
                        <a:t>Natural Computing 2017</a:t>
                      </a:r>
                    </a:p>
                  </a:txBody>
                  <a:tcPr/>
                </a:tc>
                <a:extLst>
                  <a:ext uri="{0D108BD9-81ED-4DB2-BD59-A6C34878D82A}">
                    <a16:rowId xmlns:a16="http://schemas.microsoft.com/office/drawing/2014/main" val="2459792027"/>
                  </a:ext>
                </a:extLst>
              </a:tr>
              <a:tr h="370840">
                <a:tc>
                  <a:txBody>
                    <a:bodyPr/>
                    <a:lstStyle/>
                    <a:p>
                      <a:pPr algn="ctr"/>
                      <a:r>
                        <a:rPr lang="en-US" b="0" dirty="0">
                          <a:latin typeface="Dubai" panose="020B0503030403030204" pitchFamily="34" charset="-78"/>
                          <a:cs typeface="Dubai" panose="020B0503030403030204" pitchFamily="34" charset="-78"/>
                        </a:rPr>
                        <a:t>Occupancy/Relocation</a:t>
                      </a:r>
                    </a:p>
                  </a:txBody>
                  <a:tcPr/>
                </a:tc>
                <a:tc>
                  <a:txBody>
                    <a:bodyPr/>
                    <a:lstStyle/>
                    <a:p>
                      <a:pPr algn="ctr"/>
                      <a:r>
                        <a:rPr lang="en-US" dirty="0">
                          <a:latin typeface="Dubai" panose="020B0503030403030204" pitchFamily="34" charset="-78"/>
                          <a:cs typeface="Dubai" panose="020B0503030403030204" pitchFamily="34" charset="-78"/>
                        </a:rPr>
                        <a:t>1x1, 2x2</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r>
                        <a:rPr lang="en-US" b="0" dirty="0">
                          <a:latin typeface="Dubai" panose="020B0503030403030204" pitchFamily="34" charset="-78"/>
                          <a:cs typeface="Dubai" panose="020B0503030403030204" pitchFamily="34" charset="-78"/>
                        </a:rPr>
                        <a:t>Reconfiguration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Dubai" panose="020B0503030403030204" pitchFamily="34" charset="-78"/>
                          <a:cs typeface="Dubai" panose="020B0503030403030204" pitchFamily="34" charset="-78"/>
                        </a:rPr>
                        <a:t>1x1, 2x2</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Occupancy/Relocation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1x1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54484737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Reconfiguration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1x1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i="0" dirty="0">
                          <a:latin typeface="Dubai" panose="020B0503030403030204" pitchFamily="34" charset="-78"/>
                          <a:cs typeface="Dubai" panose="020B0503030403030204" pitchFamily="34" charset="-78"/>
                        </a:rPr>
                        <a:t>SODA 2020</a:t>
                      </a:r>
                    </a:p>
                  </a:txBody>
                  <a:tcPr/>
                </a:tc>
                <a:extLst>
                  <a:ext uri="{0D108BD9-81ED-4DB2-BD59-A6C34878D82A}">
                    <a16:rowId xmlns:a16="http://schemas.microsoft.com/office/drawing/2014/main" val="3432695807"/>
                  </a:ext>
                </a:extLst>
              </a:tr>
            </a:tbl>
          </a:graphicData>
        </a:graphic>
      </p:graphicFrame>
      <p:sp>
        <p:nvSpPr>
          <p:cNvPr id="4" name="TextBox 3">
            <a:extLst>
              <a:ext uri="{FF2B5EF4-FFF2-40B4-BE49-F238E27FC236}">
                <a16:creationId xmlns:a16="http://schemas.microsoft.com/office/drawing/2014/main" id="{15053F72-EC24-4130-ABCA-8387CF73A9E2}"/>
              </a:ext>
            </a:extLst>
          </p:cNvPr>
          <p:cNvSpPr txBox="1"/>
          <p:nvPr/>
        </p:nvSpPr>
        <p:spPr>
          <a:xfrm>
            <a:off x="0" y="5820976"/>
            <a:ext cx="6320869" cy="954107"/>
          </a:xfrm>
          <a:prstGeom prst="rect">
            <a:avLst/>
          </a:prstGeom>
          <a:noFill/>
        </p:spPr>
        <p:txBody>
          <a:bodyPr wrap="square" rtlCol="0">
            <a:spAutoFit/>
          </a:bodyPr>
          <a:lstStyle/>
          <a:p>
            <a:r>
              <a:rPr lang="en-US" sz="1400" dirty="0">
                <a:solidFill>
                  <a:schemeClr val="bg1"/>
                </a:solidFill>
              </a:rPr>
              <a:t>Jose </a:t>
            </a:r>
            <a:r>
              <a:rPr lang="en-US" sz="1400" dirty="0" err="1">
                <a:solidFill>
                  <a:schemeClr val="bg1"/>
                </a:solidFill>
              </a:rPr>
              <a:t>Balanza</a:t>
            </a:r>
            <a:r>
              <a:rPr lang="en-US" sz="1400" dirty="0">
                <a:solidFill>
                  <a:schemeClr val="bg1"/>
                </a:solidFill>
              </a:rPr>
              <a:t>-Martinez, David Caballero, Angel Cantu, Luis Garcia, Austin </a:t>
            </a:r>
            <a:r>
              <a:rPr lang="en-US" sz="1400" dirty="0" err="1">
                <a:solidFill>
                  <a:schemeClr val="bg1"/>
                </a:solidFill>
              </a:rPr>
              <a:t>Luchsinger</a:t>
            </a:r>
            <a:r>
              <a:rPr lang="en-US" sz="1400" dirty="0">
                <a:solidFill>
                  <a:schemeClr val="bg1"/>
                </a:solidFill>
              </a:rPr>
              <a:t>, Rene Reyes, Robert </a:t>
            </a:r>
            <a:r>
              <a:rPr lang="en-US" sz="1400" dirty="0" err="1">
                <a:solidFill>
                  <a:schemeClr val="bg1"/>
                </a:solidFill>
              </a:rPr>
              <a:t>Schweller</a:t>
            </a:r>
            <a:r>
              <a:rPr lang="en-US" sz="1400" dirty="0">
                <a:solidFill>
                  <a:schemeClr val="bg1"/>
                </a:solidFill>
              </a:rPr>
              <a:t>, and Tim Wylie, Full tilt: Universal constructors for general shapes with uniform external forces, 30th Annual ACM-SIAM Symposium on Discrete Algorithms, SODA’19, 2019.</a:t>
            </a:r>
            <a:endParaRPr lang="en-US" sz="1400" dirty="0">
              <a:solidFill>
                <a:schemeClr val="bg1"/>
              </a:solidFill>
              <a:latin typeface="Dubai Light" panose="020B0303030403030204" pitchFamily="34" charset="-78"/>
              <a:cs typeface="Dubai Light" panose="020B0303030403030204" pitchFamily="34" charset="-78"/>
            </a:endParaRPr>
          </a:p>
        </p:txBody>
      </p:sp>
      <p:sp>
        <p:nvSpPr>
          <p:cNvPr id="2" name="Rectangle 1">
            <a:extLst>
              <a:ext uri="{FF2B5EF4-FFF2-40B4-BE49-F238E27FC236}">
                <a16:creationId xmlns:a16="http://schemas.microsoft.com/office/drawing/2014/main" id="{F070C64B-45C0-482F-A45A-274C9194266B}"/>
              </a:ext>
            </a:extLst>
          </p:cNvPr>
          <p:cNvSpPr/>
          <p:nvPr/>
        </p:nvSpPr>
        <p:spPr>
          <a:xfrm>
            <a:off x="-1" y="5082312"/>
            <a:ext cx="6096000" cy="738664"/>
          </a:xfrm>
          <a:prstGeom prst="rect">
            <a:avLst/>
          </a:prstGeom>
        </p:spPr>
        <p:txBody>
          <a:bodyPr>
            <a:spAutoFit/>
          </a:bodyPr>
          <a:lstStyle/>
          <a:p>
            <a:r>
              <a:rPr lang="en-US" sz="1400" dirty="0">
                <a:solidFill>
                  <a:schemeClr val="bg1"/>
                </a:solidFill>
              </a:rPr>
              <a:t>Aaron T. Becker, Erik D. </a:t>
            </a:r>
            <a:r>
              <a:rPr lang="en-US" sz="1400" dirty="0" err="1">
                <a:solidFill>
                  <a:schemeClr val="bg1"/>
                </a:solidFill>
              </a:rPr>
              <a:t>Demaine</a:t>
            </a:r>
            <a:r>
              <a:rPr lang="en-US" sz="1400" dirty="0">
                <a:solidFill>
                  <a:schemeClr val="bg1"/>
                </a:solidFill>
              </a:rPr>
              <a:t>, </a:t>
            </a:r>
            <a:r>
              <a:rPr lang="en-US" sz="1400" dirty="0" err="1">
                <a:solidFill>
                  <a:schemeClr val="bg1"/>
                </a:solidFill>
              </a:rPr>
              <a:t>Sándor</a:t>
            </a:r>
            <a:r>
              <a:rPr lang="en-US" sz="1400" dirty="0">
                <a:solidFill>
                  <a:schemeClr val="bg1"/>
                </a:solidFill>
              </a:rPr>
              <a:t> P. Fekete, Jarrett </a:t>
            </a:r>
            <a:r>
              <a:rPr lang="en-US" sz="1400" dirty="0" err="1">
                <a:solidFill>
                  <a:schemeClr val="bg1"/>
                </a:solidFill>
              </a:rPr>
              <a:t>Lonsford</a:t>
            </a:r>
            <a:r>
              <a:rPr lang="en-US" sz="1400" dirty="0">
                <a:solidFill>
                  <a:schemeClr val="bg1"/>
                </a:solidFill>
              </a:rPr>
              <a:t>, and Rose Morris-Wright, Particle computation: complexity, algorithms, and logic, Natural Computing (2019)</a:t>
            </a:r>
          </a:p>
        </p:txBody>
      </p:sp>
    </p:spTree>
    <p:extLst>
      <p:ext uri="{BB962C8B-B14F-4D97-AF65-F5344CB8AC3E}">
        <p14:creationId xmlns:p14="http://schemas.microsoft.com/office/powerpoint/2010/main" val="2363751623"/>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Results Tables</a:t>
            </a:r>
          </a:p>
        </p:txBody>
      </p:sp>
      <p:graphicFrame>
        <p:nvGraphicFramePr>
          <p:cNvPr id="3" name="Table 2">
            <a:extLst>
              <a:ext uri="{FF2B5EF4-FFF2-40B4-BE49-F238E27FC236}">
                <a16:creationId xmlns:a16="http://schemas.microsoft.com/office/drawing/2014/main" id="{4C3F624D-ECDF-48DF-BE99-055375BC5844}"/>
              </a:ext>
            </a:extLst>
          </p:cNvPr>
          <p:cNvGraphicFramePr>
            <a:graphicFrameLocks noGrp="1"/>
          </p:cNvGraphicFramePr>
          <p:nvPr/>
        </p:nvGraphicFramePr>
        <p:xfrm>
          <a:off x="634998" y="1408246"/>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r>
                        <a:rPr lang="en-US" b="1" dirty="0">
                          <a:latin typeface="Dubai" panose="020B0503030403030204" pitchFamily="34" charset="-78"/>
                          <a:cs typeface="Dubai" panose="020B0503030403030204" pitchFamily="34" charset="-78"/>
                        </a:rPr>
                        <a:t>Universal Pattern</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k labels</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1 label</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Strongly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bl>
          </a:graphicData>
        </a:graphic>
      </p:graphicFrame>
      <p:graphicFrame>
        <p:nvGraphicFramePr>
          <p:cNvPr id="6" name="Table 5">
            <a:extLst>
              <a:ext uri="{FF2B5EF4-FFF2-40B4-BE49-F238E27FC236}">
                <a16:creationId xmlns:a16="http://schemas.microsoft.com/office/drawing/2014/main" id="{714C79E6-9B97-4D18-9D50-6946B36E548B}"/>
              </a:ext>
            </a:extLst>
          </p:cNvPr>
          <p:cNvGraphicFramePr>
            <a:graphicFrameLocks noGrp="1"/>
          </p:cNvGraphicFramePr>
          <p:nvPr/>
        </p:nvGraphicFramePr>
        <p:xfrm>
          <a:off x="1914431" y="4041922"/>
          <a:ext cx="8363134" cy="1854200"/>
        </p:xfrm>
        <a:graphic>
          <a:graphicData uri="http://schemas.openxmlformats.org/drawingml/2006/table">
            <a:tbl>
              <a:tblPr firstRow="1" bandRow="1">
                <a:tableStyleId>{C4B1156A-380E-4F78-BDF5-A606A8083BF9}</a:tableStyleId>
              </a:tblPr>
              <a:tblGrid>
                <a:gridCol w="2138521">
                  <a:extLst>
                    <a:ext uri="{9D8B030D-6E8A-4147-A177-3AD203B41FA5}">
                      <a16:colId xmlns:a16="http://schemas.microsoft.com/office/drawing/2014/main" val="3140209983"/>
                    </a:ext>
                  </a:extLst>
                </a:gridCol>
                <a:gridCol w="1174275">
                  <a:extLst>
                    <a:ext uri="{9D8B030D-6E8A-4147-A177-3AD203B41FA5}">
                      <a16:colId xmlns:a16="http://schemas.microsoft.com/office/drawing/2014/main" val="3922501285"/>
                    </a:ext>
                  </a:extLst>
                </a:gridCol>
                <a:gridCol w="2254887">
                  <a:extLst>
                    <a:ext uri="{9D8B030D-6E8A-4147-A177-3AD203B41FA5}">
                      <a16:colId xmlns:a16="http://schemas.microsoft.com/office/drawing/2014/main" val="3467975921"/>
                    </a:ext>
                  </a:extLst>
                </a:gridCol>
                <a:gridCol w="2795451">
                  <a:extLst>
                    <a:ext uri="{9D8B030D-6E8A-4147-A177-3AD203B41FA5}">
                      <a16:colId xmlns:a16="http://schemas.microsoft.com/office/drawing/2014/main" val="1865572204"/>
                    </a:ext>
                  </a:extLst>
                </a:gridCol>
              </a:tblGrid>
              <a:tr h="370840">
                <a:tc>
                  <a:txBody>
                    <a:bodyPr/>
                    <a:lstStyle/>
                    <a:p>
                      <a:pPr algn="ctr"/>
                      <a:r>
                        <a:rPr lang="en-US" dirty="0">
                          <a:latin typeface="Dubai" panose="020B0503030403030204" pitchFamily="34" charset="-78"/>
                          <a:cs typeface="Dubai" panose="020B0503030403030204" pitchFamily="34" charset="-78"/>
                        </a:rPr>
                        <a:t>Problem</a:t>
                      </a:r>
                    </a:p>
                  </a:txBody>
                  <a:tcPr/>
                </a:tc>
                <a:tc>
                  <a:txBody>
                    <a:bodyPr/>
                    <a:lstStyle/>
                    <a:p>
                      <a:pPr algn="ctr"/>
                      <a:r>
                        <a:rPr lang="en-US" dirty="0">
                          <a:latin typeface="Dubai" panose="020B0503030403030204" pitchFamily="34" charset="-78"/>
                          <a:cs typeface="Dubai" panose="020B0503030403030204" pitchFamily="34" charset="-78"/>
                        </a:rPr>
                        <a:t>Shapes</a:t>
                      </a:r>
                    </a:p>
                  </a:txBody>
                  <a:tcPr/>
                </a:tc>
                <a:tc>
                  <a:txBody>
                    <a:bodyPr/>
                    <a:lstStyle/>
                    <a:p>
                      <a:pPr algn="ctr"/>
                      <a:r>
                        <a:rPr lang="en-US" dirty="0">
                          <a:latin typeface="Dubai" panose="020B0503030403030204" pitchFamily="34" charset="-78"/>
                          <a:cs typeface="Dubai" panose="020B0503030403030204" pitchFamily="34" charset="-78"/>
                        </a:rPr>
                        <a:t>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2459792027"/>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3185818201"/>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201035408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A97A4F-153A-49AF-8528-941D886231CC}"/>
              </a:ext>
            </a:extLst>
          </p:cNvPr>
          <p:cNvSpPr txBox="1"/>
          <p:nvPr/>
        </p:nvSpPr>
        <p:spPr>
          <a:xfrm>
            <a:off x="2540746" y="1360344"/>
            <a:ext cx="7110508" cy="1938992"/>
          </a:xfrm>
          <a:prstGeom prst="rect">
            <a:avLst/>
          </a:prstGeom>
          <a:noFill/>
        </p:spPr>
        <p:txBody>
          <a:bodyPr wrap="square" rtlCol="0">
            <a:spAutoFit/>
          </a:bodyPr>
          <a:lstStyle/>
          <a:p>
            <a:r>
              <a:rPr lang="en-US" sz="3000" b="1" dirty="0">
                <a:solidFill>
                  <a:schemeClr val="bg1"/>
                </a:solidFill>
                <a:latin typeface="Dubai Light" panose="020B0303030403030204" pitchFamily="34" charset="-78"/>
                <a:cs typeface="Dubai Light" panose="020B0303030403030204" pitchFamily="34" charset="-78"/>
              </a:rPr>
              <a:t>Relocation Problem. </a:t>
            </a:r>
            <a:r>
              <a:rPr lang="en-US" sz="3000" dirty="0">
                <a:solidFill>
                  <a:schemeClr val="bg1"/>
                </a:solidFill>
                <a:latin typeface="Dubai Light" panose="020B0303030403030204" pitchFamily="34" charset="-78"/>
                <a:cs typeface="Dubai Light" panose="020B0303030403030204" pitchFamily="34" charset="-78"/>
              </a:rPr>
              <a:t>Given an initial configuration C and a specified goal location g, decide if a tilt sequence exists ends with some tile t in g.</a:t>
            </a:r>
            <a:endParaRPr lang="en-US" sz="3000" b="1" dirty="0">
              <a:solidFill>
                <a:schemeClr val="bg1"/>
              </a:solidFill>
              <a:latin typeface="Dubai Light" panose="020B0303030403030204" pitchFamily="34" charset="-78"/>
              <a:cs typeface="Dubai Light" panose="020B0303030403030204" pitchFamily="34" charset="-78"/>
            </a:endParaRPr>
          </a:p>
        </p:txBody>
      </p:sp>
      <p:sp>
        <p:nvSpPr>
          <p:cNvPr id="4" name="TextBox 3">
            <a:extLst>
              <a:ext uri="{FF2B5EF4-FFF2-40B4-BE49-F238E27FC236}">
                <a16:creationId xmlns:a16="http://schemas.microsoft.com/office/drawing/2014/main" id="{A0E5C854-6260-4CB8-AA76-9E483FB8ED54}"/>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Decision Problem</a:t>
            </a:r>
          </a:p>
        </p:txBody>
      </p:sp>
      <p:sp>
        <p:nvSpPr>
          <p:cNvPr id="6" name="Rectangle 5">
            <a:extLst>
              <a:ext uri="{FF2B5EF4-FFF2-40B4-BE49-F238E27FC236}">
                <a16:creationId xmlns:a16="http://schemas.microsoft.com/office/drawing/2014/main" id="{3A813D5F-202D-421E-82AB-84CB4994446A}"/>
              </a:ext>
            </a:extLst>
          </p:cNvPr>
          <p:cNvSpPr/>
          <p:nvPr/>
        </p:nvSpPr>
        <p:spPr>
          <a:xfrm rot="5400000">
            <a:off x="8963607" y="552885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BBAAB31-4AFC-4FC6-B255-B98117A4E9F1}"/>
              </a:ext>
            </a:extLst>
          </p:cNvPr>
          <p:cNvSpPr/>
          <p:nvPr/>
        </p:nvSpPr>
        <p:spPr>
          <a:xfrm rot="5400000">
            <a:off x="9188969" y="409641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84C6B899-FFFC-45C1-89A2-4AC38ABA4727}"/>
              </a:ext>
            </a:extLst>
          </p:cNvPr>
          <p:cNvGrpSpPr/>
          <p:nvPr/>
        </p:nvGrpSpPr>
        <p:grpSpPr>
          <a:xfrm>
            <a:off x="8478550" y="3380378"/>
            <a:ext cx="2619865" cy="2621799"/>
            <a:chOff x="1228153" y="1651269"/>
            <a:chExt cx="2619865" cy="2621799"/>
          </a:xfrm>
        </p:grpSpPr>
        <p:sp>
          <p:nvSpPr>
            <p:cNvPr id="9" name="Rectangle 8">
              <a:extLst>
                <a:ext uri="{FF2B5EF4-FFF2-40B4-BE49-F238E27FC236}">
                  <a16:creationId xmlns:a16="http://schemas.microsoft.com/office/drawing/2014/main" id="{900A5AB3-28EC-4783-B0B7-27016BAA9B05}"/>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3DE1AA-86D1-4C29-99F7-81B036382AB2}"/>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218C02B-ACB9-4764-A53E-8697D5A2CB5F}"/>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06D229-26D2-4400-9F80-61F04BBF57B8}"/>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652BB0-C929-4EF1-A627-07289A481406}"/>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441F58-463E-4CDB-9D9E-6A75EFD541BE}"/>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0A8934F-2F03-4324-9596-F3173AC8C284}"/>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339083-480F-4BB0-834A-7C2914FAF0C0}"/>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ACFE2B7-02C7-4730-BF84-57A2C184F305}"/>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481F7E-0870-448A-A3DA-D688FC7B521A}"/>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9A93CBCC-48DC-4BEB-A362-C99DEFF7F7C6}"/>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9723594-F65F-42CE-8C41-4D2674657C0D}"/>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E3DDDCE-9581-463C-AD80-B2924DB61447}"/>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40679A0-8465-46CD-88BB-7D54CAC2E40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0FD33CF-3E1C-4FBB-A22A-AECB5E764249}"/>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0FB0FDC-A14A-4A09-BE21-20804738B79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9A3A1E-0AC8-4851-AFCB-A091B6385586}"/>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03E1229-CF79-48C4-9E7B-A27CD6447AC5}"/>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A92AF01D-FF2F-4AC4-AD97-77C8E5CB3CEF}"/>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34441AC2-124A-4FD3-A59C-874371C48EB4}"/>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E8A2E53-0EF1-4059-B9A8-B73A8518B90D}"/>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4BEB23B-DD49-4E26-8708-EB57742D394A}"/>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1567CE4-3546-4684-8992-7752B86B7700}"/>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E3C5BC6-8457-4460-87D5-C1EA46B82A7E}"/>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8ADD291-5051-48AB-8F57-4AD0BA13F412}"/>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144FD7A-15B1-46DD-97EB-3B5E853C9575}"/>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F159C363-AB1A-4462-8C7E-8D58EB05F41F}"/>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70708C4-019B-438B-96A0-73B4B8C9830A}"/>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FA7606B-9136-44B2-9938-B198975CA831}"/>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937B6F10-A366-4C13-9117-58372AD89C3A}"/>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178DE97-D90A-4496-B4B7-4CC96F129334}"/>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7D09033-A00C-4AF4-B18F-192B7AA8BFF7}"/>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54D754C-5FE6-48EF-A1E6-B2D27F823F08}"/>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11640AF-3BA6-484B-9509-FD77735A7EFF}"/>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B0C02D7-61DF-4A20-97F3-F77991E4A51E}"/>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88FD1B1-2DB2-4AF4-B323-8A1CC89EF9A2}"/>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BF00388B-306E-4F91-AF77-502CAA12D982}"/>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06EDAC2F-E9E8-4FD1-A7CE-318EF316616F}"/>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2BF3F2AE-5DB2-4708-809E-CFC05B1A6BC6}"/>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8" name="Rectangle 47">
            <a:extLst>
              <a:ext uri="{FF2B5EF4-FFF2-40B4-BE49-F238E27FC236}">
                <a16:creationId xmlns:a16="http://schemas.microsoft.com/office/drawing/2014/main" id="{4EFB8342-B5E9-452B-8A56-B2431CB23109}"/>
              </a:ext>
            </a:extLst>
          </p:cNvPr>
          <p:cNvSpPr/>
          <p:nvPr/>
        </p:nvSpPr>
        <p:spPr>
          <a:xfrm>
            <a:off x="10860620" y="480939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70FB362-C001-405A-8D1F-772E95F0856C}"/>
              </a:ext>
            </a:extLst>
          </p:cNvPr>
          <p:cNvSpPr/>
          <p:nvPr/>
        </p:nvSpPr>
        <p:spPr>
          <a:xfrm rot="5400000">
            <a:off x="8966372" y="529108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4B51CAA0-89AB-46FF-9466-ED594188E61E}"/>
              </a:ext>
            </a:extLst>
          </p:cNvPr>
          <p:cNvSpPr/>
          <p:nvPr/>
        </p:nvSpPr>
        <p:spPr>
          <a:xfrm rot="5400000">
            <a:off x="8721876" y="528115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CDAB481-D5F9-4366-B197-0A4016A3691A}"/>
              </a:ext>
            </a:extLst>
          </p:cNvPr>
          <p:cNvSpPr/>
          <p:nvPr/>
        </p:nvSpPr>
        <p:spPr>
          <a:xfrm rot="5400000">
            <a:off x="8721927" y="505545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035367F8-CAE3-44A4-A889-311C40E97E81}"/>
              </a:ext>
            </a:extLst>
          </p:cNvPr>
          <p:cNvSpPr/>
          <p:nvPr/>
        </p:nvSpPr>
        <p:spPr>
          <a:xfrm rot="5400000">
            <a:off x="8721927" y="481757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0994566E-D487-4294-8AB7-D53D2E0D74BB}"/>
              </a:ext>
            </a:extLst>
          </p:cNvPr>
          <p:cNvSpPr/>
          <p:nvPr/>
        </p:nvSpPr>
        <p:spPr>
          <a:xfrm rot="5400000">
            <a:off x="9449457" y="527905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01E76433-A576-4058-BEA3-AADD50A7A070}"/>
              </a:ext>
            </a:extLst>
          </p:cNvPr>
          <p:cNvSpPr/>
          <p:nvPr/>
        </p:nvSpPr>
        <p:spPr>
          <a:xfrm rot="5400000">
            <a:off x="9213623" y="528328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EA52031-52D6-4CC7-84B8-E98C193C420F}"/>
              </a:ext>
            </a:extLst>
          </p:cNvPr>
          <p:cNvSpPr/>
          <p:nvPr/>
        </p:nvSpPr>
        <p:spPr>
          <a:xfrm rot="5400000">
            <a:off x="9669810" y="552465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C206BF5-6C40-4609-AE70-1D785F788B8F}"/>
              </a:ext>
            </a:extLst>
          </p:cNvPr>
          <p:cNvSpPr/>
          <p:nvPr/>
        </p:nvSpPr>
        <p:spPr>
          <a:xfrm rot="5400000">
            <a:off x="9904993" y="551760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7BC8CECC-9EE3-4C96-B036-1716EBA22F2D}"/>
              </a:ext>
            </a:extLst>
          </p:cNvPr>
          <p:cNvSpPr/>
          <p:nvPr/>
        </p:nvSpPr>
        <p:spPr>
          <a:xfrm rot="5400000">
            <a:off x="8729015" y="4577634"/>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899110D5-3E66-4B29-B30F-9BCF441FCB19}"/>
              </a:ext>
            </a:extLst>
          </p:cNvPr>
          <p:cNvSpPr/>
          <p:nvPr/>
        </p:nvSpPr>
        <p:spPr>
          <a:xfrm rot="5400000">
            <a:off x="8715987" y="434904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4261F196-7B19-4A1C-84B2-0A0016B414CF}"/>
              </a:ext>
            </a:extLst>
          </p:cNvPr>
          <p:cNvSpPr/>
          <p:nvPr/>
        </p:nvSpPr>
        <p:spPr>
          <a:xfrm rot="5400000">
            <a:off x="9194951" y="433642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B50722FF-03E5-4992-9ED2-025078FF4475}"/>
              </a:ext>
            </a:extLst>
          </p:cNvPr>
          <p:cNvSpPr/>
          <p:nvPr/>
        </p:nvSpPr>
        <p:spPr>
          <a:xfrm rot="5400000">
            <a:off x="9668383" y="409193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0F7E0A86-513C-4241-8159-C342A9DBBBFE}"/>
              </a:ext>
            </a:extLst>
          </p:cNvPr>
          <p:cNvSpPr/>
          <p:nvPr/>
        </p:nvSpPr>
        <p:spPr>
          <a:xfrm rot="5400000">
            <a:off x="9429783" y="409193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435BA0C-6279-488C-BA96-B85CBFFAB9C6}"/>
              </a:ext>
            </a:extLst>
          </p:cNvPr>
          <p:cNvSpPr/>
          <p:nvPr/>
        </p:nvSpPr>
        <p:spPr>
          <a:xfrm rot="5400000">
            <a:off x="9438563" y="385529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79F5720D-9F1B-4A6E-B79E-23C14CB92DE9}"/>
              </a:ext>
            </a:extLst>
          </p:cNvPr>
          <p:cNvSpPr/>
          <p:nvPr/>
        </p:nvSpPr>
        <p:spPr>
          <a:xfrm rot="5400000">
            <a:off x="8962173" y="434806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AB393770-FEDD-416C-BACA-7D9877CA0792}"/>
              </a:ext>
            </a:extLst>
          </p:cNvPr>
          <p:cNvSpPr/>
          <p:nvPr/>
        </p:nvSpPr>
        <p:spPr>
          <a:xfrm rot="5400000">
            <a:off x="2525991" y="5529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3D94C89A-E7FC-433F-A9A9-0110400A18A4}"/>
              </a:ext>
            </a:extLst>
          </p:cNvPr>
          <p:cNvSpPr/>
          <p:nvPr/>
        </p:nvSpPr>
        <p:spPr>
          <a:xfrm rot="5400000">
            <a:off x="2045625" y="552728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7" name="Group 66">
            <a:extLst>
              <a:ext uri="{FF2B5EF4-FFF2-40B4-BE49-F238E27FC236}">
                <a16:creationId xmlns:a16="http://schemas.microsoft.com/office/drawing/2014/main" id="{50BA853C-4545-4CD8-8F32-2F2AE0F423B3}"/>
              </a:ext>
            </a:extLst>
          </p:cNvPr>
          <p:cNvGrpSpPr/>
          <p:nvPr/>
        </p:nvGrpSpPr>
        <p:grpSpPr>
          <a:xfrm>
            <a:off x="1329114" y="3380913"/>
            <a:ext cx="2619865" cy="2621799"/>
            <a:chOff x="1228153" y="1651269"/>
            <a:chExt cx="2619865" cy="2621799"/>
          </a:xfrm>
        </p:grpSpPr>
        <p:sp>
          <p:nvSpPr>
            <p:cNvPr id="68" name="Rectangle 67">
              <a:extLst>
                <a:ext uri="{FF2B5EF4-FFF2-40B4-BE49-F238E27FC236}">
                  <a16:creationId xmlns:a16="http://schemas.microsoft.com/office/drawing/2014/main" id="{A3D24D2D-F143-46F6-81A1-1D63EBF11854}"/>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C9B43715-79FE-4B2F-B4BB-0202E4B51843}"/>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A930A82-D67D-4062-A378-CA59BE2EB2E2}"/>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4DD81F84-4722-4C17-AEDC-24C4C93DDD09}"/>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50244EDF-F9FD-49EE-A01F-1DE3D0A30A2F}"/>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0F027C4-1B9E-4D10-A8F2-DABF7F1D56CF}"/>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237F5DC-CFCE-45BE-B8E4-80B602DF3612}"/>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44586DAD-1249-43F0-AB75-96021CEEC14C}"/>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D9C709DC-A2A9-4DC0-AD2E-4801D5FE0DC5}"/>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FB0CA0F-6615-4848-A3F4-F16B13045378}"/>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BC4F3F07-2E22-4751-8E7D-23CAB97A1553}"/>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289776A8-27BC-4059-9910-0509CA6D85C1}"/>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B7DCECAF-47F5-4A24-92E5-54FD38021A35}"/>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60C1CEBF-EC22-4D71-903C-9BA3C6C2C93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EA2E6264-C292-4679-8BFB-C0858DA3AEBD}"/>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62051BC2-016A-4DE3-A78C-A932191BB7F7}"/>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A7620A4A-3B30-4AD1-9F11-3F83B08D2AA1}"/>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997C213E-F30B-440B-AF07-4791F9A8E6F4}"/>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33F87047-D91B-424C-986D-F63E052C6ECF}"/>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CB19ECC1-CCB0-4493-ACAF-6D20A514CB33}"/>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A19316DA-8BBC-4531-BBD8-3A7B662564B2}"/>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285E6AF5-411A-46A8-91D8-900D7D38FD72}"/>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0F4AB985-36ED-4B61-8DDF-B5AA5D44CAC7}"/>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92F4B8F4-3AA1-41D6-9CCC-B23D53A83F29}"/>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F61655C0-9F68-40DD-8195-2EBFF270CDD0}"/>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C4EE82B4-479B-4EF5-A864-CE37BBF99901}"/>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3E83BA88-C0A7-40AE-8144-F2F329C2EA87}"/>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BD66297F-BF6F-4FC9-9979-39142824B7AE}"/>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42B362B1-0F39-4AC0-BA35-51B5D3C53541}"/>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FDBFFBB9-3520-42DF-950E-3BB3186D4CAD}"/>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D06DBD49-BB2A-4B9E-969B-73C76D6DC9AD}"/>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4DBAB7A0-9427-498D-9B0A-060519CC7B92}"/>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497F369A-1BBD-4716-8A67-116230BC24C3}"/>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09B1A524-0AD5-4A06-940C-DFE598773C8A}"/>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F059241C-D293-4A00-8758-018B0DD2A105}"/>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8A89A16F-7BC8-48AA-AD3B-FD8E102E56D3}"/>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F513D6B5-5E63-4526-8E83-AAE521FF53AC}"/>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6DA08FB7-B29F-48F0-AC6A-32BE419EABDB}"/>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B003ADB7-0812-41AD-BAA4-97248BE5B239}"/>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7" name="Rectangle 106">
            <a:extLst>
              <a:ext uri="{FF2B5EF4-FFF2-40B4-BE49-F238E27FC236}">
                <a16:creationId xmlns:a16="http://schemas.microsoft.com/office/drawing/2014/main" id="{DBBF449D-B561-4527-85A4-94F5AB343116}"/>
              </a:ext>
            </a:extLst>
          </p:cNvPr>
          <p:cNvSpPr/>
          <p:nvPr/>
        </p:nvSpPr>
        <p:spPr>
          <a:xfrm>
            <a:off x="3711184" y="480992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7B1F32F-FDA2-40BB-A353-FC020FAAED46}"/>
              </a:ext>
            </a:extLst>
          </p:cNvPr>
          <p:cNvSpPr/>
          <p:nvPr/>
        </p:nvSpPr>
        <p:spPr>
          <a:xfrm rot="5400000">
            <a:off x="2759046" y="505333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BBAEE234-B4A3-4C71-8276-14D0057B4954}"/>
              </a:ext>
            </a:extLst>
          </p:cNvPr>
          <p:cNvSpPr/>
          <p:nvPr/>
        </p:nvSpPr>
        <p:spPr>
          <a:xfrm rot="5400000">
            <a:off x="2286572" y="528218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10DC9E7B-8BE7-4D31-AFA6-F35634C78FCB}"/>
              </a:ext>
            </a:extLst>
          </p:cNvPr>
          <p:cNvSpPr/>
          <p:nvPr/>
        </p:nvSpPr>
        <p:spPr>
          <a:xfrm rot="5400000">
            <a:off x="3474995" y="528218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D19EFA8E-2E8D-41B9-A09F-7B0009ABE9BF}"/>
              </a:ext>
            </a:extLst>
          </p:cNvPr>
          <p:cNvSpPr/>
          <p:nvPr/>
        </p:nvSpPr>
        <p:spPr>
          <a:xfrm rot="5400000">
            <a:off x="3001160" y="36272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8ABF57F8-5FBC-4F97-A1DF-F37FCB953F41}"/>
              </a:ext>
            </a:extLst>
          </p:cNvPr>
          <p:cNvSpPr/>
          <p:nvPr/>
        </p:nvSpPr>
        <p:spPr>
          <a:xfrm rot="5400000">
            <a:off x="1798092" y="506023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D799D875-F3F2-4898-A3B2-E959DFD000A7}"/>
              </a:ext>
            </a:extLst>
          </p:cNvPr>
          <p:cNvSpPr/>
          <p:nvPr/>
        </p:nvSpPr>
        <p:spPr>
          <a:xfrm rot="5400000">
            <a:off x="2282222" y="458678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B3DF0EA8-DCED-4D99-92EB-F26A39793374}"/>
              </a:ext>
            </a:extLst>
          </p:cNvPr>
          <p:cNvSpPr/>
          <p:nvPr/>
        </p:nvSpPr>
        <p:spPr>
          <a:xfrm rot="5400000">
            <a:off x="3468597" y="457541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A65F93D2-FE03-4DE2-A825-C7FBE2229FA2}"/>
              </a:ext>
            </a:extLst>
          </p:cNvPr>
          <p:cNvSpPr/>
          <p:nvPr/>
        </p:nvSpPr>
        <p:spPr>
          <a:xfrm rot="5400000">
            <a:off x="2996021" y="528645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115">
            <a:extLst>
              <a:ext uri="{FF2B5EF4-FFF2-40B4-BE49-F238E27FC236}">
                <a16:creationId xmlns:a16="http://schemas.microsoft.com/office/drawing/2014/main" id="{C591DACE-9012-4030-951E-AC53D47CCFE3}"/>
              </a:ext>
            </a:extLst>
          </p:cNvPr>
          <p:cNvSpPr/>
          <p:nvPr/>
        </p:nvSpPr>
        <p:spPr>
          <a:xfrm rot="5400000">
            <a:off x="2996021" y="552284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ECF52C63-3F76-43BF-9CCE-185653EC1FB0}"/>
              </a:ext>
            </a:extLst>
          </p:cNvPr>
          <p:cNvSpPr/>
          <p:nvPr/>
        </p:nvSpPr>
        <p:spPr>
          <a:xfrm rot="5400000">
            <a:off x="1564014" y="552654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117">
            <a:extLst>
              <a:ext uri="{FF2B5EF4-FFF2-40B4-BE49-F238E27FC236}">
                <a16:creationId xmlns:a16="http://schemas.microsoft.com/office/drawing/2014/main" id="{9D075F7B-C30B-4FAD-A5A5-AEA36B02D160}"/>
              </a:ext>
            </a:extLst>
          </p:cNvPr>
          <p:cNvSpPr/>
          <p:nvPr/>
        </p:nvSpPr>
        <p:spPr>
          <a:xfrm rot="5400000">
            <a:off x="1564676" y="457324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5C353ED6-A784-4042-B47D-7A2C15EAFBE5}"/>
              </a:ext>
            </a:extLst>
          </p:cNvPr>
          <p:cNvSpPr/>
          <p:nvPr/>
        </p:nvSpPr>
        <p:spPr>
          <a:xfrm rot="5400000">
            <a:off x="1804730" y="387076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2CC8EA61-9F47-4B66-BEF6-85A2F9D57F94}"/>
              </a:ext>
            </a:extLst>
          </p:cNvPr>
          <p:cNvSpPr/>
          <p:nvPr/>
        </p:nvSpPr>
        <p:spPr>
          <a:xfrm rot="5400000">
            <a:off x="3111821" y="410850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Rectangle 120">
            <a:extLst>
              <a:ext uri="{FF2B5EF4-FFF2-40B4-BE49-F238E27FC236}">
                <a16:creationId xmlns:a16="http://schemas.microsoft.com/office/drawing/2014/main" id="{5FF1267A-C150-40C0-9E62-581F8CDBC5AF}"/>
              </a:ext>
            </a:extLst>
          </p:cNvPr>
          <p:cNvSpPr/>
          <p:nvPr/>
        </p:nvSpPr>
        <p:spPr>
          <a:xfrm rot="5400000">
            <a:off x="2515693" y="38522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1C335FF4-AD06-47EE-A73E-A5E39ADA5841}"/>
              </a:ext>
            </a:extLst>
          </p:cNvPr>
          <p:cNvSpPr/>
          <p:nvPr/>
        </p:nvSpPr>
        <p:spPr>
          <a:xfrm rot="5400000">
            <a:off x="2759207" y="459054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122">
            <a:extLst>
              <a:ext uri="{FF2B5EF4-FFF2-40B4-BE49-F238E27FC236}">
                <a16:creationId xmlns:a16="http://schemas.microsoft.com/office/drawing/2014/main" id="{AB8879B4-8835-4D31-9F2F-3FAC1E44C62A}"/>
              </a:ext>
            </a:extLst>
          </p:cNvPr>
          <p:cNvSpPr/>
          <p:nvPr/>
        </p:nvSpPr>
        <p:spPr>
          <a:xfrm rot="5400000">
            <a:off x="2036852" y="362335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Arrow: Right 123">
            <a:extLst>
              <a:ext uri="{FF2B5EF4-FFF2-40B4-BE49-F238E27FC236}">
                <a16:creationId xmlns:a16="http://schemas.microsoft.com/office/drawing/2014/main" id="{0D64F508-0127-4517-A30A-3272845AA290}"/>
              </a:ext>
            </a:extLst>
          </p:cNvPr>
          <p:cNvSpPr/>
          <p:nvPr/>
        </p:nvSpPr>
        <p:spPr>
          <a:xfrm>
            <a:off x="5562107" y="4218811"/>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DB29E1E5-0D21-4D93-BC3C-85599B2928ED}"/>
              </a:ext>
            </a:extLst>
          </p:cNvPr>
          <p:cNvSpPr txBox="1"/>
          <p:nvPr/>
        </p:nvSpPr>
        <p:spPr>
          <a:xfrm>
            <a:off x="4986273" y="5259995"/>
            <a:ext cx="2634054" cy="584775"/>
          </a:xfrm>
          <a:prstGeom prst="rect">
            <a:avLst/>
          </a:prstGeom>
          <a:noFill/>
        </p:spPr>
        <p:txBody>
          <a:bodyPr wrap="none" rtlCol="0">
            <a:spAutoFit/>
          </a:bodyPr>
          <a:lstStyle/>
          <a:p>
            <a:r>
              <a:rPr lang="en-US" sz="3200" dirty="0">
                <a:solidFill>
                  <a:schemeClr val="bg1"/>
                </a:solidFill>
              </a:rPr>
              <a:t>⟨</a:t>
            </a:r>
            <a:r>
              <a:rPr lang="en-US" dirty="0"/>
              <a:t> </a:t>
            </a:r>
            <a:r>
              <a:rPr lang="en-US" sz="3200" dirty="0">
                <a:solidFill>
                  <a:schemeClr val="bg1"/>
                </a:solidFill>
              </a:rPr>
              <a:t>←</a:t>
            </a:r>
            <a:r>
              <a:rPr lang="en-US" dirty="0">
                <a:solidFill>
                  <a:schemeClr val="bg1"/>
                </a:solidFill>
              </a:rPr>
              <a:t>,</a:t>
            </a:r>
            <a:r>
              <a:rPr lang="en-US" sz="3200" dirty="0"/>
              <a:t> </a:t>
            </a:r>
            <a:r>
              <a:rPr lang="en-US" sz="3200" dirty="0">
                <a:solidFill>
                  <a:schemeClr val="bg1"/>
                </a:solidFill>
              </a:rPr>
              <a:t>↑</a:t>
            </a:r>
            <a:r>
              <a:rPr lang="en-US" dirty="0"/>
              <a:t> </a:t>
            </a:r>
            <a:r>
              <a:rPr lang="en-US" dirty="0">
                <a:solidFill>
                  <a:schemeClr val="bg1"/>
                </a:solidFill>
              </a:rPr>
              <a:t>, … ,</a:t>
            </a:r>
            <a:r>
              <a:rPr lang="en-US" sz="3200" dirty="0">
                <a:solidFill>
                  <a:schemeClr val="bg1"/>
                </a:solidFill>
              </a:rPr>
              <a:t>↓</a:t>
            </a:r>
            <a:r>
              <a:rPr lang="en-US" dirty="0">
                <a:solidFill>
                  <a:schemeClr val="bg1"/>
                </a:solidFill>
              </a:rPr>
              <a:t>,</a:t>
            </a:r>
            <a:r>
              <a:rPr lang="en-US" sz="2800" dirty="0">
                <a:solidFill>
                  <a:schemeClr val="bg1"/>
                </a:solidFill>
              </a:rPr>
              <a:t> → </a:t>
            </a:r>
            <a:r>
              <a:rPr lang="en-US" sz="3200" dirty="0">
                <a:solidFill>
                  <a:schemeClr val="bg1"/>
                </a:solidFill>
              </a:rPr>
              <a:t>⟩</a:t>
            </a:r>
            <a:endParaRPr lang="en-US" sz="3200" dirty="0">
              <a:solidFill>
                <a:schemeClr val="bg1"/>
              </a:solidFill>
              <a:latin typeface="Dubai Light" panose="020B0303030403030204" pitchFamily="34" charset="-78"/>
              <a:cs typeface="Dubai Light" panose="020B0303030403030204" pitchFamily="34" charset="-78"/>
            </a:endParaRPr>
          </a:p>
        </p:txBody>
      </p:sp>
      <p:sp>
        <p:nvSpPr>
          <p:cNvPr id="126" name="TextBox 125">
            <a:extLst>
              <a:ext uri="{FF2B5EF4-FFF2-40B4-BE49-F238E27FC236}">
                <a16:creationId xmlns:a16="http://schemas.microsoft.com/office/drawing/2014/main" id="{3C8DB4EF-5C45-4068-8B6F-3F3528A69940}"/>
              </a:ext>
            </a:extLst>
          </p:cNvPr>
          <p:cNvSpPr txBox="1"/>
          <p:nvPr/>
        </p:nvSpPr>
        <p:spPr>
          <a:xfrm>
            <a:off x="2247700" y="5952425"/>
            <a:ext cx="622286"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127" name="TextBox 126">
            <a:extLst>
              <a:ext uri="{FF2B5EF4-FFF2-40B4-BE49-F238E27FC236}">
                <a16:creationId xmlns:a16="http://schemas.microsoft.com/office/drawing/2014/main" id="{E51A45B4-98CD-4602-A395-C38B2954DE7A}"/>
              </a:ext>
            </a:extLst>
          </p:cNvPr>
          <p:cNvSpPr txBox="1"/>
          <p:nvPr/>
        </p:nvSpPr>
        <p:spPr>
          <a:xfrm>
            <a:off x="1954234" y="4413778"/>
            <a:ext cx="381836" cy="584775"/>
          </a:xfrm>
          <a:prstGeom prst="rect">
            <a:avLst/>
          </a:prstGeom>
          <a:noFill/>
        </p:spPr>
        <p:txBody>
          <a:bodyPr wrap="none" rtlCol="0">
            <a:spAutoFit/>
          </a:bodyPr>
          <a:lstStyle/>
          <a:p>
            <a:r>
              <a:rPr lang="en-US" sz="3200" dirty="0">
                <a:solidFill>
                  <a:schemeClr val="bg1"/>
                </a:solidFill>
                <a:latin typeface="Dubai Light" panose="020B0303030403030204" pitchFamily="34" charset="-78"/>
                <a:cs typeface="Dubai Light" panose="020B0303030403030204" pitchFamily="34" charset="-78"/>
              </a:rPr>
              <a:t>g</a:t>
            </a:r>
            <a:endParaRPr lang="en-US" sz="3200" baseline="-25000" dirty="0">
              <a:solidFill>
                <a:schemeClr val="bg1"/>
              </a:solidFill>
              <a:latin typeface="Dubai Light" panose="020B0303030403030204" pitchFamily="34" charset="-78"/>
              <a:cs typeface="Dubai Light" panose="020B0303030403030204" pitchFamily="34" charset="-78"/>
            </a:endParaRPr>
          </a:p>
        </p:txBody>
      </p:sp>
      <p:sp>
        <p:nvSpPr>
          <p:cNvPr id="128" name="TextBox 127">
            <a:extLst>
              <a:ext uri="{FF2B5EF4-FFF2-40B4-BE49-F238E27FC236}">
                <a16:creationId xmlns:a16="http://schemas.microsoft.com/office/drawing/2014/main" id="{1F4205E7-5821-4EA7-A649-17D2AF076472}"/>
              </a:ext>
            </a:extLst>
          </p:cNvPr>
          <p:cNvSpPr txBox="1"/>
          <p:nvPr/>
        </p:nvSpPr>
        <p:spPr>
          <a:xfrm>
            <a:off x="5977730" y="4154167"/>
            <a:ext cx="651140" cy="1323439"/>
          </a:xfrm>
          <a:prstGeom prst="rect">
            <a:avLst/>
          </a:prstGeom>
          <a:noFill/>
        </p:spPr>
        <p:txBody>
          <a:bodyPr wrap="none" rtlCol="0">
            <a:spAutoFit/>
          </a:bodyPr>
          <a:lstStyle/>
          <a:p>
            <a:r>
              <a:rPr lang="en-US" sz="8000" dirty="0">
                <a:solidFill>
                  <a:schemeClr val="bg1"/>
                </a:solidFill>
                <a:latin typeface="Dubai" panose="020B0503030403030204" pitchFamily="34" charset="-78"/>
                <a:cs typeface="Dubai" panose="020B0503030403030204" pitchFamily="34" charset="-78"/>
              </a:rPr>
              <a:t>?</a:t>
            </a:r>
          </a:p>
        </p:txBody>
      </p:sp>
      <p:sp>
        <p:nvSpPr>
          <p:cNvPr id="129" name="Rectangle 128">
            <a:extLst>
              <a:ext uri="{FF2B5EF4-FFF2-40B4-BE49-F238E27FC236}">
                <a16:creationId xmlns:a16="http://schemas.microsoft.com/office/drawing/2014/main" id="{3F1481D2-2DC7-4B5A-82FF-48E55A5B69E8}"/>
              </a:ext>
            </a:extLst>
          </p:cNvPr>
          <p:cNvSpPr/>
          <p:nvPr/>
        </p:nvSpPr>
        <p:spPr>
          <a:xfrm rot="5400000">
            <a:off x="2043462" y="4337889"/>
            <a:ext cx="237744" cy="23876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8ADFF4F0-C7CE-4657-B83C-29B5099A7878}"/>
              </a:ext>
            </a:extLst>
          </p:cNvPr>
          <p:cNvSpPr/>
          <p:nvPr/>
        </p:nvSpPr>
        <p:spPr>
          <a:xfrm rot="5400000">
            <a:off x="9188969" y="4347638"/>
            <a:ext cx="237744" cy="23876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E16839E9-B6F2-4DA7-BD7C-7FFD84AEDC11}"/>
              </a:ext>
            </a:extLst>
          </p:cNvPr>
          <p:cNvSpPr/>
          <p:nvPr/>
        </p:nvSpPr>
        <p:spPr>
          <a:xfrm rot="5400000">
            <a:off x="9664966" y="5281838"/>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TextBox 131">
            <a:extLst>
              <a:ext uri="{FF2B5EF4-FFF2-40B4-BE49-F238E27FC236}">
                <a16:creationId xmlns:a16="http://schemas.microsoft.com/office/drawing/2014/main" id="{E616D43F-E033-47AD-AA24-B2E858F5AAA9}"/>
              </a:ext>
            </a:extLst>
          </p:cNvPr>
          <p:cNvSpPr txBox="1"/>
          <p:nvPr/>
        </p:nvSpPr>
        <p:spPr>
          <a:xfrm>
            <a:off x="9116923" y="4421211"/>
            <a:ext cx="381836" cy="584775"/>
          </a:xfrm>
          <a:prstGeom prst="rect">
            <a:avLst/>
          </a:prstGeom>
          <a:noFill/>
        </p:spPr>
        <p:txBody>
          <a:bodyPr wrap="none" rtlCol="0">
            <a:spAutoFit/>
          </a:bodyPr>
          <a:lstStyle/>
          <a:p>
            <a:r>
              <a:rPr lang="en-US" sz="3200" dirty="0">
                <a:solidFill>
                  <a:schemeClr val="bg1"/>
                </a:solidFill>
                <a:latin typeface="Dubai Light" panose="020B0303030403030204" pitchFamily="34" charset="-78"/>
                <a:cs typeface="Dubai Light" panose="020B0303030403030204" pitchFamily="34" charset="-78"/>
              </a:rPr>
              <a:t>g</a:t>
            </a:r>
            <a:endParaRPr lang="en-US" sz="3200" baseline="-25000" dirty="0">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1747931140"/>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A97A4F-153A-49AF-8528-941D886231CC}"/>
              </a:ext>
            </a:extLst>
          </p:cNvPr>
          <p:cNvSpPr txBox="1"/>
          <p:nvPr/>
        </p:nvSpPr>
        <p:spPr>
          <a:xfrm>
            <a:off x="2698005" y="1233118"/>
            <a:ext cx="6795989" cy="1938992"/>
          </a:xfrm>
          <a:prstGeom prst="rect">
            <a:avLst/>
          </a:prstGeom>
          <a:noFill/>
        </p:spPr>
        <p:txBody>
          <a:bodyPr wrap="square" rtlCol="0">
            <a:spAutoFit/>
          </a:bodyPr>
          <a:lstStyle/>
          <a:p>
            <a:r>
              <a:rPr lang="en-US" sz="3000" b="1" dirty="0">
                <a:solidFill>
                  <a:schemeClr val="bg1"/>
                </a:solidFill>
                <a:latin typeface="Dubai Light" panose="020B0303030403030204" pitchFamily="34" charset="-78"/>
                <a:cs typeface="Dubai Light" panose="020B0303030403030204" pitchFamily="34" charset="-78"/>
              </a:rPr>
              <a:t>Reconfiguration Problem. </a:t>
            </a:r>
            <a:r>
              <a:rPr lang="en-US" sz="3000" dirty="0">
                <a:solidFill>
                  <a:schemeClr val="bg1"/>
                </a:solidFill>
                <a:latin typeface="Dubai Light" panose="020B0303030403030204" pitchFamily="34" charset="-78"/>
                <a:cs typeface="Dubai Light" panose="020B0303030403030204" pitchFamily="34" charset="-78"/>
              </a:rPr>
              <a:t>Given an initial configuration C and a goal configuration D, decide if a tilt sequence exists that will reconfigure C into D.</a:t>
            </a:r>
            <a:endParaRPr lang="en-US" sz="3000" b="1" dirty="0">
              <a:solidFill>
                <a:schemeClr val="bg1"/>
              </a:solidFill>
              <a:latin typeface="Dubai Light" panose="020B0303030403030204" pitchFamily="34" charset="-78"/>
              <a:cs typeface="Dubai Light" panose="020B0303030403030204" pitchFamily="34" charset="-78"/>
            </a:endParaRPr>
          </a:p>
        </p:txBody>
      </p:sp>
      <p:sp>
        <p:nvSpPr>
          <p:cNvPr id="4" name="TextBox 3">
            <a:extLst>
              <a:ext uri="{FF2B5EF4-FFF2-40B4-BE49-F238E27FC236}">
                <a16:creationId xmlns:a16="http://schemas.microsoft.com/office/drawing/2014/main" id="{A0E5C854-6260-4CB8-AA76-9E483FB8ED54}"/>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Reconfiguration Decision Problem</a:t>
            </a:r>
          </a:p>
        </p:txBody>
      </p:sp>
      <p:sp>
        <p:nvSpPr>
          <p:cNvPr id="6" name="Rectangle 5">
            <a:extLst>
              <a:ext uri="{FF2B5EF4-FFF2-40B4-BE49-F238E27FC236}">
                <a16:creationId xmlns:a16="http://schemas.microsoft.com/office/drawing/2014/main" id="{7B3F508C-D571-4362-99E8-9AFC0FE63FC7}"/>
              </a:ext>
            </a:extLst>
          </p:cNvPr>
          <p:cNvSpPr/>
          <p:nvPr/>
        </p:nvSpPr>
        <p:spPr>
          <a:xfrm rot="5400000">
            <a:off x="9668383" y="505406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A539111-12C8-4830-8EA4-FE19F8BF44B0}"/>
              </a:ext>
            </a:extLst>
          </p:cNvPr>
          <p:cNvSpPr/>
          <p:nvPr/>
        </p:nvSpPr>
        <p:spPr>
          <a:xfrm rot="5400000">
            <a:off x="9196549" y="528975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BBA32ADE-EA44-44C2-858A-1340A704538B}"/>
              </a:ext>
            </a:extLst>
          </p:cNvPr>
          <p:cNvGrpSpPr/>
          <p:nvPr/>
        </p:nvGrpSpPr>
        <p:grpSpPr>
          <a:xfrm>
            <a:off x="8478550" y="3380378"/>
            <a:ext cx="2619865" cy="2621799"/>
            <a:chOff x="1228153" y="1651269"/>
            <a:chExt cx="2619865" cy="2621799"/>
          </a:xfrm>
        </p:grpSpPr>
        <p:sp>
          <p:nvSpPr>
            <p:cNvPr id="9" name="Rectangle 8">
              <a:extLst>
                <a:ext uri="{FF2B5EF4-FFF2-40B4-BE49-F238E27FC236}">
                  <a16:creationId xmlns:a16="http://schemas.microsoft.com/office/drawing/2014/main" id="{A7C3F98A-4187-4AE1-87C7-D74E56CE5104}"/>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C2D0A9F-0BBB-49D1-8018-9509395718D0}"/>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7225B25-5243-42DF-B2FC-DB5520F9E2D2}"/>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19356B-AC18-402D-B72A-7CA3A6D48F12}"/>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027CC08-978E-4522-8DF8-ED6A2F0EE272}"/>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846E0D-2045-45A0-8F3A-8DAE19119E1C}"/>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45DF678-B707-4FB1-BC69-79DDF5D3CEDE}"/>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B5478C-B0E2-4FC9-9D7E-8C64E132F36B}"/>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EAE1E6D-F627-4922-A985-412F2C237A41}"/>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284C43-DAEC-48E6-8470-77237F72D8D5}"/>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31D0908-29A5-475C-850A-6BA55FC92775}"/>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98815ED-67B0-48AC-891C-D076ED357CA0}"/>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E4BD84-5B39-474E-BC99-603C9482C8F3}"/>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75D99E0-FE9B-496D-8E32-99BBBC84C57F}"/>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B34D3D5-F613-47F4-98F1-A17E1E2BB4E8}"/>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0C62115-85C7-40A2-A597-45B7BDF72499}"/>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E66F492-6099-46DC-A65F-0281D648BD2F}"/>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8B7E88A-23AA-4D85-B378-E799055F29C9}"/>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C20DCA93-E2CA-4154-8AFD-FB77F208D36E}"/>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7E4F4D3-F13A-4C63-A69C-D7CEB295F340}"/>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459B624-83D2-46A1-BBD3-3A3D4D4E9D82}"/>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7169087-22CE-4223-B55D-E1E3EE44E18D}"/>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D558487-FACC-4096-BCF5-056CCBE65BFB}"/>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72B6EC4-F17E-44F4-BD93-04ABEEB76C72}"/>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61C5F3E-9D7A-400C-9A56-A0896CB75335}"/>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22765C2-75AE-454B-B9A2-3773A0B94F92}"/>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1E4154ED-F38D-428F-BB90-0B8BB9512D4B}"/>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D280E61-B122-4492-B1FD-DE59BE5B3C8C}"/>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2DAF7DE0-7247-4DD2-B96A-124C81E7CB35}"/>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F748BE80-1605-49DD-9542-9A1FA224B8DB}"/>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E2A28BB-965B-4D84-854B-0F51E6F1CC72}"/>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68FD9BD-766F-43BC-ABAA-831764D01458}"/>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3BDF95D-D3B5-42F2-BDB6-424AC36B5644}"/>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643475B-D93C-487B-8783-271118DC5F34}"/>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8C546A6-5973-4769-9DC4-368C0D19B0E6}"/>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E56763E-9578-485A-ADF7-AAE05A17F0E4}"/>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BB12F7CD-4ECD-4278-A959-58A161497983}"/>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1CB3A436-2836-4A96-98BA-38F358C3E507}"/>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D5FDD6E3-FA5A-48FF-A2D4-A57288DC8E73}"/>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8" name="Rectangle 47">
            <a:extLst>
              <a:ext uri="{FF2B5EF4-FFF2-40B4-BE49-F238E27FC236}">
                <a16:creationId xmlns:a16="http://schemas.microsoft.com/office/drawing/2014/main" id="{321F1139-48F3-471B-856A-52CC3DCEB241}"/>
              </a:ext>
            </a:extLst>
          </p:cNvPr>
          <p:cNvSpPr/>
          <p:nvPr/>
        </p:nvSpPr>
        <p:spPr>
          <a:xfrm>
            <a:off x="10860620" y="480939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6645422-F49F-41D0-B492-E409FABE8F77}"/>
              </a:ext>
            </a:extLst>
          </p:cNvPr>
          <p:cNvSpPr/>
          <p:nvPr/>
        </p:nvSpPr>
        <p:spPr>
          <a:xfrm rot="5400000">
            <a:off x="9908482" y="5052801"/>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7B042086-E10B-4116-898B-E843227549A5}"/>
              </a:ext>
            </a:extLst>
          </p:cNvPr>
          <p:cNvSpPr/>
          <p:nvPr/>
        </p:nvSpPr>
        <p:spPr>
          <a:xfrm rot="5400000">
            <a:off x="9195951" y="552483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E5381D0-B939-4E53-ABE3-6DFF91C11400}"/>
              </a:ext>
            </a:extLst>
          </p:cNvPr>
          <p:cNvSpPr/>
          <p:nvPr/>
        </p:nvSpPr>
        <p:spPr>
          <a:xfrm rot="5400000">
            <a:off x="10145457" y="50506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8154BB1-7E7A-4756-976A-1F0C6D06299D}"/>
              </a:ext>
            </a:extLst>
          </p:cNvPr>
          <p:cNvSpPr/>
          <p:nvPr/>
        </p:nvSpPr>
        <p:spPr>
          <a:xfrm rot="5400000">
            <a:off x="9427723" y="505545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C1CF3DE4-E0F2-4DD8-9FCE-52C41DA811F7}"/>
              </a:ext>
            </a:extLst>
          </p:cNvPr>
          <p:cNvSpPr/>
          <p:nvPr/>
        </p:nvSpPr>
        <p:spPr>
          <a:xfrm rot="5400000">
            <a:off x="9195951" y="505459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8E88C39-180C-4EBC-A594-BDAE4CD76618}"/>
              </a:ext>
            </a:extLst>
          </p:cNvPr>
          <p:cNvSpPr/>
          <p:nvPr/>
        </p:nvSpPr>
        <p:spPr>
          <a:xfrm rot="5400000">
            <a:off x="10145269" y="48101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60CDE7A0-3173-41A1-AEE1-275FC1B73DC8}"/>
              </a:ext>
            </a:extLst>
          </p:cNvPr>
          <p:cNvSpPr/>
          <p:nvPr/>
        </p:nvSpPr>
        <p:spPr>
          <a:xfrm rot="5400000">
            <a:off x="10146244" y="457259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115ED12-69CA-4AE7-8D41-B15A0DD68E04}"/>
              </a:ext>
            </a:extLst>
          </p:cNvPr>
          <p:cNvSpPr/>
          <p:nvPr/>
        </p:nvSpPr>
        <p:spPr>
          <a:xfrm rot="5400000">
            <a:off x="10145457" y="528591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8806F8C-5D2E-4E27-917C-11E12733B60B}"/>
              </a:ext>
            </a:extLst>
          </p:cNvPr>
          <p:cNvSpPr/>
          <p:nvPr/>
        </p:nvSpPr>
        <p:spPr>
          <a:xfrm rot="5400000">
            <a:off x="10145457" y="552231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C3E2518-938E-4E04-8B90-8FEB39CC8940}"/>
              </a:ext>
            </a:extLst>
          </p:cNvPr>
          <p:cNvSpPr/>
          <p:nvPr/>
        </p:nvSpPr>
        <p:spPr>
          <a:xfrm rot="5400000">
            <a:off x="9194524" y="481537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B1BED260-6313-4447-92BF-32B172DA6A7A}"/>
              </a:ext>
            </a:extLst>
          </p:cNvPr>
          <p:cNvSpPr/>
          <p:nvPr/>
        </p:nvSpPr>
        <p:spPr>
          <a:xfrm rot="5400000">
            <a:off x="9194119" y="4579280"/>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EA633B9-45C8-4A12-8697-5CEBAEB9C0AC}"/>
              </a:ext>
            </a:extLst>
          </p:cNvPr>
          <p:cNvSpPr/>
          <p:nvPr/>
        </p:nvSpPr>
        <p:spPr>
          <a:xfrm rot="5400000">
            <a:off x="9432287" y="434434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68B9BA89-4A64-4D8D-BE0B-C6C8BE9D9406}"/>
              </a:ext>
            </a:extLst>
          </p:cNvPr>
          <p:cNvSpPr/>
          <p:nvPr/>
        </p:nvSpPr>
        <p:spPr>
          <a:xfrm rot="5400000">
            <a:off x="9670595" y="434211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AB417937-5C06-4008-9A2F-5838D46CDD49}"/>
              </a:ext>
            </a:extLst>
          </p:cNvPr>
          <p:cNvSpPr/>
          <p:nvPr/>
        </p:nvSpPr>
        <p:spPr>
          <a:xfrm rot="5400000">
            <a:off x="9905694" y="434474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FB56C3C-DF7A-423F-A8BE-A3180FAA9D39}"/>
              </a:ext>
            </a:extLst>
          </p:cNvPr>
          <p:cNvSpPr/>
          <p:nvPr/>
        </p:nvSpPr>
        <p:spPr>
          <a:xfrm rot="5400000">
            <a:off x="9907133" y="4572798"/>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0168867A-C355-4E82-84D9-B1030216D7F9}"/>
              </a:ext>
            </a:extLst>
          </p:cNvPr>
          <p:cNvSpPr/>
          <p:nvPr/>
        </p:nvSpPr>
        <p:spPr>
          <a:xfrm rot="5400000">
            <a:off x="9432930" y="457939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B3F45676-F9AB-42F9-AC3A-1EDEAA389184}"/>
              </a:ext>
            </a:extLst>
          </p:cNvPr>
          <p:cNvSpPr/>
          <p:nvPr/>
        </p:nvSpPr>
        <p:spPr>
          <a:xfrm rot="5400000">
            <a:off x="2525991" y="5529389"/>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D1853D48-6955-473E-B0CF-419622C95EBC}"/>
              </a:ext>
            </a:extLst>
          </p:cNvPr>
          <p:cNvSpPr/>
          <p:nvPr/>
        </p:nvSpPr>
        <p:spPr>
          <a:xfrm rot="5400000">
            <a:off x="2045625" y="5527282"/>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7" name="Group 66">
            <a:extLst>
              <a:ext uri="{FF2B5EF4-FFF2-40B4-BE49-F238E27FC236}">
                <a16:creationId xmlns:a16="http://schemas.microsoft.com/office/drawing/2014/main" id="{E3CA7F57-9238-4B88-AE01-AE0271C03976}"/>
              </a:ext>
            </a:extLst>
          </p:cNvPr>
          <p:cNvGrpSpPr/>
          <p:nvPr/>
        </p:nvGrpSpPr>
        <p:grpSpPr>
          <a:xfrm>
            <a:off x="1329114" y="3380913"/>
            <a:ext cx="2619865" cy="2621799"/>
            <a:chOff x="1228153" y="1651269"/>
            <a:chExt cx="2619865" cy="2621799"/>
          </a:xfrm>
        </p:grpSpPr>
        <p:sp>
          <p:nvSpPr>
            <p:cNvPr id="68" name="Rectangle 67">
              <a:extLst>
                <a:ext uri="{FF2B5EF4-FFF2-40B4-BE49-F238E27FC236}">
                  <a16:creationId xmlns:a16="http://schemas.microsoft.com/office/drawing/2014/main" id="{401ACE3D-7895-4DD1-B5B9-1A3C428DBE9B}"/>
                </a:ext>
              </a:extLst>
            </p:cNvPr>
            <p:cNvSpPr/>
            <p:nvPr/>
          </p:nvSpPr>
          <p:spPr>
            <a:xfrm rot="5400000">
              <a:off x="1228661" y="35631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041C35A8-122B-4A58-9AEF-7273F4EDED25}"/>
                </a:ext>
              </a:extLst>
            </p:cNvPr>
            <p:cNvSpPr/>
            <p:nvPr/>
          </p:nvSpPr>
          <p:spPr>
            <a:xfrm rot="5400000">
              <a:off x="1228661" y="332380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473D55D9-1A74-4237-928E-B59DCF6C3D6F}"/>
                </a:ext>
              </a:extLst>
            </p:cNvPr>
            <p:cNvSpPr/>
            <p:nvPr/>
          </p:nvSpPr>
          <p:spPr>
            <a:xfrm>
              <a:off x="1228153" y="21294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50C60AE-3570-45CE-AC72-81E469947DD7}"/>
                </a:ext>
              </a:extLst>
            </p:cNvPr>
            <p:cNvSpPr/>
            <p:nvPr/>
          </p:nvSpPr>
          <p:spPr>
            <a:xfrm>
              <a:off x="1228153" y="18906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7C15E093-E24F-4898-B0BE-6DB17FCAC24C}"/>
                </a:ext>
              </a:extLst>
            </p:cNvPr>
            <p:cNvSpPr/>
            <p:nvPr/>
          </p:nvSpPr>
          <p:spPr>
            <a:xfrm>
              <a:off x="1228153" y="1651269"/>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51955BE-8101-41C8-89A3-A42C91031839}"/>
                </a:ext>
              </a:extLst>
            </p:cNvPr>
            <p:cNvSpPr/>
            <p:nvPr/>
          </p:nvSpPr>
          <p:spPr>
            <a:xfrm>
              <a:off x="1228153" y="236818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432949D-29E7-4BDE-B3EA-F96E356CDAA5}"/>
                </a:ext>
              </a:extLst>
            </p:cNvPr>
            <p:cNvSpPr/>
            <p:nvPr/>
          </p:nvSpPr>
          <p:spPr>
            <a:xfrm>
              <a:off x="1228153" y="260694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305F876D-AB40-475F-A84C-4C81B533F6B5}"/>
                </a:ext>
              </a:extLst>
            </p:cNvPr>
            <p:cNvSpPr/>
            <p:nvPr/>
          </p:nvSpPr>
          <p:spPr>
            <a:xfrm>
              <a:off x="1228153" y="284570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D50927B1-B83A-4E18-8DAB-C93188224873}"/>
                </a:ext>
              </a:extLst>
            </p:cNvPr>
            <p:cNvSpPr/>
            <p:nvPr/>
          </p:nvSpPr>
          <p:spPr>
            <a:xfrm>
              <a:off x="1228153" y="308446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15A2525-A6EA-4658-BAE6-F4BDDC2793CB}"/>
                </a:ext>
              </a:extLst>
            </p:cNvPr>
            <p:cNvSpPr/>
            <p:nvPr/>
          </p:nvSpPr>
          <p:spPr>
            <a:xfrm>
              <a:off x="1465897" y="16526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76F2D39B-9F4E-4E61-A25F-58185BD4900E}"/>
                </a:ext>
              </a:extLst>
            </p:cNvPr>
            <p:cNvSpPr/>
            <p:nvPr/>
          </p:nvSpPr>
          <p:spPr>
            <a:xfrm rot="5400000">
              <a:off x="3609715"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A78F0F5B-575F-44D4-8200-D7D2D01F8616}"/>
                </a:ext>
              </a:extLst>
            </p:cNvPr>
            <p:cNvSpPr/>
            <p:nvPr/>
          </p:nvSpPr>
          <p:spPr>
            <a:xfrm rot="5400000">
              <a:off x="336938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BC38BB1-5AE6-4E53-AC4C-464AD500D673}"/>
                </a:ext>
              </a:extLst>
            </p:cNvPr>
            <p:cNvSpPr/>
            <p:nvPr/>
          </p:nvSpPr>
          <p:spPr>
            <a:xfrm rot="5400000">
              <a:off x="3130620" y="1651022"/>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50024CD1-786B-4AF2-B668-28CDFEA504DA}"/>
                </a:ext>
              </a:extLst>
            </p:cNvPr>
            <p:cNvSpPr/>
            <p:nvPr/>
          </p:nvSpPr>
          <p:spPr>
            <a:xfrm rot="5400000">
              <a:off x="289414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4A137C9B-8EF3-4BB2-B06A-A4ADE6C33869}"/>
                </a:ext>
              </a:extLst>
            </p:cNvPr>
            <p:cNvSpPr/>
            <p:nvPr/>
          </p:nvSpPr>
          <p:spPr>
            <a:xfrm rot="5400000">
              <a:off x="2655383"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70A6040E-DC7E-4313-93A3-B9694F5342F9}"/>
                </a:ext>
              </a:extLst>
            </p:cNvPr>
            <p:cNvSpPr/>
            <p:nvPr/>
          </p:nvSpPr>
          <p:spPr>
            <a:xfrm rot="5400000">
              <a:off x="241852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9FC25C54-6C80-4111-B4E6-C588B84AAD77}"/>
                </a:ext>
              </a:extLst>
            </p:cNvPr>
            <p:cNvSpPr/>
            <p:nvPr/>
          </p:nvSpPr>
          <p:spPr>
            <a:xfrm rot="5400000">
              <a:off x="2179766"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28D7A357-DA30-41B8-B109-48EFF68C7C73}"/>
                </a:ext>
              </a:extLst>
            </p:cNvPr>
            <p:cNvSpPr/>
            <p:nvPr/>
          </p:nvSpPr>
          <p:spPr>
            <a:xfrm rot="5400000">
              <a:off x="194290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1032FB08-2EC9-492F-A037-0411D1373863}"/>
                </a:ext>
              </a:extLst>
            </p:cNvPr>
            <p:cNvSpPr/>
            <p:nvPr/>
          </p:nvSpPr>
          <p:spPr>
            <a:xfrm rot="5400000">
              <a:off x="1704149" y="165117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B9C62AD9-3070-46FC-9FB3-BA3AEA80B6FD}"/>
                </a:ext>
              </a:extLst>
            </p:cNvPr>
            <p:cNvSpPr/>
            <p:nvPr/>
          </p:nvSpPr>
          <p:spPr>
            <a:xfrm>
              <a:off x="3610274" y="188927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0EA8A1CA-9996-40FE-919A-3144A48ED2A9}"/>
                </a:ext>
              </a:extLst>
            </p:cNvPr>
            <p:cNvSpPr/>
            <p:nvPr/>
          </p:nvSpPr>
          <p:spPr>
            <a:xfrm>
              <a:off x="3610274" y="212803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34AEDE7E-194D-4120-8419-1F8E287F43F4}"/>
                </a:ext>
              </a:extLst>
            </p:cNvPr>
            <p:cNvSpPr/>
            <p:nvPr/>
          </p:nvSpPr>
          <p:spPr>
            <a:xfrm>
              <a:off x="3610274" y="236679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95B0000-E062-47A0-8662-9A9A06DF6052}"/>
                </a:ext>
              </a:extLst>
            </p:cNvPr>
            <p:cNvSpPr/>
            <p:nvPr/>
          </p:nvSpPr>
          <p:spPr>
            <a:xfrm>
              <a:off x="3610274" y="260555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29A80929-8442-45E7-9A2E-CC44EE1C983A}"/>
                </a:ext>
              </a:extLst>
            </p:cNvPr>
            <p:cNvSpPr/>
            <p:nvPr/>
          </p:nvSpPr>
          <p:spPr>
            <a:xfrm>
              <a:off x="3610274" y="284431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6FBCACAF-690A-4C52-A822-F15412141A5D}"/>
                </a:ext>
              </a:extLst>
            </p:cNvPr>
            <p:cNvSpPr/>
            <p:nvPr/>
          </p:nvSpPr>
          <p:spPr>
            <a:xfrm>
              <a:off x="3610274" y="331993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5AE7F08C-CE8F-4B8C-8197-3D7DEE1E292D}"/>
                </a:ext>
              </a:extLst>
            </p:cNvPr>
            <p:cNvSpPr/>
            <p:nvPr/>
          </p:nvSpPr>
          <p:spPr>
            <a:xfrm>
              <a:off x="3610274" y="3558691"/>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28958353-92BC-4714-BC51-0422569D98E5}"/>
                </a:ext>
              </a:extLst>
            </p:cNvPr>
            <p:cNvSpPr/>
            <p:nvPr/>
          </p:nvSpPr>
          <p:spPr>
            <a:xfrm rot="5400000">
              <a:off x="1230005" y="3799745"/>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068C0FBA-34A4-488E-9462-7FD75616EAC0}"/>
                </a:ext>
              </a:extLst>
            </p:cNvPr>
            <p:cNvSpPr/>
            <p:nvPr/>
          </p:nvSpPr>
          <p:spPr>
            <a:xfrm>
              <a:off x="3610223" y="379554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C770EEB5-ACEE-47C7-BBB7-DE8EE8DEE09D}"/>
                </a:ext>
              </a:extLst>
            </p:cNvPr>
            <p:cNvSpPr/>
            <p:nvPr/>
          </p:nvSpPr>
          <p:spPr>
            <a:xfrm>
              <a:off x="3610223" y="403430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C1766193-1A8B-4902-84E8-E2D79C431941}"/>
                </a:ext>
              </a:extLst>
            </p:cNvPr>
            <p:cNvSpPr/>
            <p:nvPr/>
          </p:nvSpPr>
          <p:spPr>
            <a:xfrm rot="5400000">
              <a:off x="336900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A3296400-0FEA-46D3-8D68-924130A734B1}"/>
                </a:ext>
              </a:extLst>
            </p:cNvPr>
            <p:cNvSpPr/>
            <p:nvPr/>
          </p:nvSpPr>
          <p:spPr>
            <a:xfrm rot="5400000">
              <a:off x="3130240" y="4032913"/>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2EA3C992-6781-4C9B-BF99-6EF2DCA1463E}"/>
                </a:ext>
              </a:extLst>
            </p:cNvPr>
            <p:cNvSpPr/>
            <p:nvPr/>
          </p:nvSpPr>
          <p:spPr>
            <a:xfrm rot="5400000">
              <a:off x="289376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D6D2432B-4440-450F-90CA-C72421157738}"/>
                </a:ext>
              </a:extLst>
            </p:cNvPr>
            <p:cNvSpPr/>
            <p:nvPr/>
          </p:nvSpPr>
          <p:spPr>
            <a:xfrm rot="5400000">
              <a:off x="2655003"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12FEBE6A-2586-41A4-A985-C5DDDF6DE4FF}"/>
                </a:ext>
              </a:extLst>
            </p:cNvPr>
            <p:cNvSpPr/>
            <p:nvPr/>
          </p:nvSpPr>
          <p:spPr>
            <a:xfrm rot="5400000">
              <a:off x="241814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839963E8-801F-41E6-8819-A9C1E2FD390F}"/>
                </a:ext>
              </a:extLst>
            </p:cNvPr>
            <p:cNvSpPr/>
            <p:nvPr/>
          </p:nvSpPr>
          <p:spPr>
            <a:xfrm rot="5400000">
              <a:off x="2179386"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5679B229-43F0-4740-9F16-4AC32D00D09E}"/>
                </a:ext>
              </a:extLst>
            </p:cNvPr>
            <p:cNvSpPr/>
            <p:nvPr/>
          </p:nvSpPr>
          <p:spPr>
            <a:xfrm rot="5400000">
              <a:off x="194252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43E171A2-B265-49BB-BA65-2C99E31BDA7F}"/>
                </a:ext>
              </a:extLst>
            </p:cNvPr>
            <p:cNvSpPr/>
            <p:nvPr/>
          </p:nvSpPr>
          <p:spPr>
            <a:xfrm rot="5400000">
              <a:off x="1703769"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1B1571A7-4DD9-45A3-8234-1B3C1D26F1C0}"/>
                </a:ext>
              </a:extLst>
            </p:cNvPr>
            <p:cNvSpPr/>
            <p:nvPr/>
          </p:nvSpPr>
          <p:spPr>
            <a:xfrm rot="5400000">
              <a:off x="1230005" y="4033064"/>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430AEF77-3033-4564-B715-371BF8E25FFC}"/>
                </a:ext>
              </a:extLst>
            </p:cNvPr>
            <p:cNvSpPr/>
            <p:nvPr/>
          </p:nvSpPr>
          <p:spPr>
            <a:xfrm rot="5400000">
              <a:off x="1465590" y="4034327"/>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7" name="Rectangle 106">
            <a:extLst>
              <a:ext uri="{FF2B5EF4-FFF2-40B4-BE49-F238E27FC236}">
                <a16:creationId xmlns:a16="http://schemas.microsoft.com/office/drawing/2014/main" id="{98B6DEA3-FEBC-4066-B766-6074F10414C4}"/>
              </a:ext>
            </a:extLst>
          </p:cNvPr>
          <p:cNvSpPr/>
          <p:nvPr/>
        </p:nvSpPr>
        <p:spPr>
          <a:xfrm>
            <a:off x="3711184" y="4809928"/>
            <a:ext cx="237744" cy="238760"/>
          </a:xfrm>
          <a:prstGeom prst="rect">
            <a:avLst/>
          </a:prstGeom>
          <a:solidFill>
            <a:schemeClr val="tx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DEA6C4D4-78E0-43DB-97BD-086104F1E265}"/>
              </a:ext>
            </a:extLst>
          </p:cNvPr>
          <p:cNvSpPr/>
          <p:nvPr/>
        </p:nvSpPr>
        <p:spPr>
          <a:xfrm rot="5400000">
            <a:off x="2759046" y="505333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E397288F-21F6-4D88-9F13-521E786425CB}"/>
              </a:ext>
            </a:extLst>
          </p:cNvPr>
          <p:cNvSpPr/>
          <p:nvPr/>
        </p:nvSpPr>
        <p:spPr>
          <a:xfrm rot="5400000">
            <a:off x="2286572" y="528218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B6200E1B-A373-4480-9245-CD55E3C0FA1D}"/>
              </a:ext>
            </a:extLst>
          </p:cNvPr>
          <p:cNvSpPr/>
          <p:nvPr/>
        </p:nvSpPr>
        <p:spPr>
          <a:xfrm rot="5400000">
            <a:off x="3474995" y="5282184"/>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B7A4C00D-D502-481F-A0DC-51DA08B7B623}"/>
              </a:ext>
            </a:extLst>
          </p:cNvPr>
          <p:cNvSpPr/>
          <p:nvPr/>
        </p:nvSpPr>
        <p:spPr>
          <a:xfrm rot="5400000">
            <a:off x="3001160" y="3627247"/>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211EAA91-29D0-45D1-9C97-9DA6E484B4CD}"/>
              </a:ext>
            </a:extLst>
          </p:cNvPr>
          <p:cNvSpPr/>
          <p:nvPr/>
        </p:nvSpPr>
        <p:spPr>
          <a:xfrm rot="5400000">
            <a:off x="1798092" y="5060231"/>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EC320F45-D3E3-46CE-BC5E-1792FB77DA37}"/>
              </a:ext>
            </a:extLst>
          </p:cNvPr>
          <p:cNvSpPr/>
          <p:nvPr/>
        </p:nvSpPr>
        <p:spPr>
          <a:xfrm rot="5400000">
            <a:off x="2282222" y="4586786"/>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2E5E1C49-DE3F-489B-8EB6-C820888B1BF8}"/>
              </a:ext>
            </a:extLst>
          </p:cNvPr>
          <p:cNvSpPr/>
          <p:nvPr/>
        </p:nvSpPr>
        <p:spPr>
          <a:xfrm rot="5400000">
            <a:off x="3468597" y="4575416"/>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DDE50184-9876-4EDD-97B5-5B82AA2151FD}"/>
              </a:ext>
            </a:extLst>
          </p:cNvPr>
          <p:cNvSpPr/>
          <p:nvPr/>
        </p:nvSpPr>
        <p:spPr>
          <a:xfrm rot="5400000">
            <a:off x="2996021" y="5286450"/>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115">
            <a:extLst>
              <a:ext uri="{FF2B5EF4-FFF2-40B4-BE49-F238E27FC236}">
                <a16:creationId xmlns:a16="http://schemas.microsoft.com/office/drawing/2014/main" id="{71913C6A-ABFC-48BD-A41B-510034BDB8F4}"/>
              </a:ext>
            </a:extLst>
          </p:cNvPr>
          <p:cNvSpPr/>
          <p:nvPr/>
        </p:nvSpPr>
        <p:spPr>
          <a:xfrm rot="5400000">
            <a:off x="2996021" y="5522847"/>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192EE1C7-8CAA-4510-8907-586A843A18F6}"/>
              </a:ext>
            </a:extLst>
          </p:cNvPr>
          <p:cNvSpPr/>
          <p:nvPr/>
        </p:nvSpPr>
        <p:spPr>
          <a:xfrm rot="5400000">
            <a:off x="1564014" y="552654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117">
            <a:extLst>
              <a:ext uri="{FF2B5EF4-FFF2-40B4-BE49-F238E27FC236}">
                <a16:creationId xmlns:a16="http://schemas.microsoft.com/office/drawing/2014/main" id="{6F6F7638-7DD6-4601-AC53-747872F60F10}"/>
              </a:ext>
            </a:extLst>
          </p:cNvPr>
          <p:cNvSpPr/>
          <p:nvPr/>
        </p:nvSpPr>
        <p:spPr>
          <a:xfrm rot="5400000">
            <a:off x="1564676" y="4573242"/>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5C3EBF4C-ADBE-40AF-A051-9A433B128F4C}"/>
              </a:ext>
            </a:extLst>
          </p:cNvPr>
          <p:cNvSpPr/>
          <p:nvPr/>
        </p:nvSpPr>
        <p:spPr>
          <a:xfrm rot="5400000">
            <a:off x="1804730" y="3870765"/>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D08EB471-E59C-4FC9-8C3B-60DF81662218}"/>
              </a:ext>
            </a:extLst>
          </p:cNvPr>
          <p:cNvSpPr/>
          <p:nvPr/>
        </p:nvSpPr>
        <p:spPr>
          <a:xfrm rot="5400000">
            <a:off x="3111821" y="410850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Rectangle 120">
            <a:extLst>
              <a:ext uri="{FF2B5EF4-FFF2-40B4-BE49-F238E27FC236}">
                <a16:creationId xmlns:a16="http://schemas.microsoft.com/office/drawing/2014/main" id="{5228CAFD-3797-45AF-97CF-1801E91B48DA}"/>
              </a:ext>
            </a:extLst>
          </p:cNvPr>
          <p:cNvSpPr/>
          <p:nvPr/>
        </p:nvSpPr>
        <p:spPr>
          <a:xfrm rot="5400000">
            <a:off x="2515693" y="3852293"/>
            <a:ext cx="237744" cy="23876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70C5B265-17E2-46C8-A898-3C19B9047E25}"/>
              </a:ext>
            </a:extLst>
          </p:cNvPr>
          <p:cNvSpPr/>
          <p:nvPr/>
        </p:nvSpPr>
        <p:spPr>
          <a:xfrm rot="5400000">
            <a:off x="2759207" y="4590545"/>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122">
            <a:extLst>
              <a:ext uri="{FF2B5EF4-FFF2-40B4-BE49-F238E27FC236}">
                <a16:creationId xmlns:a16="http://schemas.microsoft.com/office/drawing/2014/main" id="{AC478A77-C4B7-471B-8986-2741C947BF7B}"/>
              </a:ext>
            </a:extLst>
          </p:cNvPr>
          <p:cNvSpPr/>
          <p:nvPr/>
        </p:nvSpPr>
        <p:spPr>
          <a:xfrm rot="5400000">
            <a:off x="2036852" y="3623359"/>
            <a:ext cx="237744" cy="238760"/>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Arrow: Right 123">
            <a:extLst>
              <a:ext uri="{FF2B5EF4-FFF2-40B4-BE49-F238E27FC236}">
                <a16:creationId xmlns:a16="http://schemas.microsoft.com/office/drawing/2014/main" id="{2043354C-7A2A-445D-A387-9787DA49462A}"/>
              </a:ext>
            </a:extLst>
          </p:cNvPr>
          <p:cNvSpPr/>
          <p:nvPr/>
        </p:nvSpPr>
        <p:spPr>
          <a:xfrm>
            <a:off x="5562107" y="4218811"/>
            <a:ext cx="1625600" cy="956019"/>
          </a:xfrm>
          <a:prstGeom prst="rightArrow">
            <a:avLst/>
          </a:prstGeom>
          <a:solidFill>
            <a:srgbClr val="FC711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E45EA839-8703-453D-A2D0-6FADFBAD8D7D}"/>
              </a:ext>
            </a:extLst>
          </p:cNvPr>
          <p:cNvSpPr txBox="1"/>
          <p:nvPr/>
        </p:nvSpPr>
        <p:spPr>
          <a:xfrm>
            <a:off x="4986273" y="5259995"/>
            <a:ext cx="2634054" cy="584775"/>
          </a:xfrm>
          <a:prstGeom prst="rect">
            <a:avLst/>
          </a:prstGeom>
          <a:noFill/>
        </p:spPr>
        <p:txBody>
          <a:bodyPr wrap="none" rtlCol="0">
            <a:spAutoFit/>
          </a:bodyPr>
          <a:lstStyle/>
          <a:p>
            <a:r>
              <a:rPr lang="en-US" sz="3200" dirty="0">
                <a:solidFill>
                  <a:schemeClr val="bg1"/>
                </a:solidFill>
              </a:rPr>
              <a:t>⟨</a:t>
            </a:r>
            <a:r>
              <a:rPr lang="en-US" dirty="0"/>
              <a:t> </a:t>
            </a:r>
            <a:r>
              <a:rPr lang="en-US" sz="3200" dirty="0">
                <a:solidFill>
                  <a:schemeClr val="bg1"/>
                </a:solidFill>
              </a:rPr>
              <a:t>←</a:t>
            </a:r>
            <a:r>
              <a:rPr lang="en-US" dirty="0">
                <a:solidFill>
                  <a:schemeClr val="bg1"/>
                </a:solidFill>
              </a:rPr>
              <a:t>,</a:t>
            </a:r>
            <a:r>
              <a:rPr lang="en-US" sz="3200" dirty="0"/>
              <a:t> </a:t>
            </a:r>
            <a:r>
              <a:rPr lang="en-US" sz="3200" dirty="0">
                <a:solidFill>
                  <a:schemeClr val="bg1"/>
                </a:solidFill>
              </a:rPr>
              <a:t>↑</a:t>
            </a:r>
            <a:r>
              <a:rPr lang="en-US" dirty="0"/>
              <a:t> </a:t>
            </a:r>
            <a:r>
              <a:rPr lang="en-US" dirty="0">
                <a:solidFill>
                  <a:schemeClr val="bg1"/>
                </a:solidFill>
              </a:rPr>
              <a:t>, … ,</a:t>
            </a:r>
            <a:r>
              <a:rPr lang="en-US" sz="3200" dirty="0">
                <a:solidFill>
                  <a:schemeClr val="bg1"/>
                </a:solidFill>
              </a:rPr>
              <a:t>↓</a:t>
            </a:r>
            <a:r>
              <a:rPr lang="en-US" dirty="0">
                <a:solidFill>
                  <a:schemeClr val="bg1"/>
                </a:solidFill>
              </a:rPr>
              <a:t>,</a:t>
            </a:r>
            <a:r>
              <a:rPr lang="en-US" sz="2800" dirty="0">
                <a:solidFill>
                  <a:schemeClr val="bg1"/>
                </a:solidFill>
              </a:rPr>
              <a:t> → </a:t>
            </a:r>
            <a:r>
              <a:rPr lang="en-US" sz="3200" dirty="0">
                <a:solidFill>
                  <a:schemeClr val="bg1"/>
                </a:solidFill>
              </a:rPr>
              <a:t>⟩</a:t>
            </a:r>
            <a:endParaRPr lang="en-US" sz="3200" dirty="0">
              <a:solidFill>
                <a:schemeClr val="bg1"/>
              </a:solidFill>
              <a:latin typeface="Dubai Light" panose="020B0303030403030204" pitchFamily="34" charset="-78"/>
              <a:cs typeface="Dubai Light" panose="020B0303030403030204" pitchFamily="34" charset="-78"/>
            </a:endParaRPr>
          </a:p>
        </p:txBody>
      </p:sp>
      <p:sp>
        <p:nvSpPr>
          <p:cNvPr id="126" name="TextBox 125">
            <a:extLst>
              <a:ext uri="{FF2B5EF4-FFF2-40B4-BE49-F238E27FC236}">
                <a16:creationId xmlns:a16="http://schemas.microsoft.com/office/drawing/2014/main" id="{955B2466-86E7-4D54-8F22-BB0929B4BAF1}"/>
              </a:ext>
            </a:extLst>
          </p:cNvPr>
          <p:cNvSpPr txBox="1"/>
          <p:nvPr/>
        </p:nvSpPr>
        <p:spPr>
          <a:xfrm>
            <a:off x="2247700" y="5952425"/>
            <a:ext cx="622286"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C</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127" name="TextBox 126">
            <a:extLst>
              <a:ext uri="{FF2B5EF4-FFF2-40B4-BE49-F238E27FC236}">
                <a16:creationId xmlns:a16="http://schemas.microsoft.com/office/drawing/2014/main" id="{0C833EA4-B9A4-4CBA-8E23-842DB8002BA4}"/>
              </a:ext>
            </a:extLst>
          </p:cNvPr>
          <p:cNvSpPr txBox="1"/>
          <p:nvPr/>
        </p:nvSpPr>
        <p:spPr>
          <a:xfrm>
            <a:off x="9509727" y="5929644"/>
            <a:ext cx="686406" cy="1015663"/>
          </a:xfrm>
          <a:prstGeom prst="rect">
            <a:avLst/>
          </a:prstGeom>
          <a:noFill/>
        </p:spPr>
        <p:txBody>
          <a:bodyPr wrap="none" rtlCol="0">
            <a:spAutoFit/>
          </a:bodyPr>
          <a:lstStyle/>
          <a:p>
            <a:r>
              <a:rPr lang="en-US" sz="6000" dirty="0">
                <a:solidFill>
                  <a:schemeClr val="bg1"/>
                </a:solidFill>
                <a:latin typeface="Dubai Light" panose="020B0303030403030204" pitchFamily="34" charset="-78"/>
                <a:cs typeface="Dubai Light" panose="020B0303030403030204" pitchFamily="34" charset="-78"/>
              </a:rPr>
              <a:t>D</a:t>
            </a:r>
            <a:endParaRPr lang="en-US" sz="6000" baseline="-25000" dirty="0">
              <a:solidFill>
                <a:schemeClr val="bg1"/>
              </a:solidFill>
              <a:latin typeface="Dubai Light" panose="020B0303030403030204" pitchFamily="34" charset="-78"/>
              <a:cs typeface="Dubai Light" panose="020B0303030403030204" pitchFamily="34" charset="-78"/>
            </a:endParaRPr>
          </a:p>
        </p:txBody>
      </p:sp>
      <p:sp>
        <p:nvSpPr>
          <p:cNvPr id="2" name="TextBox 1">
            <a:extLst>
              <a:ext uri="{FF2B5EF4-FFF2-40B4-BE49-F238E27FC236}">
                <a16:creationId xmlns:a16="http://schemas.microsoft.com/office/drawing/2014/main" id="{E27AE019-7F3D-46D1-9E42-B47114A666E0}"/>
              </a:ext>
            </a:extLst>
          </p:cNvPr>
          <p:cNvSpPr txBox="1"/>
          <p:nvPr/>
        </p:nvSpPr>
        <p:spPr>
          <a:xfrm>
            <a:off x="5977730" y="4154167"/>
            <a:ext cx="651140" cy="1323439"/>
          </a:xfrm>
          <a:prstGeom prst="rect">
            <a:avLst/>
          </a:prstGeom>
          <a:noFill/>
        </p:spPr>
        <p:txBody>
          <a:bodyPr wrap="none" rtlCol="0">
            <a:spAutoFit/>
          </a:bodyPr>
          <a:lstStyle/>
          <a:p>
            <a:r>
              <a:rPr lang="en-US" sz="8000" dirty="0">
                <a:solidFill>
                  <a:schemeClr val="bg1"/>
                </a:solidFill>
                <a:latin typeface="Dubai" panose="020B0503030403030204" pitchFamily="34" charset="-78"/>
                <a:cs typeface="Dubai" panose="020B0503030403030204" pitchFamily="34" charset="-78"/>
              </a:rPr>
              <a:t>?</a:t>
            </a:r>
          </a:p>
        </p:txBody>
      </p:sp>
    </p:spTree>
    <p:extLst>
      <p:ext uri="{BB962C8B-B14F-4D97-AF65-F5344CB8AC3E}">
        <p14:creationId xmlns:p14="http://schemas.microsoft.com/office/powerpoint/2010/main" val="426614898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Previous Complexity Work</a:t>
            </a:r>
          </a:p>
        </p:txBody>
      </p:sp>
      <p:sp>
        <p:nvSpPr>
          <p:cNvPr id="3" name="TextBox 2">
            <a:extLst>
              <a:ext uri="{FF2B5EF4-FFF2-40B4-BE49-F238E27FC236}">
                <a16:creationId xmlns:a16="http://schemas.microsoft.com/office/drawing/2014/main" id="{90974BB2-EBB8-4D97-AAA2-C07209D351FE}"/>
              </a:ext>
            </a:extLst>
          </p:cNvPr>
          <p:cNvSpPr txBox="1"/>
          <p:nvPr/>
        </p:nvSpPr>
        <p:spPr>
          <a:xfrm>
            <a:off x="0" y="6119336"/>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Aaron T. Becker, Erik D. </a:t>
            </a:r>
            <a:r>
              <a:rPr lang="en-US" sz="1400" dirty="0" err="1">
                <a:solidFill>
                  <a:schemeClr val="bg1"/>
                </a:solidFill>
                <a:latin typeface="Dubai Light" panose="020B0303030403030204" pitchFamily="34" charset="-78"/>
                <a:cs typeface="Dubai Light" panose="020B0303030403030204" pitchFamily="34" charset="-78"/>
              </a:rPr>
              <a:t>Demaine</a:t>
            </a:r>
            <a:r>
              <a:rPr lang="en-US" sz="1400" dirty="0">
                <a:solidFill>
                  <a:schemeClr val="bg1"/>
                </a:solidFill>
                <a:latin typeface="Dubai Light" panose="020B0303030403030204" pitchFamily="34" charset="-78"/>
                <a:cs typeface="Dubai Light" panose="020B0303030403030204" pitchFamily="34" charset="-78"/>
              </a:rPr>
              <a:t>, Sandor P. </a:t>
            </a:r>
            <a:r>
              <a:rPr lang="en-US" sz="1400" dirty="0" err="1">
                <a:solidFill>
                  <a:schemeClr val="bg1"/>
                </a:solidFill>
                <a:latin typeface="Dubai Light" panose="020B0303030403030204" pitchFamily="34" charset="-78"/>
                <a:cs typeface="Dubai Light" panose="020B0303030403030204" pitchFamily="34" charset="-78"/>
              </a:rPr>
              <a:t>Fekete</a:t>
            </a:r>
            <a:r>
              <a:rPr lang="en-US" sz="1400" dirty="0">
                <a:solidFill>
                  <a:schemeClr val="bg1"/>
                </a:solidFill>
                <a:latin typeface="Dubai Light" panose="020B0303030403030204" pitchFamily="34" charset="-78"/>
                <a:cs typeface="Dubai Light" panose="020B0303030403030204" pitchFamily="34" charset="-78"/>
              </a:rPr>
              <a:t>, Jarrett </a:t>
            </a:r>
            <a:r>
              <a:rPr lang="en-US" sz="1400" dirty="0" err="1">
                <a:solidFill>
                  <a:schemeClr val="bg1"/>
                </a:solidFill>
                <a:latin typeface="Dubai Light" panose="020B0303030403030204" pitchFamily="34" charset="-78"/>
                <a:cs typeface="Dubai Light" panose="020B0303030403030204" pitchFamily="34" charset="-78"/>
              </a:rPr>
              <a:t>Lonsford</a:t>
            </a:r>
            <a:r>
              <a:rPr lang="en-US" sz="1400" dirty="0">
                <a:solidFill>
                  <a:schemeClr val="bg1"/>
                </a:solidFill>
                <a:latin typeface="Dubai Light" panose="020B0303030403030204" pitchFamily="34" charset="-78"/>
                <a:cs typeface="Dubai Light" panose="020B0303030403030204" pitchFamily="34" charset="-78"/>
              </a:rPr>
              <a:t>, and Rose Morris-Wright,</a:t>
            </a:r>
          </a:p>
          <a:p>
            <a:r>
              <a:rPr lang="en-US" sz="1400" dirty="0">
                <a:solidFill>
                  <a:schemeClr val="bg1"/>
                </a:solidFill>
                <a:latin typeface="Dubai Light" panose="020B0303030403030204" pitchFamily="34" charset="-78"/>
                <a:cs typeface="Dubai Light" panose="020B0303030403030204" pitchFamily="34" charset="-78"/>
              </a:rPr>
              <a:t>Particle computation: complexity, algorithms, and logic</a:t>
            </a:r>
          </a:p>
          <a:p>
            <a:r>
              <a:rPr lang="en-US" sz="1400" dirty="0">
                <a:solidFill>
                  <a:schemeClr val="bg1"/>
                </a:solidFill>
                <a:latin typeface="Dubai Light" panose="020B0303030403030204" pitchFamily="34" charset="-78"/>
                <a:cs typeface="Dubai Light" panose="020B0303030403030204" pitchFamily="34" charset="-78"/>
              </a:rPr>
              <a:t>Natural Computing (2017).</a:t>
            </a:r>
          </a:p>
        </p:txBody>
      </p:sp>
      <p:graphicFrame>
        <p:nvGraphicFramePr>
          <p:cNvPr id="4" name="Table 3">
            <a:extLst>
              <a:ext uri="{FF2B5EF4-FFF2-40B4-BE49-F238E27FC236}">
                <a16:creationId xmlns:a16="http://schemas.microsoft.com/office/drawing/2014/main" id="{6CEAB4B8-1BA0-4041-A83A-7F9DE5B1399E}"/>
              </a:ext>
            </a:extLst>
          </p:cNvPr>
          <p:cNvGraphicFramePr>
            <a:graphicFrameLocks noGrp="1"/>
          </p:cNvGraphicFramePr>
          <p:nvPr/>
        </p:nvGraphicFramePr>
        <p:xfrm>
          <a:off x="634998" y="1408246"/>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r>
                        <a:rPr lang="en-US" b="1" dirty="0">
                          <a:latin typeface="Dubai" panose="020B0503030403030204" pitchFamily="34" charset="-78"/>
                          <a:cs typeface="Dubai" panose="020B0503030403030204" pitchFamily="34" charset="-78"/>
                        </a:rPr>
                        <a:t>Universal Pattern</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k labels</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1 label</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Strongly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bl>
          </a:graphicData>
        </a:graphic>
      </p:graphicFrame>
      <p:graphicFrame>
        <p:nvGraphicFramePr>
          <p:cNvPr id="5" name="Table 4">
            <a:extLst>
              <a:ext uri="{FF2B5EF4-FFF2-40B4-BE49-F238E27FC236}">
                <a16:creationId xmlns:a16="http://schemas.microsoft.com/office/drawing/2014/main" id="{8CD955A8-EAB5-4146-BBA0-B1134B31DE48}"/>
              </a:ext>
            </a:extLst>
          </p:cNvPr>
          <p:cNvGraphicFramePr>
            <a:graphicFrameLocks noGrp="1"/>
          </p:cNvGraphicFramePr>
          <p:nvPr/>
        </p:nvGraphicFramePr>
        <p:xfrm>
          <a:off x="1914431" y="4041922"/>
          <a:ext cx="8363134" cy="1854200"/>
        </p:xfrm>
        <a:graphic>
          <a:graphicData uri="http://schemas.openxmlformats.org/drawingml/2006/table">
            <a:tbl>
              <a:tblPr firstRow="1" bandRow="1">
                <a:tableStyleId>{C4B1156A-380E-4F78-BDF5-A606A8083BF9}</a:tableStyleId>
              </a:tblPr>
              <a:tblGrid>
                <a:gridCol w="2138521">
                  <a:extLst>
                    <a:ext uri="{9D8B030D-6E8A-4147-A177-3AD203B41FA5}">
                      <a16:colId xmlns:a16="http://schemas.microsoft.com/office/drawing/2014/main" val="3140209983"/>
                    </a:ext>
                  </a:extLst>
                </a:gridCol>
                <a:gridCol w="1174275">
                  <a:extLst>
                    <a:ext uri="{9D8B030D-6E8A-4147-A177-3AD203B41FA5}">
                      <a16:colId xmlns:a16="http://schemas.microsoft.com/office/drawing/2014/main" val="3922501285"/>
                    </a:ext>
                  </a:extLst>
                </a:gridCol>
                <a:gridCol w="2254887">
                  <a:extLst>
                    <a:ext uri="{9D8B030D-6E8A-4147-A177-3AD203B41FA5}">
                      <a16:colId xmlns:a16="http://schemas.microsoft.com/office/drawing/2014/main" val="3467975921"/>
                    </a:ext>
                  </a:extLst>
                </a:gridCol>
                <a:gridCol w="2795451">
                  <a:extLst>
                    <a:ext uri="{9D8B030D-6E8A-4147-A177-3AD203B41FA5}">
                      <a16:colId xmlns:a16="http://schemas.microsoft.com/office/drawing/2014/main" val="1865572204"/>
                    </a:ext>
                  </a:extLst>
                </a:gridCol>
              </a:tblGrid>
              <a:tr h="370840">
                <a:tc>
                  <a:txBody>
                    <a:bodyPr/>
                    <a:lstStyle/>
                    <a:p>
                      <a:pPr algn="ctr"/>
                      <a:r>
                        <a:rPr lang="en-US" dirty="0">
                          <a:latin typeface="Dubai" panose="020B0503030403030204" pitchFamily="34" charset="-78"/>
                          <a:cs typeface="Dubai" panose="020B0503030403030204" pitchFamily="34" charset="-78"/>
                        </a:rPr>
                        <a:t>Problem</a:t>
                      </a:r>
                    </a:p>
                  </a:txBody>
                  <a:tcPr/>
                </a:tc>
                <a:tc>
                  <a:txBody>
                    <a:bodyPr/>
                    <a:lstStyle/>
                    <a:p>
                      <a:pPr algn="ctr"/>
                      <a:r>
                        <a:rPr lang="en-US" dirty="0">
                          <a:latin typeface="Dubai" panose="020B0503030403030204" pitchFamily="34" charset="-78"/>
                          <a:cs typeface="Dubai" panose="020B0503030403030204" pitchFamily="34" charset="-78"/>
                        </a:rPr>
                        <a:t>Shapes</a:t>
                      </a:r>
                    </a:p>
                  </a:txBody>
                  <a:tcPr/>
                </a:tc>
                <a:tc>
                  <a:txBody>
                    <a:bodyPr/>
                    <a:lstStyle/>
                    <a:p>
                      <a:pPr algn="ctr"/>
                      <a:r>
                        <a:rPr lang="en-US" dirty="0">
                          <a:latin typeface="Dubai" panose="020B0503030403030204" pitchFamily="34" charset="-78"/>
                          <a:cs typeface="Dubai" panose="020B0503030403030204" pitchFamily="34" charset="-78"/>
                        </a:rPr>
                        <a:t>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Relocation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NP-hard</a:t>
                      </a:r>
                    </a:p>
                  </a:txBody>
                  <a:tcPr/>
                </a:tc>
                <a:tc>
                  <a:txBody>
                    <a:bodyPr/>
                    <a:lstStyle/>
                    <a:p>
                      <a:pPr algn="ctr"/>
                      <a:r>
                        <a:rPr lang="en-US" i="0" dirty="0">
                          <a:latin typeface="Dubai" panose="020B0503030403030204" pitchFamily="34" charset="-78"/>
                          <a:cs typeface="Dubai" panose="020B0503030403030204" pitchFamily="34" charset="-78"/>
                        </a:rPr>
                        <a:t>(Natural Computing 2017)</a:t>
                      </a:r>
                    </a:p>
                  </a:txBody>
                  <a:tcPr/>
                </a:tc>
                <a:extLst>
                  <a:ext uri="{0D108BD9-81ED-4DB2-BD59-A6C34878D82A}">
                    <a16:rowId xmlns:a16="http://schemas.microsoft.com/office/drawing/2014/main" val="1705407000"/>
                  </a:ext>
                </a:extLst>
              </a:tr>
              <a:tr h="370840">
                <a:tc>
                  <a:txBody>
                    <a:bodyPr/>
                    <a:lstStyle/>
                    <a:p>
                      <a:pPr algn="ctr"/>
                      <a:r>
                        <a:rPr lang="en-US" dirty="0">
                          <a:latin typeface="Dubai" panose="020B0503030403030204" pitchFamily="34" charset="-78"/>
                          <a:cs typeface="Dubai" panose="020B0503030403030204" pitchFamily="34" charset="-78"/>
                        </a:rPr>
                        <a:t>Tilt-minimization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algn="ctr"/>
                      <a:r>
                        <a:rPr lang="en-US" i="0" dirty="0">
                          <a:latin typeface="Dubai" panose="020B0503030403030204" pitchFamily="34" charset="-78"/>
                          <a:cs typeface="Dubai" panose="020B0503030403030204" pitchFamily="34" charset="-78"/>
                        </a:rPr>
                        <a:t>(Natural Computing 2017)</a:t>
                      </a:r>
                    </a:p>
                  </a:txBody>
                  <a:tcPr/>
                </a:tc>
                <a:extLst>
                  <a:ext uri="{0D108BD9-81ED-4DB2-BD59-A6C34878D82A}">
                    <a16:rowId xmlns:a16="http://schemas.microsoft.com/office/drawing/2014/main" val="2459792027"/>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3185818201"/>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123007120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E1133CF-E91E-4EA9-B742-0B57B5BBD014}"/>
              </a:ext>
            </a:extLst>
          </p:cNvPr>
          <p:cNvGrpSpPr/>
          <p:nvPr/>
        </p:nvGrpSpPr>
        <p:grpSpPr>
          <a:xfrm flipH="1" flipV="1">
            <a:off x="4807102" y="2420731"/>
            <a:ext cx="2286000" cy="2286000"/>
            <a:chOff x="2777040" y="2594273"/>
            <a:chExt cx="914400" cy="914400"/>
          </a:xfrm>
        </p:grpSpPr>
        <p:sp>
          <p:nvSpPr>
            <p:cNvPr id="13" name="Rectangle 12">
              <a:extLst>
                <a:ext uri="{FF2B5EF4-FFF2-40B4-BE49-F238E27FC236}">
                  <a16:creationId xmlns:a16="http://schemas.microsoft.com/office/drawing/2014/main" id="{0AE2D61D-EB66-4123-93AA-D0A9DC587D19}"/>
                </a:ext>
              </a:extLst>
            </p:cNvPr>
            <p:cNvSpPr/>
            <p:nvPr/>
          </p:nvSpPr>
          <p:spPr>
            <a:xfrm>
              <a:off x="2777040" y="2594273"/>
              <a:ext cx="914400" cy="9144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970C031-AAB6-42A3-8A1B-37AB25E1A998}"/>
                </a:ext>
              </a:extLst>
            </p:cNvPr>
            <p:cNvCxnSpPr>
              <a:cxnSpLocks/>
            </p:cNvCxnSpPr>
            <p:nvPr/>
          </p:nvCxnSpPr>
          <p:spPr>
            <a:xfrm flipH="1">
              <a:off x="2777040" y="3051473"/>
              <a:ext cx="914400" cy="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09C3EC7-E29B-48D8-8008-77C64EA1686A}"/>
                </a:ext>
              </a:extLst>
            </p:cNvPr>
            <p:cNvCxnSpPr>
              <a:cxnSpLocks/>
              <a:stCxn id="13" idx="0"/>
              <a:endCxn id="13" idx="2"/>
            </p:cNvCxnSpPr>
            <p:nvPr/>
          </p:nvCxnSpPr>
          <p:spPr>
            <a:xfrm>
              <a:off x="3234240" y="2594273"/>
              <a:ext cx="0" cy="91440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grpSp>
      <p:grpSp>
        <p:nvGrpSpPr>
          <p:cNvPr id="72" name="Group 71">
            <a:extLst>
              <a:ext uri="{FF2B5EF4-FFF2-40B4-BE49-F238E27FC236}">
                <a16:creationId xmlns:a16="http://schemas.microsoft.com/office/drawing/2014/main" id="{6349DE06-5501-49D5-9C38-6FA2C20BF5CD}"/>
              </a:ext>
            </a:extLst>
          </p:cNvPr>
          <p:cNvGrpSpPr/>
          <p:nvPr/>
        </p:nvGrpSpPr>
        <p:grpSpPr>
          <a:xfrm>
            <a:off x="4797945" y="2425786"/>
            <a:ext cx="2286000" cy="2286000"/>
            <a:chOff x="2777040" y="2594273"/>
            <a:chExt cx="914400" cy="914400"/>
          </a:xfrm>
        </p:grpSpPr>
        <p:sp>
          <p:nvSpPr>
            <p:cNvPr id="73" name="Rectangle 72">
              <a:extLst>
                <a:ext uri="{FF2B5EF4-FFF2-40B4-BE49-F238E27FC236}">
                  <a16:creationId xmlns:a16="http://schemas.microsoft.com/office/drawing/2014/main" id="{EE5F9684-A553-4CD6-B79E-57812CFC5D52}"/>
                </a:ext>
              </a:extLst>
            </p:cNvPr>
            <p:cNvSpPr/>
            <p:nvPr/>
          </p:nvSpPr>
          <p:spPr>
            <a:xfrm>
              <a:off x="2777040" y="2594273"/>
              <a:ext cx="914400" cy="9144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D1DB3C4E-16F7-4B28-9898-186E64777D9F}"/>
                </a:ext>
              </a:extLst>
            </p:cNvPr>
            <p:cNvCxnSpPr>
              <a:cxnSpLocks/>
            </p:cNvCxnSpPr>
            <p:nvPr/>
          </p:nvCxnSpPr>
          <p:spPr>
            <a:xfrm flipH="1">
              <a:off x="2777040" y="3051473"/>
              <a:ext cx="914400" cy="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8A9D888F-0434-4482-BE86-E55134D41851}"/>
                </a:ext>
              </a:extLst>
            </p:cNvPr>
            <p:cNvCxnSpPr>
              <a:cxnSpLocks/>
              <a:stCxn id="73" idx="0"/>
              <a:endCxn id="73" idx="2"/>
            </p:cNvCxnSpPr>
            <p:nvPr/>
          </p:nvCxnSpPr>
          <p:spPr>
            <a:xfrm>
              <a:off x="3234240" y="2594273"/>
              <a:ext cx="0" cy="91440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grpSp>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Toggle Gadgetry</a:t>
            </a:r>
          </a:p>
        </p:txBody>
      </p:sp>
      <p:sp>
        <p:nvSpPr>
          <p:cNvPr id="3" name="TextBox 2">
            <a:extLst>
              <a:ext uri="{FF2B5EF4-FFF2-40B4-BE49-F238E27FC236}">
                <a16:creationId xmlns:a16="http://schemas.microsoft.com/office/drawing/2014/main" id="{967A47D1-5364-487B-84CE-11900957AD40}"/>
              </a:ext>
            </a:extLst>
          </p:cNvPr>
          <p:cNvSpPr txBox="1"/>
          <p:nvPr/>
        </p:nvSpPr>
        <p:spPr>
          <a:xfrm>
            <a:off x="0" y="6119336"/>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Erik D. </a:t>
            </a:r>
            <a:r>
              <a:rPr lang="en-US" sz="1400" dirty="0" err="1">
                <a:solidFill>
                  <a:schemeClr val="bg1"/>
                </a:solidFill>
                <a:latin typeface="Dubai Light" panose="020B0303030403030204" pitchFamily="34" charset="-78"/>
                <a:cs typeface="Dubai Light" panose="020B0303030403030204" pitchFamily="34" charset="-78"/>
              </a:rPr>
              <a:t>Demaine</a:t>
            </a:r>
            <a:r>
              <a:rPr lang="en-US" sz="1400" dirty="0">
                <a:solidFill>
                  <a:schemeClr val="bg1"/>
                </a:solidFill>
                <a:latin typeface="Dubai Light" panose="020B0303030403030204" pitchFamily="34" charset="-78"/>
                <a:cs typeface="Dubai Light" panose="020B0303030403030204" pitchFamily="34" charset="-78"/>
              </a:rPr>
              <a:t>, Isaac </a:t>
            </a:r>
            <a:r>
              <a:rPr lang="en-US" sz="1400" dirty="0" err="1">
                <a:solidFill>
                  <a:schemeClr val="bg1"/>
                </a:solidFill>
                <a:latin typeface="Dubai Light" panose="020B0303030403030204" pitchFamily="34" charset="-78"/>
                <a:cs typeface="Dubai Light" panose="020B0303030403030204" pitchFamily="34" charset="-78"/>
              </a:rPr>
              <a:t>Grosof</a:t>
            </a:r>
            <a:r>
              <a:rPr lang="en-US" sz="1400" dirty="0">
                <a:solidFill>
                  <a:schemeClr val="bg1"/>
                </a:solidFill>
                <a:latin typeface="Dubai Light" panose="020B0303030403030204" pitchFamily="34" charset="-78"/>
                <a:cs typeface="Dubai Light" panose="020B0303030403030204" pitchFamily="34" charset="-78"/>
              </a:rPr>
              <a:t>, Jayson Lynch, and Mikhail </a:t>
            </a:r>
            <a:r>
              <a:rPr lang="en-US" sz="1400" dirty="0" err="1">
                <a:solidFill>
                  <a:schemeClr val="bg1"/>
                </a:solidFill>
                <a:latin typeface="Dubai Light" panose="020B0303030403030204" pitchFamily="34" charset="-78"/>
                <a:cs typeface="Dubai Light" panose="020B0303030403030204" pitchFamily="34" charset="-78"/>
              </a:rPr>
              <a:t>Rudoy</a:t>
            </a:r>
            <a:r>
              <a:rPr lang="en-US" sz="1400" dirty="0">
                <a:solidFill>
                  <a:schemeClr val="bg1"/>
                </a:solidFill>
                <a:latin typeface="Dubai Light" panose="020B0303030403030204" pitchFamily="34" charset="-78"/>
                <a:cs typeface="Dubai Light" panose="020B0303030403030204" pitchFamily="34" charset="-78"/>
              </a:rPr>
              <a:t>,</a:t>
            </a:r>
          </a:p>
          <a:p>
            <a:r>
              <a:rPr lang="en-US" sz="1400" dirty="0">
                <a:solidFill>
                  <a:schemeClr val="bg1"/>
                </a:solidFill>
                <a:latin typeface="Dubai Light" panose="020B0303030403030204" pitchFamily="34" charset="-78"/>
                <a:cs typeface="Dubai Light" panose="020B0303030403030204" pitchFamily="34" charset="-78"/>
              </a:rPr>
              <a:t>Computational complexity of motion planning of a robot through simple gadgets, </a:t>
            </a:r>
          </a:p>
          <a:p>
            <a:r>
              <a:rPr lang="en-US" sz="1400" dirty="0">
                <a:solidFill>
                  <a:schemeClr val="bg1"/>
                </a:solidFill>
                <a:latin typeface="Dubai Light" panose="020B0303030403030204" pitchFamily="34" charset="-78"/>
                <a:cs typeface="Dubai Light" panose="020B0303030403030204" pitchFamily="34" charset="-78"/>
              </a:rPr>
              <a:t>9</a:t>
            </a:r>
            <a:r>
              <a:rPr lang="en-US" sz="1400" baseline="30000" dirty="0">
                <a:solidFill>
                  <a:schemeClr val="bg1"/>
                </a:solidFill>
                <a:latin typeface="Dubai Light" panose="020B0303030403030204" pitchFamily="34" charset="-78"/>
                <a:cs typeface="Dubai Light" panose="020B0303030403030204" pitchFamily="34" charset="-78"/>
              </a:rPr>
              <a:t>th</a:t>
            </a:r>
            <a:r>
              <a:rPr lang="en-US" sz="1400" dirty="0">
                <a:solidFill>
                  <a:schemeClr val="bg1"/>
                </a:solidFill>
                <a:latin typeface="Dubai Light" panose="020B0303030403030204" pitchFamily="34" charset="-78"/>
                <a:cs typeface="Dubai Light" panose="020B0303030403030204" pitchFamily="34" charset="-78"/>
              </a:rPr>
              <a:t> International Conference on Fun with Algorithms, (FUN 2018)</a:t>
            </a:r>
          </a:p>
        </p:txBody>
      </p:sp>
      <p:sp>
        <p:nvSpPr>
          <p:cNvPr id="17" name="Oval 16">
            <a:extLst>
              <a:ext uri="{FF2B5EF4-FFF2-40B4-BE49-F238E27FC236}">
                <a16:creationId xmlns:a16="http://schemas.microsoft.com/office/drawing/2014/main" id="{877705AB-C030-4211-89A7-555C8AD2FAC3}"/>
              </a:ext>
            </a:extLst>
          </p:cNvPr>
          <p:cNvSpPr/>
          <p:nvPr/>
        </p:nvSpPr>
        <p:spPr>
          <a:xfrm>
            <a:off x="-31081" y="3429000"/>
            <a:ext cx="274320" cy="274320"/>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cxnSp>
        <p:nvCxnSpPr>
          <p:cNvPr id="26" name="Straight Connector 25">
            <a:extLst>
              <a:ext uri="{FF2B5EF4-FFF2-40B4-BE49-F238E27FC236}">
                <a16:creationId xmlns:a16="http://schemas.microsoft.com/office/drawing/2014/main" id="{9CB32EF6-2590-47F7-BF5E-439CD26F66D9}"/>
              </a:ext>
            </a:extLst>
          </p:cNvPr>
          <p:cNvCxnSpPr>
            <a:cxnSpLocks/>
            <a:stCxn id="13" idx="3"/>
          </p:cNvCxnSpPr>
          <p:nvPr/>
        </p:nvCxnSpPr>
        <p:spPr>
          <a:xfrm flipH="1">
            <a:off x="0" y="3563731"/>
            <a:ext cx="4807102" cy="10110"/>
          </a:xfrm>
          <a:prstGeom prst="line">
            <a:avLst/>
          </a:prstGeom>
          <a:ln w="38100"/>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D6788258-0D1E-460B-8310-D78C831D2C7C}"/>
              </a:ext>
            </a:extLst>
          </p:cNvPr>
          <p:cNvCxnSpPr>
            <a:cxnSpLocks/>
            <a:endCxn id="73" idx="3"/>
          </p:cNvCxnSpPr>
          <p:nvPr/>
        </p:nvCxnSpPr>
        <p:spPr>
          <a:xfrm flipH="1" flipV="1">
            <a:off x="7083945" y="3568786"/>
            <a:ext cx="5108056" cy="13064"/>
          </a:xfrm>
          <a:prstGeom prst="line">
            <a:avLst/>
          </a:prstGeom>
          <a:ln w="38100"/>
        </p:spPr>
        <p:style>
          <a:lnRef idx="1">
            <a:schemeClr val="dk1"/>
          </a:lnRef>
          <a:fillRef idx="0">
            <a:schemeClr val="dk1"/>
          </a:fillRef>
          <a:effectRef idx="0">
            <a:schemeClr val="dk1"/>
          </a:effectRef>
          <a:fontRef idx="minor">
            <a:schemeClr val="tx1"/>
          </a:fontRef>
        </p:style>
      </p:cxnSp>
      <p:sp>
        <p:nvSpPr>
          <p:cNvPr id="134" name="TextBox 133">
            <a:extLst>
              <a:ext uri="{FF2B5EF4-FFF2-40B4-BE49-F238E27FC236}">
                <a16:creationId xmlns:a16="http://schemas.microsoft.com/office/drawing/2014/main" id="{C3166EA2-4271-42B2-B6AB-99DB0D6516FF}"/>
              </a:ext>
            </a:extLst>
          </p:cNvPr>
          <p:cNvSpPr txBox="1"/>
          <p:nvPr/>
        </p:nvSpPr>
        <p:spPr>
          <a:xfrm>
            <a:off x="4108328" y="4887286"/>
            <a:ext cx="3665234" cy="523220"/>
          </a:xfrm>
          <a:prstGeom prst="rect">
            <a:avLst/>
          </a:prstGeom>
          <a:noFill/>
        </p:spPr>
        <p:txBody>
          <a:bodyPr wrap="none" rtlCol="0">
            <a:spAutoFit/>
          </a:bodyPr>
          <a:lstStyle/>
          <a:p>
            <a:r>
              <a:rPr lang="en-US" sz="2800" dirty="0">
                <a:solidFill>
                  <a:schemeClr val="bg1"/>
                </a:solidFill>
                <a:latin typeface="Dubai Light" panose="020B0303030403030204" pitchFamily="34" charset="-78"/>
                <a:cs typeface="Dubai Light" panose="020B0303030403030204" pitchFamily="34" charset="-78"/>
              </a:rPr>
              <a:t>Crossing 2-toggle (C2T)</a:t>
            </a:r>
          </a:p>
        </p:txBody>
      </p:sp>
    </p:spTree>
    <p:extLst>
      <p:ext uri="{BB962C8B-B14F-4D97-AF65-F5344CB8AC3E}">
        <p14:creationId xmlns:p14="http://schemas.microsoft.com/office/powerpoint/2010/main" val="2130151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fill="hold" grpId="0" nodeType="clickEffect">
                                  <p:stCondLst>
                                    <p:cond delay="0"/>
                                  </p:stCondLst>
                                  <p:childTnLst>
                                    <p:animMotion origin="layout" path="M -3.75E-6 2.59259E-6 L 0.9767 0.00231 " pathEditMode="relative" rAng="0" ptsTypes="AA">
                                      <p:cBhvr>
                                        <p:cTn id="6" dur="2000" fill="hold"/>
                                        <p:tgtEl>
                                          <p:spTgt spid="17"/>
                                        </p:tgtEl>
                                        <p:attrNameLst>
                                          <p:attrName>ppt_x</p:attrName>
                                          <p:attrName>ppt_y</p:attrName>
                                        </p:attrNameLst>
                                      </p:cBhvr>
                                      <p:rCtr x="48828" y="116"/>
                                    </p:animMotion>
                                  </p:childTnLst>
                                </p:cTn>
                              </p:par>
                              <p:par>
                                <p:cTn id="7" presetID="1" presetClass="entr" presetSubtype="0" fill="hold" nodeType="withEffect">
                                  <p:stCondLst>
                                    <p:cond delay="1200"/>
                                  </p:stCondLst>
                                  <p:childTnLst>
                                    <p:set>
                                      <p:cBhvr>
                                        <p:cTn id="8" dur="1" fill="hold">
                                          <p:stCondLst>
                                            <p:cond delay="0"/>
                                          </p:stCondLst>
                                        </p:cTn>
                                        <p:tgtEl>
                                          <p:spTgt spid="72"/>
                                        </p:tgtEl>
                                        <p:attrNameLst>
                                          <p:attrName>style.visibility</p:attrName>
                                        </p:attrNameLst>
                                      </p:cBhvr>
                                      <p:to>
                                        <p:strVal val="visible"/>
                                      </p:to>
                                    </p:set>
                                  </p:childTnLst>
                                </p:cTn>
                              </p:par>
                              <p:par>
                                <p:cTn id="9" presetID="1" presetClass="exit" presetSubtype="0" fill="hold" nodeType="withEffect">
                                  <p:stCondLst>
                                    <p:cond delay="120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E1133CF-E91E-4EA9-B742-0B57B5BBD014}"/>
              </a:ext>
            </a:extLst>
          </p:cNvPr>
          <p:cNvGrpSpPr/>
          <p:nvPr/>
        </p:nvGrpSpPr>
        <p:grpSpPr>
          <a:xfrm flipH="1" flipV="1">
            <a:off x="3725178" y="2488169"/>
            <a:ext cx="914400" cy="914400"/>
            <a:chOff x="2777040" y="2594273"/>
            <a:chExt cx="914400" cy="914400"/>
          </a:xfrm>
        </p:grpSpPr>
        <p:sp>
          <p:nvSpPr>
            <p:cNvPr id="13" name="Rectangle 12">
              <a:extLst>
                <a:ext uri="{FF2B5EF4-FFF2-40B4-BE49-F238E27FC236}">
                  <a16:creationId xmlns:a16="http://schemas.microsoft.com/office/drawing/2014/main" id="{0AE2D61D-EB66-4123-93AA-D0A9DC587D19}"/>
                </a:ext>
              </a:extLst>
            </p:cNvPr>
            <p:cNvSpPr/>
            <p:nvPr/>
          </p:nvSpPr>
          <p:spPr>
            <a:xfrm>
              <a:off x="2777040" y="2594273"/>
              <a:ext cx="914400" cy="9144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970C031-AAB6-42A3-8A1B-37AB25E1A998}"/>
                </a:ext>
              </a:extLst>
            </p:cNvPr>
            <p:cNvCxnSpPr>
              <a:cxnSpLocks/>
            </p:cNvCxnSpPr>
            <p:nvPr/>
          </p:nvCxnSpPr>
          <p:spPr>
            <a:xfrm flipH="1">
              <a:off x="2777040" y="3051473"/>
              <a:ext cx="914400" cy="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09C3EC7-E29B-48D8-8008-77C64EA1686A}"/>
                </a:ext>
              </a:extLst>
            </p:cNvPr>
            <p:cNvCxnSpPr>
              <a:cxnSpLocks/>
              <a:stCxn id="13" idx="0"/>
              <a:endCxn id="13" idx="2"/>
            </p:cNvCxnSpPr>
            <p:nvPr/>
          </p:nvCxnSpPr>
          <p:spPr>
            <a:xfrm>
              <a:off x="3234240" y="2594273"/>
              <a:ext cx="0" cy="91440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grpSp>
      <p:grpSp>
        <p:nvGrpSpPr>
          <p:cNvPr id="72" name="Group 71">
            <a:extLst>
              <a:ext uri="{FF2B5EF4-FFF2-40B4-BE49-F238E27FC236}">
                <a16:creationId xmlns:a16="http://schemas.microsoft.com/office/drawing/2014/main" id="{6349DE06-5501-49D5-9C38-6FA2C20BF5CD}"/>
              </a:ext>
            </a:extLst>
          </p:cNvPr>
          <p:cNvGrpSpPr/>
          <p:nvPr/>
        </p:nvGrpSpPr>
        <p:grpSpPr>
          <a:xfrm>
            <a:off x="3716021" y="2493224"/>
            <a:ext cx="914400" cy="914400"/>
            <a:chOff x="2777040" y="2594273"/>
            <a:chExt cx="914400" cy="914400"/>
          </a:xfrm>
        </p:grpSpPr>
        <p:sp>
          <p:nvSpPr>
            <p:cNvPr id="73" name="Rectangle 72">
              <a:extLst>
                <a:ext uri="{FF2B5EF4-FFF2-40B4-BE49-F238E27FC236}">
                  <a16:creationId xmlns:a16="http://schemas.microsoft.com/office/drawing/2014/main" id="{EE5F9684-A553-4CD6-B79E-57812CFC5D52}"/>
                </a:ext>
              </a:extLst>
            </p:cNvPr>
            <p:cNvSpPr/>
            <p:nvPr/>
          </p:nvSpPr>
          <p:spPr>
            <a:xfrm>
              <a:off x="2777040" y="2594273"/>
              <a:ext cx="914400" cy="9144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D1DB3C4E-16F7-4B28-9898-186E64777D9F}"/>
                </a:ext>
              </a:extLst>
            </p:cNvPr>
            <p:cNvCxnSpPr>
              <a:cxnSpLocks/>
            </p:cNvCxnSpPr>
            <p:nvPr/>
          </p:nvCxnSpPr>
          <p:spPr>
            <a:xfrm flipH="1">
              <a:off x="2777040" y="3051473"/>
              <a:ext cx="914400" cy="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8A9D888F-0434-4482-BE86-E55134D41851}"/>
                </a:ext>
              </a:extLst>
            </p:cNvPr>
            <p:cNvCxnSpPr>
              <a:cxnSpLocks/>
              <a:stCxn id="73" idx="0"/>
              <a:endCxn id="73" idx="2"/>
            </p:cNvCxnSpPr>
            <p:nvPr/>
          </p:nvCxnSpPr>
          <p:spPr>
            <a:xfrm>
              <a:off x="3234240" y="2594273"/>
              <a:ext cx="0" cy="91440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grpSp>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Toggle Gadgetry</a:t>
            </a:r>
          </a:p>
        </p:txBody>
      </p:sp>
      <p:sp>
        <p:nvSpPr>
          <p:cNvPr id="3" name="TextBox 2">
            <a:extLst>
              <a:ext uri="{FF2B5EF4-FFF2-40B4-BE49-F238E27FC236}">
                <a16:creationId xmlns:a16="http://schemas.microsoft.com/office/drawing/2014/main" id="{967A47D1-5364-487B-84CE-11900957AD40}"/>
              </a:ext>
            </a:extLst>
          </p:cNvPr>
          <p:cNvSpPr txBox="1"/>
          <p:nvPr/>
        </p:nvSpPr>
        <p:spPr>
          <a:xfrm>
            <a:off x="0" y="6119336"/>
            <a:ext cx="12192000" cy="738664"/>
          </a:xfrm>
          <a:prstGeom prst="rect">
            <a:avLst/>
          </a:prstGeom>
          <a:noFill/>
        </p:spPr>
        <p:txBody>
          <a:bodyPr wrap="square" rtlCol="0">
            <a:spAutoFit/>
          </a:bodyPr>
          <a:lstStyle/>
          <a:p>
            <a:r>
              <a:rPr lang="en-US" sz="1400" dirty="0">
                <a:solidFill>
                  <a:schemeClr val="bg1"/>
                </a:solidFill>
                <a:latin typeface="Dubai Light" panose="020B0303030403030204" pitchFamily="34" charset="-78"/>
                <a:cs typeface="Dubai Light" panose="020B0303030403030204" pitchFamily="34" charset="-78"/>
              </a:rPr>
              <a:t>Erik D. </a:t>
            </a:r>
            <a:r>
              <a:rPr lang="en-US" sz="1400" dirty="0" err="1">
                <a:solidFill>
                  <a:schemeClr val="bg1"/>
                </a:solidFill>
                <a:latin typeface="Dubai Light" panose="020B0303030403030204" pitchFamily="34" charset="-78"/>
                <a:cs typeface="Dubai Light" panose="020B0303030403030204" pitchFamily="34" charset="-78"/>
              </a:rPr>
              <a:t>Demaine</a:t>
            </a:r>
            <a:r>
              <a:rPr lang="en-US" sz="1400" dirty="0">
                <a:solidFill>
                  <a:schemeClr val="bg1"/>
                </a:solidFill>
                <a:latin typeface="Dubai Light" panose="020B0303030403030204" pitchFamily="34" charset="-78"/>
                <a:cs typeface="Dubai Light" panose="020B0303030403030204" pitchFamily="34" charset="-78"/>
              </a:rPr>
              <a:t>, Isaac </a:t>
            </a:r>
            <a:r>
              <a:rPr lang="en-US" sz="1400" dirty="0" err="1">
                <a:solidFill>
                  <a:schemeClr val="bg1"/>
                </a:solidFill>
                <a:latin typeface="Dubai Light" panose="020B0303030403030204" pitchFamily="34" charset="-78"/>
                <a:cs typeface="Dubai Light" panose="020B0303030403030204" pitchFamily="34" charset="-78"/>
              </a:rPr>
              <a:t>Grosof</a:t>
            </a:r>
            <a:r>
              <a:rPr lang="en-US" sz="1400" dirty="0">
                <a:solidFill>
                  <a:schemeClr val="bg1"/>
                </a:solidFill>
                <a:latin typeface="Dubai Light" panose="020B0303030403030204" pitchFamily="34" charset="-78"/>
                <a:cs typeface="Dubai Light" panose="020B0303030403030204" pitchFamily="34" charset="-78"/>
              </a:rPr>
              <a:t>, Jayson Lynch, and Mikhail </a:t>
            </a:r>
            <a:r>
              <a:rPr lang="en-US" sz="1400" dirty="0" err="1">
                <a:solidFill>
                  <a:schemeClr val="bg1"/>
                </a:solidFill>
                <a:latin typeface="Dubai Light" panose="020B0303030403030204" pitchFamily="34" charset="-78"/>
                <a:cs typeface="Dubai Light" panose="020B0303030403030204" pitchFamily="34" charset="-78"/>
              </a:rPr>
              <a:t>Rudoy</a:t>
            </a:r>
            <a:r>
              <a:rPr lang="en-US" sz="1400" dirty="0">
                <a:solidFill>
                  <a:schemeClr val="bg1"/>
                </a:solidFill>
                <a:latin typeface="Dubai Light" panose="020B0303030403030204" pitchFamily="34" charset="-78"/>
                <a:cs typeface="Dubai Light" panose="020B0303030403030204" pitchFamily="34" charset="-78"/>
              </a:rPr>
              <a:t>,</a:t>
            </a:r>
          </a:p>
          <a:p>
            <a:r>
              <a:rPr lang="en-US" sz="1400" dirty="0">
                <a:solidFill>
                  <a:schemeClr val="bg1"/>
                </a:solidFill>
                <a:latin typeface="Dubai Light" panose="020B0303030403030204" pitchFamily="34" charset="-78"/>
                <a:cs typeface="Dubai Light" panose="020B0303030403030204" pitchFamily="34" charset="-78"/>
              </a:rPr>
              <a:t>Computational complexity of motion planning of a robot through simple gadgets, </a:t>
            </a:r>
          </a:p>
          <a:p>
            <a:r>
              <a:rPr lang="en-US" sz="1400" dirty="0">
                <a:solidFill>
                  <a:schemeClr val="bg1"/>
                </a:solidFill>
                <a:latin typeface="Dubai Light" panose="020B0303030403030204" pitchFamily="34" charset="-78"/>
                <a:cs typeface="Dubai Light" panose="020B0303030403030204" pitchFamily="34" charset="-78"/>
              </a:rPr>
              <a:t>9</a:t>
            </a:r>
            <a:r>
              <a:rPr lang="en-US" sz="1400" baseline="30000" dirty="0">
                <a:solidFill>
                  <a:schemeClr val="bg1"/>
                </a:solidFill>
                <a:latin typeface="Dubai Light" panose="020B0303030403030204" pitchFamily="34" charset="-78"/>
                <a:cs typeface="Dubai Light" panose="020B0303030403030204" pitchFamily="34" charset="-78"/>
              </a:rPr>
              <a:t>th</a:t>
            </a:r>
            <a:r>
              <a:rPr lang="en-US" sz="1400" dirty="0">
                <a:solidFill>
                  <a:schemeClr val="bg1"/>
                </a:solidFill>
                <a:latin typeface="Dubai Light" panose="020B0303030403030204" pitchFamily="34" charset="-78"/>
                <a:cs typeface="Dubai Light" panose="020B0303030403030204" pitchFamily="34" charset="-78"/>
              </a:rPr>
              <a:t> International Conference on Fun with Algorithms, (FUN 2018)</a:t>
            </a:r>
          </a:p>
        </p:txBody>
      </p:sp>
      <p:sp>
        <p:nvSpPr>
          <p:cNvPr id="16" name="Rectangle 15">
            <a:extLst>
              <a:ext uri="{FF2B5EF4-FFF2-40B4-BE49-F238E27FC236}">
                <a16:creationId xmlns:a16="http://schemas.microsoft.com/office/drawing/2014/main" id="{0ED68748-1EA7-40E3-80A6-0168C279D654}"/>
              </a:ext>
            </a:extLst>
          </p:cNvPr>
          <p:cNvSpPr/>
          <p:nvPr/>
        </p:nvSpPr>
        <p:spPr>
          <a:xfrm>
            <a:off x="1337966" y="1741529"/>
            <a:ext cx="457200" cy="4572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77705AB-C030-4211-89A7-555C8AD2FAC3}"/>
              </a:ext>
            </a:extLst>
          </p:cNvPr>
          <p:cNvSpPr/>
          <p:nvPr/>
        </p:nvSpPr>
        <p:spPr>
          <a:xfrm>
            <a:off x="1429406" y="1837581"/>
            <a:ext cx="274320" cy="274320"/>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22" name="Rectangle 21">
            <a:extLst>
              <a:ext uri="{FF2B5EF4-FFF2-40B4-BE49-F238E27FC236}">
                <a16:creationId xmlns:a16="http://schemas.microsoft.com/office/drawing/2014/main" id="{55C28E94-67D9-459D-A964-CB4000EF1F05}"/>
              </a:ext>
            </a:extLst>
          </p:cNvPr>
          <p:cNvSpPr/>
          <p:nvPr/>
        </p:nvSpPr>
        <p:spPr>
          <a:xfrm>
            <a:off x="10258498" y="1741529"/>
            <a:ext cx="457200" cy="4572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54789834-2243-4470-B808-443E8CF990AC}"/>
              </a:ext>
            </a:extLst>
          </p:cNvPr>
          <p:cNvCxnSpPr>
            <a:cxnSpLocks/>
            <a:stCxn id="16" idx="2"/>
          </p:cNvCxnSpPr>
          <p:nvPr/>
        </p:nvCxnSpPr>
        <p:spPr>
          <a:xfrm>
            <a:off x="1566566" y="2198729"/>
            <a:ext cx="0" cy="746640"/>
          </a:xfrm>
          <a:prstGeom prst="line">
            <a:avLst/>
          </a:prstGeom>
          <a:ln w="38100"/>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9CB32EF6-2590-47F7-BF5E-439CD26F66D9}"/>
              </a:ext>
            </a:extLst>
          </p:cNvPr>
          <p:cNvCxnSpPr>
            <a:cxnSpLocks/>
            <a:stCxn id="13" idx="3"/>
          </p:cNvCxnSpPr>
          <p:nvPr/>
        </p:nvCxnSpPr>
        <p:spPr>
          <a:xfrm flipH="1">
            <a:off x="1566566" y="2945369"/>
            <a:ext cx="2158612"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1DD9EF1-C7C6-4599-A54A-8598BB4D58AC}"/>
              </a:ext>
            </a:extLst>
          </p:cNvPr>
          <p:cNvCxnSpPr>
            <a:cxnSpLocks/>
          </p:cNvCxnSpPr>
          <p:nvPr/>
        </p:nvCxnSpPr>
        <p:spPr>
          <a:xfrm>
            <a:off x="6553200" y="4316968"/>
            <a:ext cx="2465157"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03F53735-7B84-4097-B578-3B138154E196}"/>
              </a:ext>
            </a:extLst>
          </p:cNvPr>
          <p:cNvCxnSpPr>
            <a:cxnSpLocks/>
          </p:cNvCxnSpPr>
          <p:nvPr/>
        </p:nvCxnSpPr>
        <p:spPr>
          <a:xfrm flipH="1">
            <a:off x="8355142" y="2945369"/>
            <a:ext cx="663215"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FEBF7501-667A-4CBF-A41C-688351DE80D7}"/>
              </a:ext>
            </a:extLst>
          </p:cNvPr>
          <p:cNvCxnSpPr>
            <a:cxnSpLocks/>
          </p:cNvCxnSpPr>
          <p:nvPr/>
        </p:nvCxnSpPr>
        <p:spPr>
          <a:xfrm>
            <a:off x="9018357" y="2945367"/>
            <a:ext cx="0" cy="1371601"/>
          </a:xfrm>
          <a:prstGeom prst="line">
            <a:avLst/>
          </a:prstGeom>
          <a:ln w="38100"/>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3D4647AD-F704-44F7-BBC7-9AF922D60879}"/>
              </a:ext>
            </a:extLst>
          </p:cNvPr>
          <p:cNvCxnSpPr>
            <a:cxnSpLocks/>
            <a:stCxn id="114" idx="3"/>
          </p:cNvCxnSpPr>
          <p:nvPr/>
        </p:nvCxnSpPr>
        <p:spPr>
          <a:xfrm flipH="1" flipV="1">
            <a:off x="6777528" y="2945368"/>
            <a:ext cx="681992" cy="5054"/>
          </a:xfrm>
          <a:prstGeom prst="line">
            <a:avLst/>
          </a:prstGeom>
          <a:ln w="38100"/>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2C8C8DCE-1AC1-40FF-98C8-166ADF885ACA}"/>
              </a:ext>
            </a:extLst>
          </p:cNvPr>
          <p:cNvCxnSpPr>
            <a:cxnSpLocks/>
            <a:stCxn id="22" idx="1"/>
          </p:cNvCxnSpPr>
          <p:nvPr/>
        </p:nvCxnSpPr>
        <p:spPr>
          <a:xfrm flipH="1">
            <a:off x="7879628" y="1970129"/>
            <a:ext cx="237887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899CC070-94AC-4F63-8D54-42F6963B2068}"/>
              </a:ext>
            </a:extLst>
          </p:cNvPr>
          <p:cNvCxnSpPr>
            <a:cxnSpLocks/>
            <a:stCxn id="73" idx="3"/>
          </p:cNvCxnSpPr>
          <p:nvPr/>
        </p:nvCxnSpPr>
        <p:spPr>
          <a:xfrm>
            <a:off x="4630421" y="2950424"/>
            <a:ext cx="509642"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7B299EF0-71F8-4D82-938D-F15CD85EF381}"/>
              </a:ext>
            </a:extLst>
          </p:cNvPr>
          <p:cNvCxnSpPr>
            <a:cxnSpLocks/>
          </p:cNvCxnSpPr>
          <p:nvPr/>
        </p:nvCxnSpPr>
        <p:spPr>
          <a:xfrm flipV="1">
            <a:off x="5119235" y="2945369"/>
            <a:ext cx="0" cy="1371599"/>
          </a:xfrm>
          <a:prstGeom prst="line">
            <a:avLst/>
          </a:prstGeom>
          <a:ln w="38100"/>
        </p:spPr>
        <p:style>
          <a:lnRef idx="1">
            <a:schemeClr val="dk1"/>
          </a:lnRef>
          <a:fillRef idx="0">
            <a:schemeClr val="dk1"/>
          </a:fillRef>
          <a:effectRef idx="0">
            <a:schemeClr val="dk1"/>
          </a:effectRef>
          <a:fontRef idx="minor">
            <a:schemeClr val="tx1"/>
          </a:fontRef>
        </p:style>
      </p:cxnSp>
      <p:cxnSp>
        <p:nvCxnSpPr>
          <p:cNvPr id="94" name="Straight Connector 93">
            <a:extLst>
              <a:ext uri="{FF2B5EF4-FFF2-40B4-BE49-F238E27FC236}">
                <a16:creationId xmlns:a16="http://schemas.microsoft.com/office/drawing/2014/main" id="{CC2C09C0-530C-4D2A-B250-2420E5658043}"/>
              </a:ext>
            </a:extLst>
          </p:cNvPr>
          <p:cNvCxnSpPr>
            <a:cxnSpLocks/>
          </p:cNvCxnSpPr>
          <p:nvPr/>
        </p:nvCxnSpPr>
        <p:spPr>
          <a:xfrm>
            <a:off x="5119235" y="4316968"/>
            <a:ext cx="519565" cy="0"/>
          </a:xfrm>
          <a:prstGeom prst="line">
            <a:avLst/>
          </a:prstGeom>
          <a:ln w="38100"/>
        </p:spPr>
        <p:style>
          <a:lnRef idx="1">
            <a:schemeClr val="dk1"/>
          </a:lnRef>
          <a:fillRef idx="0">
            <a:schemeClr val="dk1"/>
          </a:fillRef>
          <a:effectRef idx="0">
            <a:schemeClr val="dk1"/>
          </a:effectRef>
          <a:fontRef idx="minor">
            <a:schemeClr val="tx1"/>
          </a:fontRef>
        </p:style>
      </p:cxnSp>
      <p:grpSp>
        <p:nvGrpSpPr>
          <p:cNvPr id="101" name="Group 100">
            <a:extLst>
              <a:ext uri="{FF2B5EF4-FFF2-40B4-BE49-F238E27FC236}">
                <a16:creationId xmlns:a16="http://schemas.microsoft.com/office/drawing/2014/main" id="{E880AA67-33DC-49F3-AD6D-589F72D1BB63}"/>
              </a:ext>
            </a:extLst>
          </p:cNvPr>
          <p:cNvGrpSpPr/>
          <p:nvPr/>
        </p:nvGrpSpPr>
        <p:grpSpPr>
          <a:xfrm flipH="1" flipV="1">
            <a:off x="5638799" y="3859768"/>
            <a:ext cx="914400" cy="914400"/>
            <a:chOff x="2777040" y="2594273"/>
            <a:chExt cx="914400" cy="914400"/>
          </a:xfrm>
        </p:grpSpPr>
        <p:sp>
          <p:nvSpPr>
            <p:cNvPr id="102" name="Rectangle 101">
              <a:extLst>
                <a:ext uri="{FF2B5EF4-FFF2-40B4-BE49-F238E27FC236}">
                  <a16:creationId xmlns:a16="http://schemas.microsoft.com/office/drawing/2014/main" id="{EF9B0D77-B03C-4799-8952-2BA2BD0A5AC0}"/>
                </a:ext>
              </a:extLst>
            </p:cNvPr>
            <p:cNvSpPr/>
            <p:nvPr/>
          </p:nvSpPr>
          <p:spPr>
            <a:xfrm>
              <a:off x="2777040" y="2594273"/>
              <a:ext cx="914400" cy="9144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Straight Arrow Connector 102">
              <a:extLst>
                <a:ext uri="{FF2B5EF4-FFF2-40B4-BE49-F238E27FC236}">
                  <a16:creationId xmlns:a16="http://schemas.microsoft.com/office/drawing/2014/main" id="{F433C814-ADEB-4B78-9F9B-175AE87CDCA6}"/>
                </a:ext>
              </a:extLst>
            </p:cNvPr>
            <p:cNvCxnSpPr>
              <a:cxnSpLocks/>
            </p:cNvCxnSpPr>
            <p:nvPr/>
          </p:nvCxnSpPr>
          <p:spPr>
            <a:xfrm flipH="1">
              <a:off x="2777040" y="3051473"/>
              <a:ext cx="914400" cy="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39C0B735-50CE-46EF-B014-5236A5C7B812}"/>
                </a:ext>
              </a:extLst>
            </p:cNvPr>
            <p:cNvCxnSpPr>
              <a:cxnSpLocks/>
              <a:stCxn id="102" idx="0"/>
              <a:endCxn id="102" idx="2"/>
            </p:cNvCxnSpPr>
            <p:nvPr/>
          </p:nvCxnSpPr>
          <p:spPr>
            <a:xfrm>
              <a:off x="3234240" y="2594273"/>
              <a:ext cx="0" cy="91440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grpSp>
      <p:grpSp>
        <p:nvGrpSpPr>
          <p:cNvPr id="105" name="Group 104">
            <a:extLst>
              <a:ext uri="{FF2B5EF4-FFF2-40B4-BE49-F238E27FC236}">
                <a16:creationId xmlns:a16="http://schemas.microsoft.com/office/drawing/2014/main" id="{89C9C03C-8A04-4477-B991-593BD3FBF3FD}"/>
              </a:ext>
            </a:extLst>
          </p:cNvPr>
          <p:cNvGrpSpPr/>
          <p:nvPr/>
        </p:nvGrpSpPr>
        <p:grpSpPr>
          <a:xfrm>
            <a:off x="5629642" y="3864823"/>
            <a:ext cx="914400" cy="914400"/>
            <a:chOff x="2777040" y="2594273"/>
            <a:chExt cx="914400" cy="914400"/>
          </a:xfrm>
        </p:grpSpPr>
        <p:sp>
          <p:nvSpPr>
            <p:cNvPr id="106" name="Rectangle 105">
              <a:extLst>
                <a:ext uri="{FF2B5EF4-FFF2-40B4-BE49-F238E27FC236}">
                  <a16:creationId xmlns:a16="http://schemas.microsoft.com/office/drawing/2014/main" id="{209CF10A-B86E-4052-BC8D-24679396822D}"/>
                </a:ext>
              </a:extLst>
            </p:cNvPr>
            <p:cNvSpPr/>
            <p:nvPr/>
          </p:nvSpPr>
          <p:spPr>
            <a:xfrm>
              <a:off x="2777040" y="2594273"/>
              <a:ext cx="914400" cy="9144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Arrow Connector 106">
              <a:extLst>
                <a:ext uri="{FF2B5EF4-FFF2-40B4-BE49-F238E27FC236}">
                  <a16:creationId xmlns:a16="http://schemas.microsoft.com/office/drawing/2014/main" id="{E9CDE137-0EA7-4B24-89B0-EFBF2B442A9A}"/>
                </a:ext>
              </a:extLst>
            </p:cNvPr>
            <p:cNvCxnSpPr>
              <a:cxnSpLocks/>
            </p:cNvCxnSpPr>
            <p:nvPr/>
          </p:nvCxnSpPr>
          <p:spPr>
            <a:xfrm flipH="1">
              <a:off x="2777040" y="3051473"/>
              <a:ext cx="914400" cy="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B37A53E6-67C0-4BFD-A073-CBC4D360A774}"/>
                </a:ext>
              </a:extLst>
            </p:cNvPr>
            <p:cNvCxnSpPr>
              <a:cxnSpLocks/>
              <a:stCxn id="106" idx="0"/>
              <a:endCxn id="106" idx="2"/>
            </p:cNvCxnSpPr>
            <p:nvPr/>
          </p:nvCxnSpPr>
          <p:spPr>
            <a:xfrm>
              <a:off x="3234240" y="2594273"/>
              <a:ext cx="0" cy="91440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grpSp>
      <p:grpSp>
        <p:nvGrpSpPr>
          <p:cNvPr id="109" name="Group 108">
            <a:extLst>
              <a:ext uri="{FF2B5EF4-FFF2-40B4-BE49-F238E27FC236}">
                <a16:creationId xmlns:a16="http://schemas.microsoft.com/office/drawing/2014/main" id="{6413BB13-D9F1-402E-A822-C133FB94EEF1}"/>
              </a:ext>
            </a:extLst>
          </p:cNvPr>
          <p:cNvGrpSpPr/>
          <p:nvPr/>
        </p:nvGrpSpPr>
        <p:grpSpPr>
          <a:xfrm rot="10800000" flipH="1" flipV="1">
            <a:off x="7468677" y="2488167"/>
            <a:ext cx="914400" cy="914400"/>
            <a:chOff x="2777040" y="2594273"/>
            <a:chExt cx="914400" cy="914400"/>
          </a:xfrm>
        </p:grpSpPr>
        <p:sp>
          <p:nvSpPr>
            <p:cNvPr id="110" name="Rectangle 109">
              <a:extLst>
                <a:ext uri="{FF2B5EF4-FFF2-40B4-BE49-F238E27FC236}">
                  <a16:creationId xmlns:a16="http://schemas.microsoft.com/office/drawing/2014/main" id="{2115F582-027A-4E0C-A9B8-F982FD6A3D12}"/>
                </a:ext>
              </a:extLst>
            </p:cNvPr>
            <p:cNvSpPr/>
            <p:nvPr/>
          </p:nvSpPr>
          <p:spPr>
            <a:xfrm>
              <a:off x="2777040" y="2594273"/>
              <a:ext cx="914400" cy="9144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Arrow Connector 110">
              <a:extLst>
                <a:ext uri="{FF2B5EF4-FFF2-40B4-BE49-F238E27FC236}">
                  <a16:creationId xmlns:a16="http://schemas.microsoft.com/office/drawing/2014/main" id="{58120B29-25FA-4D17-A5C6-69ADE932DF1E}"/>
                </a:ext>
              </a:extLst>
            </p:cNvPr>
            <p:cNvCxnSpPr>
              <a:cxnSpLocks/>
            </p:cNvCxnSpPr>
            <p:nvPr/>
          </p:nvCxnSpPr>
          <p:spPr>
            <a:xfrm flipH="1">
              <a:off x="2777040" y="3051473"/>
              <a:ext cx="914400" cy="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FD79E903-27E4-4C7F-9AC5-FE7D2B81DB6C}"/>
                </a:ext>
              </a:extLst>
            </p:cNvPr>
            <p:cNvCxnSpPr>
              <a:cxnSpLocks/>
              <a:stCxn id="110" idx="0"/>
              <a:endCxn id="110" idx="2"/>
            </p:cNvCxnSpPr>
            <p:nvPr/>
          </p:nvCxnSpPr>
          <p:spPr>
            <a:xfrm>
              <a:off x="3234240" y="2594273"/>
              <a:ext cx="0" cy="91440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grpSp>
      <p:grpSp>
        <p:nvGrpSpPr>
          <p:cNvPr id="113" name="Group 112">
            <a:extLst>
              <a:ext uri="{FF2B5EF4-FFF2-40B4-BE49-F238E27FC236}">
                <a16:creationId xmlns:a16="http://schemas.microsoft.com/office/drawing/2014/main" id="{345D5181-D3EA-4C82-90DC-6A9EEFB781F9}"/>
              </a:ext>
            </a:extLst>
          </p:cNvPr>
          <p:cNvGrpSpPr/>
          <p:nvPr/>
        </p:nvGrpSpPr>
        <p:grpSpPr>
          <a:xfrm rot="10800000">
            <a:off x="7459520" y="2493222"/>
            <a:ext cx="914400" cy="914400"/>
            <a:chOff x="2777040" y="2594273"/>
            <a:chExt cx="914400" cy="914400"/>
          </a:xfrm>
        </p:grpSpPr>
        <p:sp>
          <p:nvSpPr>
            <p:cNvPr id="114" name="Rectangle 113">
              <a:extLst>
                <a:ext uri="{FF2B5EF4-FFF2-40B4-BE49-F238E27FC236}">
                  <a16:creationId xmlns:a16="http://schemas.microsoft.com/office/drawing/2014/main" id="{01657F90-017F-4369-928C-5B4017946E9F}"/>
                </a:ext>
              </a:extLst>
            </p:cNvPr>
            <p:cNvSpPr/>
            <p:nvPr/>
          </p:nvSpPr>
          <p:spPr>
            <a:xfrm>
              <a:off x="2777040" y="2594273"/>
              <a:ext cx="914400" cy="914400"/>
            </a:xfrm>
            <a:prstGeom prst="rect">
              <a:avLst/>
            </a:prstGeom>
            <a:solidFill>
              <a:schemeClr val="tx1">
                <a:lumMod val="95000"/>
                <a:alpha val="39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 name="Straight Arrow Connector 114">
              <a:extLst>
                <a:ext uri="{FF2B5EF4-FFF2-40B4-BE49-F238E27FC236}">
                  <a16:creationId xmlns:a16="http://schemas.microsoft.com/office/drawing/2014/main" id="{93443BAE-DE08-413E-A655-4439B697E384}"/>
                </a:ext>
              </a:extLst>
            </p:cNvPr>
            <p:cNvCxnSpPr>
              <a:cxnSpLocks/>
            </p:cNvCxnSpPr>
            <p:nvPr/>
          </p:nvCxnSpPr>
          <p:spPr>
            <a:xfrm flipH="1">
              <a:off x="2777040" y="3051473"/>
              <a:ext cx="914400" cy="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D74A145C-68EB-45F1-99A9-A4536403740E}"/>
                </a:ext>
              </a:extLst>
            </p:cNvPr>
            <p:cNvCxnSpPr>
              <a:cxnSpLocks/>
              <a:stCxn id="114" idx="0"/>
              <a:endCxn id="114" idx="2"/>
            </p:cNvCxnSpPr>
            <p:nvPr/>
          </p:nvCxnSpPr>
          <p:spPr>
            <a:xfrm>
              <a:off x="3234240" y="2594273"/>
              <a:ext cx="0" cy="914400"/>
            </a:xfrm>
            <a:prstGeom prst="straightConnector1">
              <a:avLst/>
            </a:prstGeom>
            <a:ln w="57150">
              <a:solidFill>
                <a:schemeClr val="bg1"/>
              </a:solidFill>
              <a:tailEnd type="triangle"/>
            </a:ln>
          </p:spPr>
          <p:style>
            <a:lnRef idx="1">
              <a:schemeClr val="dk1"/>
            </a:lnRef>
            <a:fillRef idx="0">
              <a:schemeClr val="dk1"/>
            </a:fillRef>
            <a:effectRef idx="0">
              <a:schemeClr val="dk1"/>
            </a:effectRef>
            <a:fontRef idx="minor">
              <a:schemeClr val="tx1"/>
            </a:fontRef>
          </p:style>
        </p:cxnSp>
      </p:grpSp>
      <p:cxnSp>
        <p:nvCxnSpPr>
          <p:cNvPr id="118" name="Straight Connector 117">
            <a:extLst>
              <a:ext uri="{FF2B5EF4-FFF2-40B4-BE49-F238E27FC236}">
                <a16:creationId xmlns:a16="http://schemas.microsoft.com/office/drawing/2014/main" id="{234F6165-4450-4E4E-B287-FE59331C79A4}"/>
              </a:ext>
            </a:extLst>
          </p:cNvPr>
          <p:cNvCxnSpPr>
            <a:cxnSpLocks/>
          </p:cNvCxnSpPr>
          <p:nvPr/>
        </p:nvCxnSpPr>
        <p:spPr>
          <a:xfrm flipH="1">
            <a:off x="6777529" y="1970129"/>
            <a:ext cx="11503" cy="985345"/>
          </a:xfrm>
          <a:prstGeom prst="line">
            <a:avLst/>
          </a:prstGeom>
          <a:ln w="38100"/>
        </p:spPr>
        <p:style>
          <a:lnRef idx="1">
            <a:schemeClr val="dk1"/>
          </a:lnRef>
          <a:fillRef idx="0">
            <a:schemeClr val="dk1"/>
          </a:fillRef>
          <a:effectRef idx="0">
            <a:schemeClr val="dk1"/>
          </a:effectRef>
          <a:fontRef idx="minor">
            <a:schemeClr val="tx1"/>
          </a:fontRef>
        </p:style>
      </p:cxnSp>
      <p:cxnSp>
        <p:nvCxnSpPr>
          <p:cNvPr id="121" name="Straight Connector 120">
            <a:extLst>
              <a:ext uri="{FF2B5EF4-FFF2-40B4-BE49-F238E27FC236}">
                <a16:creationId xmlns:a16="http://schemas.microsoft.com/office/drawing/2014/main" id="{85C44AFB-9559-499F-BC8E-703E2DA57DC2}"/>
              </a:ext>
            </a:extLst>
          </p:cNvPr>
          <p:cNvCxnSpPr>
            <a:cxnSpLocks/>
          </p:cNvCxnSpPr>
          <p:nvPr/>
        </p:nvCxnSpPr>
        <p:spPr>
          <a:xfrm>
            <a:off x="6777528" y="1970129"/>
            <a:ext cx="1102100" cy="0"/>
          </a:xfrm>
          <a:prstGeom prst="line">
            <a:avLst/>
          </a:prstGeom>
          <a:ln w="38100"/>
        </p:spPr>
        <p:style>
          <a:lnRef idx="1">
            <a:schemeClr val="dk1"/>
          </a:lnRef>
          <a:fillRef idx="0">
            <a:schemeClr val="dk1"/>
          </a:fillRef>
          <a:effectRef idx="0">
            <a:schemeClr val="dk1"/>
          </a:effectRef>
          <a:fontRef idx="minor">
            <a:schemeClr val="tx1"/>
          </a:fontRef>
        </p:style>
      </p:cxnSp>
      <p:sp>
        <p:nvSpPr>
          <p:cNvPr id="128" name="TextBox 127">
            <a:extLst>
              <a:ext uri="{FF2B5EF4-FFF2-40B4-BE49-F238E27FC236}">
                <a16:creationId xmlns:a16="http://schemas.microsoft.com/office/drawing/2014/main" id="{87B14D46-3576-4E4F-A177-48D34A1D3955}"/>
              </a:ext>
            </a:extLst>
          </p:cNvPr>
          <p:cNvSpPr txBox="1"/>
          <p:nvPr/>
        </p:nvSpPr>
        <p:spPr>
          <a:xfrm>
            <a:off x="1329974" y="1204659"/>
            <a:ext cx="465192"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S</a:t>
            </a:r>
            <a:endParaRPr lang="en-US" sz="4000" baseline="-25000" dirty="0">
              <a:solidFill>
                <a:schemeClr val="bg1"/>
              </a:solidFill>
              <a:latin typeface="Dubai Light" panose="020B0303030403030204" pitchFamily="34" charset="-78"/>
              <a:cs typeface="Dubai Light" panose="020B0303030403030204" pitchFamily="34" charset="-78"/>
            </a:endParaRPr>
          </a:p>
        </p:txBody>
      </p:sp>
      <p:sp>
        <p:nvSpPr>
          <p:cNvPr id="129" name="TextBox 128">
            <a:extLst>
              <a:ext uri="{FF2B5EF4-FFF2-40B4-BE49-F238E27FC236}">
                <a16:creationId xmlns:a16="http://schemas.microsoft.com/office/drawing/2014/main" id="{4D1BD377-1A54-4F25-9BD3-2B386D6B3232}"/>
              </a:ext>
            </a:extLst>
          </p:cNvPr>
          <p:cNvSpPr txBox="1"/>
          <p:nvPr/>
        </p:nvSpPr>
        <p:spPr>
          <a:xfrm>
            <a:off x="10250506" y="1222514"/>
            <a:ext cx="476412" cy="707886"/>
          </a:xfrm>
          <a:prstGeom prst="rect">
            <a:avLst/>
          </a:prstGeom>
          <a:noFill/>
        </p:spPr>
        <p:txBody>
          <a:bodyPr wrap="none" rtlCol="0">
            <a:spAutoFit/>
          </a:bodyPr>
          <a:lstStyle/>
          <a:p>
            <a:r>
              <a:rPr lang="en-US" sz="4000" dirty="0">
                <a:solidFill>
                  <a:schemeClr val="bg1"/>
                </a:solidFill>
                <a:latin typeface="Dubai Light" panose="020B0303030403030204" pitchFamily="34" charset="-78"/>
                <a:cs typeface="Dubai Light" panose="020B0303030403030204" pitchFamily="34" charset="-78"/>
              </a:rPr>
              <a:t>T</a:t>
            </a:r>
            <a:endParaRPr lang="en-US" sz="4000" baseline="-25000" dirty="0">
              <a:solidFill>
                <a:schemeClr val="bg1"/>
              </a:solidFill>
              <a:latin typeface="Dubai Light" panose="020B0303030403030204" pitchFamily="34" charset="-78"/>
              <a:cs typeface="Dubai Light" panose="020B0303030403030204" pitchFamily="34" charset="-78"/>
            </a:endParaRPr>
          </a:p>
        </p:txBody>
      </p:sp>
      <p:sp>
        <p:nvSpPr>
          <p:cNvPr id="46" name="TextBox 45">
            <a:extLst>
              <a:ext uri="{FF2B5EF4-FFF2-40B4-BE49-F238E27FC236}">
                <a16:creationId xmlns:a16="http://schemas.microsoft.com/office/drawing/2014/main" id="{402F231D-37D5-4F0D-A0F5-8309C732B86C}"/>
              </a:ext>
            </a:extLst>
          </p:cNvPr>
          <p:cNvSpPr txBox="1"/>
          <p:nvPr/>
        </p:nvSpPr>
        <p:spPr>
          <a:xfrm>
            <a:off x="1018623" y="3914268"/>
            <a:ext cx="2850973" cy="1384995"/>
          </a:xfrm>
          <a:prstGeom prst="rect">
            <a:avLst/>
          </a:prstGeom>
          <a:noFill/>
        </p:spPr>
        <p:txBody>
          <a:bodyPr wrap="none" rtlCol="0">
            <a:spAutoFit/>
          </a:bodyPr>
          <a:lstStyle/>
          <a:p>
            <a:r>
              <a:rPr lang="en-US" sz="2800" dirty="0">
                <a:solidFill>
                  <a:schemeClr val="bg1"/>
                </a:solidFill>
                <a:latin typeface="Dubai Light" panose="020B0303030403030204" pitchFamily="34" charset="-78"/>
                <a:cs typeface="Dubai Light" panose="020B0303030403030204" pitchFamily="34" charset="-78"/>
              </a:rPr>
              <a:t>Reduced from</a:t>
            </a:r>
          </a:p>
          <a:p>
            <a:r>
              <a:rPr lang="en-US" sz="2800" dirty="0">
                <a:solidFill>
                  <a:schemeClr val="bg1"/>
                </a:solidFill>
                <a:latin typeface="Dubai Light" panose="020B0303030403030204" pitchFamily="34" charset="-78"/>
                <a:cs typeface="Dubai Light" panose="020B0303030403030204" pitchFamily="34" charset="-78"/>
              </a:rPr>
              <a:t>3QSAT to show</a:t>
            </a:r>
            <a:br>
              <a:rPr lang="en-US" sz="2800" dirty="0">
                <a:solidFill>
                  <a:schemeClr val="bg1"/>
                </a:solidFill>
                <a:latin typeface="Dubai Light" panose="020B0303030403030204" pitchFamily="34" charset="-78"/>
                <a:cs typeface="Dubai Light" panose="020B0303030403030204" pitchFamily="34" charset="-78"/>
              </a:rPr>
            </a:br>
            <a:r>
              <a:rPr lang="en-US" sz="2800" dirty="0">
                <a:solidFill>
                  <a:schemeClr val="bg1"/>
                </a:solidFill>
                <a:latin typeface="Dubai Light" panose="020B0303030403030204" pitchFamily="34" charset="-78"/>
                <a:cs typeface="Dubai Light" panose="020B0303030403030204" pitchFamily="34" charset="-78"/>
              </a:rPr>
              <a:t>PSPACE-complete.</a:t>
            </a:r>
          </a:p>
        </p:txBody>
      </p:sp>
    </p:spTree>
    <p:extLst>
      <p:ext uri="{BB962C8B-B14F-4D97-AF65-F5344CB8AC3E}">
        <p14:creationId xmlns:p14="http://schemas.microsoft.com/office/powerpoint/2010/main" val="192714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grpId="0" nodeType="clickEffect">
                                  <p:stCondLst>
                                    <p:cond delay="0"/>
                                  </p:stCondLst>
                                  <p:childTnLst>
                                    <p:animMotion origin="layout" path="M 0.00039 -2.96296E-6 C 0.00013 0.04653 4.58333E-6 0.09283 -0.00013 0.13935 L 0.29127 0.14236 C 0.2914 0.20834 0.29153 0.27408 0.29179 0.34005 L 0.61067 0.34005 C 0.6108 0.27338 0.61106 0.20695 0.61119 0.14051 L 0.42695 0.13935 L 0.42799 -0.00301 L 0.73268 -0.00115 " pathEditMode="relative" ptsTypes="AAAAAAAAA">
                                      <p:cBhvr>
                                        <p:cTn id="6" dur="4000" fill="hold"/>
                                        <p:tgtEl>
                                          <p:spTgt spid="17"/>
                                        </p:tgtEl>
                                        <p:attrNameLst>
                                          <p:attrName>ppt_x</p:attrName>
                                          <p:attrName>ppt_y</p:attrName>
                                        </p:attrNameLst>
                                      </p:cBhvr>
                                    </p:animMotion>
                                  </p:childTnLst>
                                </p:cTn>
                              </p:par>
                              <p:par>
                                <p:cTn id="7" presetID="1" presetClass="entr" presetSubtype="0" fill="hold" nodeType="withEffect">
                                  <p:stCondLst>
                                    <p:cond delay="900"/>
                                  </p:stCondLst>
                                  <p:childTnLst>
                                    <p:set>
                                      <p:cBhvr>
                                        <p:cTn id="8" dur="1" fill="hold">
                                          <p:stCondLst>
                                            <p:cond delay="0"/>
                                          </p:stCondLst>
                                        </p:cTn>
                                        <p:tgtEl>
                                          <p:spTgt spid="72"/>
                                        </p:tgtEl>
                                        <p:attrNameLst>
                                          <p:attrName>style.visibility</p:attrName>
                                        </p:attrNameLst>
                                      </p:cBhvr>
                                      <p:to>
                                        <p:strVal val="visible"/>
                                      </p:to>
                                    </p:set>
                                  </p:childTnLst>
                                </p:cTn>
                              </p:par>
                              <p:par>
                                <p:cTn id="9" presetID="1" presetClass="exit" presetSubtype="0" fill="hold" nodeType="withEffect">
                                  <p:stCondLst>
                                    <p:cond delay="90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nodeType="withEffect">
                                  <p:stCondLst>
                                    <p:cond delay="1700"/>
                                  </p:stCondLst>
                                  <p:childTnLst>
                                    <p:set>
                                      <p:cBhvr>
                                        <p:cTn id="12" dur="1" fill="hold">
                                          <p:stCondLst>
                                            <p:cond delay="0"/>
                                          </p:stCondLst>
                                        </p:cTn>
                                        <p:tgtEl>
                                          <p:spTgt spid="105"/>
                                        </p:tgtEl>
                                        <p:attrNameLst>
                                          <p:attrName>style.visibility</p:attrName>
                                        </p:attrNameLst>
                                      </p:cBhvr>
                                      <p:to>
                                        <p:strVal val="visible"/>
                                      </p:to>
                                    </p:set>
                                  </p:childTnLst>
                                </p:cTn>
                              </p:par>
                              <p:par>
                                <p:cTn id="13" presetID="1" presetClass="exit" presetSubtype="0" fill="hold" nodeType="withEffect">
                                  <p:stCondLst>
                                    <p:cond delay="1700"/>
                                  </p:stCondLst>
                                  <p:childTnLst>
                                    <p:set>
                                      <p:cBhvr>
                                        <p:cTn id="14" dur="1" fill="hold">
                                          <p:stCondLst>
                                            <p:cond delay="0"/>
                                          </p:stCondLst>
                                        </p:cTn>
                                        <p:tgtEl>
                                          <p:spTgt spid="101"/>
                                        </p:tgtEl>
                                        <p:attrNameLst>
                                          <p:attrName>style.visibility</p:attrName>
                                        </p:attrNameLst>
                                      </p:cBhvr>
                                      <p:to>
                                        <p:strVal val="hidden"/>
                                      </p:to>
                                    </p:set>
                                  </p:childTnLst>
                                </p:cTn>
                              </p:par>
                              <p:par>
                                <p:cTn id="15" presetID="1" presetClass="entr" presetSubtype="0" fill="hold" nodeType="withEffect">
                                  <p:stCondLst>
                                    <p:cond delay="2900"/>
                                  </p:stCondLst>
                                  <p:childTnLst>
                                    <p:set>
                                      <p:cBhvr>
                                        <p:cTn id="16" dur="1" fill="hold">
                                          <p:stCondLst>
                                            <p:cond delay="0"/>
                                          </p:stCondLst>
                                        </p:cTn>
                                        <p:tgtEl>
                                          <p:spTgt spid="113"/>
                                        </p:tgtEl>
                                        <p:attrNameLst>
                                          <p:attrName>style.visibility</p:attrName>
                                        </p:attrNameLst>
                                      </p:cBhvr>
                                      <p:to>
                                        <p:strVal val="visible"/>
                                      </p:to>
                                    </p:set>
                                  </p:childTnLst>
                                </p:cTn>
                              </p:par>
                              <p:par>
                                <p:cTn id="17" presetID="1" presetClass="exit" presetSubtype="0" fill="hold" nodeType="withEffect">
                                  <p:stCondLst>
                                    <p:cond delay="2900"/>
                                  </p:stCondLst>
                                  <p:childTnLst>
                                    <p:set>
                                      <p:cBhvr>
                                        <p:cTn id="18" dur="1" fill="hold">
                                          <p:stCondLst>
                                            <p:cond delay="0"/>
                                          </p:stCondLst>
                                        </p:cTn>
                                        <p:tgtEl>
                                          <p:spTgt spid="1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Complexity</a:t>
            </a:r>
          </a:p>
        </p:txBody>
      </p:sp>
      <p:pic>
        <p:nvPicPr>
          <p:cNvPr id="4" name="Graphic 3">
            <a:extLst>
              <a:ext uri="{FF2B5EF4-FFF2-40B4-BE49-F238E27FC236}">
                <a16:creationId xmlns:a16="http://schemas.microsoft.com/office/drawing/2014/main" id="{F3169A45-AC9C-4D6C-9848-2027476CBB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4538" y="787943"/>
            <a:ext cx="5722924" cy="5722924"/>
          </a:xfrm>
          <a:prstGeom prst="rect">
            <a:avLst/>
          </a:prstGeom>
        </p:spPr>
      </p:pic>
      <p:sp>
        <p:nvSpPr>
          <p:cNvPr id="7" name="Rectangle 6">
            <a:extLst>
              <a:ext uri="{FF2B5EF4-FFF2-40B4-BE49-F238E27FC236}">
                <a16:creationId xmlns:a16="http://schemas.microsoft.com/office/drawing/2014/main" id="{686FC354-F02C-404A-8654-CE24806F978E}"/>
              </a:ext>
            </a:extLst>
          </p:cNvPr>
          <p:cNvSpPr/>
          <p:nvPr/>
        </p:nvSpPr>
        <p:spPr>
          <a:xfrm rot="5400000">
            <a:off x="5816939" y="1798678"/>
            <a:ext cx="109728" cy="1097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3F9CB383-988F-47D9-9963-87BF54B984AB}"/>
              </a:ext>
            </a:extLst>
          </p:cNvPr>
          <p:cNvGrpSpPr/>
          <p:nvPr/>
        </p:nvGrpSpPr>
        <p:grpSpPr>
          <a:xfrm>
            <a:off x="6151372" y="794285"/>
            <a:ext cx="219456" cy="219456"/>
            <a:chOff x="4739556" y="1183752"/>
            <a:chExt cx="219456" cy="219456"/>
          </a:xfrm>
        </p:grpSpPr>
        <p:sp>
          <p:nvSpPr>
            <p:cNvPr id="8" name="Rectangle 7">
              <a:extLst>
                <a:ext uri="{FF2B5EF4-FFF2-40B4-BE49-F238E27FC236}">
                  <a16:creationId xmlns:a16="http://schemas.microsoft.com/office/drawing/2014/main" id="{00FC6F1C-F6EC-4D26-A5C4-F2370DAF62A6}"/>
                </a:ext>
              </a:extLst>
            </p:cNvPr>
            <p:cNvSpPr/>
            <p:nvPr/>
          </p:nvSpPr>
          <p:spPr>
            <a:xfrm rot="5400000">
              <a:off x="4739556"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632A57C-314A-499A-B9B8-6B5C614B9BF7}"/>
                </a:ext>
              </a:extLst>
            </p:cNvPr>
            <p:cNvSpPr/>
            <p:nvPr/>
          </p:nvSpPr>
          <p:spPr>
            <a:xfrm rot="5400000">
              <a:off x="4849284"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6B73205-BCFC-42F8-AB0B-5419B58775A6}"/>
                </a:ext>
              </a:extLst>
            </p:cNvPr>
            <p:cNvSpPr/>
            <p:nvPr/>
          </p:nvSpPr>
          <p:spPr>
            <a:xfrm rot="5400000">
              <a:off x="4739556"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0CBD237-7A5A-42E7-80CA-1FF1C03F2DBB}"/>
                </a:ext>
              </a:extLst>
            </p:cNvPr>
            <p:cNvSpPr/>
            <p:nvPr/>
          </p:nvSpPr>
          <p:spPr>
            <a:xfrm rot="5400000">
              <a:off x="4849284"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31819000"/>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Complexity</a:t>
            </a:r>
          </a:p>
        </p:txBody>
      </p:sp>
      <p:pic>
        <p:nvPicPr>
          <p:cNvPr id="4" name="Graphic 3">
            <a:extLst>
              <a:ext uri="{FF2B5EF4-FFF2-40B4-BE49-F238E27FC236}">
                <a16:creationId xmlns:a16="http://schemas.microsoft.com/office/drawing/2014/main" id="{F3169A45-AC9C-4D6C-9848-2027476CBB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4538" y="787943"/>
            <a:ext cx="5722924" cy="5722924"/>
          </a:xfrm>
          <a:prstGeom prst="rect">
            <a:avLst/>
          </a:prstGeom>
        </p:spPr>
      </p:pic>
      <p:sp>
        <p:nvSpPr>
          <p:cNvPr id="7" name="Rectangle 6">
            <a:extLst>
              <a:ext uri="{FF2B5EF4-FFF2-40B4-BE49-F238E27FC236}">
                <a16:creationId xmlns:a16="http://schemas.microsoft.com/office/drawing/2014/main" id="{686FC354-F02C-404A-8654-CE24806F978E}"/>
              </a:ext>
            </a:extLst>
          </p:cNvPr>
          <p:cNvSpPr/>
          <p:nvPr/>
        </p:nvSpPr>
        <p:spPr>
          <a:xfrm rot="5400000">
            <a:off x="5816939" y="1798678"/>
            <a:ext cx="109728" cy="1097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3F9CB383-988F-47D9-9963-87BF54B984AB}"/>
              </a:ext>
            </a:extLst>
          </p:cNvPr>
          <p:cNvGrpSpPr/>
          <p:nvPr/>
        </p:nvGrpSpPr>
        <p:grpSpPr>
          <a:xfrm>
            <a:off x="6151372" y="794285"/>
            <a:ext cx="219456" cy="219456"/>
            <a:chOff x="4739556" y="1183752"/>
            <a:chExt cx="219456" cy="219456"/>
          </a:xfrm>
        </p:grpSpPr>
        <p:sp>
          <p:nvSpPr>
            <p:cNvPr id="8" name="Rectangle 7">
              <a:extLst>
                <a:ext uri="{FF2B5EF4-FFF2-40B4-BE49-F238E27FC236}">
                  <a16:creationId xmlns:a16="http://schemas.microsoft.com/office/drawing/2014/main" id="{00FC6F1C-F6EC-4D26-A5C4-F2370DAF62A6}"/>
                </a:ext>
              </a:extLst>
            </p:cNvPr>
            <p:cNvSpPr/>
            <p:nvPr/>
          </p:nvSpPr>
          <p:spPr>
            <a:xfrm rot="5400000">
              <a:off x="4739556"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632A57C-314A-499A-B9B8-6B5C614B9BF7}"/>
                </a:ext>
              </a:extLst>
            </p:cNvPr>
            <p:cNvSpPr/>
            <p:nvPr/>
          </p:nvSpPr>
          <p:spPr>
            <a:xfrm rot="5400000">
              <a:off x="4849284"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6B73205-BCFC-42F8-AB0B-5419B58775A6}"/>
                </a:ext>
              </a:extLst>
            </p:cNvPr>
            <p:cNvSpPr/>
            <p:nvPr/>
          </p:nvSpPr>
          <p:spPr>
            <a:xfrm rot="5400000">
              <a:off x="4739556"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0CBD237-7A5A-42E7-80CA-1FF1C03F2DBB}"/>
                </a:ext>
              </a:extLst>
            </p:cNvPr>
            <p:cNvSpPr/>
            <p:nvPr/>
          </p:nvSpPr>
          <p:spPr>
            <a:xfrm rot="5400000">
              <a:off x="4849284"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Rectangle 1">
            <a:extLst>
              <a:ext uri="{FF2B5EF4-FFF2-40B4-BE49-F238E27FC236}">
                <a16:creationId xmlns:a16="http://schemas.microsoft.com/office/drawing/2014/main" id="{7017AF1D-9865-4C6D-B44C-274CE382799F}"/>
              </a:ext>
            </a:extLst>
          </p:cNvPr>
          <p:cNvSpPr/>
          <p:nvPr/>
        </p:nvSpPr>
        <p:spPr>
          <a:xfrm>
            <a:off x="3209810" y="787943"/>
            <a:ext cx="5747652" cy="5722924"/>
          </a:xfrm>
          <a:prstGeom prst="rect">
            <a:avLst/>
          </a:prstGeom>
          <a:solidFill>
            <a:schemeClr val="tx1">
              <a:lumMod val="95000"/>
              <a:alpha val="39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D26576D-3709-43C2-A010-1522C3783832}"/>
              </a:ext>
            </a:extLst>
          </p:cNvPr>
          <p:cNvCxnSpPr>
            <a:cxnSpLocks/>
          </p:cNvCxnSpPr>
          <p:nvPr/>
        </p:nvCxnSpPr>
        <p:spPr>
          <a:xfrm flipH="1">
            <a:off x="3209810" y="3649405"/>
            <a:ext cx="5747652" cy="0"/>
          </a:xfrm>
          <a:prstGeom prst="straightConnector1">
            <a:avLst/>
          </a:prstGeom>
          <a:ln w="12700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2B691FB3-B970-4CCE-B531-D0AD63C19CD7}"/>
              </a:ext>
            </a:extLst>
          </p:cNvPr>
          <p:cNvCxnSpPr>
            <a:cxnSpLocks/>
            <a:stCxn id="2" idx="0"/>
            <a:endCxn id="2" idx="2"/>
          </p:cNvCxnSpPr>
          <p:nvPr/>
        </p:nvCxnSpPr>
        <p:spPr>
          <a:xfrm>
            <a:off x="6083636" y="787943"/>
            <a:ext cx="0" cy="5722924"/>
          </a:xfrm>
          <a:prstGeom prst="straightConnector1">
            <a:avLst/>
          </a:prstGeom>
          <a:ln w="127000">
            <a:solidFill>
              <a:schemeClr val="bg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7895578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Complexity</a:t>
            </a:r>
          </a:p>
        </p:txBody>
      </p:sp>
      <p:pic>
        <p:nvPicPr>
          <p:cNvPr id="4" name="Graphic 3">
            <a:extLst>
              <a:ext uri="{FF2B5EF4-FFF2-40B4-BE49-F238E27FC236}">
                <a16:creationId xmlns:a16="http://schemas.microsoft.com/office/drawing/2014/main" id="{F3169A45-AC9C-4D6C-9848-2027476CBB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4538" y="787943"/>
            <a:ext cx="5722924" cy="5722924"/>
          </a:xfrm>
          <a:prstGeom prst="rect">
            <a:avLst/>
          </a:prstGeom>
        </p:spPr>
      </p:pic>
      <p:sp>
        <p:nvSpPr>
          <p:cNvPr id="7" name="Rectangle 6">
            <a:extLst>
              <a:ext uri="{FF2B5EF4-FFF2-40B4-BE49-F238E27FC236}">
                <a16:creationId xmlns:a16="http://schemas.microsoft.com/office/drawing/2014/main" id="{686FC354-F02C-404A-8654-CE24806F978E}"/>
              </a:ext>
            </a:extLst>
          </p:cNvPr>
          <p:cNvSpPr/>
          <p:nvPr/>
        </p:nvSpPr>
        <p:spPr>
          <a:xfrm rot="5400000">
            <a:off x="6261820" y="5383253"/>
            <a:ext cx="109728" cy="1097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3F9CB383-988F-47D9-9963-87BF54B984AB}"/>
              </a:ext>
            </a:extLst>
          </p:cNvPr>
          <p:cNvGrpSpPr/>
          <p:nvPr/>
        </p:nvGrpSpPr>
        <p:grpSpPr>
          <a:xfrm>
            <a:off x="5816939" y="6281887"/>
            <a:ext cx="219456" cy="219456"/>
            <a:chOff x="4739556" y="1183752"/>
            <a:chExt cx="219456" cy="219456"/>
          </a:xfrm>
        </p:grpSpPr>
        <p:sp>
          <p:nvSpPr>
            <p:cNvPr id="8" name="Rectangle 7">
              <a:extLst>
                <a:ext uri="{FF2B5EF4-FFF2-40B4-BE49-F238E27FC236}">
                  <a16:creationId xmlns:a16="http://schemas.microsoft.com/office/drawing/2014/main" id="{00FC6F1C-F6EC-4D26-A5C4-F2370DAF62A6}"/>
                </a:ext>
              </a:extLst>
            </p:cNvPr>
            <p:cNvSpPr/>
            <p:nvPr/>
          </p:nvSpPr>
          <p:spPr>
            <a:xfrm rot="5400000">
              <a:off x="4739556"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632A57C-314A-499A-B9B8-6B5C614B9BF7}"/>
                </a:ext>
              </a:extLst>
            </p:cNvPr>
            <p:cNvSpPr/>
            <p:nvPr/>
          </p:nvSpPr>
          <p:spPr>
            <a:xfrm rot="5400000">
              <a:off x="4849284"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6B73205-BCFC-42F8-AB0B-5419B58775A6}"/>
                </a:ext>
              </a:extLst>
            </p:cNvPr>
            <p:cNvSpPr/>
            <p:nvPr/>
          </p:nvSpPr>
          <p:spPr>
            <a:xfrm rot="5400000">
              <a:off x="4739556"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0CBD237-7A5A-42E7-80CA-1FF1C03F2DBB}"/>
                </a:ext>
              </a:extLst>
            </p:cNvPr>
            <p:cNvSpPr/>
            <p:nvPr/>
          </p:nvSpPr>
          <p:spPr>
            <a:xfrm rot="5400000">
              <a:off x="4849284"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E125F896-00BD-42A8-88A4-A2574E077D70}"/>
              </a:ext>
            </a:extLst>
          </p:cNvPr>
          <p:cNvGrpSpPr/>
          <p:nvPr/>
        </p:nvGrpSpPr>
        <p:grpSpPr>
          <a:xfrm rot="10800000">
            <a:off x="3209810" y="787943"/>
            <a:ext cx="5747652" cy="5722924"/>
            <a:chOff x="3209810" y="787943"/>
            <a:chExt cx="5747652" cy="5722924"/>
          </a:xfrm>
        </p:grpSpPr>
        <p:sp>
          <p:nvSpPr>
            <p:cNvPr id="16" name="Rectangle 15">
              <a:extLst>
                <a:ext uri="{FF2B5EF4-FFF2-40B4-BE49-F238E27FC236}">
                  <a16:creationId xmlns:a16="http://schemas.microsoft.com/office/drawing/2014/main" id="{718AB3AF-F018-4171-BDC2-D38A3D7DCABA}"/>
                </a:ext>
              </a:extLst>
            </p:cNvPr>
            <p:cNvSpPr/>
            <p:nvPr/>
          </p:nvSpPr>
          <p:spPr>
            <a:xfrm>
              <a:off x="3209810" y="787943"/>
              <a:ext cx="5747652" cy="5722924"/>
            </a:xfrm>
            <a:prstGeom prst="rect">
              <a:avLst/>
            </a:prstGeom>
            <a:solidFill>
              <a:schemeClr val="tx1">
                <a:lumMod val="95000"/>
                <a:alpha val="39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78412944-50E2-408A-82DD-F664A5579481}"/>
                </a:ext>
              </a:extLst>
            </p:cNvPr>
            <p:cNvCxnSpPr>
              <a:cxnSpLocks/>
            </p:cNvCxnSpPr>
            <p:nvPr/>
          </p:nvCxnSpPr>
          <p:spPr>
            <a:xfrm flipH="1">
              <a:off x="3209810" y="3649405"/>
              <a:ext cx="5747652" cy="0"/>
            </a:xfrm>
            <a:prstGeom prst="straightConnector1">
              <a:avLst/>
            </a:prstGeom>
            <a:ln w="127000">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8A0CF055-5C40-4F38-9EFE-C6585E5EDF14}"/>
                </a:ext>
              </a:extLst>
            </p:cNvPr>
            <p:cNvCxnSpPr>
              <a:cxnSpLocks/>
              <a:stCxn id="16" idx="0"/>
              <a:endCxn id="16" idx="2"/>
            </p:cNvCxnSpPr>
            <p:nvPr/>
          </p:nvCxnSpPr>
          <p:spPr>
            <a:xfrm>
              <a:off x="6083636" y="787943"/>
              <a:ext cx="0" cy="5722924"/>
            </a:xfrm>
            <a:prstGeom prst="straightConnector1">
              <a:avLst/>
            </a:prstGeom>
            <a:ln w="127000">
              <a:solidFill>
                <a:schemeClr val="bg1"/>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54208068"/>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Complexity</a:t>
            </a:r>
          </a:p>
        </p:txBody>
      </p:sp>
      <p:pic>
        <p:nvPicPr>
          <p:cNvPr id="4" name="Graphic 3">
            <a:extLst>
              <a:ext uri="{FF2B5EF4-FFF2-40B4-BE49-F238E27FC236}">
                <a16:creationId xmlns:a16="http://schemas.microsoft.com/office/drawing/2014/main" id="{F3169A45-AC9C-4D6C-9848-2027476CBB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4538" y="787943"/>
            <a:ext cx="5722924" cy="5722924"/>
          </a:xfrm>
          <a:prstGeom prst="rect">
            <a:avLst/>
          </a:prstGeom>
        </p:spPr>
      </p:pic>
      <p:sp>
        <p:nvSpPr>
          <p:cNvPr id="7" name="Rectangle 6">
            <a:extLst>
              <a:ext uri="{FF2B5EF4-FFF2-40B4-BE49-F238E27FC236}">
                <a16:creationId xmlns:a16="http://schemas.microsoft.com/office/drawing/2014/main" id="{686FC354-F02C-404A-8654-CE24806F978E}"/>
              </a:ext>
            </a:extLst>
          </p:cNvPr>
          <p:cNvSpPr/>
          <p:nvPr/>
        </p:nvSpPr>
        <p:spPr>
          <a:xfrm rot="5400000">
            <a:off x="6261820" y="5383253"/>
            <a:ext cx="109728" cy="1097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3F9CB383-988F-47D9-9963-87BF54B984AB}"/>
              </a:ext>
            </a:extLst>
          </p:cNvPr>
          <p:cNvGrpSpPr/>
          <p:nvPr/>
        </p:nvGrpSpPr>
        <p:grpSpPr>
          <a:xfrm>
            <a:off x="5816939" y="6281887"/>
            <a:ext cx="219456" cy="219456"/>
            <a:chOff x="4739556" y="1183752"/>
            <a:chExt cx="219456" cy="219456"/>
          </a:xfrm>
        </p:grpSpPr>
        <p:sp>
          <p:nvSpPr>
            <p:cNvPr id="8" name="Rectangle 7">
              <a:extLst>
                <a:ext uri="{FF2B5EF4-FFF2-40B4-BE49-F238E27FC236}">
                  <a16:creationId xmlns:a16="http://schemas.microsoft.com/office/drawing/2014/main" id="{00FC6F1C-F6EC-4D26-A5C4-F2370DAF62A6}"/>
                </a:ext>
              </a:extLst>
            </p:cNvPr>
            <p:cNvSpPr/>
            <p:nvPr/>
          </p:nvSpPr>
          <p:spPr>
            <a:xfrm rot="5400000">
              <a:off x="4739556"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632A57C-314A-499A-B9B8-6B5C614B9BF7}"/>
                </a:ext>
              </a:extLst>
            </p:cNvPr>
            <p:cNvSpPr/>
            <p:nvPr/>
          </p:nvSpPr>
          <p:spPr>
            <a:xfrm rot="5400000">
              <a:off x="4849284"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6B73205-BCFC-42F8-AB0B-5419B58775A6}"/>
                </a:ext>
              </a:extLst>
            </p:cNvPr>
            <p:cNvSpPr/>
            <p:nvPr/>
          </p:nvSpPr>
          <p:spPr>
            <a:xfrm rot="5400000">
              <a:off x="4739556"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0CBD237-7A5A-42E7-80CA-1FF1C03F2DBB}"/>
                </a:ext>
              </a:extLst>
            </p:cNvPr>
            <p:cNvSpPr/>
            <p:nvPr/>
          </p:nvSpPr>
          <p:spPr>
            <a:xfrm rot="5400000">
              <a:off x="4849284"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64614784"/>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Complexity</a:t>
            </a:r>
          </a:p>
        </p:txBody>
      </p:sp>
      <p:pic>
        <p:nvPicPr>
          <p:cNvPr id="6" name="Graphic 5">
            <a:extLst>
              <a:ext uri="{FF2B5EF4-FFF2-40B4-BE49-F238E27FC236}">
                <a16:creationId xmlns:a16="http://schemas.microsoft.com/office/drawing/2014/main" id="{2A132613-4088-4771-B4A1-31F0E7153A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4537" y="787942"/>
            <a:ext cx="5722923" cy="5722923"/>
          </a:xfrm>
          <a:prstGeom prst="rect">
            <a:avLst/>
          </a:prstGeom>
        </p:spPr>
      </p:pic>
    </p:spTree>
    <p:extLst>
      <p:ext uri="{BB962C8B-B14F-4D97-AF65-F5344CB8AC3E}">
        <p14:creationId xmlns:p14="http://schemas.microsoft.com/office/powerpoint/2010/main" val="1465168865"/>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Complexity</a:t>
            </a:r>
          </a:p>
        </p:txBody>
      </p:sp>
      <p:pic>
        <p:nvPicPr>
          <p:cNvPr id="4" name="Graphic 3">
            <a:extLst>
              <a:ext uri="{FF2B5EF4-FFF2-40B4-BE49-F238E27FC236}">
                <a16:creationId xmlns:a16="http://schemas.microsoft.com/office/drawing/2014/main" id="{F3169A45-AC9C-4D6C-9848-2027476CBB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4538" y="787943"/>
            <a:ext cx="5722924" cy="5722924"/>
          </a:xfrm>
          <a:prstGeom prst="rect">
            <a:avLst/>
          </a:prstGeom>
        </p:spPr>
      </p:pic>
      <p:sp>
        <p:nvSpPr>
          <p:cNvPr id="7" name="Rectangle 6">
            <a:extLst>
              <a:ext uri="{FF2B5EF4-FFF2-40B4-BE49-F238E27FC236}">
                <a16:creationId xmlns:a16="http://schemas.microsoft.com/office/drawing/2014/main" id="{686FC354-F02C-404A-8654-CE24806F978E}"/>
              </a:ext>
            </a:extLst>
          </p:cNvPr>
          <p:cNvSpPr/>
          <p:nvPr/>
        </p:nvSpPr>
        <p:spPr>
          <a:xfrm rot="5400000">
            <a:off x="5816939" y="1798678"/>
            <a:ext cx="109728" cy="1097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3F9CB383-988F-47D9-9963-87BF54B984AB}"/>
              </a:ext>
            </a:extLst>
          </p:cNvPr>
          <p:cNvGrpSpPr/>
          <p:nvPr/>
        </p:nvGrpSpPr>
        <p:grpSpPr>
          <a:xfrm>
            <a:off x="6151372" y="794285"/>
            <a:ext cx="219456" cy="219456"/>
            <a:chOff x="4739556" y="1183752"/>
            <a:chExt cx="219456" cy="219456"/>
          </a:xfrm>
        </p:grpSpPr>
        <p:sp>
          <p:nvSpPr>
            <p:cNvPr id="8" name="Rectangle 7">
              <a:extLst>
                <a:ext uri="{FF2B5EF4-FFF2-40B4-BE49-F238E27FC236}">
                  <a16:creationId xmlns:a16="http://schemas.microsoft.com/office/drawing/2014/main" id="{00FC6F1C-F6EC-4D26-A5C4-F2370DAF62A6}"/>
                </a:ext>
              </a:extLst>
            </p:cNvPr>
            <p:cNvSpPr/>
            <p:nvPr/>
          </p:nvSpPr>
          <p:spPr>
            <a:xfrm rot="5400000">
              <a:off x="4739556"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632A57C-314A-499A-B9B8-6B5C614B9BF7}"/>
                </a:ext>
              </a:extLst>
            </p:cNvPr>
            <p:cNvSpPr/>
            <p:nvPr/>
          </p:nvSpPr>
          <p:spPr>
            <a:xfrm rot="5400000">
              <a:off x="4849284"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6B73205-BCFC-42F8-AB0B-5419B58775A6}"/>
                </a:ext>
              </a:extLst>
            </p:cNvPr>
            <p:cNvSpPr/>
            <p:nvPr/>
          </p:nvSpPr>
          <p:spPr>
            <a:xfrm rot="5400000">
              <a:off x="4739556"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0CBD237-7A5A-42E7-80CA-1FF1C03F2DBB}"/>
                </a:ext>
              </a:extLst>
            </p:cNvPr>
            <p:cNvSpPr/>
            <p:nvPr/>
          </p:nvSpPr>
          <p:spPr>
            <a:xfrm rot="5400000">
              <a:off x="4849284"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3" name="Straight Arrow Connector 12">
            <a:extLst>
              <a:ext uri="{FF2B5EF4-FFF2-40B4-BE49-F238E27FC236}">
                <a16:creationId xmlns:a16="http://schemas.microsoft.com/office/drawing/2014/main" id="{493A0550-04C8-4FD5-8094-C735E4AD8194}"/>
              </a:ext>
            </a:extLst>
          </p:cNvPr>
          <p:cNvCxnSpPr>
            <a:cxnSpLocks/>
          </p:cNvCxnSpPr>
          <p:nvPr/>
        </p:nvCxnSpPr>
        <p:spPr>
          <a:xfrm>
            <a:off x="5877289" y="1982363"/>
            <a:ext cx="383811" cy="337141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EC39D9DF-8152-4798-9B73-ABC0A22F5FAB}"/>
              </a:ext>
            </a:extLst>
          </p:cNvPr>
          <p:cNvCxnSpPr>
            <a:cxnSpLocks/>
          </p:cNvCxnSpPr>
          <p:nvPr/>
        </p:nvCxnSpPr>
        <p:spPr>
          <a:xfrm flipH="1">
            <a:off x="5926667" y="1132840"/>
            <a:ext cx="334433" cy="548434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539899"/>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Complexity</a:t>
            </a:r>
          </a:p>
        </p:txBody>
      </p:sp>
      <p:pic>
        <p:nvPicPr>
          <p:cNvPr id="2" name="relocate">
            <a:hlinkClick r:id="" action="ppaction://media"/>
            <a:extLst>
              <a:ext uri="{FF2B5EF4-FFF2-40B4-BE49-F238E27FC236}">
                <a16:creationId xmlns:a16="http://schemas.microsoft.com/office/drawing/2014/main" id="{228D21F3-F0F7-406B-92B8-B4CD4006C26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245115" y="898010"/>
            <a:ext cx="5701770" cy="5701770"/>
          </a:xfrm>
          <a:prstGeom prst="rect">
            <a:avLst/>
          </a:prstGeom>
        </p:spPr>
      </p:pic>
    </p:spTree>
    <p:extLst>
      <p:ext uri="{BB962C8B-B14F-4D97-AF65-F5344CB8AC3E}">
        <p14:creationId xmlns:p14="http://schemas.microsoft.com/office/powerpoint/2010/main" val="17041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Relocation Complexity Verification</a:t>
            </a:r>
          </a:p>
        </p:txBody>
      </p:sp>
      <p:sp>
        <p:nvSpPr>
          <p:cNvPr id="3" name="Oval 2">
            <a:extLst>
              <a:ext uri="{FF2B5EF4-FFF2-40B4-BE49-F238E27FC236}">
                <a16:creationId xmlns:a16="http://schemas.microsoft.com/office/drawing/2014/main" id="{CFC207E0-2D63-4BAD-BBB7-BD03C170AF1A}"/>
              </a:ext>
            </a:extLst>
          </p:cNvPr>
          <p:cNvSpPr/>
          <p:nvPr/>
        </p:nvSpPr>
        <p:spPr>
          <a:xfrm>
            <a:off x="812800" y="1744132"/>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1</a:t>
            </a:r>
          </a:p>
        </p:txBody>
      </p:sp>
      <p:sp>
        <p:nvSpPr>
          <p:cNvPr id="12" name="Oval 11">
            <a:extLst>
              <a:ext uri="{FF2B5EF4-FFF2-40B4-BE49-F238E27FC236}">
                <a16:creationId xmlns:a16="http://schemas.microsoft.com/office/drawing/2014/main" id="{38E50083-611F-4826-9203-D1C4D55C5691}"/>
              </a:ext>
            </a:extLst>
          </p:cNvPr>
          <p:cNvSpPr/>
          <p:nvPr/>
        </p:nvSpPr>
        <p:spPr>
          <a:xfrm>
            <a:off x="4038600" y="1685137"/>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2</a:t>
            </a:r>
          </a:p>
        </p:txBody>
      </p:sp>
      <p:sp>
        <p:nvSpPr>
          <p:cNvPr id="13" name="Oval 12">
            <a:extLst>
              <a:ext uri="{FF2B5EF4-FFF2-40B4-BE49-F238E27FC236}">
                <a16:creationId xmlns:a16="http://schemas.microsoft.com/office/drawing/2014/main" id="{3E58ED9A-357E-436A-AB53-AA4A037B6A79}"/>
              </a:ext>
            </a:extLst>
          </p:cNvPr>
          <p:cNvSpPr/>
          <p:nvPr/>
        </p:nvSpPr>
        <p:spPr>
          <a:xfrm>
            <a:off x="1375834" y="4343399"/>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3</a:t>
            </a:r>
          </a:p>
        </p:txBody>
      </p:sp>
      <p:sp>
        <p:nvSpPr>
          <p:cNvPr id="14" name="Oval 13">
            <a:extLst>
              <a:ext uri="{FF2B5EF4-FFF2-40B4-BE49-F238E27FC236}">
                <a16:creationId xmlns:a16="http://schemas.microsoft.com/office/drawing/2014/main" id="{FBF1ECDD-B2DC-4BE1-86FA-1B3C22699D55}"/>
              </a:ext>
            </a:extLst>
          </p:cNvPr>
          <p:cNvSpPr/>
          <p:nvPr/>
        </p:nvSpPr>
        <p:spPr>
          <a:xfrm>
            <a:off x="5511800" y="3242733"/>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5</a:t>
            </a:r>
          </a:p>
        </p:txBody>
      </p:sp>
      <p:sp>
        <p:nvSpPr>
          <p:cNvPr id="15" name="Oval 14">
            <a:extLst>
              <a:ext uri="{FF2B5EF4-FFF2-40B4-BE49-F238E27FC236}">
                <a16:creationId xmlns:a16="http://schemas.microsoft.com/office/drawing/2014/main" id="{88EFB344-4436-4AB1-A9CF-D863ACA2D9EC}"/>
              </a:ext>
            </a:extLst>
          </p:cNvPr>
          <p:cNvSpPr/>
          <p:nvPr/>
        </p:nvSpPr>
        <p:spPr>
          <a:xfrm>
            <a:off x="7992533" y="2692396"/>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6</a:t>
            </a:r>
          </a:p>
        </p:txBody>
      </p:sp>
      <p:sp>
        <p:nvSpPr>
          <p:cNvPr id="16" name="Oval 15">
            <a:extLst>
              <a:ext uri="{FF2B5EF4-FFF2-40B4-BE49-F238E27FC236}">
                <a16:creationId xmlns:a16="http://schemas.microsoft.com/office/drawing/2014/main" id="{ECF54CAE-6588-4D8E-A40F-328D54F911B0}"/>
              </a:ext>
            </a:extLst>
          </p:cNvPr>
          <p:cNvSpPr/>
          <p:nvPr/>
        </p:nvSpPr>
        <p:spPr>
          <a:xfrm>
            <a:off x="10270067" y="1685137"/>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7</a:t>
            </a:r>
          </a:p>
        </p:txBody>
      </p:sp>
      <p:sp>
        <p:nvSpPr>
          <p:cNvPr id="17" name="Oval 16">
            <a:extLst>
              <a:ext uri="{FF2B5EF4-FFF2-40B4-BE49-F238E27FC236}">
                <a16:creationId xmlns:a16="http://schemas.microsoft.com/office/drawing/2014/main" id="{0D862E36-7C8E-4A0D-839D-F13096E6BDEC}"/>
              </a:ext>
            </a:extLst>
          </p:cNvPr>
          <p:cNvSpPr/>
          <p:nvPr/>
        </p:nvSpPr>
        <p:spPr>
          <a:xfrm>
            <a:off x="3581400" y="5063066"/>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4</a:t>
            </a:r>
          </a:p>
        </p:txBody>
      </p:sp>
      <p:sp>
        <p:nvSpPr>
          <p:cNvPr id="18" name="Oval 17">
            <a:extLst>
              <a:ext uri="{FF2B5EF4-FFF2-40B4-BE49-F238E27FC236}">
                <a16:creationId xmlns:a16="http://schemas.microsoft.com/office/drawing/2014/main" id="{A054B50E-0160-480F-9766-66F5CB6740B7}"/>
              </a:ext>
            </a:extLst>
          </p:cNvPr>
          <p:cNvSpPr/>
          <p:nvPr/>
        </p:nvSpPr>
        <p:spPr>
          <a:xfrm>
            <a:off x="9702800" y="4605866"/>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8</a:t>
            </a:r>
          </a:p>
        </p:txBody>
      </p:sp>
      <p:sp>
        <p:nvSpPr>
          <p:cNvPr id="19" name="Oval 18">
            <a:extLst>
              <a:ext uri="{FF2B5EF4-FFF2-40B4-BE49-F238E27FC236}">
                <a16:creationId xmlns:a16="http://schemas.microsoft.com/office/drawing/2014/main" id="{17973D85-DA22-4E41-8DCC-2DD70B4B89C2}"/>
              </a:ext>
            </a:extLst>
          </p:cNvPr>
          <p:cNvSpPr/>
          <p:nvPr/>
        </p:nvSpPr>
        <p:spPr>
          <a:xfrm>
            <a:off x="7078133" y="5155649"/>
            <a:ext cx="914400" cy="91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Dubai" panose="020B0503030403030204" pitchFamily="34" charset="-78"/>
                <a:cs typeface="Dubai" panose="020B0503030403030204" pitchFamily="34" charset="-78"/>
              </a:rPr>
              <a:t>C</a:t>
            </a:r>
            <a:r>
              <a:rPr lang="en-US" sz="3200" baseline="-25000" dirty="0">
                <a:solidFill>
                  <a:sysClr val="windowText" lastClr="000000"/>
                </a:solidFill>
                <a:latin typeface="Dubai" panose="020B0503030403030204" pitchFamily="34" charset="-78"/>
                <a:cs typeface="Dubai" panose="020B0503030403030204" pitchFamily="34" charset="-78"/>
              </a:rPr>
              <a:t>9</a:t>
            </a:r>
          </a:p>
        </p:txBody>
      </p:sp>
      <p:grpSp>
        <p:nvGrpSpPr>
          <p:cNvPr id="301" name="Group 300">
            <a:extLst>
              <a:ext uri="{FF2B5EF4-FFF2-40B4-BE49-F238E27FC236}">
                <a16:creationId xmlns:a16="http://schemas.microsoft.com/office/drawing/2014/main" id="{97919403-AFA9-49D6-811C-BAEE38CCD041}"/>
              </a:ext>
            </a:extLst>
          </p:cNvPr>
          <p:cNvGrpSpPr/>
          <p:nvPr/>
        </p:nvGrpSpPr>
        <p:grpSpPr>
          <a:xfrm>
            <a:off x="2156323" y="2465626"/>
            <a:ext cx="2016188" cy="2011684"/>
            <a:chOff x="2156323" y="2465626"/>
            <a:chExt cx="2016188" cy="2011684"/>
          </a:xfrm>
        </p:grpSpPr>
        <p:cxnSp>
          <p:nvCxnSpPr>
            <p:cNvPr id="24" name="Straight Connector 23">
              <a:extLst>
                <a:ext uri="{FF2B5EF4-FFF2-40B4-BE49-F238E27FC236}">
                  <a16:creationId xmlns:a16="http://schemas.microsoft.com/office/drawing/2014/main" id="{2A56C3E2-CD70-4BF3-BD55-BF7FEC82AFC9}"/>
                </a:ext>
              </a:extLst>
            </p:cNvPr>
            <p:cNvCxnSpPr>
              <a:cxnSpLocks/>
              <a:stCxn id="13" idx="7"/>
              <a:endCxn id="12" idx="3"/>
            </p:cNvCxnSpPr>
            <p:nvPr/>
          </p:nvCxnSpPr>
          <p:spPr>
            <a:xfrm flipV="1">
              <a:off x="2156323" y="2465626"/>
              <a:ext cx="2016188" cy="2011684"/>
            </a:xfrm>
            <a:prstGeom prst="line">
              <a:avLst/>
            </a:prstGeom>
            <a:ln w="12700">
              <a:tailEnd type="triangle"/>
            </a:ln>
          </p:spPr>
          <p:style>
            <a:lnRef idx="1">
              <a:schemeClr val="dk1"/>
            </a:lnRef>
            <a:fillRef idx="0">
              <a:schemeClr val="dk1"/>
            </a:fillRef>
            <a:effectRef idx="0">
              <a:schemeClr val="dk1"/>
            </a:effectRef>
            <a:fontRef idx="minor">
              <a:schemeClr val="tx1"/>
            </a:fontRef>
          </p:style>
        </p:cxnSp>
        <p:pic>
          <p:nvPicPr>
            <p:cNvPr id="51" name="Graphic 50">
              <a:extLst>
                <a:ext uri="{FF2B5EF4-FFF2-40B4-BE49-F238E27FC236}">
                  <a16:creationId xmlns:a16="http://schemas.microsoft.com/office/drawing/2014/main" id="{41E9D7D7-59DC-43EA-BA7D-BA93C89FC7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07217" y="3043765"/>
              <a:ext cx="457200" cy="457200"/>
            </a:xfrm>
            <a:prstGeom prst="rect">
              <a:avLst/>
            </a:prstGeom>
          </p:spPr>
        </p:pic>
      </p:grpSp>
      <p:grpSp>
        <p:nvGrpSpPr>
          <p:cNvPr id="302" name="Group 301">
            <a:extLst>
              <a:ext uri="{FF2B5EF4-FFF2-40B4-BE49-F238E27FC236}">
                <a16:creationId xmlns:a16="http://schemas.microsoft.com/office/drawing/2014/main" id="{4D83BED6-EEAF-41B5-8459-811304A25F40}"/>
              </a:ext>
            </a:extLst>
          </p:cNvPr>
          <p:cNvGrpSpPr/>
          <p:nvPr/>
        </p:nvGrpSpPr>
        <p:grpSpPr>
          <a:xfrm>
            <a:off x="2156323" y="4815426"/>
            <a:ext cx="1425077" cy="704840"/>
            <a:chOff x="2156323" y="4815426"/>
            <a:chExt cx="1425077" cy="704840"/>
          </a:xfrm>
        </p:grpSpPr>
        <p:cxnSp>
          <p:nvCxnSpPr>
            <p:cNvPr id="27" name="Straight Connector 26">
              <a:extLst>
                <a:ext uri="{FF2B5EF4-FFF2-40B4-BE49-F238E27FC236}">
                  <a16:creationId xmlns:a16="http://schemas.microsoft.com/office/drawing/2014/main" id="{F56408FE-5571-4F0C-92F8-A46185EB7B35}"/>
                </a:ext>
              </a:extLst>
            </p:cNvPr>
            <p:cNvCxnSpPr>
              <a:cxnSpLocks/>
              <a:stCxn id="17" idx="2"/>
              <a:endCxn id="13" idx="5"/>
            </p:cNvCxnSpPr>
            <p:nvPr/>
          </p:nvCxnSpPr>
          <p:spPr>
            <a:xfrm flipH="1" flipV="1">
              <a:off x="2156323" y="5123888"/>
              <a:ext cx="1425077" cy="396378"/>
            </a:xfrm>
            <a:prstGeom prst="line">
              <a:avLst/>
            </a:prstGeom>
            <a:ln w="12700">
              <a:tailEnd type="triangle"/>
            </a:ln>
          </p:spPr>
          <p:style>
            <a:lnRef idx="1">
              <a:schemeClr val="dk1"/>
            </a:lnRef>
            <a:fillRef idx="0">
              <a:schemeClr val="dk1"/>
            </a:fillRef>
            <a:effectRef idx="0">
              <a:schemeClr val="dk1"/>
            </a:effectRef>
            <a:fontRef idx="minor">
              <a:schemeClr val="tx1"/>
            </a:fontRef>
          </p:style>
        </p:cxnSp>
        <p:pic>
          <p:nvPicPr>
            <p:cNvPr id="54" name="Graphic 53">
              <a:extLst>
                <a:ext uri="{FF2B5EF4-FFF2-40B4-BE49-F238E27FC236}">
                  <a16:creationId xmlns:a16="http://schemas.microsoft.com/office/drawing/2014/main" id="{D435595B-210D-47D9-8C4E-000AFFE3FEF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07217" y="4815426"/>
              <a:ext cx="457200" cy="457200"/>
            </a:xfrm>
            <a:prstGeom prst="rect">
              <a:avLst/>
            </a:prstGeom>
          </p:spPr>
        </p:pic>
      </p:grpSp>
      <p:grpSp>
        <p:nvGrpSpPr>
          <p:cNvPr id="305" name="Group 304">
            <a:extLst>
              <a:ext uri="{FF2B5EF4-FFF2-40B4-BE49-F238E27FC236}">
                <a16:creationId xmlns:a16="http://schemas.microsoft.com/office/drawing/2014/main" id="{CA76CEE7-937A-4389-9CD1-A043932F0E6D}"/>
              </a:ext>
            </a:extLst>
          </p:cNvPr>
          <p:cNvGrpSpPr/>
          <p:nvPr/>
        </p:nvGrpSpPr>
        <p:grpSpPr>
          <a:xfrm>
            <a:off x="7992533" y="5063066"/>
            <a:ext cx="1710267" cy="756940"/>
            <a:chOff x="7992533" y="5063066"/>
            <a:chExt cx="1710267" cy="756940"/>
          </a:xfrm>
        </p:grpSpPr>
        <p:cxnSp>
          <p:nvCxnSpPr>
            <p:cNvPr id="30" name="Straight Connector 29">
              <a:extLst>
                <a:ext uri="{FF2B5EF4-FFF2-40B4-BE49-F238E27FC236}">
                  <a16:creationId xmlns:a16="http://schemas.microsoft.com/office/drawing/2014/main" id="{A007BB89-BC8C-4E1C-9C45-7A849D8C518B}"/>
                </a:ext>
              </a:extLst>
            </p:cNvPr>
            <p:cNvCxnSpPr>
              <a:cxnSpLocks/>
              <a:stCxn id="18" idx="2"/>
              <a:endCxn id="19" idx="6"/>
            </p:cNvCxnSpPr>
            <p:nvPr/>
          </p:nvCxnSpPr>
          <p:spPr>
            <a:xfrm flipH="1">
              <a:off x="7992533" y="5063066"/>
              <a:ext cx="1710267" cy="549783"/>
            </a:xfrm>
            <a:prstGeom prst="line">
              <a:avLst/>
            </a:prstGeom>
            <a:ln w="12700">
              <a:tailEnd type="triangle"/>
            </a:ln>
          </p:spPr>
          <p:style>
            <a:lnRef idx="1">
              <a:schemeClr val="dk1"/>
            </a:lnRef>
            <a:fillRef idx="0">
              <a:schemeClr val="dk1"/>
            </a:fillRef>
            <a:effectRef idx="0">
              <a:schemeClr val="dk1"/>
            </a:effectRef>
            <a:fontRef idx="minor">
              <a:schemeClr val="tx1"/>
            </a:fontRef>
          </p:style>
        </p:cxnSp>
        <p:pic>
          <p:nvPicPr>
            <p:cNvPr id="55" name="Graphic 54">
              <a:extLst>
                <a:ext uri="{FF2B5EF4-FFF2-40B4-BE49-F238E27FC236}">
                  <a16:creationId xmlns:a16="http://schemas.microsoft.com/office/drawing/2014/main" id="{3DAE0B94-1EB9-4083-AFD4-CE0FA9CA5F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8773022" y="5362806"/>
              <a:ext cx="457200" cy="457200"/>
            </a:xfrm>
            <a:prstGeom prst="rect">
              <a:avLst/>
            </a:prstGeom>
          </p:spPr>
        </p:pic>
      </p:grpSp>
      <p:grpSp>
        <p:nvGrpSpPr>
          <p:cNvPr id="303" name="Group 302">
            <a:extLst>
              <a:ext uri="{FF2B5EF4-FFF2-40B4-BE49-F238E27FC236}">
                <a16:creationId xmlns:a16="http://schemas.microsoft.com/office/drawing/2014/main" id="{3C1EE505-4E7A-4A3F-9FC9-9B1A01A08D50}"/>
              </a:ext>
            </a:extLst>
          </p:cNvPr>
          <p:cNvGrpSpPr/>
          <p:nvPr/>
        </p:nvGrpSpPr>
        <p:grpSpPr>
          <a:xfrm>
            <a:off x="6426200" y="2961428"/>
            <a:ext cx="1566333" cy="738505"/>
            <a:chOff x="6426200" y="2961428"/>
            <a:chExt cx="1566333" cy="738505"/>
          </a:xfrm>
        </p:grpSpPr>
        <p:cxnSp>
          <p:nvCxnSpPr>
            <p:cNvPr id="37" name="Straight Connector 36">
              <a:extLst>
                <a:ext uri="{FF2B5EF4-FFF2-40B4-BE49-F238E27FC236}">
                  <a16:creationId xmlns:a16="http://schemas.microsoft.com/office/drawing/2014/main" id="{306014D8-305B-4168-B04B-6EF144A4CFB3}"/>
                </a:ext>
              </a:extLst>
            </p:cNvPr>
            <p:cNvCxnSpPr>
              <a:cxnSpLocks/>
              <a:stCxn id="14" idx="6"/>
              <a:endCxn id="15" idx="2"/>
            </p:cNvCxnSpPr>
            <p:nvPr/>
          </p:nvCxnSpPr>
          <p:spPr>
            <a:xfrm flipV="1">
              <a:off x="6426200" y="3149596"/>
              <a:ext cx="1566333" cy="550337"/>
            </a:xfrm>
            <a:prstGeom prst="line">
              <a:avLst/>
            </a:prstGeom>
            <a:ln w="12700">
              <a:tailEnd type="triangle"/>
            </a:ln>
          </p:spPr>
          <p:style>
            <a:lnRef idx="1">
              <a:schemeClr val="dk1"/>
            </a:lnRef>
            <a:fillRef idx="0">
              <a:schemeClr val="dk1"/>
            </a:fillRef>
            <a:effectRef idx="0">
              <a:schemeClr val="dk1"/>
            </a:effectRef>
            <a:fontRef idx="minor">
              <a:schemeClr val="tx1"/>
            </a:fontRef>
          </p:style>
        </p:cxnSp>
        <p:pic>
          <p:nvPicPr>
            <p:cNvPr id="57" name="Graphic 56">
              <a:extLst>
                <a:ext uri="{FF2B5EF4-FFF2-40B4-BE49-F238E27FC236}">
                  <a16:creationId xmlns:a16="http://schemas.microsoft.com/office/drawing/2014/main" id="{2FAA416F-59BE-4FEC-94B7-F65C92DC8E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9533" y="2961428"/>
              <a:ext cx="457200" cy="457200"/>
            </a:xfrm>
            <a:prstGeom prst="rect">
              <a:avLst/>
            </a:prstGeom>
          </p:spPr>
        </p:pic>
      </p:grpSp>
      <p:grpSp>
        <p:nvGrpSpPr>
          <p:cNvPr id="304" name="Group 303">
            <a:extLst>
              <a:ext uri="{FF2B5EF4-FFF2-40B4-BE49-F238E27FC236}">
                <a16:creationId xmlns:a16="http://schemas.microsoft.com/office/drawing/2014/main" id="{50EFF90D-D154-42EE-BBD3-DC147099623E}"/>
              </a:ext>
            </a:extLst>
          </p:cNvPr>
          <p:cNvGrpSpPr/>
          <p:nvPr/>
        </p:nvGrpSpPr>
        <p:grpSpPr>
          <a:xfrm>
            <a:off x="6292289" y="4023222"/>
            <a:ext cx="998288" cy="1266338"/>
            <a:chOff x="6292289" y="4023222"/>
            <a:chExt cx="998288" cy="1266338"/>
          </a:xfrm>
        </p:grpSpPr>
        <p:cxnSp>
          <p:nvCxnSpPr>
            <p:cNvPr id="34" name="Straight Connector 33">
              <a:extLst>
                <a:ext uri="{FF2B5EF4-FFF2-40B4-BE49-F238E27FC236}">
                  <a16:creationId xmlns:a16="http://schemas.microsoft.com/office/drawing/2014/main" id="{2A81AC5B-53DE-49F3-9095-3F11F2315F35}"/>
                </a:ext>
              </a:extLst>
            </p:cNvPr>
            <p:cNvCxnSpPr>
              <a:cxnSpLocks/>
              <a:stCxn id="19" idx="1"/>
              <a:endCxn id="14" idx="5"/>
            </p:cNvCxnSpPr>
            <p:nvPr/>
          </p:nvCxnSpPr>
          <p:spPr>
            <a:xfrm flipH="1" flipV="1">
              <a:off x="6292289" y="4023222"/>
              <a:ext cx="919755" cy="1266338"/>
            </a:xfrm>
            <a:prstGeom prst="line">
              <a:avLst/>
            </a:prstGeom>
            <a:ln w="12700">
              <a:tailEnd type="triangle"/>
            </a:ln>
          </p:spPr>
          <p:style>
            <a:lnRef idx="1">
              <a:schemeClr val="dk1"/>
            </a:lnRef>
            <a:fillRef idx="0">
              <a:schemeClr val="dk1"/>
            </a:fillRef>
            <a:effectRef idx="0">
              <a:schemeClr val="dk1"/>
            </a:effectRef>
            <a:fontRef idx="minor">
              <a:schemeClr val="tx1"/>
            </a:fontRef>
          </p:style>
        </p:cxnSp>
        <p:pic>
          <p:nvPicPr>
            <p:cNvPr id="58" name="Graphic 57">
              <a:extLst>
                <a:ext uri="{FF2B5EF4-FFF2-40B4-BE49-F238E27FC236}">
                  <a16:creationId xmlns:a16="http://schemas.microsoft.com/office/drawing/2014/main" id="{D227D013-0A03-42B3-BD11-ECF5869191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6833377" y="4378815"/>
              <a:ext cx="457200" cy="457200"/>
            </a:xfrm>
            <a:prstGeom prst="rect">
              <a:avLst/>
            </a:prstGeom>
          </p:spPr>
        </p:pic>
      </p:grpSp>
      <p:sp>
        <p:nvSpPr>
          <p:cNvPr id="64" name="Oval 63">
            <a:extLst>
              <a:ext uri="{FF2B5EF4-FFF2-40B4-BE49-F238E27FC236}">
                <a16:creationId xmlns:a16="http://schemas.microsoft.com/office/drawing/2014/main" id="{F3FF6CE9-C8A7-4B93-B2AC-0278E257F4C9}"/>
              </a:ext>
            </a:extLst>
          </p:cNvPr>
          <p:cNvSpPr/>
          <p:nvPr/>
        </p:nvSpPr>
        <p:spPr>
          <a:xfrm>
            <a:off x="431800" y="6249603"/>
            <a:ext cx="457200" cy="41827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65" name="Oval 64">
            <a:extLst>
              <a:ext uri="{FF2B5EF4-FFF2-40B4-BE49-F238E27FC236}">
                <a16:creationId xmlns:a16="http://schemas.microsoft.com/office/drawing/2014/main" id="{06D15E62-BC3D-4E59-BF73-B248A8B34AB8}"/>
              </a:ext>
            </a:extLst>
          </p:cNvPr>
          <p:cNvSpPr/>
          <p:nvPr/>
        </p:nvSpPr>
        <p:spPr>
          <a:xfrm>
            <a:off x="3951252" y="6254851"/>
            <a:ext cx="457200" cy="41827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66" name="Oval 65">
            <a:extLst>
              <a:ext uri="{FF2B5EF4-FFF2-40B4-BE49-F238E27FC236}">
                <a16:creationId xmlns:a16="http://schemas.microsoft.com/office/drawing/2014/main" id="{7EE896F1-AF4B-45F5-B30C-257FD137CD0B}"/>
              </a:ext>
            </a:extLst>
          </p:cNvPr>
          <p:cNvSpPr/>
          <p:nvPr/>
        </p:nvSpPr>
        <p:spPr>
          <a:xfrm>
            <a:off x="8322728" y="6280579"/>
            <a:ext cx="457200" cy="41827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aseline="-25000" dirty="0">
              <a:solidFill>
                <a:sysClr val="windowText" lastClr="000000"/>
              </a:solidFill>
              <a:latin typeface="Dubai" panose="020B0503030403030204" pitchFamily="34" charset="-78"/>
              <a:cs typeface="Dubai" panose="020B0503030403030204" pitchFamily="34" charset="-78"/>
            </a:endParaRPr>
          </a:p>
        </p:txBody>
      </p:sp>
      <p:sp>
        <p:nvSpPr>
          <p:cNvPr id="67" name="TextBox 66">
            <a:extLst>
              <a:ext uri="{FF2B5EF4-FFF2-40B4-BE49-F238E27FC236}">
                <a16:creationId xmlns:a16="http://schemas.microsoft.com/office/drawing/2014/main" id="{B62094AC-9957-4150-80D0-B2E9838806AB}"/>
              </a:ext>
            </a:extLst>
          </p:cNvPr>
          <p:cNvSpPr txBox="1"/>
          <p:nvPr/>
        </p:nvSpPr>
        <p:spPr>
          <a:xfrm>
            <a:off x="887661" y="6193810"/>
            <a:ext cx="2888472" cy="55399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Initial configs.</a:t>
            </a:r>
          </a:p>
        </p:txBody>
      </p:sp>
      <p:sp>
        <p:nvSpPr>
          <p:cNvPr id="68" name="TextBox 67">
            <a:extLst>
              <a:ext uri="{FF2B5EF4-FFF2-40B4-BE49-F238E27FC236}">
                <a16:creationId xmlns:a16="http://schemas.microsoft.com/office/drawing/2014/main" id="{4C17A62D-4307-4781-A006-3EB010666461}"/>
              </a:ext>
            </a:extLst>
          </p:cNvPr>
          <p:cNvSpPr txBox="1"/>
          <p:nvPr/>
        </p:nvSpPr>
        <p:spPr>
          <a:xfrm>
            <a:off x="4485995" y="6257707"/>
            <a:ext cx="4049746" cy="55399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Valid toggle configs.</a:t>
            </a:r>
          </a:p>
        </p:txBody>
      </p:sp>
      <p:sp>
        <p:nvSpPr>
          <p:cNvPr id="69" name="TextBox 68">
            <a:extLst>
              <a:ext uri="{FF2B5EF4-FFF2-40B4-BE49-F238E27FC236}">
                <a16:creationId xmlns:a16="http://schemas.microsoft.com/office/drawing/2014/main" id="{5422481C-F09F-4F13-A846-73CC57C76FCE}"/>
              </a:ext>
            </a:extLst>
          </p:cNvPr>
          <p:cNvSpPr txBox="1"/>
          <p:nvPr/>
        </p:nvSpPr>
        <p:spPr>
          <a:xfrm>
            <a:off x="8779928" y="6275227"/>
            <a:ext cx="4049746" cy="553998"/>
          </a:xfrm>
          <a:prstGeom prst="rect">
            <a:avLst/>
          </a:prstGeom>
          <a:noFill/>
        </p:spPr>
        <p:txBody>
          <a:bodyPr wrap="square" rtlCol="0">
            <a:spAutoFit/>
          </a:bodyPr>
          <a:lstStyle/>
          <a:p>
            <a:r>
              <a:rPr lang="en-US" sz="3000" dirty="0">
                <a:solidFill>
                  <a:schemeClr val="bg1"/>
                </a:solidFill>
                <a:latin typeface="Dubai Light" panose="020B0303030403030204" pitchFamily="34" charset="-78"/>
                <a:cs typeface="Dubai Light" panose="020B0303030403030204" pitchFamily="34" charset="-78"/>
              </a:rPr>
              <a:t>Invalid toggle configs.</a:t>
            </a:r>
          </a:p>
        </p:txBody>
      </p:sp>
    </p:spTree>
    <p:extLst>
      <p:ext uri="{BB962C8B-B14F-4D97-AF65-F5344CB8AC3E}">
        <p14:creationId xmlns:p14="http://schemas.microsoft.com/office/powerpoint/2010/main" val="394063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
                                  </p:stCondLst>
                                  <p:childTnLst>
                                    <p:set>
                                      <p:cBhvr>
                                        <p:cTn id="9" dur="1" fill="hold">
                                          <p:stCondLst>
                                            <p:cond delay="0"/>
                                          </p:stCondLst>
                                        </p:cTn>
                                        <p:tgtEl>
                                          <p:spTgt spid="12"/>
                                        </p:tgtEl>
                                        <p:attrNameLst>
                                          <p:attrName>style.visibility</p:attrName>
                                        </p:attrNameLst>
                                      </p:cBhvr>
                                      <p:to>
                                        <p:strVal val="visible"/>
                                      </p:to>
                                    </p:set>
                                  </p:childTnLst>
                                </p:cTn>
                              </p:par>
                            </p:childTnLst>
                          </p:cTn>
                        </p:par>
                        <p:par>
                          <p:cTn id="10" fill="hold">
                            <p:stCondLst>
                              <p:cond delay="100"/>
                            </p:stCondLst>
                            <p:childTnLst>
                              <p:par>
                                <p:cTn id="11" presetID="1" presetClass="entr" presetSubtype="0" fill="hold" grpId="0" nodeType="afterEffect">
                                  <p:stCondLst>
                                    <p:cond delay="10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200"/>
                            </p:stCondLst>
                            <p:childTnLst>
                              <p:par>
                                <p:cTn id="14" presetID="1" presetClass="entr" presetSubtype="0" fill="hold" grpId="0" nodeType="afterEffect">
                                  <p:stCondLst>
                                    <p:cond delay="100"/>
                                  </p:stCondLst>
                                  <p:childTnLst>
                                    <p:set>
                                      <p:cBhvr>
                                        <p:cTn id="15" dur="1" fill="hold">
                                          <p:stCondLst>
                                            <p:cond delay="0"/>
                                          </p:stCondLst>
                                        </p:cTn>
                                        <p:tgtEl>
                                          <p:spTgt spid="17"/>
                                        </p:tgtEl>
                                        <p:attrNameLst>
                                          <p:attrName>style.visibility</p:attrName>
                                        </p:attrNameLst>
                                      </p:cBhvr>
                                      <p:to>
                                        <p:strVal val="visible"/>
                                      </p:to>
                                    </p:set>
                                  </p:childTnLst>
                                </p:cTn>
                              </p:par>
                            </p:childTnLst>
                          </p:cTn>
                        </p:par>
                        <p:par>
                          <p:cTn id="16" fill="hold">
                            <p:stCondLst>
                              <p:cond delay="300"/>
                            </p:stCondLst>
                            <p:childTnLst>
                              <p:par>
                                <p:cTn id="17" presetID="1" presetClass="entr" presetSubtype="0" fill="hold" grpId="0" nodeType="afterEffect">
                                  <p:stCondLst>
                                    <p:cond delay="100"/>
                                  </p:stCondLst>
                                  <p:childTnLst>
                                    <p:set>
                                      <p:cBhvr>
                                        <p:cTn id="18" dur="1" fill="hold">
                                          <p:stCondLst>
                                            <p:cond delay="0"/>
                                          </p:stCondLst>
                                        </p:cTn>
                                        <p:tgtEl>
                                          <p:spTgt spid="14"/>
                                        </p:tgtEl>
                                        <p:attrNameLst>
                                          <p:attrName>style.visibility</p:attrName>
                                        </p:attrNameLst>
                                      </p:cBhvr>
                                      <p:to>
                                        <p:strVal val="visible"/>
                                      </p:to>
                                    </p:set>
                                  </p:childTnLst>
                                </p:cTn>
                              </p:par>
                            </p:childTnLst>
                          </p:cTn>
                        </p:par>
                        <p:par>
                          <p:cTn id="19" fill="hold">
                            <p:stCondLst>
                              <p:cond delay="400"/>
                            </p:stCondLst>
                            <p:childTnLst>
                              <p:par>
                                <p:cTn id="20" presetID="1" presetClass="entr" presetSubtype="0" fill="hold" grpId="0" nodeType="afterEffect">
                                  <p:stCondLst>
                                    <p:cond delay="100"/>
                                  </p:stCondLst>
                                  <p:childTnLst>
                                    <p:set>
                                      <p:cBhvr>
                                        <p:cTn id="21" dur="1" fill="hold">
                                          <p:stCondLst>
                                            <p:cond delay="0"/>
                                          </p:stCondLst>
                                        </p:cTn>
                                        <p:tgtEl>
                                          <p:spTgt spid="15"/>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grpId="0" nodeType="afterEffect">
                                  <p:stCondLst>
                                    <p:cond delay="100"/>
                                  </p:stCondLst>
                                  <p:childTnLst>
                                    <p:set>
                                      <p:cBhvr>
                                        <p:cTn id="24" dur="1" fill="hold">
                                          <p:stCondLst>
                                            <p:cond delay="0"/>
                                          </p:stCondLst>
                                        </p:cTn>
                                        <p:tgtEl>
                                          <p:spTgt spid="16"/>
                                        </p:tgtEl>
                                        <p:attrNameLst>
                                          <p:attrName>style.visibility</p:attrName>
                                        </p:attrNameLst>
                                      </p:cBhvr>
                                      <p:to>
                                        <p:strVal val="visible"/>
                                      </p:to>
                                    </p:set>
                                  </p:childTnLst>
                                </p:cTn>
                              </p:par>
                            </p:childTnLst>
                          </p:cTn>
                        </p:par>
                        <p:par>
                          <p:cTn id="25" fill="hold">
                            <p:stCondLst>
                              <p:cond delay="600"/>
                            </p:stCondLst>
                            <p:childTnLst>
                              <p:par>
                                <p:cTn id="26" presetID="1" presetClass="entr" presetSubtype="0" fill="hold" grpId="0" nodeType="afterEffect">
                                  <p:stCondLst>
                                    <p:cond delay="100"/>
                                  </p:stCondLst>
                                  <p:childTnLst>
                                    <p:set>
                                      <p:cBhvr>
                                        <p:cTn id="27" dur="1" fill="hold">
                                          <p:stCondLst>
                                            <p:cond delay="0"/>
                                          </p:stCondLst>
                                        </p:cTn>
                                        <p:tgtEl>
                                          <p:spTgt spid="18"/>
                                        </p:tgtEl>
                                        <p:attrNameLst>
                                          <p:attrName>style.visibility</p:attrName>
                                        </p:attrNameLst>
                                      </p:cBhvr>
                                      <p:to>
                                        <p:strVal val="visible"/>
                                      </p:to>
                                    </p:set>
                                  </p:childTnLst>
                                </p:cTn>
                              </p:par>
                            </p:childTnLst>
                          </p:cTn>
                        </p:par>
                        <p:par>
                          <p:cTn id="28" fill="hold">
                            <p:stCondLst>
                              <p:cond delay="700"/>
                            </p:stCondLst>
                            <p:childTnLst>
                              <p:par>
                                <p:cTn id="29" presetID="1" presetClass="entr" presetSubtype="0" fill="hold" grpId="0" nodeType="afterEffect">
                                  <p:stCondLst>
                                    <p:cond delay="10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mph" presetSubtype="2" fill="hold" nodeType="clickEffect">
                                  <p:stCondLst>
                                    <p:cond delay="0"/>
                                  </p:stCondLst>
                                  <p:childTnLst>
                                    <p:animClr clrSpc="rgb" dir="cw">
                                      <p:cBhvr>
                                        <p:cTn id="34" dur="1000" fill="hold"/>
                                        <p:tgtEl>
                                          <p:spTgt spid="17"/>
                                        </p:tgtEl>
                                        <p:attrNameLst>
                                          <p:attrName>fillcolor</p:attrName>
                                        </p:attrNameLst>
                                      </p:cBhvr>
                                      <p:to>
                                        <a:schemeClr val="accent1"/>
                                      </p:to>
                                    </p:animClr>
                                    <p:set>
                                      <p:cBhvr>
                                        <p:cTn id="35" dur="1000" fill="hold"/>
                                        <p:tgtEl>
                                          <p:spTgt spid="17"/>
                                        </p:tgtEl>
                                        <p:attrNameLst>
                                          <p:attrName>fill.type</p:attrName>
                                        </p:attrNameLst>
                                      </p:cBhvr>
                                      <p:to>
                                        <p:strVal val="solid"/>
                                      </p:to>
                                    </p:set>
                                    <p:set>
                                      <p:cBhvr>
                                        <p:cTn id="36" dur="1000" fill="hold"/>
                                        <p:tgtEl>
                                          <p:spTgt spid="17"/>
                                        </p:tgtEl>
                                        <p:attrNameLst>
                                          <p:attrName>fill.on</p:attrName>
                                        </p:attrNameLst>
                                      </p:cBhvr>
                                      <p:to>
                                        <p:strVal val="true"/>
                                      </p:to>
                                    </p:set>
                                  </p:childTnLst>
                                </p:cTn>
                              </p:par>
                              <p:par>
                                <p:cTn id="37" presetID="1" presetClass="emph" presetSubtype="2" fill="hold" nodeType="withEffect">
                                  <p:stCondLst>
                                    <p:cond delay="0"/>
                                  </p:stCondLst>
                                  <p:childTnLst>
                                    <p:animClr clrSpc="rgb" dir="cw">
                                      <p:cBhvr>
                                        <p:cTn id="38" dur="1000" fill="hold"/>
                                        <p:tgtEl>
                                          <p:spTgt spid="18"/>
                                        </p:tgtEl>
                                        <p:attrNameLst>
                                          <p:attrName>fillcolor</p:attrName>
                                        </p:attrNameLst>
                                      </p:cBhvr>
                                      <p:to>
                                        <a:schemeClr val="accent1"/>
                                      </p:to>
                                    </p:animClr>
                                    <p:set>
                                      <p:cBhvr>
                                        <p:cTn id="39" dur="1000" fill="hold"/>
                                        <p:tgtEl>
                                          <p:spTgt spid="18"/>
                                        </p:tgtEl>
                                        <p:attrNameLst>
                                          <p:attrName>fill.type</p:attrName>
                                        </p:attrNameLst>
                                      </p:cBhvr>
                                      <p:to>
                                        <p:strVal val="solid"/>
                                      </p:to>
                                    </p:set>
                                    <p:set>
                                      <p:cBhvr>
                                        <p:cTn id="40" dur="1000" fill="hold"/>
                                        <p:tgtEl>
                                          <p:spTgt spid="18"/>
                                        </p:tgtEl>
                                        <p:attrNameLst>
                                          <p:attrName>fill.on</p:attrName>
                                        </p:attrNameLst>
                                      </p:cBhvr>
                                      <p:to>
                                        <p:strVal val="true"/>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64"/>
                                        </p:tgtEl>
                                        <p:attrNameLst>
                                          <p:attrName>style.visibility</p:attrName>
                                        </p:attrNameLst>
                                      </p:cBhvr>
                                      <p:to>
                                        <p:strVal val="visible"/>
                                      </p:to>
                                    </p:set>
                                  </p:childTnLst>
                                </p:cTn>
                              </p:par>
                              <p:par>
                                <p:cTn id="44" presetID="1" presetClass="emph" presetSubtype="2" fill="hold" nodeType="withEffect">
                                  <p:stCondLst>
                                    <p:cond delay="0"/>
                                  </p:stCondLst>
                                  <p:childTnLst>
                                    <p:animClr clrSpc="rgb" dir="cw">
                                      <p:cBhvr>
                                        <p:cTn id="45" dur="1000" fill="hold"/>
                                        <p:tgtEl>
                                          <p:spTgt spid="64"/>
                                        </p:tgtEl>
                                        <p:attrNameLst>
                                          <p:attrName>fillcolor</p:attrName>
                                        </p:attrNameLst>
                                      </p:cBhvr>
                                      <p:to>
                                        <a:schemeClr val="accent1"/>
                                      </p:to>
                                    </p:animClr>
                                    <p:set>
                                      <p:cBhvr>
                                        <p:cTn id="46" dur="1000" fill="hold"/>
                                        <p:tgtEl>
                                          <p:spTgt spid="64"/>
                                        </p:tgtEl>
                                        <p:attrNameLst>
                                          <p:attrName>fill.type</p:attrName>
                                        </p:attrNameLst>
                                      </p:cBhvr>
                                      <p:to>
                                        <p:strVal val="solid"/>
                                      </p:to>
                                    </p:set>
                                    <p:set>
                                      <p:cBhvr>
                                        <p:cTn id="47" dur="1000" fill="hold"/>
                                        <p:tgtEl>
                                          <p:spTgt spid="64"/>
                                        </p:tgtEl>
                                        <p:attrNameLst>
                                          <p:attrName>fill.on</p:attrName>
                                        </p:attrNameLst>
                                      </p:cBhvr>
                                      <p:to>
                                        <p:strVal val="true"/>
                                      </p:to>
                                    </p:set>
                                  </p:childTnLst>
                                </p:cTn>
                              </p:par>
                              <p:par>
                                <p:cTn id="48" presetID="1" presetClass="entr" presetSubtype="0" fill="hold" grpId="0" nodeType="withEffect">
                                  <p:stCondLst>
                                    <p:cond delay="0"/>
                                  </p:stCondLst>
                                  <p:childTnLst>
                                    <p:set>
                                      <p:cBhvr>
                                        <p:cTn id="49" dur="1" fill="hold">
                                          <p:stCondLst>
                                            <p:cond delay="0"/>
                                          </p:stCondLst>
                                        </p:cTn>
                                        <p:tgtEl>
                                          <p:spTgt spid="6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mph" presetSubtype="2" fill="hold" nodeType="clickEffect">
                                  <p:stCondLst>
                                    <p:cond delay="0"/>
                                  </p:stCondLst>
                                  <p:childTnLst>
                                    <p:animClr clrSpc="rgb" dir="cw">
                                      <p:cBhvr>
                                        <p:cTn id="53" dur="1000" fill="hold"/>
                                        <p:tgtEl>
                                          <p:spTgt spid="12"/>
                                        </p:tgtEl>
                                        <p:attrNameLst>
                                          <p:attrName>fillcolor</p:attrName>
                                        </p:attrNameLst>
                                      </p:cBhvr>
                                      <p:to>
                                        <a:srgbClr val="2DD741"/>
                                      </p:to>
                                    </p:animClr>
                                    <p:set>
                                      <p:cBhvr>
                                        <p:cTn id="54" dur="1000" fill="hold"/>
                                        <p:tgtEl>
                                          <p:spTgt spid="12"/>
                                        </p:tgtEl>
                                        <p:attrNameLst>
                                          <p:attrName>fill.type</p:attrName>
                                        </p:attrNameLst>
                                      </p:cBhvr>
                                      <p:to>
                                        <p:strVal val="solid"/>
                                      </p:to>
                                    </p:set>
                                    <p:set>
                                      <p:cBhvr>
                                        <p:cTn id="55" dur="1000" fill="hold"/>
                                        <p:tgtEl>
                                          <p:spTgt spid="12"/>
                                        </p:tgtEl>
                                        <p:attrNameLst>
                                          <p:attrName>fill.on</p:attrName>
                                        </p:attrNameLst>
                                      </p:cBhvr>
                                      <p:to>
                                        <p:strVal val="true"/>
                                      </p:to>
                                    </p:set>
                                  </p:childTnLst>
                                </p:cTn>
                              </p:par>
                              <p:par>
                                <p:cTn id="56" presetID="1" presetClass="emph" presetSubtype="2" fill="hold" nodeType="withEffect">
                                  <p:stCondLst>
                                    <p:cond delay="0"/>
                                  </p:stCondLst>
                                  <p:childTnLst>
                                    <p:animClr clrSpc="rgb" dir="cw">
                                      <p:cBhvr>
                                        <p:cTn id="57" dur="1000" fill="hold"/>
                                        <p:tgtEl>
                                          <p:spTgt spid="15"/>
                                        </p:tgtEl>
                                        <p:attrNameLst>
                                          <p:attrName>fillcolor</p:attrName>
                                        </p:attrNameLst>
                                      </p:cBhvr>
                                      <p:to>
                                        <a:srgbClr val="2DD741"/>
                                      </p:to>
                                    </p:animClr>
                                    <p:set>
                                      <p:cBhvr>
                                        <p:cTn id="58" dur="1000" fill="hold"/>
                                        <p:tgtEl>
                                          <p:spTgt spid="15"/>
                                        </p:tgtEl>
                                        <p:attrNameLst>
                                          <p:attrName>fill.type</p:attrName>
                                        </p:attrNameLst>
                                      </p:cBhvr>
                                      <p:to>
                                        <p:strVal val="solid"/>
                                      </p:to>
                                    </p:set>
                                    <p:set>
                                      <p:cBhvr>
                                        <p:cTn id="59" dur="1000" fill="hold"/>
                                        <p:tgtEl>
                                          <p:spTgt spid="15"/>
                                        </p:tgtEl>
                                        <p:attrNameLst>
                                          <p:attrName>fill.on</p:attrName>
                                        </p:attrNameLst>
                                      </p:cBhvr>
                                      <p:to>
                                        <p:strVal val="true"/>
                                      </p:to>
                                    </p:set>
                                  </p:childTnLst>
                                </p:cTn>
                              </p:par>
                              <p:par>
                                <p:cTn id="60" presetID="1" presetClass="entr" presetSubtype="0" fill="hold" grpId="0" nodeType="withEffect">
                                  <p:stCondLst>
                                    <p:cond delay="0"/>
                                  </p:stCondLst>
                                  <p:childTnLst>
                                    <p:set>
                                      <p:cBhvr>
                                        <p:cTn id="61" dur="1" fill="hold">
                                          <p:stCondLst>
                                            <p:cond delay="0"/>
                                          </p:stCondLst>
                                        </p:cTn>
                                        <p:tgtEl>
                                          <p:spTgt spid="68"/>
                                        </p:tgtEl>
                                        <p:attrNameLst>
                                          <p:attrName>style.visibility</p:attrName>
                                        </p:attrNameLst>
                                      </p:cBhvr>
                                      <p:to>
                                        <p:strVal val="visible"/>
                                      </p:to>
                                    </p:set>
                                  </p:childTnLst>
                                </p:cTn>
                              </p:par>
                            </p:childTnLst>
                          </p:cTn>
                        </p:par>
                        <p:par>
                          <p:cTn id="62" fill="hold">
                            <p:stCondLst>
                              <p:cond delay="1000"/>
                            </p:stCondLst>
                            <p:childTnLst>
                              <p:par>
                                <p:cTn id="63" presetID="1" presetClass="entr" presetSubtype="0" fill="hold" grpId="0" nodeType="after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mph" presetSubtype="2" fill="hold" nodeType="withEffect">
                                  <p:stCondLst>
                                    <p:cond delay="0"/>
                                  </p:stCondLst>
                                  <p:childTnLst>
                                    <p:animClr clrSpc="rgb" dir="cw">
                                      <p:cBhvr>
                                        <p:cTn id="66" dur="1000" fill="hold"/>
                                        <p:tgtEl>
                                          <p:spTgt spid="65"/>
                                        </p:tgtEl>
                                        <p:attrNameLst>
                                          <p:attrName>fillcolor</p:attrName>
                                        </p:attrNameLst>
                                      </p:cBhvr>
                                      <p:to>
                                        <a:srgbClr val="2DD741"/>
                                      </p:to>
                                    </p:animClr>
                                    <p:set>
                                      <p:cBhvr>
                                        <p:cTn id="67" dur="1000" fill="hold"/>
                                        <p:tgtEl>
                                          <p:spTgt spid="65"/>
                                        </p:tgtEl>
                                        <p:attrNameLst>
                                          <p:attrName>fill.type</p:attrName>
                                        </p:attrNameLst>
                                      </p:cBhvr>
                                      <p:to>
                                        <p:strVal val="solid"/>
                                      </p:to>
                                    </p:set>
                                    <p:set>
                                      <p:cBhvr>
                                        <p:cTn id="68" dur="1000" fill="hold"/>
                                        <p:tgtEl>
                                          <p:spTgt spid="65"/>
                                        </p:tgtEl>
                                        <p:attrNameLst>
                                          <p:attrName>fill.on</p:attrName>
                                        </p:attrNameLst>
                                      </p:cBhvr>
                                      <p:to>
                                        <p:strVal val="true"/>
                                      </p:to>
                                    </p:set>
                                  </p:childTnLst>
                                </p:cTn>
                              </p:par>
                            </p:childTnLst>
                          </p:cTn>
                        </p:par>
                      </p:childTnLst>
                    </p:cTn>
                  </p:par>
                  <p:par>
                    <p:cTn id="69" fill="hold">
                      <p:stCondLst>
                        <p:cond delay="indefinite"/>
                      </p:stCondLst>
                      <p:childTnLst>
                        <p:par>
                          <p:cTn id="70" fill="hold">
                            <p:stCondLst>
                              <p:cond delay="0"/>
                            </p:stCondLst>
                            <p:childTnLst>
                              <p:par>
                                <p:cTn id="71" presetID="1" presetClass="emph" presetSubtype="2" fill="hold" nodeType="clickEffect">
                                  <p:stCondLst>
                                    <p:cond delay="0"/>
                                  </p:stCondLst>
                                  <p:childTnLst>
                                    <p:animClr clrSpc="rgb" dir="cw">
                                      <p:cBhvr>
                                        <p:cTn id="72" dur="1000" fill="hold"/>
                                        <p:tgtEl>
                                          <p:spTgt spid="16"/>
                                        </p:tgtEl>
                                        <p:attrNameLst>
                                          <p:attrName>fillcolor</p:attrName>
                                        </p:attrNameLst>
                                      </p:cBhvr>
                                      <p:to>
                                        <a:srgbClr val="FF3737"/>
                                      </p:to>
                                    </p:animClr>
                                    <p:set>
                                      <p:cBhvr>
                                        <p:cTn id="73" dur="1000" fill="hold"/>
                                        <p:tgtEl>
                                          <p:spTgt spid="16"/>
                                        </p:tgtEl>
                                        <p:attrNameLst>
                                          <p:attrName>fill.type</p:attrName>
                                        </p:attrNameLst>
                                      </p:cBhvr>
                                      <p:to>
                                        <p:strVal val="solid"/>
                                      </p:to>
                                    </p:set>
                                    <p:set>
                                      <p:cBhvr>
                                        <p:cTn id="74" dur="1000" fill="hold"/>
                                        <p:tgtEl>
                                          <p:spTgt spid="16"/>
                                        </p:tgtEl>
                                        <p:attrNameLst>
                                          <p:attrName>fill.on</p:attrName>
                                        </p:attrNameLst>
                                      </p:cBhvr>
                                      <p:to>
                                        <p:strVal val="true"/>
                                      </p:to>
                                    </p:set>
                                  </p:childTnLst>
                                </p:cTn>
                              </p:par>
                              <p:par>
                                <p:cTn id="75" presetID="1" presetClass="emph" presetSubtype="2" fill="hold" nodeType="withEffect">
                                  <p:stCondLst>
                                    <p:cond delay="0"/>
                                  </p:stCondLst>
                                  <p:childTnLst>
                                    <p:animClr clrSpc="rgb" dir="cw">
                                      <p:cBhvr>
                                        <p:cTn id="76" dur="1000" fill="hold"/>
                                        <p:tgtEl>
                                          <p:spTgt spid="3"/>
                                        </p:tgtEl>
                                        <p:attrNameLst>
                                          <p:attrName>fillcolor</p:attrName>
                                        </p:attrNameLst>
                                      </p:cBhvr>
                                      <p:to>
                                        <a:srgbClr val="FF3737"/>
                                      </p:to>
                                    </p:animClr>
                                    <p:set>
                                      <p:cBhvr>
                                        <p:cTn id="77" dur="1000" fill="hold"/>
                                        <p:tgtEl>
                                          <p:spTgt spid="3"/>
                                        </p:tgtEl>
                                        <p:attrNameLst>
                                          <p:attrName>fill.type</p:attrName>
                                        </p:attrNameLst>
                                      </p:cBhvr>
                                      <p:to>
                                        <p:strVal val="solid"/>
                                      </p:to>
                                    </p:set>
                                    <p:set>
                                      <p:cBhvr>
                                        <p:cTn id="78" dur="1000" fill="hold"/>
                                        <p:tgtEl>
                                          <p:spTgt spid="3"/>
                                        </p:tgtEl>
                                        <p:attrNameLst>
                                          <p:attrName>fill.on</p:attrName>
                                        </p:attrNameLst>
                                      </p:cBhvr>
                                      <p:to>
                                        <p:strVal val="true"/>
                                      </p:to>
                                    </p:set>
                                  </p:childTnLst>
                                </p:cTn>
                              </p:par>
                            </p:childTnLst>
                          </p:cTn>
                        </p:par>
                        <p:par>
                          <p:cTn id="79" fill="hold">
                            <p:stCondLst>
                              <p:cond delay="1000"/>
                            </p:stCondLst>
                            <p:childTnLst>
                              <p:par>
                                <p:cTn id="80" presetID="1" presetClass="entr" presetSubtype="0" fill="hold" grpId="0" nodeType="afterEffect">
                                  <p:stCondLst>
                                    <p:cond delay="0"/>
                                  </p:stCondLst>
                                  <p:childTnLst>
                                    <p:set>
                                      <p:cBhvr>
                                        <p:cTn id="81" dur="1" fill="hold">
                                          <p:stCondLst>
                                            <p:cond delay="0"/>
                                          </p:stCondLst>
                                        </p:cTn>
                                        <p:tgtEl>
                                          <p:spTgt spid="66"/>
                                        </p:tgtEl>
                                        <p:attrNameLst>
                                          <p:attrName>style.visibility</p:attrName>
                                        </p:attrNameLst>
                                      </p:cBhvr>
                                      <p:to>
                                        <p:strVal val="visible"/>
                                      </p:to>
                                    </p:set>
                                  </p:childTnLst>
                                </p:cTn>
                              </p:par>
                              <p:par>
                                <p:cTn id="82" presetID="1" presetClass="emph" presetSubtype="2" fill="hold" nodeType="withEffect">
                                  <p:stCondLst>
                                    <p:cond delay="0"/>
                                  </p:stCondLst>
                                  <p:childTnLst>
                                    <p:animClr clrSpc="rgb" dir="cw">
                                      <p:cBhvr>
                                        <p:cTn id="83" dur="1000" fill="hold"/>
                                        <p:tgtEl>
                                          <p:spTgt spid="66"/>
                                        </p:tgtEl>
                                        <p:attrNameLst>
                                          <p:attrName>fillcolor</p:attrName>
                                        </p:attrNameLst>
                                      </p:cBhvr>
                                      <p:to>
                                        <a:srgbClr val="FF3737"/>
                                      </p:to>
                                    </p:animClr>
                                    <p:set>
                                      <p:cBhvr>
                                        <p:cTn id="84" dur="1000" fill="hold"/>
                                        <p:tgtEl>
                                          <p:spTgt spid="66"/>
                                        </p:tgtEl>
                                        <p:attrNameLst>
                                          <p:attrName>fill.type</p:attrName>
                                        </p:attrNameLst>
                                      </p:cBhvr>
                                      <p:to>
                                        <p:strVal val="solid"/>
                                      </p:to>
                                    </p:set>
                                    <p:set>
                                      <p:cBhvr>
                                        <p:cTn id="85" dur="1000" fill="hold"/>
                                        <p:tgtEl>
                                          <p:spTgt spid="66"/>
                                        </p:tgtEl>
                                        <p:attrNameLst>
                                          <p:attrName>fill.on</p:attrName>
                                        </p:attrNameLst>
                                      </p:cBhvr>
                                      <p:to>
                                        <p:strVal val="true"/>
                                      </p:to>
                                    </p:set>
                                  </p:childTnLst>
                                </p:cTn>
                              </p:par>
                              <p:par>
                                <p:cTn id="86" presetID="1" presetClass="entr" presetSubtype="0" fill="hold" grpId="0" nodeType="withEffect">
                                  <p:stCondLst>
                                    <p:cond delay="0"/>
                                  </p:stCondLst>
                                  <p:childTnLst>
                                    <p:set>
                                      <p:cBhvr>
                                        <p:cTn id="87" dur="1" fill="hold">
                                          <p:stCondLst>
                                            <p:cond delay="0"/>
                                          </p:stCondLst>
                                        </p:cTn>
                                        <p:tgtEl>
                                          <p:spTgt spid="69"/>
                                        </p:tgtEl>
                                        <p:attrNameLst>
                                          <p:attrName>style.visibility</p:attrName>
                                        </p:attrNameLst>
                                      </p:cBhvr>
                                      <p:to>
                                        <p:strVal val="visible"/>
                                      </p:to>
                                    </p:set>
                                  </p:childTnLst>
                                </p:cTn>
                              </p:par>
                            </p:childTnLst>
                          </p:cTn>
                        </p:par>
                        <p:par>
                          <p:cTn id="88" fill="hold">
                            <p:stCondLst>
                              <p:cond delay="2000"/>
                            </p:stCondLst>
                            <p:childTnLst>
                              <p:par>
                                <p:cTn id="89" presetID="1" presetClass="entr" presetSubtype="0" fill="hold" nodeType="afterEffect">
                                  <p:stCondLst>
                                    <p:cond delay="100"/>
                                  </p:stCondLst>
                                  <p:childTnLst>
                                    <p:set>
                                      <p:cBhvr>
                                        <p:cTn id="90" dur="1" fill="hold">
                                          <p:stCondLst>
                                            <p:cond delay="0"/>
                                          </p:stCondLst>
                                        </p:cTn>
                                        <p:tgtEl>
                                          <p:spTgt spid="301"/>
                                        </p:tgtEl>
                                        <p:attrNameLst>
                                          <p:attrName>style.visibility</p:attrName>
                                        </p:attrNameLst>
                                      </p:cBhvr>
                                      <p:to>
                                        <p:strVal val="visible"/>
                                      </p:to>
                                    </p:set>
                                  </p:childTnLst>
                                </p:cTn>
                              </p:par>
                            </p:childTnLst>
                          </p:cTn>
                        </p:par>
                        <p:par>
                          <p:cTn id="91" fill="hold">
                            <p:stCondLst>
                              <p:cond delay="2100"/>
                            </p:stCondLst>
                            <p:childTnLst>
                              <p:par>
                                <p:cTn id="92" presetID="1" presetClass="entr" presetSubtype="0" fill="hold" nodeType="afterEffect">
                                  <p:stCondLst>
                                    <p:cond delay="100"/>
                                  </p:stCondLst>
                                  <p:childTnLst>
                                    <p:set>
                                      <p:cBhvr>
                                        <p:cTn id="93" dur="1" fill="hold">
                                          <p:stCondLst>
                                            <p:cond delay="0"/>
                                          </p:stCondLst>
                                        </p:cTn>
                                        <p:tgtEl>
                                          <p:spTgt spid="302"/>
                                        </p:tgtEl>
                                        <p:attrNameLst>
                                          <p:attrName>style.visibility</p:attrName>
                                        </p:attrNameLst>
                                      </p:cBhvr>
                                      <p:to>
                                        <p:strVal val="visible"/>
                                      </p:to>
                                    </p:set>
                                  </p:childTnLst>
                                </p:cTn>
                              </p:par>
                            </p:childTnLst>
                          </p:cTn>
                        </p:par>
                        <p:par>
                          <p:cTn id="94" fill="hold">
                            <p:stCondLst>
                              <p:cond delay="2200"/>
                            </p:stCondLst>
                            <p:childTnLst>
                              <p:par>
                                <p:cTn id="95" presetID="1" presetClass="entr" presetSubtype="0" fill="hold" nodeType="afterEffect">
                                  <p:stCondLst>
                                    <p:cond delay="100"/>
                                  </p:stCondLst>
                                  <p:childTnLst>
                                    <p:set>
                                      <p:cBhvr>
                                        <p:cTn id="96" dur="1" fill="hold">
                                          <p:stCondLst>
                                            <p:cond delay="0"/>
                                          </p:stCondLst>
                                        </p:cTn>
                                        <p:tgtEl>
                                          <p:spTgt spid="303"/>
                                        </p:tgtEl>
                                        <p:attrNameLst>
                                          <p:attrName>style.visibility</p:attrName>
                                        </p:attrNameLst>
                                      </p:cBhvr>
                                      <p:to>
                                        <p:strVal val="visible"/>
                                      </p:to>
                                    </p:set>
                                  </p:childTnLst>
                                </p:cTn>
                              </p:par>
                            </p:childTnLst>
                          </p:cTn>
                        </p:par>
                        <p:par>
                          <p:cTn id="97" fill="hold">
                            <p:stCondLst>
                              <p:cond delay="2300"/>
                            </p:stCondLst>
                            <p:childTnLst>
                              <p:par>
                                <p:cTn id="98" presetID="1" presetClass="entr" presetSubtype="0" fill="hold" nodeType="afterEffect">
                                  <p:stCondLst>
                                    <p:cond delay="100"/>
                                  </p:stCondLst>
                                  <p:childTnLst>
                                    <p:set>
                                      <p:cBhvr>
                                        <p:cTn id="99" dur="1" fill="hold">
                                          <p:stCondLst>
                                            <p:cond delay="0"/>
                                          </p:stCondLst>
                                        </p:cTn>
                                        <p:tgtEl>
                                          <p:spTgt spid="304"/>
                                        </p:tgtEl>
                                        <p:attrNameLst>
                                          <p:attrName>style.visibility</p:attrName>
                                        </p:attrNameLst>
                                      </p:cBhvr>
                                      <p:to>
                                        <p:strVal val="visible"/>
                                      </p:to>
                                    </p:set>
                                  </p:childTnLst>
                                </p:cTn>
                              </p:par>
                            </p:childTnLst>
                          </p:cTn>
                        </p:par>
                        <p:par>
                          <p:cTn id="100" fill="hold">
                            <p:stCondLst>
                              <p:cond delay="2400"/>
                            </p:stCondLst>
                            <p:childTnLst>
                              <p:par>
                                <p:cTn id="101" presetID="1" presetClass="entr" presetSubtype="0" fill="hold" nodeType="afterEffect">
                                  <p:stCondLst>
                                    <p:cond delay="100"/>
                                  </p:stCondLst>
                                  <p:childTnLst>
                                    <p:set>
                                      <p:cBhvr>
                                        <p:cTn id="102"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14" grpId="0" animBg="1"/>
      <p:bldP spid="15" grpId="0" animBg="1"/>
      <p:bldP spid="16" grpId="0" animBg="1"/>
      <p:bldP spid="17" grpId="0" animBg="1"/>
      <p:bldP spid="18" grpId="0" animBg="1"/>
      <p:bldP spid="19" grpId="0" animBg="1"/>
      <p:bldP spid="64" grpId="0" animBg="1"/>
      <p:bldP spid="65" grpId="0" animBg="1"/>
      <p:bldP spid="66" grpId="0" animBg="1"/>
      <p:bldP spid="67" grpId="0"/>
      <p:bldP spid="68" grpId="0"/>
      <p:bldP spid="69" grpId="0"/>
    </p:bldLst>
  </p:timing>
</p:sld>
</file>

<file path=ppt/slides/slide2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Results Tables</a:t>
            </a:r>
          </a:p>
        </p:txBody>
      </p:sp>
      <p:graphicFrame>
        <p:nvGraphicFramePr>
          <p:cNvPr id="3" name="Table 2">
            <a:extLst>
              <a:ext uri="{FF2B5EF4-FFF2-40B4-BE49-F238E27FC236}">
                <a16:creationId xmlns:a16="http://schemas.microsoft.com/office/drawing/2014/main" id="{4C3F624D-ECDF-48DF-BE99-055375BC5844}"/>
              </a:ext>
            </a:extLst>
          </p:cNvPr>
          <p:cNvGraphicFramePr>
            <a:graphicFrameLocks noGrp="1"/>
          </p:cNvGraphicFramePr>
          <p:nvPr/>
        </p:nvGraphicFramePr>
        <p:xfrm>
          <a:off x="634998" y="1408246"/>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r>
                        <a:rPr lang="en-US" b="1" dirty="0">
                          <a:latin typeface="Dubai" panose="020B0503030403030204" pitchFamily="34" charset="-78"/>
                          <a:cs typeface="Dubai" panose="020B0503030403030204" pitchFamily="34" charset="-78"/>
                        </a:rPr>
                        <a:t>Universal Pattern</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k labels</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1 label</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Strongly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bl>
          </a:graphicData>
        </a:graphic>
      </p:graphicFrame>
      <p:graphicFrame>
        <p:nvGraphicFramePr>
          <p:cNvPr id="6" name="Table 5">
            <a:extLst>
              <a:ext uri="{FF2B5EF4-FFF2-40B4-BE49-F238E27FC236}">
                <a16:creationId xmlns:a16="http://schemas.microsoft.com/office/drawing/2014/main" id="{A223E456-77E7-4461-9F72-B5256F503DFE}"/>
              </a:ext>
            </a:extLst>
          </p:cNvPr>
          <p:cNvGraphicFramePr>
            <a:graphicFrameLocks noGrp="1"/>
          </p:cNvGraphicFramePr>
          <p:nvPr/>
        </p:nvGraphicFramePr>
        <p:xfrm>
          <a:off x="1914431" y="4041922"/>
          <a:ext cx="8363134" cy="1854200"/>
        </p:xfrm>
        <a:graphic>
          <a:graphicData uri="http://schemas.openxmlformats.org/drawingml/2006/table">
            <a:tbl>
              <a:tblPr firstRow="1" bandRow="1">
                <a:tableStyleId>{C4B1156A-380E-4F78-BDF5-A606A8083BF9}</a:tableStyleId>
              </a:tblPr>
              <a:tblGrid>
                <a:gridCol w="2138521">
                  <a:extLst>
                    <a:ext uri="{9D8B030D-6E8A-4147-A177-3AD203B41FA5}">
                      <a16:colId xmlns:a16="http://schemas.microsoft.com/office/drawing/2014/main" val="3140209983"/>
                    </a:ext>
                  </a:extLst>
                </a:gridCol>
                <a:gridCol w="1174275">
                  <a:extLst>
                    <a:ext uri="{9D8B030D-6E8A-4147-A177-3AD203B41FA5}">
                      <a16:colId xmlns:a16="http://schemas.microsoft.com/office/drawing/2014/main" val="3922501285"/>
                    </a:ext>
                  </a:extLst>
                </a:gridCol>
                <a:gridCol w="2254887">
                  <a:extLst>
                    <a:ext uri="{9D8B030D-6E8A-4147-A177-3AD203B41FA5}">
                      <a16:colId xmlns:a16="http://schemas.microsoft.com/office/drawing/2014/main" val="3467975921"/>
                    </a:ext>
                  </a:extLst>
                </a:gridCol>
                <a:gridCol w="2795451">
                  <a:extLst>
                    <a:ext uri="{9D8B030D-6E8A-4147-A177-3AD203B41FA5}">
                      <a16:colId xmlns:a16="http://schemas.microsoft.com/office/drawing/2014/main" val="1865572204"/>
                    </a:ext>
                  </a:extLst>
                </a:gridCol>
              </a:tblGrid>
              <a:tr h="370840">
                <a:tc>
                  <a:txBody>
                    <a:bodyPr/>
                    <a:lstStyle/>
                    <a:p>
                      <a:pPr algn="ctr"/>
                      <a:r>
                        <a:rPr lang="en-US" dirty="0">
                          <a:latin typeface="Dubai" panose="020B0503030403030204" pitchFamily="34" charset="-78"/>
                          <a:cs typeface="Dubai" panose="020B0503030403030204" pitchFamily="34" charset="-78"/>
                        </a:rPr>
                        <a:t>Problem</a:t>
                      </a:r>
                    </a:p>
                  </a:txBody>
                  <a:tcPr/>
                </a:tc>
                <a:tc>
                  <a:txBody>
                    <a:bodyPr/>
                    <a:lstStyle/>
                    <a:p>
                      <a:pPr algn="ctr"/>
                      <a:r>
                        <a:rPr lang="en-US" dirty="0">
                          <a:latin typeface="Dubai" panose="020B0503030403030204" pitchFamily="34" charset="-78"/>
                          <a:cs typeface="Dubai" panose="020B0503030403030204" pitchFamily="34" charset="-78"/>
                        </a:rPr>
                        <a:t>Shapes</a:t>
                      </a:r>
                    </a:p>
                  </a:txBody>
                  <a:tcPr/>
                </a:tc>
                <a:tc>
                  <a:txBody>
                    <a:bodyPr/>
                    <a:lstStyle/>
                    <a:p>
                      <a:pPr algn="ctr"/>
                      <a:r>
                        <a:rPr lang="en-US" dirty="0">
                          <a:latin typeface="Dubai" panose="020B0503030403030204" pitchFamily="34" charset="-78"/>
                          <a:cs typeface="Dubai" panose="020B0503030403030204" pitchFamily="34" charset="-78"/>
                        </a:rPr>
                        <a:t>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Relocation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NP-hard</a:t>
                      </a:r>
                    </a:p>
                  </a:txBody>
                  <a:tcPr/>
                </a:tc>
                <a:tc>
                  <a:txBody>
                    <a:bodyPr/>
                    <a:lstStyle/>
                    <a:p>
                      <a:pPr algn="ctr"/>
                      <a:r>
                        <a:rPr lang="en-US" i="0" dirty="0">
                          <a:latin typeface="Dubai" panose="020B0503030403030204" pitchFamily="34" charset="-78"/>
                          <a:cs typeface="Dubai" panose="020B0503030403030204" pitchFamily="34" charset="-78"/>
                        </a:rPr>
                        <a:t>(Natural Computing 2017)</a:t>
                      </a:r>
                    </a:p>
                  </a:txBody>
                  <a:tcPr/>
                </a:tc>
                <a:extLst>
                  <a:ext uri="{0D108BD9-81ED-4DB2-BD59-A6C34878D82A}">
                    <a16:rowId xmlns:a16="http://schemas.microsoft.com/office/drawing/2014/main" val="1705407000"/>
                  </a:ext>
                </a:extLst>
              </a:tr>
              <a:tr h="370840">
                <a:tc>
                  <a:txBody>
                    <a:bodyPr/>
                    <a:lstStyle/>
                    <a:p>
                      <a:pPr algn="ctr"/>
                      <a:r>
                        <a:rPr lang="en-US" dirty="0">
                          <a:latin typeface="Dubai" panose="020B0503030403030204" pitchFamily="34" charset="-78"/>
                          <a:cs typeface="Dubai" panose="020B0503030403030204" pitchFamily="34" charset="-78"/>
                        </a:rPr>
                        <a:t>Tilt-minimization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algn="ctr"/>
                      <a:r>
                        <a:rPr lang="en-US" i="0" dirty="0">
                          <a:latin typeface="Dubai" panose="020B0503030403030204" pitchFamily="34" charset="-78"/>
                          <a:cs typeface="Dubai" panose="020B0503030403030204" pitchFamily="34" charset="-78"/>
                        </a:rPr>
                        <a:t>(Natural Computing 2017)</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Relocation</a:t>
                      </a:r>
                    </a:p>
                  </a:txBody>
                  <a:tcPr/>
                </a:tc>
                <a:tc>
                  <a:txBody>
                    <a:bodyPr/>
                    <a:lstStyle/>
                    <a:p>
                      <a:pPr algn="ctr"/>
                      <a:r>
                        <a:rPr lang="en-US" dirty="0">
                          <a:latin typeface="Dubai" panose="020B0503030403030204" pitchFamily="34" charset="-78"/>
                          <a:cs typeface="Dubai" panose="020B0503030403030204" pitchFamily="34" charset="-78"/>
                        </a:rPr>
                        <a:t>1x1, 2x2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endParaRPr lang="en-US" b="1"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algn="ctr"/>
                      <a:endParaRPr lang="en-US"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124212848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Reconfiguration Complexity</a:t>
            </a:r>
          </a:p>
        </p:txBody>
      </p:sp>
      <p:pic>
        <p:nvPicPr>
          <p:cNvPr id="3" name="Graphic 2">
            <a:extLst>
              <a:ext uri="{FF2B5EF4-FFF2-40B4-BE49-F238E27FC236}">
                <a16:creationId xmlns:a16="http://schemas.microsoft.com/office/drawing/2014/main" id="{448BA6CD-5FAA-4544-96B8-B4D39B43F1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96771" y="983197"/>
            <a:ext cx="5798458" cy="5798458"/>
          </a:xfrm>
          <a:prstGeom prst="rect">
            <a:avLst/>
          </a:prstGeom>
        </p:spPr>
      </p:pic>
      <p:sp>
        <p:nvSpPr>
          <p:cNvPr id="7" name="Rectangle 6">
            <a:extLst>
              <a:ext uri="{FF2B5EF4-FFF2-40B4-BE49-F238E27FC236}">
                <a16:creationId xmlns:a16="http://schemas.microsoft.com/office/drawing/2014/main" id="{75673EC8-39DE-498A-A778-06115FAAB7FA}"/>
              </a:ext>
            </a:extLst>
          </p:cNvPr>
          <p:cNvSpPr/>
          <p:nvPr/>
        </p:nvSpPr>
        <p:spPr>
          <a:xfrm rot="5400000">
            <a:off x="5821172" y="2072786"/>
            <a:ext cx="109728" cy="1097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B898C494-9643-4D61-BD3D-65E56A17CA79}"/>
              </a:ext>
            </a:extLst>
          </p:cNvPr>
          <p:cNvGrpSpPr/>
          <p:nvPr/>
        </p:nvGrpSpPr>
        <p:grpSpPr>
          <a:xfrm>
            <a:off x="6148197" y="983197"/>
            <a:ext cx="219456" cy="219456"/>
            <a:chOff x="4739556" y="1183752"/>
            <a:chExt cx="219456" cy="219456"/>
          </a:xfrm>
        </p:grpSpPr>
        <p:sp>
          <p:nvSpPr>
            <p:cNvPr id="9" name="Rectangle 8">
              <a:extLst>
                <a:ext uri="{FF2B5EF4-FFF2-40B4-BE49-F238E27FC236}">
                  <a16:creationId xmlns:a16="http://schemas.microsoft.com/office/drawing/2014/main" id="{DE6F2DE4-9949-4C5A-B91E-0927A02047AB}"/>
                </a:ext>
              </a:extLst>
            </p:cNvPr>
            <p:cNvSpPr/>
            <p:nvPr/>
          </p:nvSpPr>
          <p:spPr>
            <a:xfrm rot="5400000">
              <a:off x="4739556"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E6C54B2-1635-4DCE-AEA9-B18CBEB2A327}"/>
                </a:ext>
              </a:extLst>
            </p:cNvPr>
            <p:cNvSpPr/>
            <p:nvPr/>
          </p:nvSpPr>
          <p:spPr>
            <a:xfrm rot="5400000">
              <a:off x="4849284"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73BB60D-E3B6-4ABA-AEE1-F22F6DFF1CD5}"/>
                </a:ext>
              </a:extLst>
            </p:cNvPr>
            <p:cNvSpPr/>
            <p:nvPr/>
          </p:nvSpPr>
          <p:spPr>
            <a:xfrm rot="5400000">
              <a:off x="4739556"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3365744-9FCF-48D3-9D2E-98026302942A}"/>
                </a:ext>
              </a:extLst>
            </p:cNvPr>
            <p:cNvSpPr/>
            <p:nvPr/>
          </p:nvSpPr>
          <p:spPr>
            <a:xfrm rot="5400000">
              <a:off x="4849284"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84535096"/>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Reconfiguration Complexity</a:t>
            </a:r>
          </a:p>
        </p:txBody>
      </p:sp>
      <p:pic>
        <p:nvPicPr>
          <p:cNvPr id="7" name="Graphic 6">
            <a:extLst>
              <a:ext uri="{FF2B5EF4-FFF2-40B4-BE49-F238E27FC236}">
                <a16:creationId xmlns:a16="http://schemas.microsoft.com/office/drawing/2014/main" id="{A0FD1267-48F3-4F52-97CF-1620429FCA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96771" y="983197"/>
            <a:ext cx="5798458" cy="5798458"/>
          </a:xfrm>
          <a:prstGeom prst="rect">
            <a:avLst/>
          </a:prstGeom>
        </p:spPr>
      </p:pic>
    </p:spTree>
    <p:extLst>
      <p:ext uri="{BB962C8B-B14F-4D97-AF65-F5344CB8AC3E}">
        <p14:creationId xmlns:p14="http://schemas.microsoft.com/office/powerpoint/2010/main" val="2344248984"/>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Reconfiguration Complexity</a:t>
            </a:r>
          </a:p>
        </p:txBody>
      </p:sp>
      <p:pic>
        <p:nvPicPr>
          <p:cNvPr id="3" name="Graphic 2">
            <a:extLst>
              <a:ext uri="{FF2B5EF4-FFF2-40B4-BE49-F238E27FC236}">
                <a16:creationId xmlns:a16="http://schemas.microsoft.com/office/drawing/2014/main" id="{448BA6CD-5FAA-4544-96B8-B4D39B43F1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96771" y="983197"/>
            <a:ext cx="5798458" cy="5798458"/>
          </a:xfrm>
          <a:prstGeom prst="rect">
            <a:avLst/>
          </a:prstGeom>
        </p:spPr>
      </p:pic>
      <p:sp>
        <p:nvSpPr>
          <p:cNvPr id="7" name="Rectangle 6">
            <a:extLst>
              <a:ext uri="{FF2B5EF4-FFF2-40B4-BE49-F238E27FC236}">
                <a16:creationId xmlns:a16="http://schemas.microsoft.com/office/drawing/2014/main" id="{75673EC8-39DE-498A-A778-06115FAAB7FA}"/>
              </a:ext>
            </a:extLst>
          </p:cNvPr>
          <p:cNvSpPr/>
          <p:nvPr/>
        </p:nvSpPr>
        <p:spPr>
          <a:xfrm rot="5400000">
            <a:off x="5821172" y="2072786"/>
            <a:ext cx="109728" cy="1097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B898C494-9643-4D61-BD3D-65E56A17CA79}"/>
              </a:ext>
            </a:extLst>
          </p:cNvPr>
          <p:cNvGrpSpPr/>
          <p:nvPr/>
        </p:nvGrpSpPr>
        <p:grpSpPr>
          <a:xfrm>
            <a:off x="6148197" y="983197"/>
            <a:ext cx="219456" cy="219456"/>
            <a:chOff x="4739556" y="1183752"/>
            <a:chExt cx="219456" cy="219456"/>
          </a:xfrm>
        </p:grpSpPr>
        <p:sp>
          <p:nvSpPr>
            <p:cNvPr id="9" name="Rectangle 8">
              <a:extLst>
                <a:ext uri="{FF2B5EF4-FFF2-40B4-BE49-F238E27FC236}">
                  <a16:creationId xmlns:a16="http://schemas.microsoft.com/office/drawing/2014/main" id="{DE6F2DE4-9949-4C5A-B91E-0927A02047AB}"/>
                </a:ext>
              </a:extLst>
            </p:cNvPr>
            <p:cNvSpPr/>
            <p:nvPr/>
          </p:nvSpPr>
          <p:spPr>
            <a:xfrm rot="5400000">
              <a:off x="4739556"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E6C54B2-1635-4DCE-AEA9-B18CBEB2A327}"/>
                </a:ext>
              </a:extLst>
            </p:cNvPr>
            <p:cNvSpPr/>
            <p:nvPr/>
          </p:nvSpPr>
          <p:spPr>
            <a:xfrm rot="5400000">
              <a:off x="4849284" y="1183752"/>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73BB60D-E3B6-4ABA-AEE1-F22F6DFF1CD5}"/>
                </a:ext>
              </a:extLst>
            </p:cNvPr>
            <p:cNvSpPr/>
            <p:nvPr/>
          </p:nvSpPr>
          <p:spPr>
            <a:xfrm rot="5400000">
              <a:off x="4739556"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3365744-9FCF-48D3-9D2E-98026302942A}"/>
                </a:ext>
              </a:extLst>
            </p:cNvPr>
            <p:cNvSpPr/>
            <p:nvPr/>
          </p:nvSpPr>
          <p:spPr>
            <a:xfrm rot="5400000">
              <a:off x="4849284" y="1293480"/>
              <a:ext cx="109728" cy="109728"/>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48174398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Reconfiguration Complexity</a:t>
            </a:r>
          </a:p>
        </p:txBody>
      </p:sp>
      <p:pic>
        <p:nvPicPr>
          <p:cNvPr id="2" name="Reconfiguration">
            <a:hlinkClick r:id="" action="ppaction://media"/>
            <a:extLst>
              <a:ext uri="{FF2B5EF4-FFF2-40B4-BE49-F238E27FC236}">
                <a16:creationId xmlns:a16="http://schemas.microsoft.com/office/drawing/2014/main" id="{1D148AE9-2BAF-4A72-9614-120989D4A4D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194050" y="863976"/>
            <a:ext cx="5803900" cy="5803900"/>
          </a:xfrm>
          <a:prstGeom prst="rect">
            <a:avLst/>
          </a:prstGeom>
        </p:spPr>
      </p:pic>
    </p:spTree>
    <p:extLst>
      <p:ext uri="{BB962C8B-B14F-4D97-AF65-F5344CB8AC3E}">
        <p14:creationId xmlns:p14="http://schemas.microsoft.com/office/powerpoint/2010/main" val="300109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Reconfiguration Complexity</a:t>
            </a:r>
          </a:p>
        </p:txBody>
      </p:sp>
      <p:pic>
        <p:nvPicPr>
          <p:cNvPr id="3" name="Traversing_Reconfiguration">
            <a:hlinkClick r:id="" action="ppaction://media"/>
            <a:extLst>
              <a:ext uri="{FF2B5EF4-FFF2-40B4-BE49-F238E27FC236}">
                <a16:creationId xmlns:a16="http://schemas.microsoft.com/office/drawing/2014/main" id="{AF4C96A8-919E-460D-9246-0C31949DEA3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49400" y="876676"/>
            <a:ext cx="9093200" cy="5791200"/>
          </a:xfrm>
          <a:prstGeom prst="rect">
            <a:avLst/>
          </a:prstGeom>
        </p:spPr>
      </p:pic>
    </p:spTree>
    <p:extLst>
      <p:ext uri="{BB962C8B-B14F-4D97-AF65-F5344CB8AC3E}">
        <p14:creationId xmlns:p14="http://schemas.microsoft.com/office/powerpoint/2010/main" val="26832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6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 name="TextBox 296">
            <a:extLst>
              <a:ext uri="{FF2B5EF4-FFF2-40B4-BE49-F238E27FC236}">
                <a16:creationId xmlns:a16="http://schemas.microsoft.com/office/drawing/2014/main" id="{ABA53BD2-A943-465D-8A90-43946539328C}"/>
              </a:ext>
            </a:extLst>
          </p:cNvPr>
          <p:cNvSpPr txBox="1"/>
          <p:nvPr/>
        </p:nvSpPr>
        <p:spPr>
          <a:xfrm>
            <a:off x="0" y="190124"/>
            <a:ext cx="12192000" cy="707886"/>
          </a:xfrm>
          <a:prstGeom prst="rect">
            <a:avLst/>
          </a:prstGeom>
          <a:noFill/>
        </p:spPr>
        <p:txBody>
          <a:bodyPr wrap="square" rtlCol="0">
            <a:spAutoFit/>
          </a:bodyPr>
          <a:lstStyle/>
          <a:p>
            <a:pPr algn="ctr"/>
            <a:r>
              <a:rPr lang="en-US" sz="4000" dirty="0">
                <a:solidFill>
                  <a:schemeClr val="bg1"/>
                </a:solidFill>
                <a:latin typeface="Dubai Light" panose="020B0303030403030204" pitchFamily="34" charset="-78"/>
                <a:cs typeface="Dubai Light" panose="020B0303030403030204" pitchFamily="34" charset="-78"/>
              </a:rPr>
              <a:t>Results Tables</a:t>
            </a:r>
          </a:p>
        </p:txBody>
      </p:sp>
      <p:graphicFrame>
        <p:nvGraphicFramePr>
          <p:cNvPr id="3" name="Table 2">
            <a:extLst>
              <a:ext uri="{FF2B5EF4-FFF2-40B4-BE49-F238E27FC236}">
                <a16:creationId xmlns:a16="http://schemas.microsoft.com/office/drawing/2014/main" id="{4C3F624D-ECDF-48DF-BE99-055375BC5844}"/>
              </a:ext>
            </a:extLst>
          </p:cNvPr>
          <p:cNvGraphicFramePr>
            <a:graphicFrameLocks noGrp="1"/>
          </p:cNvGraphicFramePr>
          <p:nvPr/>
        </p:nvGraphicFramePr>
        <p:xfrm>
          <a:off x="634998" y="1408246"/>
          <a:ext cx="10922001" cy="2123440"/>
        </p:xfrm>
        <a:graphic>
          <a:graphicData uri="http://schemas.openxmlformats.org/drawingml/2006/table">
            <a:tbl>
              <a:tblPr firstRow="1" bandRow="1">
                <a:tableStyleId>{C4B1156A-380E-4F78-BDF5-A606A8083BF9}</a:tableStyleId>
              </a:tblPr>
              <a:tblGrid>
                <a:gridCol w="1964269">
                  <a:extLst>
                    <a:ext uri="{9D8B030D-6E8A-4147-A177-3AD203B41FA5}">
                      <a16:colId xmlns:a16="http://schemas.microsoft.com/office/drawing/2014/main" val="3140209983"/>
                    </a:ext>
                  </a:extLst>
                </a:gridCol>
                <a:gridCol w="897466">
                  <a:extLst>
                    <a:ext uri="{9D8B030D-6E8A-4147-A177-3AD203B41FA5}">
                      <a16:colId xmlns:a16="http://schemas.microsoft.com/office/drawing/2014/main" val="3922501285"/>
                    </a:ext>
                  </a:extLst>
                </a:gridCol>
                <a:gridCol w="1134534">
                  <a:extLst>
                    <a:ext uri="{9D8B030D-6E8A-4147-A177-3AD203B41FA5}">
                      <a16:colId xmlns:a16="http://schemas.microsoft.com/office/drawing/2014/main" val="3467975921"/>
                    </a:ext>
                  </a:extLst>
                </a:gridCol>
                <a:gridCol w="956733">
                  <a:extLst>
                    <a:ext uri="{9D8B030D-6E8A-4147-A177-3AD203B41FA5}">
                      <a16:colId xmlns:a16="http://schemas.microsoft.com/office/drawing/2014/main" val="1865572204"/>
                    </a:ext>
                  </a:extLst>
                </a:gridCol>
                <a:gridCol w="1032933">
                  <a:extLst>
                    <a:ext uri="{9D8B030D-6E8A-4147-A177-3AD203B41FA5}">
                      <a16:colId xmlns:a16="http://schemas.microsoft.com/office/drawing/2014/main" val="4109781080"/>
                    </a:ext>
                  </a:extLst>
                </a:gridCol>
                <a:gridCol w="1513696">
                  <a:extLst>
                    <a:ext uri="{9D8B030D-6E8A-4147-A177-3AD203B41FA5}">
                      <a16:colId xmlns:a16="http://schemas.microsoft.com/office/drawing/2014/main" val="3631285954"/>
                    </a:ext>
                  </a:extLst>
                </a:gridCol>
                <a:gridCol w="1901315">
                  <a:extLst>
                    <a:ext uri="{9D8B030D-6E8A-4147-A177-3AD203B41FA5}">
                      <a16:colId xmlns:a16="http://schemas.microsoft.com/office/drawing/2014/main" val="4056977838"/>
                    </a:ext>
                  </a:extLst>
                </a:gridCol>
                <a:gridCol w="1521055">
                  <a:extLst>
                    <a:ext uri="{9D8B030D-6E8A-4147-A177-3AD203B41FA5}">
                      <a16:colId xmlns:a16="http://schemas.microsoft.com/office/drawing/2014/main" val="761501911"/>
                    </a:ext>
                  </a:extLst>
                </a:gridCol>
              </a:tblGrid>
              <a:tr h="370840">
                <a:tc>
                  <a:txBody>
                    <a:bodyPr/>
                    <a:lstStyle/>
                    <a:p>
                      <a:pPr algn="ctr"/>
                      <a:r>
                        <a:rPr lang="en-US" dirty="0">
                          <a:latin typeface="Dubai" panose="020B0503030403030204" pitchFamily="34" charset="-78"/>
                          <a:cs typeface="Dubai" panose="020B0503030403030204" pitchFamily="34" charset="-78"/>
                        </a:rPr>
                        <a:t>Result</a:t>
                      </a:r>
                    </a:p>
                  </a:txBody>
                  <a:tcPr/>
                </a:tc>
                <a:tc>
                  <a:txBody>
                    <a:bodyPr/>
                    <a:lstStyle/>
                    <a:p>
                      <a:pPr algn="ctr"/>
                      <a:r>
                        <a:rPr lang="en-US" dirty="0">
                          <a:latin typeface="Dubai" panose="020B0503030403030204" pitchFamily="34" charset="-78"/>
                          <a:cs typeface="Dubai" panose="020B0503030403030204" pitchFamily="34" charset="-78"/>
                        </a:rPr>
                        <a:t>Shape Class</a:t>
                      </a:r>
                    </a:p>
                  </a:txBody>
                  <a:tcPr/>
                </a:tc>
                <a:tc>
                  <a:txBody>
                    <a:bodyPr/>
                    <a:lstStyle/>
                    <a:p>
                      <a:pPr algn="ctr"/>
                      <a:r>
                        <a:rPr lang="en-US" dirty="0">
                          <a:latin typeface="Dubai" panose="020B0503030403030204" pitchFamily="34" charset="-78"/>
                          <a:cs typeface="Dubai" panose="020B0503030403030204" pitchFamily="34" charset="-78"/>
                        </a:rPr>
                        <a:t>Universal</a:t>
                      </a:r>
                    </a:p>
                  </a:txBody>
                  <a:tcPr/>
                </a:tc>
                <a:tc>
                  <a:txBody>
                    <a:bodyPr/>
                    <a:lstStyle/>
                    <a:p>
                      <a:pPr algn="ctr"/>
                      <a:r>
                        <a:rPr lang="en-US" dirty="0">
                          <a:latin typeface="Dubai" panose="020B0503030403030204" pitchFamily="34" charset="-78"/>
                          <a:cs typeface="Dubai" panose="020B0503030403030204" pitchFamily="34" charset="-78"/>
                        </a:rPr>
                        <a:t>Tilts</a:t>
                      </a:r>
                    </a:p>
                  </a:txBody>
                  <a:tcPr/>
                </a:tc>
                <a:tc>
                  <a:txBody>
                    <a:bodyPr/>
                    <a:lstStyle/>
                    <a:p>
                      <a:pPr algn="ctr"/>
                      <a:r>
                        <a:rPr lang="en-US" dirty="0">
                          <a:latin typeface="Dubai" panose="020B0503030403030204" pitchFamily="34" charset="-78"/>
                          <a:cs typeface="Dubai" panose="020B0503030403030204" pitchFamily="34" charset="-78"/>
                        </a:rPr>
                        <a:t>Size</a:t>
                      </a:r>
                    </a:p>
                  </a:txBody>
                  <a:tcPr/>
                </a:tc>
                <a:tc>
                  <a:txBody>
                    <a:bodyPr/>
                    <a:lstStyle/>
                    <a:p>
                      <a:pPr algn="ctr"/>
                      <a:r>
                        <a:rPr lang="en-US" dirty="0">
                          <a:latin typeface="Dubai" panose="020B0503030403030204" pitchFamily="34" charset="-78"/>
                          <a:cs typeface="Dubai" panose="020B0503030403030204" pitchFamily="34" charset="-78"/>
                        </a:rPr>
                        <a:t>Bonding Complexity</a:t>
                      </a:r>
                    </a:p>
                  </a:txBody>
                  <a:tcPr/>
                </a:tc>
                <a:tc>
                  <a:txBody>
                    <a:bodyPr/>
                    <a:lstStyle/>
                    <a:p>
                      <a:pPr algn="ctr"/>
                      <a:r>
                        <a:rPr lang="en-US" dirty="0">
                          <a:latin typeface="Dubai" panose="020B0503030403030204" pitchFamily="34" charset="-78"/>
                          <a:cs typeface="Dubai" panose="020B0503030403030204" pitchFamily="34" charset="-78"/>
                        </a:rPr>
                        <a:t>Geometry 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Fixed Shape</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No</a:t>
                      </a:r>
                    </a:p>
                  </a:txBody>
                  <a:tcPr/>
                </a:tc>
                <a:tc>
                  <a:txBody>
                    <a:bodyPr/>
                    <a:lstStyle/>
                    <a:p>
                      <a:pPr algn="ct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h</a:t>
                      </a:r>
                      <a:r>
                        <a:rPr lang="en-US" i="0" baseline="30000" dirty="0">
                          <a:latin typeface="Dubai" panose="020B0503030403030204" pitchFamily="34" charset="-78"/>
                          <a:cs typeface="Dubai" panose="020B0503030403030204" pitchFamily="34" charset="-78"/>
                        </a:rPr>
                        <a:t>3</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algn="ctr"/>
                      <a:r>
                        <a:rPr lang="en-US" sz="1800" dirty="0">
                          <a:solidFill>
                            <a:schemeClr val="bg1"/>
                          </a:solidFill>
                          <a:latin typeface="Dubai" panose="020B0503030403030204" pitchFamily="34" charset="-78"/>
                          <a:cs typeface="Dubai" panose="020B0503030403030204" pitchFamily="34" charset="-78"/>
                        </a:rPr>
                        <a:t>(ISAAC </a:t>
                      </a:r>
                      <a:r>
                        <a:rPr lang="de-DE" sz="1800" dirty="0">
                          <a:solidFill>
                            <a:schemeClr val="bg1"/>
                          </a:solidFill>
                          <a:latin typeface="Dubai" panose="020B0503030403030204" pitchFamily="34" charset="-78"/>
                          <a:cs typeface="Dubai" panose="020B0503030403030204" pitchFamily="34" charset="-78"/>
                        </a:rPr>
                        <a:t>2017)</a:t>
                      </a:r>
                      <a:endParaRPr lang="en-US" dirty="0">
                        <a:latin typeface="Dubai" panose="020B0503030403030204" pitchFamily="34" charset="-78"/>
                        <a:cs typeface="Dubai" panose="020B0503030403030204" pitchFamily="34" charset="-78"/>
                      </a:endParaRPr>
                    </a:p>
                  </a:txBody>
                  <a:tcPr/>
                </a:tc>
                <a:extLst>
                  <a:ext uri="{0D108BD9-81ED-4DB2-BD59-A6C34878D82A}">
                    <a16:rowId xmlns:a16="http://schemas.microsoft.com/office/drawing/2014/main" val="1705407000"/>
                  </a:ext>
                </a:extLst>
              </a:tr>
              <a:tr h="370840">
                <a:tc>
                  <a:txBody>
                    <a:bodyPr/>
                    <a:lstStyle/>
                    <a:p>
                      <a:pPr algn="ctr"/>
                      <a:r>
                        <a:rPr lang="en-US" b="1" dirty="0">
                          <a:latin typeface="Dubai" panose="020B0503030403030204" pitchFamily="34" charset="-78"/>
                          <a:cs typeface="Dubai" panose="020B0503030403030204" pitchFamily="34" charset="-78"/>
                        </a:rPr>
                        <a:t>Universal Pattern</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whk</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k labels</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All</a:t>
                      </a:r>
                    </a:p>
                  </a:txBody>
                  <a:tcPr/>
                </a:tc>
                <a:tc>
                  <a:txBody>
                    <a:bodyPr/>
                    <a:lstStyle/>
                    <a:p>
                      <a:pPr algn="ctr"/>
                      <a:r>
                        <a:rPr lang="en-US" dirty="0">
                          <a:latin typeface="Dubai" panose="020B0503030403030204" pitchFamily="34" charset="-78"/>
                          <a:cs typeface="Dubai" panose="020B0503030403030204" pitchFamily="34" charset="-78"/>
                        </a:rPr>
                        <a:t>Weakly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a:t>
                      </a:r>
                      <a:r>
                        <a:rPr lang="en-US" i="0" dirty="0" err="1">
                          <a:latin typeface="Dubai" panose="020B0503030403030204" pitchFamily="34" charset="-78"/>
                          <a:cs typeface="Dubai" panose="020B0503030403030204" pitchFamily="34" charset="-78"/>
                        </a:rPr>
                        <a:t>wh</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1 label</a:t>
                      </a:r>
                    </a:p>
                  </a:txBody>
                  <a:tcPr/>
                </a:tc>
                <a:tc>
                  <a:txBody>
                    <a:bodyPr/>
                    <a:lstStyle/>
                    <a:p>
                      <a:pPr algn="ctr"/>
                      <a:r>
                        <a:rPr lang="en-US" dirty="0">
                          <a:latin typeface="Dubai" panose="020B0503030403030204" pitchFamily="34" charset="-78"/>
                          <a:cs typeface="Dubai" panose="020B0503030403030204" pitchFamily="34" charset="-78"/>
                        </a:rPr>
                        <a:t>Simple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r>
                        <a:rPr lang="en-US" b="1" dirty="0">
                          <a:latin typeface="Dubai" panose="020B0503030403030204" pitchFamily="34" charset="-78"/>
                          <a:cs typeface="Dubai" panose="020B0503030403030204" pitchFamily="34" charset="-78"/>
                        </a:rPr>
                        <a:t>Universal Shapes</a:t>
                      </a:r>
                    </a:p>
                  </a:txBody>
                  <a:tcPr/>
                </a:tc>
                <a:tc>
                  <a:txBody>
                    <a:bodyPr/>
                    <a:lstStyle/>
                    <a:p>
                      <a:pPr algn="ctr"/>
                      <a:r>
                        <a:rPr lang="en-US" dirty="0">
                          <a:latin typeface="Dubai" panose="020B0503030403030204" pitchFamily="34" charset="-78"/>
                          <a:cs typeface="Dubai" panose="020B0503030403030204" pitchFamily="34" charset="-78"/>
                        </a:rPr>
                        <a:t>DROP</a:t>
                      </a:r>
                    </a:p>
                  </a:txBody>
                  <a:tcPr/>
                </a:tc>
                <a:tc>
                  <a:txBody>
                    <a:bodyPr/>
                    <a:lstStyle/>
                    <a:p>
                      <a:pPr algn="ctr"/>
                      <a:r>
                        <a:rPr lang="en-US" dirty="0">
                          <a:latin typeface="Dubai" panose="020B0503030403030204" pitchFamily="34" charset="-78"/>
                          <a:cs typeface="Dubai" panose="020B0503030403030204" pitchFamily="34" charset="-78"/>
                        </a:rPr>
                        <a:t>Strongly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latin typeface="Dubai" panose="020B0503030403030204" pitchFamily="34" charset="-78"/>
                          <a:cs typeface="Dubai" panose="020B0503030403030204" pitchFamily="34" charset="-78"/>
                        </a:rPr>
                        <a:t>O</a:t>
                      </a:r>
                      <a:r>
                        <a:rPr lang="en-US" i="0" dirty="0">
                          <a:latin typeface="Dubai" panose="020B0503030403030204" pitchFamily="34" charset="-78"/>
                          <a:cs typeface="Dubai" panose="020B0503030403030204" pitchFamily="34" charset="-78"/>
                        </a:rPr>
                        <a:t>(wh</a:t>
                      </a:r>
                      <a:r>
                        <a:rPr lang="en-US" i="0" baseline="30000" dirty="0">
                          <a:latin typeface="Dubai" panose="020B0503030403030204" pitchFamily="34" charset="-78"/>
                          <a:cs typeface="Dubai" panose="020B0503030403030204" pitchFamily="34" charset="-78"/>
                        </a:rPr>
                        <a:t>2</a:t>
                      </a:r>
                      <a:r>
                        <a:rPr lang="en-US" i="0" dirty="0">
                          <a:latin typeface="Dubai" panose="020B0503030403030204" pitchFamily="34" charset="-78"/>
                          <a:cs typeface="Dubai" panose="020B0503030403030204" pitchFamily="34" charset="-78"/>
                        </a:rPr>
                        <a:t>)</a:t>
                      </a:r>
                      <a:endParaRPr lang="en-US" i="1" dirty="0">
                        <a:latin typeface="Dubai" panose="020B0503030403030204" pitchFamily="34" charset="-78"/>
                        <a:cs typeface="Dubai" panose="020B0503030403030204" pitchFamily="34" charset="-78"/>
                      </a:endParaRPr>
                    </a:p>
                  </a:txBody>
                  <a:tcPr/>
                </a:tc>
                <a:tc>
                  <a:txBody>
                    <a:bodyPr/>
                    <a:lstStyle/>
                    <a:p>
                      <a:pPr algn="ctr"/>
                      <a:r>
                        <a:rPr lang="en-US" dirty="0">
                          <a:latin typeface="Dubai" panose="020B0503030403030204" pitchFamily="34" charset="-78"/>
                          <a:cs typeface="Dubai" panose="020B0503030403030204" pitchFamily="34" charset="-78"/>
                        </a:rPr>
                        <a:t>2 labels</a:t>
                      </a:r>
                    </a:p>
                  </a:txBody>
                  <a:tcPr/>
                </a:tc>
                <a:tc>
                  <a:txBody>
                    <a:bodyPr/>
                    <a:lstStyle/>
                    <a:p>
                      <a:pPr algn="ctr"/>
                      <a:r>
                        <a:rPr lang="en-US" dirty="0">
                          <a:latin typeface="Dubai" panose="020B0503030403030204" pitchFamily="34" charset="-78"/>
                          <a:cs typeface="Dubai" panose="020B0503030403030204" pitchFamily="34" charset="-78"/>
                        </a:rPr>
                        <a:t>Complex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bl>
          </a:graphicData>
        </a:graphic>
      </p:graphicFrame>
      <p:graphicFrame>
        <p:nvGraphicFramePr>
          <p:cNvPr id="6" name="Table 5">
            <a:extLst>
              <a:ext uri="{FF2B5EF4-FFF2-40B4-BE49-F238E27FC236}">
                <a16:creationId xmlns:a16="http://schemas.microsoft.com/office/drawing/2014/main" id="{9D3756A3-6821-4905-A09B-F45519FC1D1B}"/>
              </a:ext>
            </a:extLst>
          </p:cNvPr>
          <p:cNvGraphicFramePr>
            <a:graphicFrameLocks noGrp="1"/>
          </p:cNvGraphicFramePr>
          <p:nvPr/>
        </p:nvGraphicFramePr>
        <p:xfrm>
          <a:off x="1914431" y="4041922"/>
          <a:ext cx="8363134" cy="1854200"/>
        </p:xfrm>
        <a:graphic>
          <a:graphicData uri="http://schemas.openxmlformats.org/drawingml/2006/table">
            <a:tbl>
              <a:tblPr firstRow="1" bandRow="1">
                <a:tableStyleId>{C4B1156A-380E-4F78-BDF5-A606A8083BF9}</a:tableStyleId>
              </a:tblPr>
              <a:tblGrid>
                <a:gridCol w="2138521">
                  <a:extLst>
                    <a:ext uri="{9D8B030D-6E8A-4147-A177-3AD203B41FA5}">
                      <a16:colId xmlns:a16="http://schemas.microsoft.com/office/drawing/2014/main" val="3140209983"/>
                    </a:ext>
                  </a:extLst>
                </a:gridCol>
                <a:gridCol w="1174275">
                  <a:extLst>
                    <a:ext uri="{9D8B030D-6E8A-4147-A177-3AD203B41FA5}">
                      <a16:colId xmlns:a16="http://schemas.microsoft.com/office/drawing/2014/main" val="3922501285"/>
                    </a:ext>
                  </a:extLst>
                </a:gridCol>
                <a:gridCol w="2254887">
                  <a:extLst>
                    <a:ext uri="{9D8B030D-6E8A-4147-A177-3AD203B41FA5}">
                      <a16:colId xmlns:a16="http://schemas.microsoft.com/office/drawing/2014/main" val="3467975921"/>
                    </a:ext>
                  </a:extLst>
                </a:gridCol>
                <a:gridCol w="2795451">
                  <a:extLst>
                    <a:ext uri="{9D8B030D-6E8A-4147-A177-3AD203B41FA5}">
                      <a16:colId xmlns:a16="http://schemas.microsoft.com/office/drawing/2014/main" val="1865572204"/>
                    </a:ext>
                  </a:extLst>
                </a:gridCol>
              </a:tblGrid>
              <a:tr h="370840">
                <a:tc>
                  <a:txBody>
                    <a:bodyPr/>
                    <a:lstStyle/>
                    <a:p>
                      <a:pPr algn="ctr"/>
                      <a:r>
                        <a:rPr lang="en-US" dirty="0">
                          <a:latin typeface="Dubai" panose="020B0503030403030204" pitchFamily="34" charset="-78"/>
                          <a:cs typeface="Dubai" panose="020B0503030403030204" pitchFamily="34" charset="-78"/>
                        </a:rPr>
                        <a:t>Problem</a:t>
                      </a:r>
                    </a:p>
                  </a:txBody>
                  <a:tcPr/>
                </a:tc>
                <a:tc>
                  <a:txBody>
                    <a:bodyPr/>
                    <a:lstStyle/>
                    <a:p>
                      <a:pPr algn="ctr"/>
                      <a:r>
                        <a:rPr lang="en-US" dirty="0">
                          <a:latin typeface="Dubai" panose="020B0503030403030204" pitchFamily="34" charset="-78"/>
                          <a:cs typeface="Dubai" panose="020B0503030403030204" pitchFamily="34" charset="-78"/>
                        </a:rPr>
                        <a:t>Shapes</a:t>
                      </a:r>
                    </a:p>
                  </a:txBody>
                  <a:tcPr/>
                </a:tc>
                <a:tc>
                  <a:txBody>
                    <a:bodyPr/>
                    <a:lstStyle/>
                    <a:p>
                      <a:pPr algn="ctr"/>
                      <a:r>
                        <a:rPr lang="en-US" dirty="0">
                          <a:latin typeface="Dubai" panose="020B0503030403030204" pitchFamily="34" charset="-78"/>
                          <a:cs typeface="Dubai" panose="020B0503030403030204" pitchFamily="34" charset="-78"/>
                        </a:rPr>
                        <a:t>Complexity</a:t>
                      </a:r>
                    </a:p>
                  </a:txBody>
                  <a:tcPr/>
                </a:tc>
                <a:tc>
                  <a:txBody>
                    <a:bodyPr/>
                    <a:lstStyle/>
                    <a:p>
                      <a:pPr algn="ctr"/>
                      <a:r>
                        <a:rPr lang="en-US" dirty="0">
                          <a:latin typeface="Dubai" panose="020B0503030403030204" pitchFamily="34" charset="-78"/>
                          <a:cs typeface="Dubai" panose="020B0503030403030204" pitchFamily="34" charset="-78"/>
                        </a:rPr>
                        <a:t>Published</a:t>
                      </a:r>
                    </a:p>
                  </a:txBody>
                  <a:tcPr/>
                </a:tc>
                <a:extLst>
                  <a:ext uri="{0D108BD9-81ED-4DB2-BD59-A6C34878D82A}">
                    <a16:rowId xmlns:a16="http://schemas.microsoft.com/office/drawing/2014/main" val="1369456830"/>
                  </a:ext>
                </a:extLst>
              </a:tr>
              <a:tr h="370840">
                <a:tc>
                  <a:txBody>
                    <a:bodyPr/>
                    <a:lstStyle/>
                    <a:p>
                      <a:pPr algn="ctr"/>
                      <a:r>
                        <a:rPr lang="en-US" dirty="0">
                          <a:latin typeface="Dubai" panose="020B0503030403030204" pitchFamily="34" charset="-78"/>
                          <a:cs typeface="Dubai" panose="020B0503030403030204" pitchFamily="34" charset="-78"/>
                        </a:rPr>
                        <a:t>Relocation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NP-hard</a:t>
                      </a:r>
                    </a:p>
                  </a:txBody>
                  <a:tcPr/>
                </a:tc>
                <a:tc>
                  <a:txBody>
                    <a:bodyPr/>
                    <a:lstStyle/>
                    <a:p>
                      <a:pPr algn="ctr"/>
                      <a:r>
                        <a:rPr lang="en-US" i="0" dirty="0">
                          <a:latin typeface="Dubai" panose="020B0503030403030204" pitchFamily="34" charset="-78"/>
                          <a:cs typeface="Dubai" panose="020B0503030403030204" pitchFamily="34" charset="-78"/>
                        </a:rPr>
                        <a:t>(Natural Computing 2017)</a:t>
                      </a:r>
                    </a:p>
                  </a:txBody>
                  <a:tcPr/>
                </a:tc>
                <a:extLst>
                  <a:ext uri="{0D108BD9-81ED-4DB2-BD59-A6C34878D82A}">
                    <a16:rowId xmlns:a16="http://schemas.microsoft.com/office/drawing/2014/main" val="1705407000"/>
                  </a:ext>
                </a:extLst>
              </a:tr>
              <a:tr h="370840">
                <a:tc>
                  <a:txBody>
                    <a:bodyPr/>
                    <a:lstStyle/>
                    <a:p>
                      <a:pPr algn="ctr"/>
                      <a:r>
                        <a:rPr lang="en-US" dirty="0">
                          <a:latin typeface="Dubai" panose="020B0503030403030204" pitchFamily="34" charset="-78"/>
                          <a:cs typeface="Dubai" panose="020B0503030403030204" pitchFamily="34" charset="-78"/>
                        </a:rPr>
                        <a:t>Tilt-minimization</a:t>
                      </a:r>
                    </a:p>
                  </a:txBody>
                  <a:tcPr/>
                </a:tc>
                <a:tc>
                  <a:txBody>
                    <a:bodyPr/>
                    <a:lstStyle/>
                    <a:p>
                      <a:pPr algn="ctr"/>
                      <a:r>
                        <a:rPr lang="en-US" dirty="0">
                          <a:latin typeface="Dubai" panose="020B0503030403030204" pitchFamily="34" charset="-78"/>
                          <a:cs typeface="Dubai" panose="020B0503030403030204" pitchFamily="34" charset="-78"/>
                        </a:rPr>
                        <a:t>1x1</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algn="ctr"/>
                      <a:r>
                        <a:rPr lang="en-US" i="0" dirty="0">
                          <a:latin typeface="Dubai" panose="020B0503030403030204" pitchFamily="34" charset="-78"/>
                          <a:cs typeface="Dubai" panose="020B0503030403030204" pitchFamily="34" charset="-78"/>
                        </a:rPr>
                        <a:t>(Natural Computing 2017)</a:t>
                      </a:r>
                    </a:p>
                  </a:txBody>
                  <a:tcPr/>
                </a:tc>
                <a:extLst>
                  <a:ext uri="{0D108BD9-81ED-4DB2-BD59-A6C34878D82A}">
                    <a16:rowId xmlns:a16="http://schemas.microsoft.com/office/drawing/2014/main" val="2459792027"/>
                  </a:ext>
                </a:extLst>
              </a:tr>
              <a:tr h="370840">
                <a:tc>
                  <a:txBody>
                    <a:bodyPr/>
                    <a:lstStyle/>
                    <a:p>
                      <a:pPr algn="ctr"/>
                      <a:r>
                        <a:rPr lang="en-US" b="1" dirty="0">
                          <a:latin typeface="Dubai" panose="020B0503030403030204" pitchFamily="34" charset="-78"/>
                          <a:cs typeface="Dubai" panose="020B0503030403030204" pitchFamily="34" charset="-78"/>
                        </a:rPr>
                        <a:t>Relocation</a:t>
                      </a:r>
                    </a:p>
                  </a:txBody>
                  <a:tcPr/>
                </a:tc>
                <a:tc>
                  <a:txBody>
                    <a:bodyPr/>
                    <a:lstStyle/>
                    <a:p>
                      <a:pPr algn="ctr"/>
                      <a:r>
                        <a:rPr lang="en-US" dirty="0">
                          <a:latin typeface="Dubai" panose="020B0503030403030204" pitchFamily="34" charset="-78"/>
                          <a:cs typeface="Dubai" panose="020B0503030403030204" pitchFamily="34" charset="-78"/>
                        </a:rPr>
                        <a:t>1x1, 2x2</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3185818201"/>
                  </a:ext>
                </a:extLst>
              </a:tr>
              <a:tr h="370840">
                <a:tc>
                  <a:txBody>
                    <a:bodyPr/>
                    <a:lstStyle/>
                    <a:p>
                      <a:pPr algn="ctr"/>
                      <a:r>
                        <a:rPr lang="en-US" b="1" dirty="0">
                          <a:latin typeface="Dubai" panose="020B0503030403030204" pitchFamily="34" charset="-78"/>
                          <a:cs typeface="Dubai" panose="020B0503030403030204" pitchFamily="34" charset="-78"/>
                        </a:rPr>
                        <a:t>Reconfiguration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Dubai" panose="020B0503030403030204" pitchFamily="34" charset="-78"/>
                          <a:cs typeface="Dubai" panose="020B0503030403030204" pitchFamily="34" charset="-78"/>
                        </a:rPr>
                        <a:t>1x1, 2x2</a:t>
                      </a:r>
                    </a:p>
                  </a:txBody>
                  <a:tcPr/>
                </a:tc>
                <a:tc>
                  <a:txBody>
                    <a:bodyPr/>
                    <a:lstStyle/>
                    <a:p>
                      <a:pPr algn="ctr"/>
                      <a:r>
                        <a:rPr lang="en-US" dirty="0">
                          <a:latin typeface="Dubai" panose="020B0503030403030204" pitchFamily="34" charset="-78"/>
                          <a:cs typeface="Dubai" panose="020B0503030403030204" pitchFamily="34" charset="-78"/>
                        </a:rPr>
                        <a:t>PSPACE-complete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Dubai" panose="020B0503030403030204" pitchFamily="34" charset="-78"/>
                          <a:cs typeface="Dubai" panose="020B0503030403030204" pitchFamily="34" charset="-78"/>
                        </a:rPr>
                        <a:t>(SODA 2019)</a:t>
                      </a:r>
                    </a:p>
                  </a:txBody>
                  <a:tcPr/>
                </a:tc>
                <a:extLst>
                  <a:ext uri="{0D108BD9-81ED-4DB2-BD59-A6C34878D82A}">
                    <a16:rowId xmlns:a16="http://schemas.microsoft.com/office/drawing/2014/main" val="1040161655"/>
                  </a:ext>
                </a:extLst>
              </a:tr>
            </a:tbl>
          </a:graphicData>
        </a:graphic>
      </p:graphicFrame>
    </p:spTree>
    <p:extLst>
      <p:ext uri="{BB962C8B-B14F-4D97-AF65-F5344CB8AC3E}">
        <p14:creationId xmlns:p14="http://schemas.microsoft.com/office/powerpoint/2010/main" val="2654850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Arial-Times New Roman">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1559</TotalTime>
  <Words>10172</Words>
  <Application>Microsoft Office PowerPoint</Application>
  <PresentationFormat>Widescreen</PresentationFormat>
  <Paragraphs>2508</Paragraphs>
  <Slides>270</Slides>
  <Notes>88</Notes>
  <HiddenSlides>53</HiddenSlides>
  <MMClips>6</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270</vt:i4>
      </vt:variant>
    </vt:vector>
  </HeadingPairs>
  <TitlesOfParts>
    <vt:vector size="279" baseType="lpstr">
      <vt:lpstr>Arial</vt:lpstr>
      <vt:lpstr>Calibri</vt:lpstr>
      <vt:lpstr>Calibri Light</vt:lpstr>
      <vt:lpstr>Cambria Math</vt:lpstr>
      <vt:lpstr>Dubai</vt:lpstr>
      <vt:lpstr>Dubai Light</vt:lpstr>
      <vt:lpstr>Times New Roman</vt:lpstr>
      <vt:lpstr>Office Theme</vt:lpstr>
      <vt:lpstr>Depth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Austin Luchsinger</dc:creator>
  <cp:lastModifiedBy>Austin Luchsinger</cp:lastModifiedBy>
  <cp:revision>39</cp:revision>
  <dcterms:created xsi:type="dcterms:W3CDTF">2020-05-05T11:00:19Z</dcterms:created>
  <dcterms:modified xsi:type="dcterms:W3CDTF">2020-05-07T14:56:37Z</dcterms:modified>
</cp:coreProperties>
</file>